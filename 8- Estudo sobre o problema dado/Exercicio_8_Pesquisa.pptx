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7"/>
  </p:notesMasterIdLst>
  <p:sldIdLst>
    <p:sldId id="256" r:id="rId2"/>
    <p:sldId id="261" r:id="rId3"/>
    <p:sldId id="262" r:id="rId4"/>
    <p:sldId id="267" r:id="rId5"/>
    <p:sldId id="294" r:id="rId6"/>
    <p:sldId id="295" r:id="rId7"/>
    <p:sldId id="296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293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Medium" panose="00000600000000000000" pitchFamily="2" charset="0"/>
      <p:regular r:id="rId22"/>
      <p:bold r:id="rId23"/>
      <p:italic r:id="rId24"/>
      <p:boldItalic r:id="rId25"/>
    </p:embeddedFont>
    <p:embeddedFont>
      <p:font typeface="Shrikhand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03F89A-BB5A-4596-B1FC-DCFBD8CB86B1}">
  <a:tblStyle styleId="{1403F89A-BB5A-4596-B1FC-DCFBD8CB86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>
        <p:scale>
          <a:sx n="154" d="100"/>
          <a:sy n="154" d="100"/>
        </p:scale>
        <p:origin x="414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e32131f20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e32131f20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1e32131f207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1e32131f207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90BCA711-D4FE-0BE1-C723-B73E3C1D4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A6823DFA-4FD0-C6A2-D5DE-648222B6F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B26AE909-F347-5C34-D3BB-AE7CF9A26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494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40813190-1BC9-2217-402D-A03F6F9B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25C06258-8698-A20A-E125-09AAF499A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F5FDCB5E-0B73-C68A-BD85-3567201E7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045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>
          <a:extLst>
            <a:ext uri="{FF2B5EF4-FFF2-40B4-BE49-F238E27FC236}">
              <a16:creationId xmlns:a16="http://schemas.microsoft.com/office/drawing/2014/main" id="{B85F5CDF-7CBC-0F31-1DE0-4B7632AD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1e32131f207_0_384:notes">
            <a:extLst>
              <a:ext uri="{FF2B5EF4-FFF2-40B4-BE49-F238E27FC236}">
                <a16:creationId xmlns:a16="http://schemas.microsoft.com/office/drawing/2014/main" id="{43770BF4-221F-53BC-E7F2-481064E67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1e32131f207_0_384:notes">
            <a:extLst>
              <a:ext uri="{FF2B5EF4-FFF2-40B4-BE49-F238E27FC236}">
                <a16:creationId xmlns:a16="http://schemas.microsoft.com/office/drawing/2014/main" id="{779EF6BD-FE08-A0ED-297B-9B915B7E4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8397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C8EFFBFD-D273-773B-AB68-30D2D4B7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69270C50-EE03-F66A-F7C6-25C50411C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BB11DDCE-7C96-6CAE-5E07-8B4442641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717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63CB8DD1-52B8-446B-0591-442E3673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7EE44DF7-3323-EEC1-7D1C-7D637AD2D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FB80B57A-F85B-C852-485A-975536BF4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472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025A34F7-01FD-F4D0-C25F-05E28B8A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E7BE1629-FD8B-F5A3-EA7D-5F1EA4AE6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691815D5-976A-85A8-0375-D09E87E15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750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>
          <a:extLst>
            <a:ext uri="{FF2B5EF4-FFF2-40B4-BE49-F238E27FC236}">
              <a16:creationId xmlns:a16="http://schemas.microsoft.com/office/drawing/2014/main" id="{9AF4EE83-92F2-69E0-CE78-DBDA2125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1e32131f207_0_122:notes">
            <a:extLst>
              <a:ext uri="{FF2B5EF4-FFF2-40B4-BE49-F238E27FC236}">
                <a16:creationId xmlns:a16="http://schemas.microsoft.com/office/drawing/2014/main" id="{75083CFF-132B-2A12-E276-ACE58C8B6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1e32131f207_0_122:notes">
            <a:extLst>
              <a:ext uri="{FF2B5EF4-FFF2-40B4-BE49-F238E27FC236}">
                <a16:creationId xmlns:a16="http://schemas.microsoft.com/office/drawing/2014/main" id="{9BC310D9-311A-6691-AC08-C11506A60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553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A25618AC-7A6E-4E8B-E697-EA97D420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7CFAD602-25F1-86A9-CDA5-190859C2B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307D9C17-0B0D-2996-E2F0-4030DC5EC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100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>
          <a:extLst>
            <a:ext uri="{FF2B5EF4-FFF2-40B4-BE49-F238E27FC236}">
              <a16:creationId xmlns:a16="http://schemas.microsoft.com/office/drawing/2014/main" id="{0A2919B0-A491-552E-803F-E8A3C135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1e32131f207_0_384:notes">
            <a:extLst>
              <a:ext uri="{FF2B5EF4-FFF2-40B4-BE49-F238E27FC236}">
                <a16:creationId xmlns:a16="http://schemas.microsoft.com/office/drawing/2014/main" id="{F052BB26-7419-1398-C063-0DE650770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1e32131f207_0_384:notes">
            <a:extLst>
              <a:ext uri="{FF2B5EF4-FFF2-40B4-BE49-F238E27FC236}">
                <a16:creationId xmlns:a16="http://schemas.microsoft.com/office/drawing/2014/main" id="{B6AD07A7-5B5F-76B9-3A50-31B516C34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048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1603A306-6785-FE2D-42EF-D80A07C3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e32131f207_0_212:notes">
            <a:extLst>
              <a:ext uri="{FF2B5EF4-FFF2-40B4-BE49-F238E27FC236}">
                <a16:creationId xmlns:a16="http://schemas.microsoft.com/office/drawing/2014/main" id="{C06860A1-ACBF-48BD-09A0-E0F25C03E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e32131f207_0_212:notes">
            <a:extLst>
              <a:ext uri="{FF2B5EF4-FFF2-40B4-BE49-F238E27FC236}">
                <a16:creationId xmlns:a16="http://schemas.microsoft.com/office/drawing/2014/main" id="{63A9042C-6701-9F5F-70A4-67FAFB2C5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541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1" name="Google Shape;3091;g1e32131f207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2" name="Google Shape;3092;g1e32131f207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46">
            <a:off x="4647218" y="3406251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708600" y="1458975"/>
            <a:ext cx="4715400" cy="19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126776" y="4126276"/>
            <a:ext cx="1017226" cy="1017226"/>
          </a:xfrm>
          <a:custGeom>
            <a:avLst/>
            <a:gdLst/>
            <a:ahLst/>
            <a:cxnLst/>
            <a:rect l="l" t="t" r="r" b="b"/>
            <a:pathLst>
              <a:path w="5888" h="5888" extrusionOk="0">
                <a:moveTo>
                  <a:pt x="5888" y="1"/>
                </a:moveTo>
                <a:lnTo>
                  <a:pt x="0" y="5888"/>
                </a:lnTo>
                <a:lnTo>
                  <a:pt x="5888" y="5888"/>
                </a:lnTo>
                <a:lnTo>
                  <a:pt x="588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685650" y="378608"/>
            <a:ext cx="1017219" cy="1017354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7987939" y="4738249"/>
            <a:ext cx="697902" cy="211314"/>
            <a:chOff x="3326776" y="5066351"/>
            <a:chExt cx="404510" cy="122480"/>
          </a:xfrm>
        </p:grpSpPr>
        <p:sp>
          <p:nvSpPr>
            <p:cNvPr id="14" name="Google Shape;14;p2"/>
            <p:cNvSpPr/>
            <p:nvPr/>
          </p:nvSpPr>
          <p:spPr>
            <a:xfrm>
              <a:off x="3326776" y="5066351"/>
              <a:ext cx="404510" cy="42408"/>
            </a:xfrm>
            <a:custGeom>
              <a:avLst/>
              <a:gdLst/>
              <a:ahLst/>
              <a:cxnLst/>
              <a:rect l="l" t="t" r="r" b="b"/>
              <a:pathLst>
                <a:path w="12963" h="1359" extrusionOk="0">
                  <a:moveTo>
                    <a:pt x="1239" y="1"/>
                  </a:moveTo>
                  <a:cubicBezTo>
                    <a:pt x="796" y="1"/>
                    <a:pt x="353" y="154"/>
                    <a:pt x="1" y="460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2" y="687"/>
                    <a:pt x="2097" y="899"/>
                  </a:cubicBezTo>
                  <a:cubicBezTo>
                    <a:pt x="2450" y="1205"/>
                    <a:pt x="2893" y="1358"/>
                    <a:pt x="3336" y="1358"/>
                  </a:cubicBezTo>
                  <a:cubicBezTo>
                    <a:pt x="3779" y="1358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8"/>
                    <a:pt x="7530" y="1358"/>
                  </a:cubicBezTo>
                  <a:cubicBezTo>
                    <a:pt x="7973" y="1358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8"/>
                    <a:pt x="11725" y="1358"/>
                  </a:cubicBezTo>
                  <a:cubicBezTo>
                    <a:pt x="12167" y="1358"/>
                    <a:pt x="12610" y="1204"/>
                    <a:pt x="12963" y="899"/>
                  </a:cubicBezTo>
                  <a:lnTo>
                    <a:pt x="12582" y="460"/>
                  </a:lnTo>
                  <a:cubicBezTo>
                    <a:pt x="12337" y="672"/>
                    <a:pt x="12031" y="777"/>
                    <a:pt x="11724" y="777"/>
                  </a:cubicBezTo>
                  <a:cubicBezTo>
                    <a:pt x="11417" y="777"/>
                    <a:pt x="11110" y="672"/>
                    <a:pt x="10865" y="460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60"/>
                  </a:cubicBezTo>
                  <a:cubicBezTo>
                    <a:pt x="8144" y="672"/>
                    <a:pt x="7837" y="777"/>
                    <a:pt x="7530" y="777"/>
                  </a:cubicBezTo>
                  <a:cubicBezTo>
                    <a:pt x="7223" y="777"/>
                    <a:pt x="6916" y="672"/>
                    <a:pt x="6672" y="460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60"/>
                  </a:cubicBezTo>
                  <a:cubicBezTo>
                    <a:pt x="3949" y="672"/>
                    <a:pt x="3643" y="777"/>
                    <a:pt x="3336" y="777"/>
                  </a:cubicBezTo>
                  <a:cubicBezTo>
                    <a:pt x="3029" y="777"/>
                    <a:pt x="2722" y="672"/>
                    <a:pt x="2478" y="460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26776" y="5146455"/>
              <a:ext cx="404510" cy="42376"/>
            </a:xfrm>
            <a:custGeom>
              <a:avLst/>
              <a:gdLst/>
              <a:ahLst/>
              <a:cxnLst/>
              <a:rect l="l" t="t" r="r" b="b"/>
              <a:pathLst>
                <a:path w="12963" h="1358" extrusionOk="0">
                  <a:moveTo>
                    <a:pt x="1239" y="1"/>
                  </a:moveTo>
                  <a:cubicBezTo>
                    <a:pt x="796" y="1"/>
                    <a:pt x="353" y="154"/>
                    <a:pt x="1" y="459"/>
                  </a:cubicBezTo>
                  <a:lnTo>
                    <a:pt x="381" y="899"/>
                  </a:lnTo>
                  <a:cubicBezTo>
                    <a:pt x="625" y="687"/>
                    <a:pt x="932" y="581"/>
                    <a:pt x="1239" y="581"/>
                  </a:cubicBezTo>
                  <a:cubicBezTo>
                    <a:pt x="1546" y="581"/>
                    <a:pt x="1853" y="687"/>
                    <a:pt x="2097" y="899"/>
                  </a:cubicBezTo>
                  <a:cubicBezTo>
                    <a:pt x="2450" y="1205"/>
                    <a:pt x="2893" y="1357"/>
                    <a:pt x="3336" y="1357"/>
                  </a:cubicBezTo>
                  <a:cubicBezTo>
                    <a:pt x="3779" y="1357"/>
                    <a:pt x="4222" y="1205"/>
                    <a:pt x="4575" y="899"/>
                  </a:cubicBezTo>
                  <a:cubicBezTo>
                    <a:pt x="4820" y="687"/>
                    <a:pt x="5126" y="581"/>
                    <a:pt x="5433" y="581"/>
                  </a:cubicBezTo>
                  <a:cubicBezTo>
                    <a:pt x="5740" y="581"/>
                    <a:pt x="6047" y="687"/>
                    <a:pt x="6292" y="899"/>
                  </a:cubicBezTo>
                  <a:cubicBezTo>
                    <a:pt x="6644" y="1205"/>
                    <a:pt x="7087" y="1357"/>
                    <a:pt x="7530" y="1357"/>
                  </a:cubicBezTo>
                  <a:cubicBezTo>
                    <a:pt x="7973" y="1357"/>
                    <a:pt x="8416" y="1205"/>
                    <a:pt x="8769" y="899"/>
                  </a:cubicBezTo>
                  <a:cubicBezTo>
                    <a:pt x="9013" y="687"/>
                    <a:pt x="9320" y="581"/>
                    <a:pt x="9627" y="581"/>
                  </a:cubicBezTo>
                  <a:cubicBezTo>
                    <a:pt x="9934" y="581"/>
                    <a:pt x="10241" y="687"/>
                    <a:pt x="10486" y="899"/>
                  </a:cubicBezTo>
                  <a:cubicBezTo>
                    <a:pt x="10838" y="1205"/>
                    <a:pt x="11281" y="1357"/>
                    <a:pt x="11725" y="1357"/>
                  </a:cubicBezTo>
                  <a:cubicBezTo>
                    <a:pt x="12167" y="1357"/>
                    <a:pt x="12610" y="1205"/>
                    <a:pt x="12963" y="899"/>
                  </a:cubicBezTo>
                  <a:lnTo>
                    <a:pt x="12582" y="459"/>
                  </a:lnTo>
                  <a:cubicBezTo>
                    <a:pt x="12337" y="671"/>
                    <a:pt x="12031" y="777"/>
                    <a:pt x="11724" y="777"/>
                  </a:cubicBezTo>
                  <a:cubicBezTo>
                    <a:pt x="11417" y="777"/>
                    <a:pt x="11110" y="671"/>
                    <a:pt x="10865" y="459"/>
                  </a:cubicBezTo>
                  <a:cubicBezTo>
                    <a:pt x="10513" y="154"/>
                    <a:pt x="10070" y="1"/>
                    <a:pt x="9627" y="1"/>
                  </a:cubicBezTo>
                  <a:cubicBezTo>
                    <a:pt x="9184" y="1"/>
                    <a:pt x="8741" y="154"/>
                    <a:pt x="8388" y="459"/>
                  </a:cubicBezTo>
                  <a:cubicBezTo>
                    <a:pt x="8144" y="671"/>
                    <a:pt x="7837" y="777"/>
                    <a:pt x="7530" y="777"/>
                  </a:cubicBezTo>
                  <a:cubicBezTo>
                    <a:pt x="7223" y="777"/>
                    <a:pt x="6916" y="671"/>
                    <a:pt x="6672" y="459"/>
                  </a:cubicBezTo>
                  <a:cubicBezTo>
                    <a:pt x="6318" y="154"/>
                    <a:pt x="5876" y="1"/>
                    <a:pt x="5433" y="1"/>
                  </a:cubicBezTo>
                  <a:cubicBezTo>
                    <a:pt x="4990" y="1"/>
                    <a:pt x="4548" y="154"/>
                    <a:pt x="4194" y="459"/>
                  </a:cubicBezTo>
                  <a:cubicBezTo>
                    <a:pt x="3949" y="671"/>
                    <a:pt x="3643" y="777"/>
                    <a:pt x="3336" y="777"/>
                  </a:cubicBezTo>
                  <a:cubicBezTo>
                    <a:pt x="3029" y="777"/>
                    <a:pt x="2722" y="671"/>
                    <a:pt x="2478" y="459"/>
                  </a:cubicBezTo>
                  <a:cubicBezTo>
                    <a:pt x="2125" y="154"/>
                    <a:pt x="1682" y="1"/>
                    <a:pt x="1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927945" y="-254482"/>
            <a:ext cx="216054" cy="1396274"/>
            <a:chOff x="5140036" y="4147208"/>
            <a:chExt cx="122292" cy="790329"/>
          </a:xfrm>
        </p:grpSpPr>
        <p:sp>
          <p:nvSpPr>
            <p:cNvPr id="17" name="Google Shape;17;p2"/>
            <p:cNvSpPr/>
            <p:nvPr/>
          </p:nvSpPr>
          <p:spPr>
            <a:xfrm>
              <a:off x="5140036" y="451836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140036" y="4592971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40036" y="4667583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2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40036" y="4742194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40036" y="4816805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8"/>
                    <a:pt x="0" y="3691"/>
                    <a:pt x="102" y="3792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40036" y="4147208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7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140036" y="4221788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2"/>
                    <a:pt x="3919" y="178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140036" y="4296399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140036" y="437101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140036" y="4445590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4"/>
                  </a:cubicBezTo>
                  <a:cubicBezTo>
                    <a:pt x="152" y="3844"/>
                    <a:pt x="218" y="3870"/>
                    <a:pt x="285" y="3870"/>
                  </a:cubicBezTo>
                  <a:cubicBezTo>
                    <a:pt x="351" y="3870"/>
                    <a:pt x="417" y="3844"/>
                    <a:pt x="468" y="3794"/>
                  </a:cubicBezTo>
                  <a:lnTo>
                    <a:pt x="3818" y="443"/>
                  </a:lnTo>
                  <a:cubicBezTo>
                    <a:pt x="3919" y="342"/>
                    <a:pt x="3919" y="179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2"/>
          <p:cNvSpPr/>
          <p:nvPr/>
        </p:nvSpPr>
        <p:spPr>
          <a:xfrm>
            <a:off x="4342508" y="4391197"/>
            <a:ext cx="1612512" cy="1612422"/>
          </a:xfrm>
          <a:custGeom>
            <a:avLst/>
            <a:gdLst/>
            <a:ahLst/>
            <a:cxnLst/>
            <a:rect l="l" t="t" r="r" b="b"/>
            <a:pathLst>
              <a:path w="5149" h="5149" extrusionOk="0">
                <a:moveTo>
                  <a:pt x="2575" y="44"/>
                </a:moveTo>
                <a:cubicBezTo>
                  <a:pt x="3970" y="44"/>
                  <a:pt x="5106" y="1179"/>
                  <a:pt x="5106" y="2575"/>
                </a:cubicBezTo>
                <a:cubicBezTo>
                  <a:pt x="5106" y="3970"/>
                  <a:pt x="3970" y="5106"/>
                  <a:pt x="2575" y="5106"/>
                </a:cubicBezTo>
                <a:cubicBezTo>
                  <a:pt x="1180" y="5106"/>
                  <a:pt x="45" y="3970"/>
                  <a:pt x="45" y="2575"/>
                </a:cubicBezTo>
                <a:cubicBezTo>
                  <a:pt x="45" y="1179"/>
                  <a:pt x="1180" y="44"/>
                  <a:pt x="2575" y="44"/>
                </a:cubicBezTo>
                <a:close/>
                <a:moveTo>
                  <a:pt x="2575" y="0"/>
                </a:moveTo>
                <a:cubicBezTo>
                  <a:pt x="1156" y="0"/>
                  <a:pt x="1" y="1155"/>
                  <a:pt x="1" y="2575"/>
                </a:cubicBezTo>
                <a:cubicBezTo>
                  <a:pt x="1" y="3994"/>
                  <a:pt x="1156" y="5149"/>
                  <a:pt x="2575" y="5149"/>
                </a:cubicBezTo>
                <a:cubicBezTo>
                  <a:pt x="3994" y="5149"/>
                  <a:pt x="5149" y="3994"/>
                  <a:pt x="5149" y="2575"/>
                </a:cubicBezTo>
                <a:cubicBezTo>
                  <a:pt x="5149" y="1155"/>
                  <a:pt x="3994" y="0"/>
                  <a:pt x="25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60150" y="3184000"/>
            <a:ext cx="2847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6532575" y="3280438"/>
            <a:ext cx="1236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 rot="362">
            <a:off x="3160150" y="3969925"/>
            <a:ext cx="28470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>
            <a:spLocks noGrp="1"/>
          </p:cNvSpPr>
          <p:nvPr>
            <p:ph type="title"/>
          </p:nvPr>
        </p:nvSpPr>
        <p:spPr>
          <a:xfrm>
            <a:off x="720000" y="2868475"/>
            <a:ext cx="4431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 idx="2" hasCustomPrompt="1"/>
          </p:nvPr>
        </p:nvSpPr>
        <p:spPr>
          <a:xfrm>
            <a:off x="812850" y="1468288"/>
            <a:ext cx="1236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3" name="Google Shape;293;p14"/>
          <p:cNvSpPr txBox="1">
            <a:spLocks noGrp="1"/>
          </p:cNvSpPr>
          <p:nvPr>
            <p:ph type="subTitle" idx="1"/>
          </p:nvPr>
        </p:nvSpPr>
        <p:spPr>
          <a:xfrm rot="233">
            <a:off x="720000" y="3654400"/>
            <a:ext cx="44319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4"/>
          <p:cNvSpPr/>
          <p:nvPr/>
        </p:nvSpPr>
        <p:spPr>
          <a:xfrm flipH="1">
            <a:off x="7" y="3876675"/>
            <a:ext cx="1266818" cy="1266818"/>
          </a:xfrm>
          <a:custGeom>
            <a:avLst/>
            <a:gdLst/>
            <a:ahLst/>
            <a:cxnLst/>
            <a:rect l="l" t="t" r="r" b="b"/>
            <a:pathLst>
              <a:path w="5888" h="5888" extrusionOk="0">
                <a:moveTo>
                  <a:pt x="5888" y="1"/>
                </a:moveTo>
                <a:lnTo>
                  <a:pt x="0" y="5888"/>
                </a:lnTo>
                <a:lnTo>
                  <a:pt x="5888" y="5888"/>
                </a:lnTo>
                <a:lnTo>
                  <a:pt x="588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5" name="Google Shape;295;p14"/>
          <p:cNvGrpSpPr/>
          <p:nvPr/>
        </p:nvGrpSpPr>
        <p:grpSpPr>
          <a:xfrm>
            <a:off x="164791" y="4648291"/>
            <a:ext cx="357829" cy="357856"/>
            <a:chOff x="3173684" y="4366766"/>
            <a:chExt cx="270672" cy="270672"/>
          </a:xfrm>
        </p:grpSpPr>
        <p:sp>
          <p:nvSpPr>
            <p:cNvPr id="296" name="Google Shape;296;p14"/>
            <p:cNvSpPr/>
            <p:nvPr/>
          </p:nvSpPr>
          <p:spPr>
            <a:xfrm>
              <a:off x="3173684" y="460214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2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2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291389" y="4602146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2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2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3409032" y="460214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2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2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3173684" y="4484440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291389" y="4484440"/>
              <a:ext cx="35262" cy="35293"/>
            </a:xfrm>
            <a:custGeom>
              <a:avLst/>
              <a:gdLst/>
              <a:ahLst/>
              <a:cxnLst/>
              <a:rect l="l" t="t" r="r" b="b"/>
              <a:pathLst>
                <a:path w="1130" h="1131" extrusionOk="0">
                  <a:moveTo>
                    <a:pt x="564" y="0"/>
                  </a:moveTo>
                  <a:cubicBezTo>
                    <a:pt x="252" y="0"/>
                    <a:pt x="0" y="253"/>
                    <a:pt x="0" y="565"/>
                  </a:cubicBezTo>
                  <a:cubicBezTo>
                    <a:pt x="0" y="877"/>
                    <a:pt x="252" y="1130"/>
                    <a:pt x="564" y="1130"/>
                  </a:cubicBezTo>
                  <a:cubicBezTo>
                    <a:pt x="876" y="1130"/>
                    <a:pt x="1129" y="877"/>
                    <a:pt x="1129" y="565"/>
                  </a:cubicBezTo>
                  <a:cubicBezTo>
                    <a:pt x="1129" y="253"/>
                    <a:pt x="876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409032" y="4484440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0"/>
                    <a:pt x="566" y="1130"/>
                  </a:cubicBezTo>
                  <a:cubicBezTo>
                    <a:pt x="878" y="1130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173684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7" y="1131"/>
                    <a:pt x="1130" y="877"/>
                    <a:pt x="1130" y="565"/>
                  </a:cubicBezTo>
                  <a:cubicBezTo>
                    <a:pt x="1130" y="253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3291358" y="4366766"/>
              <a:ext cx="35293" cy="35293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3" y="0"/>
                    <a:pt x="0" y="253"/>
                    <a:pt x="0" y="565"/>
                  </a:cubicBezTo>
                  <a:cubicBezTo>
                    <a:pt x="0" y="877"/>
                    <a:pt x="253" y="1131"/>
                    <a:pt x="565" y="1131"/>
                  </a:cubicBezTo>
                  <a:cubicBezTo>
                    <a:pt x="878" y="1131"/>
                    <a:pt x="1130" y="877"/>
                    <a:pt x="1130" y="565"/>
                  </a:cubicBezTo>
                  <a:cubicBezTo>
                    <a:pt x="1130" y="253"/>
                    <a:pt x="878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3409032" y="4366766"/>
              <a:ext cx="35324" cy="35293"/>
            </a:xfrm>
            <a:custGeom>
              <a:avLst/>
              <a:gdLst/>
              <a:ahLst/>
              <a:cxnLst/>
              <a:rect l="l" t="t" r="r" b="b"/>
              <a:pathLst>
                <a:path w="1132" h="1131" extrusionOk="0">
                  <a:moveTo>
                    <a:pt x="566" y="0"/>
                  </a:moveTo>
                  <a:cubicBezTo>
                    <a:pt x="254" y="0"/>
                    <a:pt x="1" y="253"/>
                    <a:pt x="1" y="565"/>
                  </a:cubicBezTo>
                  <a:cubicBezTo>
                    <a:pt x="1" y="877"/>
                    <a:pt x="254" y="1131"/>
                    <a:pt x="566" y="1131"/>
                  </a:cubicBezTo>
                  <a:cubicBezTo>
                    <a:pt x="878" y="1131"/>
                    <a:pt x="1131" y="877"/>
                    <a:pt x="1131" y="565"/>
                  </a:cubicBezTo>
                  <a:cubicBezTo>
                    <a:pt x="1131" y="253"/>
                    <a:pt x="878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" name="Google Shape;305;p14"/>
          <p:cNvSpPr/>
          <p:nvPr/>
        </p:nvSpPr>
        <p:spPr>
          <a:xfrm rot="-5400000">
            <a:off x="3474995" y="191019"/>
            <a:ext cx="532681" cy="532729"/>
          </a:xfrm>
          <a:custGeom>
            <a:avLst/>
            <a:gdLst/>
            <a:ahLst/>
            <a:cxnLst/>
            <a:rect l="l" t="t" r="r" b="b"/>
            <a:pathLst>
              <a:path w="6611" h="6612" extrusionOk="0">
                <a:moveTo>
                  <a:pt x="1463" y="1"/>
                </a:moveTo>
                <a:lnTo>
                  <a:pt x="0" y="1463"/>
                </a:lnTo>
                <a:lnTo>
                  <a:pt x="1842" y="3306"/>
                </a:lnTo>
                <a:lnTo>
                  <a:pt x="0" y="5148"/>
                </a:lnTo>
                <a:lnTo>
                  <a:pt x="1463" y="6611"/>
                </a:lnTo>
                <a:lnTo>
                  <a:pt x="3305" y="4768"/>
                </a:lnTo>
                <a:lnTo>
                  <a:pt x="5148" y="6611"/>
                </a:lnTo>
                <a:lnTo>
                  <a:pt x="6611" y="5148"/>
                </a:lnTo>
                <a:lnTo>
                  <a:pt x="4769" y="3306"/>
                </a:lnTo>
                <a:lnTo>
                  <a:pt x="6611" y="1463"/>
                </a:lnTo>
                <a:lnTo>
                  <a:pt x="5148" y="1"/>
                </a:lnTo>
                <a:lnTo>
                  <a:pt x="3305" y="1843"/>
                </a:lnTo>
                <a:lnTo>
                  <a:pt x="146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"/>
          <p:cNvSpPr/>
          <p:nvPr/>
        </p:nvSpPr>
        <p:spPr>
          <a:xfrm rot="-5400000">
            <a:off x="2847997" y="191019"/>
            <a:ext cx="532681" cy="532729"/>
          </a:xfrm>
          <a:custGeom>
            <a:avLst/>
            <a:gdLst/>
            <a:ahLst/>
            <a:cxnLst/>
            <a:rect l="l" t="t" r="r" b="b"/>
            <a:pathLst>
              <a:path w="6611" h="6612" extrusionOk="0">
                <a:moveTo>
                  <a:pt x="1463" y="1"/>
                </a:moveTo>
                <a:lnTo>
                  <a:pt x="0" y="1463"/>
                </a:lnTo>
                <a:lnTo>
                  <a:pt x="1842" y="3306"/>
                </a:lnTo>
                <a:lnTo>
                  <a:pt x="0" y="5148"/>
                </a:lnTo>
                <a:lnTo>
                  <a:pt x="1463" y="6611"/>
                </a:lnTo>
                <a:lnTo>
                  <a:pt x="3305" y="4768"/>
                </a:lnTo>
                <a:lnTo>
                  <a:pt x="5148" y="6611"/>
                </a:lnTo>
                <a:lnTo>
                  <a:pt x="6611" y="5148"/>
                </a:lnTo>
                <a:lnTo>
                  <a:pt x="4769" y="3306"/>
                </a:lnTo>
                <a:lnTo>
                  <a:pt x="6611" y="1463"/>
                </a:lnTo>
                <a:lnTo>
                  <a:pt x="5148" y="1"/>
                </a:lnTo>
                <a:lnTo>
                  <a:pt x="3305" y="1843"/>
                </a:lnTo>
                <a:lnTo>
                  <a:pt x="1463" y="1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2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2"/>
          <p:cNvSpPr txBox="1">
            <a:spLocks noGrp="1"/>
          </p:cNvSpPr>
          <p:nvPr>
            <p:ph type="subTitle" idx="1"/>
          </p:nvPr>
        </p:nvSpPr>
        <p:spPr>
          <a:xfrm>
            <a:off x="720000" y="1504000"/>
            <a:ext cx="3266700" cy="29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5" name="Google Shape;755;p32"/>
          <p:cNvSpPr txBox="1">
            <a:spLocks noGrp="1"/>
          </p:cNvSpPr>
          <p:nvPr>
            <p:ph type="subTitle" idx="2"/>
          </p:nvPr>
        </p:nvSpPr>
        <p:spPr>
          <a:xfrm>
            <a:off x="4335576" y="1504000"/>
            <a:ext cx="3266700" cy="29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8685650" y="378608"/>
            <a:ext cx="1017219" cy="1017354"/>
          </a:xfrm>
          <a:custGeom>
            <a:avLst/>
            <a:gdLst/>
            <a:ahLst/>
            <a:cxnLst/>
            <a:rect l="l" t="t" r="r" b="b"/>
            <a:pathLst>
              <a:path w="6009" h="6009" extrusionOk="0">
                <a:moveTo>
                  <a:pt x="3004" y="1"/>
                </a:moveTo>
                <a:cubicBezTo>
                  <a:pt x="1345" y="1"/>
                  <a:pt x="1" y="1346"/>
                  <a:pt x="1" y="3005"/>
                </a:cubicBezTo>
                <a:cubicBezTo>
                  <a:pt x="1" y="4664"/>
                  <a:pt x="1345" y="6008"/>
                  <a:pt x="3004" y="6008"/>
                </a:cubicBezTo>
                <a:cubicBezTo>
                  <a:pt x="4663" y="6008"/>
                  <a:pt x="6008" y="4664"/>
                  <a:pt x="6008" y="3005"/>
                </a:cubicBezTo>
                <a:cubicBezTo>
                  <a:pt x="6008" y="1346"/>
                  <a:pt x="4663" y="1"/>
                  <a:pt x="3004" y="1"/>
                </a:cubicBezTo>
                <a:close/>
              </a:path>
            </a:pathLst>
          </a:custGeom>
          <a:solidFill>
            <a:srgbClr val="BC67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8" name="Google Shape;758;p32"/>
          <p:cNvGrpSpPr/>
          <p:nvPr/>
        </p:nvGrpSpPr>
        <p:grpSpPr>
          <a:xfrm>
            <a:off x="8927945" y="-254482"/>
            <a:ext cx="216054" cy="1396274"/>
            <a:chOff x="5140036" y="4147208"/>
            <a:chExt cx="122292" cy="790329"/>
          </a:xfrm>
        </p:grpSpPr>
        <p:sp>
          <p:nvSpPr>
            <p:cNvPr id="759" name="Google Shape;759;p32"/>
            <p:cNvSpPr/>
            <p:nvPr/>
          </p:nvSpPr>
          <p:spPr>
            <a:xfrm>
              <a:off x="5140036" y="451836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5140036" y="4592971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2"/>
            <p:cNvSpPr/>
            <p:nvPr/>
          </p:nvSpPr>
          <p:spPr>
            <a:xfrm>
              <a:off x="5140036" y="4667583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2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2"/>
                    <a:pt x="3919" y="177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2"/>
            <p:cNvSpPr/>
            <p:nvPr/>
          </p:nvSpPr>
          <p:spPr>
            <a:xfrm>
              <a:off x="5140036" y="4742194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2"/>
            <p:cNvSpPr/>
            <p:nvPr/>
          </p:nvSpPr>
          <p:spPr>
            <a:xfrm>
              <a:off x="5140036" y="4816805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8"/>
                    <a:pt x="0" y="3691"/>
                    <a:pt x="102" y="3792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2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2"/>
            <p:cNvSpPr/>
            <p:nvPr/>
          </p:nvSpPr>
          <p:spPr>
            <a:xfrm>
              <a:off x="5140036" y="4147208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0"/>
                  </a:moveTo>
                  <a:cubicBezTo>
                    <a:pt x="3569" y="0"/>
                    <a:pt x="3503" y="26"/>
                    <a:pt x="3452" y="76"/>
                  </a:cubicBezTo>
                  <a:lnTo>
                    <a:pt x="102" y="3426"/>
                  </a:lnTo>
                  <a:cubicBezTo>
                    <a:pt x="0" y="3527"/>
                    <a:pt x="0" y="3691"/>
                    <a:pt x="102" y="3793"/>
                  </a:cubicBezTo>
                  <a:cubicBezTo>
                    <a:pt x="152" y="3843"/>
                    <a:pt x="218" y="3868"/>
                    <a:pt x="285" y="3868"/>
                  </a:cubicBezTo>
                  <a:cubicBezTo>
                    <a:pt x="351" y="3868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6"/>
                  </a:cubicBezTo>
                  <a:cubicBezTo>
                    <a:pt x="3768" y="26"/>
                    <a:pt x="3701" y="0"/>
                    <a:pt x="3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2"/>
            <p:cNvSpPr/>
            <p:nvPr/>
          </p:nvSpPr>
          <p:spPr>
            <a:xfrm>
              <a:off x="5140036" y="4221788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4"/>
                    <a:pt x="218" y="3869"/>
                    <a:pt x="285" y="3869"/>
                  </a:cubicBezTo>
                  <a:cubicBezTo>
                    <a:pt x="351" y="3869"/>
                    <a:pt x="417" y="3844"/>
                    <a:pt x="468" y="3793"/>
                  </a:cubicBezTo>
                  <a:lnTo>
                    <a:pt x="3818" y="443"/>
                  </a:lnTo>
                  <a:cubicBezTo>
                    <a:pt x="3919" y="342"/>
                    <a:pt x="3919" y="178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5140036" y="4296399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6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8"/>
                    <a:pt x="3818" y="76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5140036" y="4371010"/>
              <a:ext cx="122292" cy="120732"/>
            </a:xfrm>
            <a:custGeom>
              <a:avLst/>
              <a:gdLst/>
              <a:ahLst/>
              <a:cxnLst/>
              <a:rect l="l" t="t" r="r" b="b"/>
              <a:pathLst>
                <a:path w="3919" h="3869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8"/>
                    <a:pt x="0" y="3692"/>
                    <a:pt x="102" y="3793"/>
                  </a:cubicBezTo>
                  <a:cubicBezTo>
                    <a:pt x="152" y="3843"/>
                    <a:pt x="218" y="3869"/>
                    <a:pt x="285" y="3869"/>
                  </a:cubicBezTo>
                  <a:cubicBezTo>
                    <a:pt x="351" y="3869"/>
                    <a:pt x="417" y="3843"/>
                    <a:pt x="468" y="3793"/>
                  </a:cubicBezTo>
                  <a:lnTo>
                    <a:pt x="3818" y="442"/>
                  </a:lnTo>
                  <a:cubicBezTo>
                    <a:pt x="3919" y="341"/>
                    <a:pt x="3919" y="177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5140036" y="4445590"/>
              <a:ext cx="122292" cy="120763"/>
            </a:xfrm>
            <a:custGeom>
              <a:avLst/>
              <a:gdLst/>
              <a:ahLst/>
              <a:cxnLst/>
              <a:rect l="l" t="t" r="r" b="b"/>
              <a:pathLst>
                <a:path w="3919" h="3870" extrusionOk="0">
                  <a:moveTo>
                    <a:pt x="3635" y="1"/>
                  </a:moveTo>
                  <a:cubicBezTo>
                    <a:pt x="3569" y="1"/>
                    <a:pt x="3503" y="26"/>
                    <a:pt x="3452" y="77"/>
                  </a:cubicBezTo>
                  <a:lnTo>
                    <a:pt x="102" y="3427"/>
                  </a:lnTo>
                  <a:cubicBezTo>
                    <a:pt x="0" y="3529"/>
                    <a:pt x="0" y="3692"/>
                    <a:pt x="102" y="3794"/>
                  </a:cubicBezTo>
                  <a:cubicBezTo>
                    <a:pt x="152" y="3844"/>
                    <a:pt x="218" y="3870"/>
                    <a:pt x="285" y="3870"/>
                  </a:cubicBezTo>
                  <a:cubicBezTo>
                    <a:pt x="351" y="3870"/>
                    <a:pt x="417" y="3844"/>
                    <a:pt x="468" y="3794"/>
                  </a:cubicBezTo>
                  <a:lnTo>
                    <a:pt x="3818" y="443"/>
                  </a:lnTo>
                  <a:cubicBezTo>
                    <a:pt x="3919" y="342"/>
                    <a:pt x="3919" y="179"/>
                    <a:pt x="3818" y="77"/>
                  </a:cubicBezTo>
                  <a:cubicBezTo>
                    <a:pt x="3768" y="26"/>
                    <a:pt x="3701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9"/>
          <p:cNvSpPr txBox="1">
            <a:spLocks noGrp="1"/>
          </p:cNvSpPr>
          <p:nvPr>
            <p:ph type="ctrTitle"/>
          </p:nvPr>
        </p:nvSpPr>
        <p:spPr>
          <a:xfrm>
            <a:off x="720000" y="690638"/>
            <a:ext cx="40005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64" name="Google Shape;964;p39"/>
          <p:cNvSpPr txBox="1">
            <a:spLocks noGrp="1"/>
          </p:cNvSpPr>
          <p:nvPr>
            <p:ph type="subTitle" idx="1"/>
          </p:nvPr>
        </p:nvSpPr>
        <p:spPr>
          <a:xfrm>
            <a:off x="720000" y="1676513"/>
            <a:ext cx="40005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5" name="Google Shape;965;p39"/>
          <p:cNvSpPr txBox="1">
            <a:spLocks noGrp="1"/>
          </p:cNvSpPr>
          <p:nvPr>
            <p:ph type="subTitle" idx="2"/>
          </p:nvPr>
        </p:nvSpPr>
        <p:spPr>
          <a:xfrm rot="-962">
            <a:off x="720000" y="4147230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 b="1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6" name="Google Shape;966;p39"/>
          <p:cNvSpPr>
            <a:spLocks noGrp="1"/>
          </p:cNvSpPr>
          <p:nvPr>
            <p:ph type="pic" idx="3"/>
          </p:nvPr>
        </p:nvSpPr>
        <p:spPr>
          <a:xfrm>
            <a:off x="5314951" y="675900"/>
            <a:ext cx="2812800" cy="379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hrikhand"/>
              <a:buNone/>
              <a:defRPr sz="3100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0" r:id="rId4"/>
    <p:sldLayoutId id="2147483678" r:id="rId5"/>
    <p:sldLayoutId id="2147483685" r:id="rId6"/>
    <p:sldLayoutId id="214748368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eueing_theory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business.columbia.edu/sites/default/files-efs/pubfiles/5474/queueing%20theory%20and%20modeling.pdf?utm_source=chatgpt.com" TargetMode="External"/><Relationship Id="rId5" Type="http://schemas.openxmlformats.org/officeDocument/2006/relationships/hyperlink" Target="https://textbook.simio.com/SASMAA7/ch-queueing.html?utm_source=chatgpt.com" TargetMode="External"/><Relationship Id="rId4" Type="http://schemas.openxmlformats.org/officeDocument/2006/relationships/hyperlink" Target="https://www.researchgate.net/publication/379041705_Exploring_the_Role_of_Queueing_Theory_in_Manufacturing_An_Analytical_Study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44"/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979" name="Google Shape;979;p44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4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1" name="Google Shape;981;p44"/>
          <p:cNvSpPr txBox="1">
            <a:spLocks noGrp="1"/>
          </p:cNvSpPr>
          <p:nvPr>
            <p:ph type="subTitle" idx="1"/>
          </p:nvPr>
        </p:nvSpPr>
        <p:spPr>
          <a:xfrm rot="-546">
            <a:off x="4647218" y="3406251"/>
            <a:ext cx="37767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Paula Martins &amp; Eric Donato</a:t>
            </a:r>
            <a:endParaRPr dirty="0"/>
          </a:p>
        </p:txBody>
      </p:sp>
      <p:sp>
        <p:nvSpPr>
          <p:cNvPr id="982" name="Google Shape;982;p44"/>
          <p:cNvSpPr txBox="1">
            <a:spLocks noGrp="1"/>
          </p:cNvSpPr>
          <p:nvPr>
            <p:ph type="ctrTitle"/>
          </p:nvPr>
        </p:nvSpPr>
        <p:spPr>
          <a:xfrm>
            <a:off x="3708600" y="1458975"/>
            <a:ext cx="4715400" cy="19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ESTUDO COOKIES</a:t>
            </a:r>
            <a:endParaRPr dirty="0"/>
          </a:p>
        </p:txBody>
      </p:sp>
      <p:grpSp>
        <p:nvGrpSpPr>
          <p:cNvPr id="983" name="Google Shape;983;p44"/>
          <p:cNvGrpSpPr/>
          <p:nvPr/>
        </p:nvGrpSpPr>
        <p:grpSpPr>
          <a:xfrm>
            <a:off x="2450335" y="642732"/>
            <a:ext cx="1017205" cy="702994"/>
            <a:chOff x="1759879" y="1393055"/>
            <a:chExt cx="133651" cy="92367"/>
          </a:xfrm>
        </p:grpSpPr>
        <p:sp>
          <p:nvSpPr>
            <p:cNvPr id="984" name="Google Shape;984;p44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4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988;p44"/>
          <p:cNvGrpSpPr/>
          <p:nvPr/>
        </p:nvGrpSpPr>
        <p:grpSpPr>
          <a:xfrm>
            <a:off x="113294" y="3275555"/>
            <a:ext cx="3472274" cy="2172748"/>
            <a:chOff x="113294" y="3275555"/>
            <a:chExt cx="3472274" cy="2172748"/>
          </a:xfrm>
        </p:grpSpPr>
        <p:grpSp>
          <p:nvGrpSpPr>
            <p:cNvPr id="989" name="Google Shape;989;p44"/>
            <p:cNvGrpSpPr/>
            <p:nvPr/>
          </p:nvGrpSpPr>
          <p:grpSpPr>
            <a:xfrm>
              <a:off x="113294" y="3275555"/>
              <a:ext cx="3430379" cy="2172748"/>
              <a:chOff x="2089341" y="2373984"/>
              <a:chExt cx="485456" cy="307463"/>
            </a:xfrm>
          </p:grpSpPr>
          <p:sp>
            <p:nvSpPr>
              <p:cNvPr id="990" name="Google Shape;990;p44"/>
              <p:cNvSpPr/>
              <p:nvPr/>
            </p:nvSpPr>
            <p:spPr>
              <a:xfrm>
                <a:off x="2090652" y="2373984"/>
                <a:ext cx="484146" cy="298881"/>
              </a:xfrm>
              <a:custGeom>
                <a:avLst/>
                <a:gdLst/>
                <a:ahLst/>
                <a:cxnLst/>
                <a:rect l="l" t="t" r="r" b="b"/>
                <a:pathLst>
                  <a:path w="15515" h="9578" extrusionOk="0">
                    <a:moveTo>
                      <a:pt x="1692" y="1"/>
                    </a:moveTo>
                    <a:cubicBezTo>
                      <a:pt x="1532" y="1"/>
                      <a:pt x="1388" y="112"/>
                      <a:pt x="1353" y="274"/>
                    </a:cubicBezTo>
                    <a:lnTo>
                      <a:pt x="1" y="6517"/>
                    </a:lnTo>
                    <a:lnTo>
                      <a:pt x="14120" y="9578"/>
                    </a:lnTo>
                    <a:lnTo>
                      <a:pt x="15474" y="3335"/>
                    </a:lnTo>
                    <a:cubicBezTo>
                      <a:pt x="15514" y="3147"/>
                      <a:pt x="15395" y="2962"/>
                      <a:pt x="15208" y="2921"/>
                    </a:cubicBezTo>
                    <a:lnTo>
                      <a:pt x="1766" y="9"/>
                    </a:lnTo>
                    <a:cubicBezTo>
                      <a:pt x="1741" y="3"/>
                      <a:pt x="1717" y="1"/>
                      <a:pt x="169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4"/>
              <p:cNvSpPr/>
              <p:nvPr/>
            </p:nvSpPr>
            <p:spPr>
              <a:xfrm>
                <a:off x="2089341" y="2568734"/>
                <a:ext cx="443236" cy="112712"/>
              </a:xfrm>
              <a:custGeom>
                <a:avLst/>
                <a:gdLst/>
                <a:ahLst/>
                <a:cxnLst/>
                <a:rect l="l" t="t" r="r" b="b"/>
                <a:pathLst>
                  <a:path w="14204" h="3612" extrusionOk="0">
                    <a:moveTo>
                      <a:pt x="383" y="1"/>
                    </a:moveTo>
                    <a:cubicBezTo>
                      <a:pt x="223" y="1"/>
                      <a:pt x="78" y="112"/>
                      <a:pt x="43" y="275"/>
                    </a:cubicBezTo>
                    <a:lnTo>
                      <a:pt x="41" y="278"/>
                    </a:lnTo>
                    <a:cubicBezTo>
                      <a:pt x="1" y="465"/>
                      <a:pt x="120" y="650"/>
                      <a:pt x="308" y="691"/>
                    </a:cubicBezTo>
                    <a:lnTo>
                      <a:pt x="13749" y="3604"/>
                    </a:lnTo>
                    <a:cubicBezTo>
                      <a:pt x="13774" y="3609"/>
                      <a:pt x="13799" y="3612"/>
                      <a:pt x="13823" y="3612"/>
                    </a:cubicBezTo>
                    <a:cubicBezTo>
                      <a:pt x="13983" y="3612"/>
                      <a:pt x="14127" y="3500"/>
                      <a:pt x="14162" y="3338"/>
                    </a:cubicBezTo>
                    <a:lnTo>
                      <a:pt x="14162" y="3336"/>
                    </a:lnTo>
                    <a:cubicBezTo>
                      <a:pt x="14203" y="3147"/>
                      <a:pt x="14084" y="2963"/>
                      <a:pt x="13896" y="2922"/>
                    </a:cubicBezTo>
                    <a:lnTo>
                      <a:pt x="456" y="9"/>
                    </a:lnTo>
                    <a:cubicBezTo>
                      <a:pt x="431" y="3"/>
                      <a:pt x="407" y="1"/>
                      <a:pt x="3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2" name="Google Shape;992;p44"/>
            <p:cNvGrpSpPr/>
            <p:nvPr/>
          </p:nvGrpSpPr>
          <p:grpSpPr>
            <a:xfrm rot="-692470">
              <a:off x="2521906" y="4251353"/>
              <a:ext cx="992079" cy="815827"/>
              <a:chOff x="1545844" y="1636048"/>
              <a:chExt cx="103476" cy="85096"/>
            </a:xfrm>
          </p:grpSpPr>
          <p:sp>
            <p:nvSpPr>
              <p:cNvPr id="993" name="Google Shape;993;p44"/>
              <p:cNvSpPr/>
              <p:nvPr/>
            </p:nvSpPr>
            <p:spPr>
              <a:xfrm>
                <a:off x="1545844" y="1695806"/>
                <a:ext cx="26587" cy="25338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12" extrusionOk="0">
                    <a:moveTo>
                      <a:pt x="530" y="0"/>
                    </a:moveTo>
                    <a:cubicBezTo>
                      <a:pt x="517" y="0"/>
                      <a:pt x="503" y="3"/>
                      <a:pt x="490" y="7"/>
                    </a:cubicBezTo>
                    <a:lnTo>
                      <a:pt x="90" y="134"/>
                    </a:lnTo>
                    <a:cubicBezTo>
                      <a:pt x="37" y="151"/>
                      <a:pt x="0" y="201"/>
                      <a:pt x="0" y="258"/>
                    </a:cubicBezTo>
                    <a:lnTo>
                      <a:pt x="0" y="682"/>
                    </a:lnTo>
                    <a:cubicBezTo>
                      <a:pt x="0" y="756"/>
                      <a:pt x="61" y="811"/>
                      <a:pt x="128" y="811"/>
                    </a:cubicBezTo>
                    <a:cubicBezTo>
                      <a:pt x="145" y="811"/>
                      <a:pt x="161" y="808"/>
                      <a:pt x="178" y="801"/>
                    </a:cubicBezTo>
                    <a:lnTo>
                      <a:pt x="750" y="565"/>
                    </a:lnTo>
                    <a:cubicBezTo>
                      <a:pt x="822" y="535"/>
                      <a:pt x="852" y="452"/>
                      <a:pt x="815" y="383"/>
                    </a:cubicBezTo>
                    <a:lnTo>
                      <a:pt x="643" y="67"/>
                    </a:lnTo>
                    <a:cubicBezTo>
                      <a:pt x="620" y="25"/>
                      <a:pt x="576" y="0"/>
                      <a:pt x="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4"/>
              <p:cNvSpPr/>
              <p:nvPr/>
            </p:nvSpPr>
            <p:spPr>
              <a:xfrm>
                <a:off x="1631158" y="1678456"/>
                <a:ext cx="14167" cy="26649"/>
              </a:xfrm>
              <a:custGeom>
                <a:avLst/>
                <a:gdLst/>
                <a:ahLst/>
                <a:cxnLst/>
                <a:rect l="l" t="t" r="r" b="b"/>
                <a:pathLst>
                  <a:path w="454" h="854" extrusionOk="0">
                    <a:moveTo>
                      <a:pt x="130" y="1"/>
                    </a:moveTo>
                    <a:cubicBezTo>
                      <a:pt x="64" y="1"/>
                      <a:pt x="1" y="53"/>
                      <a:pt x="1" y="130"/>
                    </a:cubicBezTo>
                    <a:lnTo>
                      <a:pt x="1" y="613"/>
                    </a:lnTo>
                    <a:cubicBezTo>
                      <a:pt x="1" y="658"/>
                      <a:pt x="24" y="700"/>
                      <a:pt x="62" y="723"/>
                    </a:cubicBezTo>
                    <a:lnTo>
                      <a:pt x="245" y="835"/>
                    </a:lnTo>
                    <a:cubicBezTo>
                      <a:pt x="266" y="848"/>
                      <a:pt x="289" y="854"/>
                      <a:pt x="311" y="854"/>
                    </a:cubicBezTo>
                    <a:cubicBezTo>
                      <a:pt x="386" y="854"/>
                      <a:pt x="454" y="787"/>
                      <a:pt x="439" y="702"/>
                    </a:cubicBezTo>
                    <a:lnTo>
                      <a:pt x="351" y="201"/>
                    </a:lnTo>
                    <a:cubicBezTo>
                      <a:pt x="346" y="173"/>
                      <a:pt x="334" y="149"/>
                      <a:pt x="314" y="130"/>
                    </a:cubicBezTo>
                    <a:lnTo>
                      <a:pt x="220" y="38"/>
                    </a:lnTo>
                    <a:cubicBezTo>
                      <a:pt x="193" y="13"/>
                      <a:pt x="162" y="1"/>
                      <a:pt x="1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4"/>
              <p:cNvSpPr/>
              <p:nvPr/>
            </p:nvSpPr>
            <p:spPr>
              <a:xfrm>
                <a:off x="1637743" y="1636048"/>
                <a:ext cx="11577" cy="1126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61" extrusionOk="0">
                    <a:moveTo>
                      <a:pt x="152" y="0"/>
                    </a:moveTo>
                    <a:cubicBezTo>
                      <a:pt x="91" y="0"/>
                      <a:pt x="33" y="44"/>
                      <a:pt x="24" y="113"/>
                    </a:cubicBezTo>
                    <a:lnTo>
                      <a:pt x="11" y="214"/>
                    </a:lnTo>
                    <a:cubicBezTo>
                      <a:pt x="0" y="297"/>
                      <a:pt x="67" y="360"/>
                      <a:pt x="139" y="360"/>
                    </a:cubicBezTo>
                    <a:cubicBezTo>
                      <a:pt x="162" y="360"/>
                      <a:pt x="186" y="354"/>
                      <a:pt x="207" y="340"/>
                    </a:cubicBezTo>
                    <a:lnTo>
                      <a:pt x="288" y="290"/>
                    </a:lnTo>
                    <a:cubicBezTo>
                      <a:pt x="365" y="242"/>
                      <a:pt x="371" y="131"/>
                      <a:pt x="297" y="77"/>
                    </a:cubicBezTo>
                    <a:lnTo>
                      <a:pt x="229" y="26"/>
                    </a:lnTo>
                    <a:cubicBezTo>
                      <a:pt x="205" y="8"/>
                      <a:pt x="178" y="0"/>
                      <a:pt x="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6" name="Google Shape;996;p44"/>
          <p:cNvGrpSpPr/>
          <p:nvPr/>
        </p:nvGrpSpPr>
        <p:grpSpPr>
          <a:xfrm>
            <a:off x="357021" y="1975844"/>
            <a:ext cx="697909" cy="997823"/>
            <a:chOff x="1454195" y="1382913"/>
            <a:chExt cx="73893" cy="105660"/>
          </a:xfrm>
        </p:grpSpPr>
        <p:sp>
          <p:nvSpPr>
            <p:cNvPr id="997" name="Google Shape;997;p44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44"/>
          <p:cNvGrpSpPr/>
          <p:nvPr/>
        </p:nvGrpSpPr>
        <p:grpSpPr>
          <a:xfrm rot="2700026">
            <a:off x="732872" y="3121873"/>
            <a:ext cx="2016233" cy="1604633"/>
            <a:chOff x="1382891" y="1957553"/>
            <a:chExt cx="215970" cy="171877"/>
          </a:xfrm>
        </p:grpSpPr>
        <p:sp>
          <p:nvSpPr>
            <p:cNvPr id="1001" name="Google Shape;1001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7" name="Google Shape;1017;p44"/>
          <p:cNvGrpSpPr/>
          <p:nvPr/>
        </p:nvGrpSpPr>
        <p:grpSpPr>
          <a:xfrm rot="-1340066">
            <a:off x="1532548" y="1690710"/>
            <a:ext cx="2016241" cy="1604648"/>
            <a:chOff x="1382891" y="1957553"/>
            <a:chExt cx="215970" cy="171877"/>
          </a:xfrm>
        </p:grpSpPr>
        <p:sp>
          <p:nvSpPr>
            <p:cNvPr id="1018" name="Google Shape;1018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44"/>
          <p:cNvGrpSpPr/>
          <p:nvPr/>
        </p:nvGrpSpPr>
        <p:grpSpPr>
          <a:xfrm rot="3281018">
            <a:off x="129208" y="42481"/>
            <a:ext cx="2016236" cy="1604637"/>
            <a:chOff x="1382891" y="1957553"/>
            <a:chExt cx="215970" cy="171877"/>
          </a:xfrm>
        </p:grpSpPr>
        <p:sp>
          <p:nvSpPr>
            <p:cNvPr id="1035" name="Google Shape;1035;p44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4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4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4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4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374;p49"/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1375" name="Google Shape;1375;p49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9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7" name="Google Shape;1377;p49"/>
          <p:cNvSpPr txBox="1">
            <a:spLocks noGrp="1"/>
          </p:cNvSpPr>
          <p:nvPr>
            <p:ph type="title"/>
          </p:nvPr>
        </p:nvSpPr>
        <p:spPr>
          <a:xfrm>
            <a:off x="2819907" y="3657887"/>
            <a:ext cx="4956037" cy="3118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4000" b="1" dirty="0"/>
              <a:t>Contextualização do Problema</a:t>
            </a:r>
            <a:br>
              <a:rPr lang="pt-BR" sz="4800" dirty="0"/>
            </a:br>
            <a:endParaRPr sz="4800" dirty="0"/>
          </a:p>
        </p:txBody>
      </p:sp>
      <p:sp>
        <p:nvSpPr>
          <p:cNvPr id="1378" name="Google Shape;1378;p49"/>
          <p:cNvSpPr txBox="1">
            <a:spLocks noGrp="1"/>
          </p:cNvSpPr>
          <p:nvPr>
            <p:ph type="subTitle" idx="1"/>
          </p:nvPr>
        </p:nvSpPr>
        <p:spPr>
          <a:xfrm rot="362">
            <a:off x="3160149" y="3970018"/>
            <a:ext cx="4615813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Compreender o funcionamento de sistemas de filas</a:t>
            </a:r>
            <a:endParaRPr dirty="0"/>
          </a:p>
        </p:txBody>
      </p:sp>
      <p:grpSp>
        <p:nvGrpSpPr>
          <p:cNvPr id="1381" name="Google Shape;1381;p49"/>
          <p:cNvGrpSpPr/>
          <p:nvPr/>
        </p:nvGrpSpPr>
        <p:grpSpPr>
          <a:xfrm>
            <a:off x="1078735" y="394407"/>
            <a:ext cx="1017205" cy="702994"/>
            <a:chOff x="1759879" y="1393055"/>
            <a:chExt cx="133651" cy="92367"/>
          </a:xfrm>
        </p:grpSpPr>
        <p:sp>
          <p:nvSpPr>
            <p:cNvPr id="1382" name="Google Shape;1382;p49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9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9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9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49"/>
          <p:cNvGrpSpPr/>
          <p:nvPr/>
        </p:nvGrpSpPr>
        <p:grpSpPr>
          <a:xfrm>
            <a:off x="8075046" y="2368344"/>
            <a:ext cx="697909" cy="997823"/>
            <a:chOff x="1454195" y="1382913"/>
            <a:chExt cx="73893" cy="105660"/>
          </a:xfrm>
        </p:grpSpPr>
        <p:sp>
          <p:nvSpPr>
            <p:cNvPr id="1387" name="Google Shape;1387;p49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9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9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" name="Google Shape;1390;p49"/>
          <p:cNvGrpSpPr/>
          <p:nvPr/>
        </p:nvGrpSpPr>
        <p:grpSpPr>
          <a:xfrm rot="604036">
            <a:off x="5317370" y="-278714"/>
            <a:ext cx="3042704" cy="2960723"/>
            <a:chOff x="4797030" y="968261"/>
            <a:chExt cx="420955" cy="409597"/>
          </a:xfrm>
        </p:grpSpPr>
        <p:sp>
          <p:nvSpPr>
            <p:cNvPr id="1391" name="Google Shape;1391;p49"/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9"/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9"/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9"/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9"/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9"/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9"/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9"/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9"/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9"/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/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/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/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/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/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/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/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/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/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/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/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/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/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/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/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9"/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9"/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/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/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/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/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/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/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/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/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/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9"/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9"/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/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/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/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/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/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/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/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/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/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9"/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9"/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49"/>
          <p:cNvGrpSpPr/>
          <p:nvPr/>
        </p:nvGrpSpPr>
        <p:grpSpPr>
          <a:xfrm>
            <a:off x="-614816" y="1469536"/>
            <a:ext cx="3195833" cy="3150119"/>
            <a:chOff x="6065139" y="854051"/>
            <a:chExt cx="462240" cy="455562"/>
          </a:xfrm>
        </p:grpSpPr>
        <p:sp>
          <p:nvSpPr>
            <p:cNvPr id="1450" name="Google Shape;1450;p49"/>
            <p:cNvSpPr/>
            <p:nvPr/>
          </p:nvSpPr>
          <p:spPr>
            <a:xfrm>
              <a:off x="6065170" y="854051"/>
              <a:ext cx="462208" cy="455562"/>
            </a:xfrm>
            <a:custGeom>
              <a:avLst/>
              <a:gdLst/>
              <a:ahLst/>
              <a:cxnLst/>
              <a:rect l="l" t="t" r="r" b="b"/>
              <a:pathLst>
                <a:path w="14812" h="14599" extrusionOk="0">
                  <a:moveTo>
                    <a:pt x="8340" y="1"/>
                  </a:moveTo>
                  <a:cubicBezTo>
                    <a:pt x="7895" y="1"/>
                    <a:pt x="7457" y="125"/>
                    <a:pt x="7038" y="335"/>
                  </a:cubicBezTo>
                  <a:cubicBezTo>
                    <a:pt x="6942" y="383"/>
                    <a:pt x="6867" y="402"/>
                    <a:pt x="6793" y="402"/>
                  </a:cubicBezTo>
                  <a:cubicBezTo>
                    <a:pt x="6701" y="402"/>
                    <a:pt x="6611" y="373"/>
                    <a:pt x="6486" y="336"/>
                  </a:cubicBezTo>
                  <a:cubicBezTo>
                    <a:pt x="6299" y="281"/>
                    <a:pt x="6103" y="248"/>
                    <a:pt x="5908" y="241"/>
                  </a:cubicBezTo>
                  <a:cubicBezTo>
                    <a:pt x="5881" y="240"/>
                    <a:pt x="5854" y="239"/>
                    <a:pt x="5827" y="239"/>
                  </a:cubicBezTo>
                  <a:cubicBezTo>
                    <a:pt x="5532" y="239"/>
                    <a:pt x="5242" y="302"/>
                    <a:pt x="4968" y="406"/>
                  </a:cubicBezTo>
                  <a:cubicBezTo>
                    <a:pt x="4542" y="468"/>
                    <a:pt x="4131" y="642"/>
                    <a:pt x="3794" y="921"/>
                  </a:cubicBezTo>
                  <a:cubicBezTo>
                    <a:pt x="3485" y="1178"/>
                    <a:pt x="3275" y="1529"/>
                    <a:pt x="2977" y="1798"/>
                  </a:cubicBezTo>
                  <a:cubicBezTo>
                    <a:pt x="2708" y="2040"/>
                    <a:pt x="2380" y="2208"/>
                    <a:pt x="2085" y="2416"/>
                  </a:cubicBezTo>
                  <a:cubicBezTo>
                    <a:pt x="1785" y="2626"/>
                    <a:pt x="1503" y="2870"/>
                    <a:pt x="1324" y="3196"/>
                  </a:cubicBezTo>
                  <a:cubicBezTo>
                    <a:pt x="1127" y="3555"/>
                    <a:pt x="1070" y="3960"/>
                    <a:pt x="946" y="4346"/>
                  </a:cubicBezTo>
                  <a:cubicBezTo>
                    <a:pt x="722" y="5036"/>
                    <a:pt x="53" y="5514"/>
                    <a:pt x="18" y="6278"/>
                  </a:cubicBezTo>
                  <a:cubicBezTo>
                    <a:pt x="1" y="6694"/>
                    <a:pt x="237" y="7034"/>
                    <a:pt x="331" y="7425"/>
                  </a:cubicBezTo>
                  <a:cubicBezTo>
                    <a:pt x="432" y="7842"/>
                    <a:pt x="361" y="8287"/>
                    <a:pt x="325" y="8709"/>
                  </a:cubicBezTo>
                  <a:cubicBezTo>
                    <a:pt x="287" y="9141"/>
                    <a:pt x="285" y="9571"/>
                    <a:pt x="399" y="9994"/>
                  </a:cubicBezTo>
                  <a:cubicBezTo>
                    <a:pt x="509" y="10400"/>
                    <a:pt x="705" y="10782"/>
                    <a:pt x="924" y="11139"/>
                  </a:cubicBezTo>
                  <a:cubicBezTo>
                    <a:pt x="1320" y="11786"/>
                    <a:pt x="1760" y="12505"/>
                    <a:pt x="2392" y="12945"/>
                  </a:cubicBezTo>
                  <a:cubicBezTo>
                    <a:pt x="2731" y="13180"/>
                    <a:pt x="3143" y="13244"/>
                    <a:pt x="3498" y="13445"/>
                  </a:cubicBezTo>
                  <a:cubicBezTo>
                    <a:pt x="3882" y="13663"/>
                    <a:pt x="4268" y="13858"/>
                    <a:pt x="4684" y="14006"/>
                  </a:cubicBezTo>
                  <a:cubicBezTo>
                    <a:pt x="5093" y="14151"/>
                    <a:pt x="5514" y="14261"/>
                    <a:pt x="5937" y="14363"/>
                  </a:cubicBezTo>
                  <a:cubicBezTo>
                    <a:pt x="6365" y="14465"/>
                    <a:pt x="6801" y="14586"/>
                    <a:pt x="7244" y="14598"/>
                  </a:cubicBezTo>
                  <a:cubicBezTo>
                    <a:pt x="7261" y="14599"/>
                    <a:pt x="7278" y="14599"/>
                    <a:pt x="7295" y="14599"/>
                  </a:cubicBezTo>
                  <a:cubicBezTo>
                    <a:pt x="7928" y="14599"/>
                    <a:pt x="8530" y="14248"/>
                    <a:pt x="9160" y="14123"/>
                  </a:cubicBezTo>
                  <a:cubicBezTo>
                    <a:pt x="10002" y="13957"/>
                    <a:pt x="10551" y="13942"/>
                    <a:pt x="11344" y="13513"/>
                  </a:cubicBezTo>
                  <a:cubicBezTo>
                    <a:pt x="12189" y="13056"/>
                    <a:pt x="13334" y="12350"/>
                    <a:pt x="13742" y="11436"/>
                  </a:cubicBezTo>
                  <a:cubicBezTo>
                    <a:pt x="13925" y="11030"/>
                    <a:pt x="14066" y="10605"/>
                    <a:pt x="14221" y="10188"/>
                  </a:cubicBezTo>
                  <a:cubicBezTo>
                    <a:pt x="14375" y="9774"/>
                    <a:pt x="14567" y="9358"/>
                    <a:pt x="14676" y="8929"/>
                  </a:cubicBezTo>
                  <a:cubicBezTo>
                    <a:pt x="14729" y="8718"/>
                    <a:pt x="14750" y="8500"/>
                    <a:pt x="14702" y="8286"/>
                  </a:cubicBezTo>
                  <a:cubicBezTo>
                    <a:pt x="14656" y="8076"/>
                    <a:pt x="14526" y="7906"/>
                    <a:pt x="14457" y="7707"/>
                  </a:cubicBezTo>
                  <a:cubicBezTo>
                    <a:pt x="14339" y="7367"/>
                    <a:pt x="14594" y="6957"/>
                    <a:pt x="14656" y="6624"/>
                  </a:cubicBezTo>
                  <a:cubicBezTo>
                    <a:pt x="14811" y="5779"/>
                    <a:pt x="14198" y="5105"/>
                    <a:pt x="14221" y="4281"/>
                  </a:cubicBezTo>
                  <a:cubicBezTo>
                    <a:pt x="14233" y="3835"/>
                    <a:pt x="14151" y="3471"/>
                    <a:pt x="13871" y="3117"/>
                  </a:cubicBezTo>
                  <a:cubicBezTo>
                    <a:pt x="13607" y="2782"/>
                    <a:pt x="13277" y="2497"/>
                    <a:pt x="12974" y="2200"/>
                  </a:cubicBezTo>
                  <a:cubicBezTo>
                    <a:pt x="12460" y="1696"/>
                    <a:pt x="11869" y="977"/>
                    <a:pt x="11104" y="977"/>
                  </a:cubicBezTo>
                  <a:cubicBezTo>
                    <a:pt x="10989" y="977"/>
                    <a:pt x="10869" y="994"/>
                    <a:pt x="10745" y="1030"/>
                  </a:cubicBezTo>
                  <a:cubicBezTo>
                    <a:pt x="10666" y="1052"/>
                    <a:pt x="10586" y="1083"/>
                    <a:pt x="10505" y="1083"/>
                  </a:cubicBezTo>
                  <a:cubicBezTo>
                    <a:pt x="10492" y="1083"/>
                    <a:pt x="10479" y="1082"/>
                    <a:pt x="10466" y="1080"/>
                  </a:cubicBezTo>
                  <a:cubicBezTo>
                    <a:pt x="10116" y="1031"/>
                    <a:pt x="9593" y="312"/>
                    <a:pt x="9178" y="155"/>
                  </a:cubicBezTo>
                  <a:cubicBezTo>
                    <a:pt x="8898" y="49"/>
                    <a:pt x="8618" y="1"/>
                    <a:pt x="8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6065139" y="886535"/>
              <a:ext cx="459587" cy="423077"/>
            </a:xfrm>
            <a:custGeom>
              <a:avLst/>
              <a:gdLst/>
              <a:ahLst/>
              <a:cxnLst/>
              <a:rect l="l" t="t" r="r" b="b"/>
              <a:pathLst>
                <a:path w="14728" h="13558" extrusionOk="0">
                  <a:moveTo>
                    <a:pt x="3670" y="0"/>
                  </a:moveTo>
                  <a:lnTo>
                    <a:pt x="3670" y="0"/>
                  </a:lnTo>
                  <a:cubicBezTo>
                    <a:pt x="3426" y="240"/>
                    <a:pt x="3232" y="527"/>
                    <a:pt x="2978" y="756"/>
                  </a:cubicBezTo>
                  <a:cubicBezTo>
                    <a:pt x="2708" y="999"/>
                    <a:pt x="2381" y="1167"/>
                    <a:pt x="2086" y="1375"/>
                  </a:cubicBezTo>
                  <a:cubicBezTo>
                    <a:pt x="1786" y="1585"/>
                    <a:pt x="1503" y="1829"/>
                    <a:pt x="1324" y="2155"/>
                  </a:cubicBezTo>
                  <a:cubicBezTo>
                    <a:pt x="1128" y="2514"/>
                    <a:pt x="1071" y="2919"/>
                    <a:pt x="946" y="3305"/>
                  </a:cubicBezTo>
                  <a:cubicBezTo>
                    <a:pt x="723" y="3994"/>
                    <a:pt x="53" y="4473"/>
                    <a:pt x="19" y="5237"/>
                  </a:cubicBezTo>
                  <a:cubicBezTo>
                    <a:pt x="0" y="5653"/>
                    <a:pt x="237" y="5993"/>
                    <a:pt x="331" y="6384"/>
                  </a:cubicBezTo>
                  <a:cubicBezTo>
                    <a:pt x="433" y="6801"/>
                    <a:pt x="360" y="7246"/>
                    <a:pt x="325" y="7668"/>
                  </a:cubicBezTo>
                  <a:cubicBezTo>
                    <a:pt x="288" y="8100"/>
                    <a:pt x="285" y="8530"/>
                    <a:pt x="400" y="8952"/>
                  </a:cubicBezTo>
                  <a:cubicBezTo>
                    <a:pt x="510" y="9359"/>
                    <a:pt x="706" y="9741"/>
                    <a:pt x="925" y="10098"/>
                  </a:cubicBezTo>
                  <a:cubicBezTo>
                    <a:pt x="1321" y="10745"/>
                    <a:pt x="1761" y="11463"/>
                    <a:pt x="2393" y="11904"/>
                  </a:cubicBezTo>
                  <a:cubicBezTo>
                    <a:pt x="2732" y="12139"/>
                    <a:pt x="3143" y="12203"/>
                    <a:pt x="3499" y="12404"/>
                  </a:cubicBezTo>
                  <a:cubicBezTo>
                    <a:pt x="3883" y="12622"/>
                    <a:pt x="4267" y="12817"/>
                    <a:pt x="4685" y="12965"/>
                  </a:cubicBezTo>
                  <a:cubicBezTo>
                    <a:pt x="5094" y="13110"/>
                    <a:pt x="5515" y="13220"/>
                    <a:pt x="5937" y="13322"/>
                  </a:cubicBezTo>
                  <a:cubicBezTo>
                    <a:pt x="6365" y="13424"/>
                    <a:pt x="6802" y="13545"/>
                    <a:pt x="7244" y="13557"/>
                  </a:cubicBezTo>
                  <a:cubicBezTo>
                    <a:pt x="7261" y="13558"/>
                    <a:pt x="7278" y="13558"/>
                    <a:pt x="7295" y="13558"/>
                  </a:cubicBezTo>
                  <a:cubicBezTo>
                    <a:pt x="7928" y="13558"/>
                    <a:pt x="8530" y="13207"/>
                    <a:pt x="9161" y="13082"/>
                  </a:cubicBezTo>
                  <a:cubicBezTo>
                    <a:pt x="10002" y="12916"/>
                    <a:pt x="10552" y="12901"/>
                    <a:pt x="11345" y="12472"/>
                  </a:cubicBezTo>
                  <a:cubicBezTo>
                    <a:pt x="12189" y="12015"/>
                    <a:pt x="13335" y="11309"/>
                    <a:pt x="13742" y="10395"/>
                  </a:cubicBezTo>
                  <a:cubicBezTo>
                    <a:pt x="13925" y="9989"/>
                    <a:pt x="14066" y="9563"/>
                    <a:pt x="14221" y="9147"/>
                  </a:cubicBezTo>
                  <a:cubicBezTo>
                    <a:pt x="14375" y="8733"/>
                    <a:pt x="14568" y="8316"/>
                    <a:pt x="14677" y="7888"/>
                  </a:cubicBezTo>
                  <a:cubicBezTo>
                    <a:pt x="14708" y="7761"/>
                    <a:pt x="14726" y="7631"/>
                    <a:pt x="14727" y="7502"/>
                  </a:cubicBezTo>
                  <a:lnTo>
                    <a:pt x="14727" y="7502"/>
                  </a:lnTo>
                  <a:cubicBezTo>
                    <a:pt x="14195" y="8279"/>
                    <a:pt x="13616" y="8995"/>
                    <a:pt x="12777" y="9396"/>
                  </a:cubicBezTo>
                  <a:cubicBezTo>
                    <a:pt x="12199" y="9673"/>
                    <a:pt x="11550" y="9766"/>
                    <a:pt x="10910" y="9823"/>
                  </a:cubicBezTo>
                  <a:cubicBezTo>
                    <a:pt x="10512" y="9858"/>
                    <a:pt x="10112" y="9880"/>
                    <a:pt x="9712" y="9880"/>
                  </a:cubicBezTo>
                  <a:cubicBezTo>
                    <a:pt x="9386" y="9880"/>
                    <a:pt x="9061" y="9866"/>
                    <a:pt x="8738" y="9831"/>
                  </a:cubicBezTo>
                  <a:cubicBezTo>
                    <a:pt x="8418" y="9797"/>
                    <a:pt x="8091" y="9739"/>
                    <a:pt x="7821" y="9566"/>
                  </a:cubicBezTo>
                  <a:cubicBezTo>
                    <a:pt x="7613" y="9434"/>
                    <a:pt x="7453" y="9241"/>
                    <a:pt x="7265" y="9084"/>
                  </a:cubicBezTo>
                  <a:cubicBezTo>
                    <a:pt x="6451" y="8405"/>
                    <a:pt x="5178" y="8418"/>
                    <a:pt x="4464" y="7633"/>
                  </a:cubicBezTo>
                  <a:cubicBezTo>
                    <a:pt x="3695" y="6788"/>
                    <a:pt x="3942" y="5473"/>
                    <a:pt x="3767" y="4344"/>
                  </a:cubicBezTo>
                  <a:cubicBezTo>
                    <a:pt x="3661" y="3656"/>
                    <a:pt x="3384" y="3004"/>
                    <a:pt x="3287" y="2316"/>
                  </a:cubicBezTo>
                  <a:cubicBezTo>
                    <a:pt x="3176" y="1529"/>
                    <a:pt x="3318" y="713"/>
                    <a:pt x="3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6065139" y="921953"/>
              <a:ext cx="435310" cy="387660"/>
            </a:xfrm>
            <a:custGeom>
              <a:avLst/>
              <a:gdLst/>
              <a:ahLst/>
              <a:cxnLst/>
              <a:rect l="l" t="t" r="r" b="b"/>
              <a:pathLst>
                <a:path w="13950" h="12423" extrusionOk="0">
                  <a:moveTo>
                    <a:pt x="2454" y="0"/>
                  </a:moveTo>
                  <a:lnTo>
                    <a:pt x="2454" y="0"/>
                  </a:lnTo>
                  <a:cubicBezTo>
                    <a:pt x="2330" y="79"/>
                    <a:pt x="2206" y="156"/>
                    <a:pt x="2086" y="240"/>
                  </a:cubicBezTo>
                  <a:cubicBezTo>
                    <a:pt x="1786" y="450"/>
                    <a:pt x="1503" y="694"/>
                    <a:pt x="1324" y="1020"/>
                  </a:cubicBezTo>
                  <a:cubicBezTo>
                    <a:pt x="1128" y="1379"/>
                    <a:pt x="1071" y="1784"/>
                    <a:pt x="946" y="2170"/>
                  </a:cubicBezTo>
                  <a:cubicBezTo>
                    <a:pt x="723" y="2859"/>
                    <a:pt x="53" y="3338"/>
                    <a:pt x="19" y="4102"/>
                  </a:cubicBezTo>
                  <a:cubicBezTo>
                    <a:pt x="0" y="4518"/>
                    <a:pt x="237" y="4858"/>
                    <a:pt x="331" y="5249"/>
                  </a:cubicBezTo>
                  <a:cubicBezTo>
                    <a:pt x="433" y="5666"/>
                    <a:pt x="360" y="6111"/>
                    <a:pt x="325" y="6532"/>
                  </a:cubicBezTo>
                  <a:cubicBezTo>
                    <a:pt x="288" y="6965"/>
                    <a:pt x="285" y="7395"/>
                    <a:pt x="400" y="7817"/>
                  </a:cubicBezTo>
                  <a:cubicBezTo>
                    <a:pt x="510" y="8224"/>
                    <a:pt x="706" y="8606"/>
                    <a:pt x="925" y="8963"/>
                  </a:cubicBezTo>
                  <a:cubicBezTo>
                    <a:pt x="1321" y="9610"/>
                    <a:pt x="1761" y="10328"/>
                    <a:pt x="2393" y="10769"/>
                  </a:cubicBezTo>
                  <a:cubicBezTo>
                    <a:pt x="2732" y="11004"/>
                    <a:pt x="3143" y="11067"/>
                    <a:pt x="3499" y="11269"/>
                  </a:cubicBezTo>
                  <a:cubicBezTo>
                    <a:pt x="3883" y="11487"/>
                    <a:pt x="4267" y="11682"/>
                    <a:pt x="4685" y="11830"/>
                  </a:cubicBezTo>
                  <a:cubicBezTo>
                    <a:pt x="5094" y="11975"/>
                    <a:pt x="5515" y="12084"/>
                    <a:pt x="5937" y="12186"/>
                  </a:cubicBezTo>
                  <a:cubicBezTo>
                    <a:pt x="6365" y="12289"/>
                    <a:pt x="6802" y="12410"/>
                    <a:pt x="7244" y="12422"/>
                  </a:cubicBezTo>
                  <a:cubicBezTo>
                    <a:pt x="7261" y="12423"/>
                    <a:pt x="7278" y="12423"/>
                    <a:pt x="7295" y="12423"/>
                  </a:cubicBezTo>
                  <a:cubicBezTo>
                    <a:pt x="7928" y="12423"/>
                    <a:pt x="8530" y="12072"/>
                    <a:pt x="9161" y="11947"/>
                  </a:cubicBezTo>
                  <a:cubicBezTo>
                    <a:pt x="10002" y="11781"/>
                    <a:pt x="10552" y="11765"/>
                    <a:pt x="11345" y="11337"/>
                  </a:cubicBezTo>
                  <a:cubicBezTo>
                    <a:pt x="12190" y="10880"/>
                    <a:pt x="13335" y="10174"/>
                    <a:pt x="13742" y="9260"/>
                  </a:cubicBezTo>
                  <a:cubicBezTo>
                    <a:pt x="13818" y="9093"/>
                    <a:pt x="13885" y="8922"/>
                    <a:pt x="13950" y="8751"/>
                  </a:cubicBezTo>
                  <a:lnTo>
                    <a:pt x="13950" y="8751"/>
                  </a:lnTo>
                  <a:cubicBezTo>
                    <a:pt x="13157" y="9439"/>
                    <a:pt x="12164" y="9856"/>
                    <a:pt x="11191" y="10255"/>
                  </a:cubicBezTo>
                  <a:cubicBezTo>
                    <a:pt x="9979" y="10753"/>
                    <a:pt x="8738" y="11255"/>
                    <a:pt x="7429" y="11327"/>
                  </a:cubicBezTo>
                  <a:cubicBezTo>
                    <a:pt x="7356" y="11331"/>
                    <a:pt x="7281" y="11334"/>
                    <a:pt x="7206" y="11334"/>
                  </a:cubicBezTo>
                  <a:cubicBezTo>
                    <a:pt x="6750" y="11334"/>
                    <a:pt x="6283" y="11249"/>
                    <a:pt x="5945" y="10953"/>
                  </a:cubicBezTo>
                  <a:cubicBezTo>
                    <a:pt x="5809" y="10833"/>
                    <a:pt x="5699" y="10683"/>
                    <a:pt x="5545" y="10586"/>
                  </a:cubicBezTo>
                  <a:cubicBezTo>
                    <a:pt x="5337" y="10457"/>
                    <a:pt x="5081" y="10444"/>
                    <a:pt x="4839" y="10403"/>
                  </a:cubicBezTo>
                  <a:cubicBezTo>
                    <a:pt x="3943" y="10252"/>
                    <a:pt x="3140" y="9631"/>
                    <a:pt x="2767" y="8802"/>
                  </a:cubicBezTo>
                  <a:cubicBezTo>
                    <a:pt x="2644" y="8531"/>
                    <a:pt x="2566" y="8239"/>
                    <a:pt x="2415" y="7981"/>
                  </a:cubicBezTo>
                  <a:cubicBezTo>
                    <a:pt x="2203" y="7619"/>
                    <a:pt x="1862" y="7348"/>
                    <a:pt x="1631" y="6999"/>
                  </a:cubicBezTo>
                  <a:cubicBezTo>
                    <a:pt x="1231" y="6395"/>
                    <a:pt x="1196" y="5624"/>
                    <a:pt x="1232" y="4901"/>
                  </a:cubicBezTo>
                  <a:cubicBezTo>
                    <a:pt x="1319" y="3209"/>
                    <a:pt x="1740" y="1536"/>
                    <a:pt x="245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6304856" y="920923"/>
              <a:ext cx="35636" cy="43125"/>
            </a:xfrm>
            <a:custGeom>
              <a:avLst/>
              <a:gdLst/>
              <a:ahLst/>
              <a:cxnLst/>
              <a:rect l="l" t="t" r="r" b="b"/>
              <a:pathLst>
                <a:path w="1142" h="1382" extrusionOk="0">
                  <a:moveTo>
                    <a:pt x="624" y="1"/>
                  </a:moveTo>
                  <a:cubicBezTo>
                    <a:pt x="582" y="1"/>
                    <a:pt x="540" y="6"/>
                    <a:pt x="492" y="16"/>
                  </a:cubicBezTo>
                  <a:cubicBezTo>
                    <a:pt x="484" y="18"/>
                    <a:pt x="476" y="20"/>
                    <a:pt x="468" y="24"/>
                  </a:cubicBezTo>
                  <a:cubicBezTo>
                    <a:pt x="428" y="38"/>
                    <a:pt x="384" y="54"/>
                    <a:pt x="347" y="77"/>
                  </a:cubicBezTo>
                  <a:cubicBezTo>
                    <a:pt x="330" y="87"/>
                    <a:pt x="307" y="107"/>
                    <a:pt x="297" y="116"/>
                  </a:cubicBezTo>
                  <a:cubicBezTo>
                    <a:pt x="280" y="128"/>
                    <a:pt x="260" y="141"/>
                    <a:pt x="244" y="155"/>
                  </a:cubicBezTo>
                  <a:cubicBezTo>
                    <a:pt x="225" y="174"/>
                    <a:pt x="209" y="197"/>
                    <a:pt x="193" y="218"/>
                  </a:cubicBezTo>
                  <a:cubicBezTo>
                    <a:pt x="169" y="250"/>
                    <a:pt x="145" y="278"/>
                    <a:pt x="128" y="314"/>
                  </a:cubicBezTo>
                  <a:cubicBezTo>
                    <a:pt x="105" y="363"/>
                    <a:pt x="82" y="413"/>
                    <a:pt x="65" y="465"/>
                  </a:cubicBezTo>
                  <a:cubicBezTo>
                    <a:pt x="56" y="492"/>
                    <a:pt x="52" y="522"/>
                    <a:pt x="47" y="550"/>
                  </a:cubicBezTo>
                  <a:cubicBezTo>
                    <a:pt x="29" y="638"/>
                    <a:pt x="1" y="731"/>
                    <a:pt x="9" y="821"/>
                  </a:cubicBezTo>
                  <a:cubicBezTo>
                    <a:pt x="12" y="856"/>
                    <a:pt x="16" y="896"/>
                    <a:pt x="24" y="930"/>
                  </a:cubicBezTo>
                  <a:cubicBezTo>
                    <a:pt x="36" y="985"/>
                    <a:pt x="60" y="1024"/>
                    <a:pt x="93" y="1066"/>
                  </a:cubicBezTo>
                  <a:cubicBezTo>
                    <a:pt x="107" y="1086"/>
                    <a:pt x="123" y="1103"/>
                    <a:pt x="139" y="1118"/>
                  </a:cubicBezTo>
                  <a:cubicBezTo>
                    <a:pt x="146" y="1134"/>
                    <a:pt x="152" y="1150"/>
                    <a:pt x="160" y="1164"/>
                  </a:cubicBezTo>
                  <a:cubicBezTo>
                    <a:pt x="198" y="1230"/>
                    <a:pt x="251" y="1283"/>
                    <a:pt x="316" y="1321"/>
                  </a:cubicBezTo>
                  <a:cubicBezTo>
                    <a:pt x="366" y="1353"/>
                    <a:pt x="420" y="1371"/>
                    <a:pt x="478" y="1373"/>
                  </a:cubicBezTo>
                  <a:cubicBezTo>
                    <a:pt x="502" y="1378"/>
                    <a:pt x="527" y="1381"/>
                    <a:pt x="551" y="1381"/>
                  </a:cubicBezTo>
                  <a:cubicBezTo>
                    <a:pt x="585" y="1381"/>
                    <a:pt x="618" y="1376"/>
                    <a:pt x="653" y="1365"/>
                  </a:cubicBezTo>
                  <a:cubicBezTo>
                    <a:pt x="726" y="1344"/>
                    <a:pt x="791" y="1307"/>
                    <a:pt x="845" y="1252"/>
                  </a:cubicBezTo>
                  <a:cubicBezTo>
                    <a:pt x="896" y="1192"/>
                    <a:pt x="949" y="1127"/>
                    <a:pt x="990" y="1057"/>
                  </a:cubicBezTo>
                  <a:cubicBezTo>
                    <a:pt x="1029" y="986"/>
                    <a:pt x="1060" y="911"/>
                    <a:pt x="1086" y="836"/>
                  </a:cubicBezTo>
                  <a:cubicBezTo>
                    <a:pt x="1102" y="792"/>
                    <a:pt x="1113" y="746"/>
                    <a:pt x="1119" y="699"/>
                  </a:cubicBezTo>
                  <a:cubicBezTo>
                    <a:pt x="1128" y="646"/>
                    <a:pt x="1139" y="585"/>
                    <a:pt x="1140" y="528"/>
                  </a:cubicBezTo>
                  <a:cubicBezTo>
                    <a:pt x="1141" y="501"/>
                    <a:pt x="1135" y="473"/>
                    <a:pt x="1132" y="445"/>
                  </a:cubicBezTo>
                  <a:cubicBezTo>
                    <a:pt x="1128" y="414"/>
                    <a:pt x="1126" y="388"/>
                    <a:pt x="1116" y="359"/>
                  </a:cubicBezTo>
                  <a:cubicBezTo>
                    <a:pt x="1089" y="277"/>
                    <a:pt x="1049" y="198"/>
                    <a:pt x="982" y="140"/>
                  </a:cubicBezTo>
                  <a:cubicBezTo>
                    <a:pt x="916" y="82"/>
                    <a:pt x="844" y="32"/>
                    <a:pt x="756" y="15"/>
                  </a:cubicBezTo>
                  <a:cubicBezTo>
                    <a:pt x="709" y="6"/>
                    <a:pt x="666" y="1"/>
                    <a:pt x="624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6174045" y="966763"/>
              <a:ext cx="42782" cy="45466"/>
            </a:xfrm>
            <a:custGeom>
              <a:avLst/>
              <a:gdLst/>
              <a:ahLst/>
              <a:cxnLst/>
              <a:rect l="l" t="t" r="r" b="b"/>
              <a:pathLst>
                <a:path w="1371" h="1457" extrusionOk="0">
                  <a:moveTo>
                    <a:pt x="767" y="1"/>
                  </a:moveTo>
                  <a:cubicBezTo>
                    <a:pt x="763" y="1"/>
                    <a:pt x="759" y="1"/>
                    <a:pt x="754" y="1"/>
                  </a:cubicBezTo>
                  <a:cubicBezTo>
                    <a:pt x="415" y="13"/>
                    <a:pt x="65" y="217"/>
                    <a:pt x="25" y="580"/>
                  </a:cubicBezTo>
                  <a:cubicBezTo>
                    <a:pt x="1" y="799"/>
                    <a:pt x="90" y="1021"/>
                    <a:pt x="242" y="1182"/>
                  </a:cubicBezTo>
                  <a:cubicBezTo>
                    <a:pt x="399" y="1348"/>
                    <a:pt x="598" y="1457"/>
                    <a:pt x="812" y="1457"/>
                  </a:cubicBezTo>
                  <a:cubicBezTo>
                    <a:pt x="876" y="1457"/>
                    <a:pt x="942" y="1447"/>
                    <a:pt x="1009" y="1425"/>
                  </a:cubicBezTo>
                  <a:cubicBezTo>
                    <a:pt x="1302" y="1329"/>
                    <a:pt x="1371" y="970"/>
                    <a:pt x="1336" y="657"/>
                  </a:cubicBezTo>
                  <a:cubicBezTo>
                    <a:pt x="1323" y="526"/>
                    <a:pt x="1290" y="403"/>
                    <a:pt x="1250" y="311"/>
                  </a:cubicBezTo>
                  <a:cubicBezTo>
                    <a:pt x="1244" y="300"/>
                    <a:pt x="1240" y="290"/>
                    <a:pt x="1234" y="280"/>
                  </a:cubicBezTo>
                  <a:cubicBezTo>
                    <a:pt x="1231" y="274"/>
                    <a:pt x="1226" y="269"/>
                    <a:pt x="1222" y="263"/>
                  </a:cubicBezTo>
                  <a:cubicBezTo>
                    <a:pt x="1201" y="232"/>
                    <a:pt x="1174" y="196"/>
                    <a:pt x="1149" y="168"/>
                  </a:cubicBezTo>
                  <a:cubicBezTo>
                    <a:pt x="1083" y="95"/>
                    <a:pt x="1005" y="56"/>
                    <a:pt x="915" y="24"/>
                  </a:cubicBezTo>
                  <a:cubicBezTo>
                    <a:pt x="905" y="21"/>
                    <a:pt x="898" y="19"/>
                    <a:pt x="888" y="17"/>
                  </a:cubicBezTo>
                  <a:cubicBezTo>
                    <a:pt x="850" y="9"/>
                    <a:pt x="807" y="1"/>
                    <a:pt x="76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6234270" y="1077947"/>
              <a:ext cx="41815" cy="40161"/>
            </a:xfrm>
            <a:custGeom>
              <a:avLst/>
              <a:gdLst/>
              <a:ahLst/>
              <a:cxnLst/>
              <a:rect l="l" t="t" r="r" b="b"/>
              <a:pathLst>
                <a:path w="1340" h="1287" extrusionOk="0">
                  <a:moveTo>
                    <a:pt x="635" y="0"/>
                  </a:moveTo>
                  <a:cubicBezTo>
                    <a:pt x="628" y="0"/>
                    <a:pt x="622" y="0"/>
                    <a:pt x="615" y="1"/>
                  </a:cubicBezTo>
                  <a:cubicBezTo>
                    <a:pt x="561" y="8"/>
                    <a:pt x="506" y="15"/>
                    <a:pt x="452" y="23"/>
                  </a:cubicBezTo>
                  <a:cubicBezTo>
                    <a:pt x="404" y="43"/>
                    <a:pt x="355" y="63"/>
                    <a:pt x="305" y="84"/>
                  </a:cubicBezTo>
                  <a:cubicBezTo>
                    <a:pt x="234" y="123"/>
                    <a:pt x="177" y="175"/>
                    <a:pt x="134" y="242"/>
                  </a:cubicBezTo>
                  <a:cubicBezTo>
                    <a:pt x="79" y="301"/>
                    <a:pt x="43" y="371"/>
                    <a:pt x="24" y="451"/>
                  </a:cubicBezTo>
                  <a:lnTo>
                    <a:pt x="24" y="454"/>
                  </a:lnTo>
                  <a:lnTo>
                    <a:pt x="2" y="617"/>
                  </a:lnTo>
                  <a:cubicBezTo>
                    <a:pt x="1" y="620"/>
                    <a:pt x="1" y="622"/>
                    <a:pt x="1" y="625"/>
                  </a:cubicBezTo>
                  <a:cubicBezTo>
                    <a:pt x="1" y="655"/>
                    <a:pt x="11" y="703"/>
                    <a:pt x="13" y="719"/>
                  </a:cubicBezTo>
                  <a:cubicBezTo>
                    <a:pt x="17" y="747"/>
                    <a:pt x="19" y="782"/>
                    <a:pt x="27" y="813"/>
                  </a:cubicBezTo>
                  <a:cubicBezTo>
                    <a:pt x="48" y="862"/>
                    <a:pt x="69" y="911"/>
                    <a:pt x="90" y="961"/>
                  </a:cubicBezTo>
                  <a:cubicBezTo>
                    <a:pt x="90" y="961"/>
                    <a:pt x="91" y="962"/>
                    <a:pt x="91" y="964"/>
                  </a:cubicBezTo>
                  <a:cubicBezTo>
                    <a:pt x="130" y="1036"/>
                    <a:pt x="183" y="1094"/>
                    <a:pt x="251" y="1137"/>
                  </a:cubicBezTo>
                  <a:cubicBezTo>
                    <a:pt x="272" y="1154"/>
                    <a:pt x="293" y="1171"/>
                    <a:pt x="315" y="1186"/>
                  </a:cubicBezTo>
                  <a:cubicBezTo>
                    <a:pt x="318" y="1190"/>
                    <a:pt x="321" y="1192"/>
                    <a:pt x="325" y="1194"/>
                  </a:cubicBezTo>
                  <a:cubicBezTo>
                    <a:pt x="326" y="1195"/>
                    <a:pt x="328" y="1195"/>
                    <a:pt x="331" y="1196"/>
                  </a:cubicBezTo>
                  <a:lnTo>
                    <a:pt x="333" y="1197"/>
                  </a:lnTo>
                  <a:lnTo>
                    <a:pt x="479" y="1259"/>
                  </a:lnTo>
                  <a:cubicBezTo>
                    <a:pt x="533" y="1279"/>
                    <a:pt x="648" y="1285"/>
                    <a:pt x="661" y="1286"/>
                  </a:cubicBezTo>
                  <a:cubicBezTo>
                    <a:pt x="669" y="1287"/>
                    <a:pt x="677" y="1287"/>
                    <a:pt x="685" y="1287"/>
                  </a:cubicBezTo>
                  <a:cubicBezTo>
                    <a:pt x="713" y="1284"/>
                    <a:pt x="751" y="1278"/>
                    <a:pt x="768" y="1275"/>
                  </a:cubicBezTo>
                  <a:cubicBezTo>
                    <a:pt x="787" y="1273"/>
                    <a:pt x="825" y="1269"/>
                    <a:pt x="852" y="1264"/>
                  </a:cubicBezTo>
                  <a:cubicBezTo>
                    <a:pt x="856" y="1263"/>
                    <a:pt x="860" y="1262"/>
                    <a:pt x="863" y="1261"/>
                  </a:cubicBezTo>
                  <a:cubicBezTo>
                    <a:pt x="867" y="1260"/>
                    <a:pt x="872" y="1259"/>
                    <a:pt x="876" y="1257"/>
                  </a:cubicBezTo>
                  <a:cubicBezTo>
                    <a:pt x="909" y="1244"/>
                    <a:pt x="986" y="1213"/>
                    <a:pt x="1017" y="1197"/>
                  </a:cubicBezTo>
                  <a:cubicBezTo>
                    <a:pt x="1019" y="1196"/>
                    <a:pt x="1021" y="1195"/>
                    <a:pt x="1023" y="1194"/>
                  </a:cubicBezTo>
                  <a:cubicBezTo>
                    <a:pt x="1027" y="1192"/>
                    <a:pt x="1030" y="1190"/>
                    <a:pt x="1034" y="1188"/>
                  </a:cubicBezTo>
                  <a:cubicBezTo>
                    <a:pt x="1040" y="1184"/>
                    <a:pt x="1047" y="1179"/>
                    <a:pt x="1053" y="1174"/>
                  </a:cubicBezTo>
                  <a:lnTo>
                    <a:pt x="1053" y="1174"/>
                  </a:lnTo>
                  <a:cubicBezTo>
                    <a:pt x="1070" y="1162"/>
                    <a:pt x="1087" y="1148"/>
                    <a:pt x="1103" y="1134"/>
                  </a:cubicBezTo>
                  <a:cubicBezTo>
                    <a:pt x="1103" y="1134"/>
                    <a:pt x="1104" y="1133"/>
                    <a:pt x="1105" y="1133"/>
                  </a:cubicBezTo>
                  <a:cubicBezTo>
                    <a:pt x="1106" y="1132"/>
                    <a:pt x="1107" y="1132"/>
                    <a:pt x="1108" y="1131"/>
                  </a:cubicBezTo>
                  <a:lnTo>
                    <a:pt x="1108" y="1131"/>
                  </a:lnTo>
                  <a:cubicBezTo>
                    <a:pt x="1167" y="1091"/>
                    <a:pt x="1214" y="1040"/>
                    <a:pt x="1248" y="976"/>
                  </a:cubicBezTo>
                  <a:cubicBezTo>
                    <a:pt x="1267" y="931"/>
                    <a:pt x="1286" y="886"/>
                    <a:pt x="1305" y="841"/>
                  </a:cubicBezTo>
                  <a:cubicBezTo>
                    <a:pt x="1306" y="839"/>
                    <a:pt x="1306" y="837"/>
                    <a:pt x="1306" y="835"/>
                  </a:cubicBezTo>
                  <a:cubicBezTo>
                    <a:pt x="1330" y="738"/>
                    <a:pt x="1339" y="607"/>
                    <a:pt x="1304" y="511"/>
                  </a:cubicBezTo>
                  <a:lnTo>
                    <a:pt x="1304" y="511"/>
                  </a:lnTo>
                  <a:cubicBezTo>
                    <a:pt x="1294" y="467"/>
                    <a:pt x="1277" y="426"/>
                    <a:pt x="1253" y="387"/>
                  </a:cubicBezTo>
                  <a:cubicBezTo>
                    <a:pt x="1225" y="352"/>
                    <a:pt x="1199" y="319"/>
                    <a:pt x="1173" y="284"/>
                  </a:cubicBezTo>
                  <a:cubicBezTo>
                    <a:pt x="1171" y="283"/>
                    <a:pt x="1169" y="281"/>
                    <a:pt x="1168" y="280"/>
                  </a:cubicBezTo>
                  <a:cubicBezTo>
                    <a:pt x="1151" y="265"/>
                    <a:pt x="1128" y="250"/>
                    <a:pt x="1117" y="240"/>
                  </a:cubicBezTo>
                  <a:lnTo>
                    <a:pt x="1117" y="240"/>
                  </a:lnTo>
                  <a:cubicBezTo>
                    <a:pt x="1117" y="240"/>
                    <a:pt x="1117" y="241"/>
                    <a:pt x="1117" y="241"/>
                  </a:cubicBezTo>
                  <a:cubicBezTo>
                    <a:pt x="1117" y="241"/>
                    <a:pt x="1098" y="224"/>
                    <a:pt x="1080" y="211"/>
                  </a:cubicBezTo>
                  <a:cubicBezTo>
                    <a:pt x="1075" y="206"/>
                    <a:pt x="1069" y="200"/>
                    <a:pt x="1063" y="195"/>
                  </a:cubicBezTo>
                  <a:cubicBezTo>
                    <a:pt x="1048" y="183"/>
                    <a:pt x="1030" y="167"/>
                    <a:pt x="1011" y="152"/>
                  </a:cubicBezTo>
                  <a:cubicBezTo>
                    <a:pt x="1002" y="146"/>
                    <a:pt x="995" y="138"/>
                    <a:pt x="987" y="133"/>
                  </a:cubicBezTo>
                  <a:cubicBezTo>
                    <a:pt x="948" y="94"/>
                    <a:pt x="903" y="68"/>
                    <a:pt x="852" y="53"/>
                  </a:cubicBezTo>
                  <a:cubicBezTo>
                    <a:pt x="784" y="17"/>
                    <a:pt x="712" y="0"/>
                    <a:pt x="63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6248500" y="1001026"/>
              <a:ext cx="39568" cy="37602"/>
            </a:xfrm>
            <a:custGeom>
              <a:avLst/>
              <a:gdLst/>
              <a:ahLst/>
              <a:cxnLst/>
              <a:rect l="l" t="t" r="r" b="b"/>
              <a:pathLst>
                <a:path w="1268" h="1205" extrusionOk="0">
                  <a:moveTo>
                    <a:pt x="709" y="1"/>
                  </a:moveTo>
                  <a:cubicBezTo>
                    <a:pt x="620" y="1"/>
                    <a:pt x="537" y="24"/>
                    <a:pt x="460" y="69"/>
                  </a:cubicBezTo>
                  <a:cubicBezTo>
                    <a:pt x="0" y="338"/>
                    <a:pt x="209" y="1090"/>
                    <a:pt x="676" y="1195"/>
                  </a:cubicBezTo>
                  <a:cubicBezTo>
                    <a:pt x="704" y="1202"/>
                    <a:pt x="733" y="1205"/>
                    <a:pt x="761" y="1205"/>
                  </a:cubicBezTo>
                  <a:cubicBezTo>
                    <a:pt x="800" y="1205"/>
                    <a:pt x="839" y="1199"/>
                    <a:pt x="878" y="1187"/>
                  </a:cubicBezTo>
                  <a:cubicBezTo>
                    <a:pt x="918" y="1169"/>
                    <a:pt x="959" y="1152"/>
                    <a:pt x="1000" y="1135"/>
                  </a:cubicBezTo>
                  <a:cubicBezTo>
                    <a:pt x="1075" y="1090"/>
                    <a:pt x="1136" y="1030"/>
                    <a:pt x="1181" y="953"/>
                  </a:cubicBezTo>
                  <a:cubicBezTo>
                    <a:pt x="1206" y="904"/>
                    <a:pt x="1220" y="867"/>
                    <a:pt x="1232" y="832"/>
                  </a:cubicBezTo>
                  <a:cubicBezTo>
                    <a:pt x="1237" y="817"/>
                    <a:pt x="1241" y="802"/>
                    <a:pt x="1246" y="786"/>
                  </a:cubicBezTo>
                  <a:cubicBezTo>
                    <a:pt x="1246" y="783"/>
                    <a:pt x="1247" y="777"/>
                    <a:pt x="1248" y="773"/>
                  </a:cubicBezTo>
                  <a:cubicBezTo>
                    <a:pt x="1255" y="738"/>
                    <a:pt x="1260" y="700"/>
                    <a:pt x="1265" y="649"/>
                  </a:cubicBezTo>
                  <a:cubicBezTo>
                    <a:pt x="1267" y="638"/>
                    <a:pt x="1268" y="627"/>
                    <a:pt x="1267" y="616"/>
                  </a:cubicBezTo>
                  <a:cubicBezTo>
                    <a:pt x="1263" y="570"/>
                    <a:pt x="1255" y="520"/>
                    <a:pt x="1248" y="474"/>
                  </a:cubicBezTo>
                  <a:cubicBezTo>
                    <a:pt x="1247" y="469"/>
                    <a:pt x="1246" y="462"/>
                    <a:pt x="1245" y="457"/>
                  </a:cubicBezTo>
                  <a:cubicBezTo>
                    <a:pt x="1231" y="397"/>
                    <a:pt x="1206" y="336"/>
                    <a:pt x="1172" y="285"/>
                  </a:cubicBezTo>
                  <a:cubicBezTo>
                    <a:pt x="1159" y="264"/>
                    <a:pt x="1140" y="243"/>
                    <a:pt x="1126" y="224"/>
                  </a:cubicBezTo>
                  <a:cubicBezTo>
                    <a:pt x="1113" y="207"/>
                    <a:pt x="1097" y="183"/>
                    <a:pt x="1080" y="165"/>
                  </a:cubicBezTo>
                  <a:cubicBezTo>
                    <a:pt x="1046" y="126"/>
                    <a:pt x="1000" y="96"/>
                    <a:pt x="958" y="69"/>
                  </a:cubicBezTo>
                  <a:cubicBezTo>
                    <a:pt x="881" y="24"/>
                    <a:pt x="798" y="1"/>
                    <a:pt x="709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9"/>
            <p:cNvSpPr/>
            <p:nvPr/>
          </p:nvSpPr>
          <p:spPr>
            <a:xfrm>
              <a:off x="6382463" y="968667"/>
              <a:ext cx="38101" cy="37976"/>
            </a:xfrm>
            <a:custGeom>
              <a:avLst/>
              <a:gdLst/>
              <a:ahLst/>
              <a:cxnLst/>
              <a:rect l="l" t="t" r="r" b="b"/>
              <a:pathLst>
                <a:path w="1221" h="1217" extrusionOk="0">
                  <a:moveTo>
                    <a:pt x="715" y="0"/>
                  </a:moveTo>
                  <a:cubicBezTo>
                    <a:pt x="709" y="0"/>
                    <a:pt x="703" y="0"/>
                    <a:pt x="696" y="1"/>
                  </a:cubicBezTo>
                  <a:cubicBezTo>
                    <a:pt x="693" y="1"/>
                    <a:pt x="689" y="1"/>
                    <a:pt x="685" y="2"/>
                  </a:cubicBezTo>
                  <a:cubicBezTo>
                    <a:pt x="647" y="5"/>
                    <a:pt x="599" y="11"/>
                    <a:pt x="561" y="18"/>
                  </a:cubicBezTo>
                  <a:cubicBezTo>
                    <a:pt x="553" y="20"/>
                    <a:pt x="546" y="22"/>
                    <a:pt x="537" y="24"/>
                  </a:cubicBezTo>
                  <a:cubicBezTo>
                    <a:pt x="495" y="38"/>
                    <a:pt x="455" y="57"/>
                    <a:pt x="414" y="75"/>
                  </a:cubicBezTo>
                  <a:cubicBezTo>
                    <a:pt x="407" y="78"/>
                    <a:pt x="401" y="81"/>
                    <a:pt x="394" y="84"/>
                  </a:cubicBezTo>
                  <a:cubicBezTo>
                    <a:pt x="379" y="93"/>
                    <a:pt x="366" y="102"/>
                    <a:pt x="352" y="113"/>
                  </a:cubicBezTo>
                  <a:cubicBezTo>
                    <a:pt x="309" y="145"/>
                    <a:pt x="264" y="178"/>
                    <a:pt x="224" y="214"/>
                  </a:cubicBezTo>
                  <a:cubicBezTo>
                    <a:pt x="183" y="251"/>
                    <a:pt x="151" y="298"/>
                    <a:pt x="125" y="345"/>
                  </a:cubicBezTo>
                  <a:cubicBezTo>
                    <a:pt x="98" y="392"/>
                    <a:pt x="77" y="444"/>
                    <a:pt x="59" y="496"/>
                  </a:cubicBezTo>
                  <a:cubicBezTo>
                    <a:pt x="49" y="522"/>
                    <a:pt x="43" y="551"/>
                    <a:pt x="40" y="582"/>
                  </a:cubicBezTo>
                  <a:cubicBezTo>
                    <a:pt x="35" y="596"/>
                    <a:pt x="29" y="611"/>
                    <a:pt x="23" y="626"/>
                  </a:cubicBezTo>
                  <a:cubicBezTo>
                    <a:pt x="0" y="708"/>
                    <a:pt x="0" y="791"/>
                    <a:pt x="23" y="874"/>
                  </a:cubicBezTo>
                  <a:cubicBezTo>
                    <a:pt x="38" y="934"/>
                    <a:pt x="65" y="988"/>
                    <a:pt x="107" y="1033"/>
                  </a:cubicBezTo>
                  <a:cubicBezTo>
                    <a:pt x="140" y="1083"/>
                    <a:pt x="183" y="1124"/>
                    <a:pt x="238" y="1153"/>
                  </a:cubicBezTo>
                  <a:cubicBezTo>
                    <a:pt x="310" y="1195"/>
                    <a:pt x="389" y="1216"/>
                    <a:pt x="473" y="1217"/>
                  </a:cubicBezTo>
                  <a:cubicBezTo>
                    <a:pt x="530" y="1211"/>
                    <a:pt x="590" y="1205"/>
                    <a:pt x="646" y="1191"/>
                  </a:cubicBezTo>
                  <a:cubicBezTo>
                    <a:pt x="700" y="1176"/>
                    <a:pt x="755" y="1150"/>
                    <a:pt x="804" y="1128"/>
                  </a:cubicBezTo>
                  <a:cubicBezTo>
                    <a:pt x="819" y="1121"/>
                    <a:pt x="833" y="1113"/>
                    <a:pt x="848" y="1105"/>
                  </a:cubicBezTo>
                  <a:cubicBezTo>
                    <a:pt x="854" y="1101"/>
                    <a:pt x="862" y="1097"/>
                    <a:pt x="869" y="1091"/>
                  </a:cubicBezTo>
                  <a:cubicBezTo>
                    <a:pt x="907" y="1064"/>
                    <a:pt x="945" y="1035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4" y="929"/>
                    <a:pt x="1089" y="884"/>
                    <a:pt x="1119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9" y="662"/>
                    <a:pt x="1221" y="601"/>
                    <a:pt x="1216" y="512"/>
                  </a:cubicBezTo>
                  <a:cubicBezTo>
                    <a:pt x="1214" y="463"/>
                    <a:pt x="1211" y="414"/>
                    <a:pt x="1196" y="368"/>
                  </a:cubicBezTo>
                  <a:cubicBezTo>
                    <a:pt x="1188" y="350"/>
                    <a:pt x="1180" y="331"/>
                    <a:pt x="1173" y="314"/>
                  </a:cubicBezTo>
                  <a:cubicBezTo>
                    <a:pt x="1165" y="294"/>
                    <a:pt x="1157" y="274"/>
                    <a:pt x="1147" y="255"/>
                  </a:cubicBezTo>
                  <a:cubicBezTo>
                    <a:pt x="1145" y="252"/>
                    <a:pt x="1143" y="249"/>
                    <a:pt x="1141" y="246"/>
                  </a:cubicBezTo>
                  <a:cubicBezTo>
                    <a:pt x="1124" y="222"/>
                    <a:pt x="1092" y="171"/>
                    <a:pt x="1059" y="144"/>
                  </a:cubicBezTo>
                  <a:cubicBezTo>
                    <a:pt x="977" y="74"/>
                    <a:pt x="953" y="56"/>
                    <a:pt x="849" y="22"/>
                  </a:cubicBezTo>
                  <a:cubicBezTo>
                    <a:pt x="807" y="7"/>
                    <a:pt x="761" y="0"/>
                    <a:pt x="71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9"/>
            <p:cNvSpPr/>
            <p:nvPr/>
          </p:nvSpPr>
          <p:spPr>
            <a:xfrm>
              <a:off x="6354722" y="1038566"/>
              <a:ext cx="40691" cy="34731"/>
            </a:xfrm>
            <a:custGeom>
              <a:avLst/>
              <a:gdLst/>
              <a:ahLst/>
              <a:cxnLst/>
              <a:rect l="l" t="t" r="r" b="b"/>
              <a:pathLst>
                <a:path w="1304" h="1113" extrusionOk="0">
                  <a:moveTo>
                    <a:pt x="740" y="1"/>
                  </a:moveTo>
                  <a:cubicBezTo>
                    <a:pt x="461" y="1"/>
                    <a:pt x="165" y="120"/>
                    <a:pt x="78" y="327"/>
                  </a:cubicBezTo>
                  <a:cubicBezTo>
                    <a:pt x="60" y="368"/>
                    <a:pt x="43" y="410"/>
                    <a:pt x="25" y="452"/>
                  </a:cubicBezTo>
                  <a:cubicBezTo>
                    <a:pt x="4" y="521"/>
                    <a:pt x="1" y="590"/>
                    <a:pt x="15" y="660"/>
                  </a:cubicBezTo>
                  <a:cubicBezTo>
                    <a:pt x="16" y="707"/>
                    <a:pt x="28" y="750"/>
                    <a:pt x="51" y="791"/>
                  </a:cubicBezTo>
                  <a:cubicBezTo>
                    <a:pt x="73" y="856"/>
                    <a:pt x="109" y="912"/>
                    <a:pt x="160" y="959"/>
                  </a:cubicBezTo>
                  <a:lnTo>
                    <a:pt x="264" y="1041"/>
                  </a:lnTo>
                  <a:cubicBezTo>
                    <a:pt x="346" y="1088"/>
                    <a:pt x="434" y="1112"/>
                    <a:pt x="528" y="1112"/>
                  </a:cubicBezTo>
                  <a:cubicBezTo>
                    <a:pt x="535" y="1112"/>
                    <a:pt x="542" y="1113"/>
                    <a:pt x="549" y="1113"/>
                  </a:cubicBezTo>
                  <a:cubicBezTo>
                    <a:pt x="605" y="1113"/>
                    <a:pt x="663" y="1099"/>
                    <a:pt x="715" y="1089"/>
                  </a:cubicBezTo>
                  <a:cubicBezTo>
                    <a:pt x="732" y="1086"/>
                    <a:pt x="749" y="1081"/>
                    <a:pt x="766" y="1074"/>
                  </a:cubicBezTo>
                  <a:cubicBezTo>
                    <a:pt x="839" y="1047"/>
                    <a:pt x="912" y="1020"/>
                    <a:pt x="975" y="973"/>
                  </a:cubicBezTo>
                  <a:cubicBezTo>
                    <a:pt x="1016" y="942"/>
                    <a:pt x="1068" y="907"/>
                    <a:pt x="1107" y="867"/>
                  </a:cubicBezTo>
                  <a:cubicBezTo>
                    <a:pt x="1145" y="827"/>
                    <a:pt x="1178" y="781"/>
                    <a:pt x="1210" y="737"/>
                  </a:cubicBezTo>
                  <a:cubicBezTo>
                    <a:pt x="1220" y="723"/>
                    <a:pt x="1229" y="708"/>
                    <a:pt x="1237" y="691"/>
                  </a:cubicBezTo>
                  <a:cubicBezTo>
                    <a:pt x="1280" y="607"/>
                    <a:pt x="1304" y="544"/>
                    <a:pt x="1304" y="447"/>
                  </a:cubicBezTo>
                  <a:cubicBezTo>
                    <a:pt x="1304" y="401"/>
                    <a:pt x="1293" y="356"/>
                    <a:pt x="1286" y="310"/>
                  </a:cubicBezTo>
                  <a:cubicBezTo>
                    <a:pt x="1226" y="96"/>
                    <a:pt x="990" y="1"/>
                    <a:pt x="74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9"/>
            <p:cNvSpPr/>
            <p:nvPr/>
          </p:nvSpPr>
          <p:spPr>
            <a:xfrm>
              <a:off x="6427055" y="1084344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7" y="1"/>
                  </a:moveTo>
                  <a:cubicBezTo>
                    <a:pt x="691" y="2"/>
                    <a:pt x="684" y="2"/>
                    <a:pt x="677" y="2"/>
                  </a:cubicBezTo>
                  <a:cubicBezTo>
                    <a:pt x="652" y="4"/>
                    <a:pt x="555" y="15"/>
                    <a:pt x="531" y="22"/>
                  </a:cubicBezTo>
                  <a:cubicBezTo>
                    <a:pt x="508" y="30"/>
                    <a:pt x="486" y="40"/>
                    <a:pt x="464" y="50"/>
                  </a:cubicBezTo>
                  <a:cubicBezTo>
                    <a:pt x="419" y="63"/>
                    <a:pt x="380" y="86"/>
                    <a:pt x="346" y="119"/>
                  </a:cubicBezTo>
                  <a:cubicBezTo>
                    <a:pt x="315" y="143"/>
                    <a:pt x="283" y="165"/>
                    <a:pt x="255" y="193"/>
                  </a:cubicBezTo>
                  <a:cubicBezTo>
                    <a:pt x="244" y="205"/>
                    <a:pt x="232" y="216"/>
                    <a:pt x="223" y="229"/>
                  </a:cubicBezTo>
                  <a:cubicBezTo>
                    <a:pt x="185" y="276"/>
                    <a:pt x="146" y="322"/>
                    <a:pt x="114" y="372"/>
                  </a:cubicBezTo>
                  <a:cubicBezTo>
                    <a:pt x="109" y="380"/>
                    <a:pt x="105" y="387"/>
                    <a:pt x="101" y="393"/>
                  </a:cubicBezTo>
                  <a:cubicBezTo>
                    <a:pt x="88" y="417"/>
                    <a:pt x="79" y="442"/>
                    <a:pt x="68" y="469"/>
                  </a:cubicBezTo>
                  <a:cubicBezTo>
                    <a:pt x="55" y="499"/>
                    <a:pt x="46" y="516"/>
                    <a:pt x="39" y="542"/>
                  </a:cubicBezTo>
                  <a:cubicBezTo>
                    <a:pt x="33" y="559"/>
                    <a:pt x="29" y="575"/>
                    <a:pt x="27" y="592"/>
                  </a:cubicBezTo>
                  <a:cubicBezTo>
                    <a:pt x="1" y="686"/>
                    <a:pt x="1" y="779"/>
                    <a:pt x="27" y="874"/>
                  </a:cubicBezTo>
                  <a:cubicBezTo>
                    <a:pt x="43" y="943"/>
                    <a:pt x="74" y="1003"/>
                    <a:pt x="121" y="1054"/>
                  </a:cubicBezTo>
                  <a:cubicBezTo>
                    <a:pt x="159" y="1112"/>
                    <a:pt x="208" y="1157"/>
                    <a:pt x="270" y="1191"/>
                  </a:cubicBezTo>
                  <a:cubicBezTo>
                    <a:pt x="353" y="1239"/>
                    <a:pt x="443" y="1263"/>
                    <a:pt x="538" y="1263"/>
                  </a:cubicBezTo>
                  <a:cubicBezTo>
                    <a:pt x="546" y="1263"/>
                    <a:pt x="554" y="1264"/>
                    <a:pt x="563" y="1264"/>
                  </a:cubicBezTo>
                  <a:cubicBezTo>
                    <a:pt x="574" y="1264"/>
                    <a:pt x="586" y="1263"/>
                    <a:pt x="598" y="1262"/>
                  </a:cubicBezTo>
                  <a:cubicBezTo>
                    <a:pt x="651" y="1257"/>
                    <a:pt x="704" y="1249"/>
                    <a:pt x="758" y="1241"/>
                  </a:cubicBezTo>
                  <a:cubicBezTo>
                    <a:pt x="768" y="1239"/>
                    <a:pt x="778" y="1237"/>
                    <a:pt x="788" y="1235"/>
                  </a:cubicBezTo>
                  <a:cubicBezTo>
                    <a:pt x="828" y="1225"/>
                    <a:pt x="864" y="1209"/>
                    <a:pt x="903" y="1192"/>
                  </a:cubicBezTo>
                  <a:cubicBezTo>
                    <a:pt x="993" y="1154"/>
                    <a:pt x="973" y="1167"/>
                    <a:pt x="1071" y="1085"/>
                  </a:cubicBezTo>
                  <a:cubicBezTo>
                    <a:pt x="1074" y="1083"/>
                    <a:pt x="1077" y="1080"/>
                    <a:pt x="1079" y="1078"/>
                  </a:cubicBezTo>
                  <a:cubicBezTo>
                    <a:pt x="1086" y="1071"/>
                    <a:pt x="1094" y="1065"/>
                    <a:pt x="1100" y="1059"/>
                  </a:cubicBezTo>
                  <a:cubicBezTo>
                    <a:pt x="1139" y="1019"/>
                    <a:pt x="1171" y="972"/>
                    <a:pt x="1204" y="929"/>
                  </a:cubicBezTo>
                  <a:cubicBezTo>
                    <a:pt x="1209" y="922"/>
                    <a:pt x="1215" y="914"/>
                    <a:pt x="1219" y="906"/>
                  </a:cubicBezTo>
                  <a:cubicBezTo>
                    <a:pt x="1221" y="903"/>
                    <a:pt x="1223" y="900"/>
                    <a:pt x="1226" y="897"/>
                  </a:cubicBezTo>
                  <a:cubicBezTo>
                    <a:pt x="1237" y="879"/>
                    <a:pt x="1245" y="860"/>
                    <a:pt x="1251" y="839"/>
                  </a:cubicBezTo>
                  <a:cubicBezTo>
                    <a:pt x="1263" y="822"/>
                    <a:pt x="1272" y="804"/>
                    <a:pt x="1274" y="784"/>
                  </a:cubicBezTo>
                  <a:cubicBezTo>
                    <a:pt x="1303" y="689"/>
                    <a:pt x="1289" y="591"/>
                    <a:pt x="1275" y="497"/>
                  </a:cubicBezTo>
                  <a:cubicBezTo>
                    <a:pt x="1263" y="450"/>
                    <a:pt x="1242" y="410"/>
                    <a:pt x="1211" y="375"/>
                  </a:cubicBezTo>
                  <a:cubicBezTo>
                    <a:pt x="1208" y="372"/>
                    <a:pt x="1206" y="369"/>
                    <a:pt x="1202" y="366"/>
                  </a:cubicBezTo>
                  <a:cubicBezTo>
                    <a:pt x="1187" y="327"/>
                    <a:pt x="1170" y="289"/>
                    <a:pt x="1154" y="251"/>
                  </a:cubicBezTo>
                  <a:cubicBezTo>
                    <a:pt x="1128" y="217"/>
                    <a:pt x="1102" y="184"/>
                    <a:pt x="1076" y="150"/>
                  </a:cubicBezTo>
                  <a:cubicBezTo>
                    <a:pt x="1061" y="136"/>
                    <a:pt x="990" y="81"/>
                    <a:pt x="973" y="71"/>
                  </a:cubicBezTo>
                  <a:cubicBezTo>
                    <a:pt x="893" y="20"/>
                    <a:pt x="861" y="22"/>
                    <a:pt x="782" y="10"/>
                  </a:cubicBezTo>
                  <a:cubicBezTo>
                    <a:pt x="750" y="6"/>
                    <a:pt x="726" y="1"/>
                    <a:pt x="69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9"/>
            <p:cNvSpPr/>
            <p:nvPr/>
          </p:nvSpPr>
          <p:spPr>
            <a:xfrm>
              <a:off x="6236860" y="915618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8"/>
                  </a:cubicBezTo>
                  <a:cubicBezTo>
                    <a:pt x="364" y="26"/>
                    <a:pt x="324" y="43"/>
                    <a:pt x="286" y="68"/>
                  </a:cubicBezTo>
                  <a:cubicBezTo>
                    <a:pt x="204" y="116"/>
                    <a:pt x="155" y="176"/>
                    <a:pt x="103" y="254"/>
                  </a:cubicBezTo>
                  <a:cubicBezTo>
                    <a:pt x="27" y="367"/>
                    <a:pt x="1" y="532"/>
                    <a:pt x="42" y="664"/>
                  </a:cubicBezTo>
                  <a:cubicBezTo>
                    <a:pt x="59" y="716"/>
                    <a:pt x="83" y="768"/>
                    <a:pt x="106" y="817"/>
                  </a:cubicBezTo>
                  <a:cubicBezTo>
                    <a:pt x="113" y="831"/>
                    <a:pt x="120" y="845"/>
                    <a:pt x="127" y="857"/>
                  </a:cubicBezTo>
                  <a:cubicBezTo>
                    <a:pt x="152" y="898"/>
                    <a:pt x="193" y="954"/>
                    <a:pt x="221" y="982"/>
                  </a:cubicBezTo>
                  <a:cubicBezTo>
                    <a:pt x="288" y="1050"/>
                    <a:pt x="379" y="1091"/>
                    <a:pt x="469" y="1120"/>
                  </a:cubicBezTo>
                  <a:cubicBezTo>
                    <a:pt x="502" y="1124"/>
                    <a:pt x="534" y="1128"/>
                    <a:pt x="567" y="1132"/>
                  </a:cubicBezTo>
                  <a:cubicBezTo>
                    <a:pt x="571" y="1133"/>
                    <a:pt x="575" y="1133"/>
                    <a:pt x="579" y="1133"/>
                  </a:cubicBezTo>
                  <a:cubicBezTo>
                    <a:pt x="625" y="1133"/>
                    <a:pt x="668" y="1122"/>
                    <a:pt x="708" y="1101"/>
                  </a:cubicBezTo>
                  <a:cubicBezTo>
                    <a:pt x="738" y="1093"/>
                    <a:pt x="766" y="1077"/>
                    <a:pt x="789" y="1054"/>
                  </a:cubicBezTo>
                  <a:cubicBezTo>
                    <a:pt x="828" y="1028"/>
                    <a:pt x="860" y="994"/>
                    <a:pt x="883" y="951"/>
                  </a:cubicBezTo>
                  <a:cubicBezTo>
                    <a:pt x="892" y="930"/>
                    <a:pt x="904" y="912"/>
                    <a:pt x="916" y="893"/>
                  </a:cubicBezTo>
                  <a:cubicBezTo>
                    <a:pt x="947" y="844"/>
                    <a:pt x="956" y="793"/>
                    <a:pt x="973" y="742"/>
                  </a:cubicBezTo>
                  <a:cubicBezTo>
                    <a:pt x="975" y="736"/>
                    <a:pt x="978" y="729"/>
                    <a:pt x="981" y="723"/>
                  </a:cubicBezTo>
                  <a:cubicBezTo>
                    <a:pt x="991" y="702"/>
                    <a:pt x="1000" y="680"/>
                    <a:pt x="1008" y="657"/>
                  </a:cubicBezTo>
                  <a:cubicBezTo>
                    <a:pt x="1032" y="568"/>
                    <a:pt x="1032" y="479"/>
                    <a:pt x="1008" y="390"/>
                  </a:cubicBezTo>
                  <a:cubicBezTo>
                    <a:pt x="1007" y="383"/>
                    <a:pt x="1005" y="375"/>
                    <a:pt x="1004" y="366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80" y="276"/>
                    <a:pt x="938" y="205"/>
                    <a:pt x="878" y="144"/>
                  </a:cubicBezTo>
                  <a:cubicBezTo>
                    <a:pt x="846" y="115"/>
                    <a:pt x="814" y="90"/>
                    <a:pt x="777" y="66"/>
                  </a:cubicBezTo>
                  <a:cubicBezTo>
                    <a:pt x="723" y="31"/>
                    <a:pt x="663" y="13"/>
                    <a:pt x="598" y="9"/>
                  </a:cubicBezTo>
                  <a:cubicBezTo>
                    <a:pt x="572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9"/>
            <p:cNvSpPr/>
            <p:nvPr/>
          </p:nvSpPr>
          <p:spPr>
            <a:xfrm>
              <a:off x="6315528" y="1128780"/>
              <a:ext cx="30550" cy="32360"/>
            </a:xfrm>
            <a:custGeom>
              <a:avLst/>
              <a:gdLst/>
              <a:ahLst/>
              <a:cxnLst/>
              <a:rect l="l" t="t" r="r" b="b"/>
              <a:pathLst>
                <a:path w="979" h="1037" extrusionOk="0">
                  <a:moveTo>
                    <a:pt x="474" y="0"/>
                  </a:moveTo>
                  <a:cubicBezTo>
                    <a:pt x="404" y="0"/>
                    <a:pt x="339" y="18"/>
                    <a:pt x="278" y="54"/>
                  </a:cubicBezTo>
                  <a:cubicBezTo>
                    <a:pt x="220" y="88"/>
                    <a:pt x="172" y="134"/>
                    <a:pt x="138" y="193"/>
                  </a:cubicBezTo>
                  <a:cubicBezTo>
                    <a:pt x="118" y="234"/>
                    <a:pt x="101" y="275"/>
                    <a:pt x="85" y="317"/>
                  </a:cubicBezTo>
                  <a:cubicBezTo>
                    <a:pt x="80" y="330"/>
                    <a:pt x="76" y="342"/>
                    <a:pt x="72" y="356"/>
                  </a:cubicBezTo>
                  <a:cubicBezTo>
                    <a:pt x="72" y="357"/>
                    <a:pt x="72" y="358"/>
                    <a:pt x="72" y="359"/>
                  </a:cubicBezTo>
                  <a:cubicBezTo>
                    <a:pt x="71" y="361"/>
                    <a:pt x="69" y="363"/>
                    <a:pt x="68" y="366"/>
                  </a:cubicBezTo>
                  <a:cubicBezTo>
                    <a:pt x="52" y="401"/>
                    <a:pt x="37" y="437"/>
                    <a:pt x="23" y="472"/>
                  </a:cubicBezTo>
                  <a:cubicBezTo>
                    <a:pt x="1" y="552"/>
                    <a:pt x="1" y="630"/>
                    <a:pt x="23" y="709"/>
                  </a:cubicBezTo>
                  <a:cubicBezTo>
                    <a:pt x="36" y="767"/>
                    <a:pt x="63" y="818"/>
                    <a:pt x="102" y="860"/>
                  </a:cubicBezTo>
                  <a:cubicBezTo>
                    <a:pt x="134" y="909"/>
                    <a:pt x="176" y="947"/>
                    <a:pt x="227" y="976"/>
                  </a:cubicBezTo>
                  <a:cubicBezTo>
                    <a:pt x="278" y="1008"/>
                    <a:pt x="334" y="1026"/>
                    <a:pt x="392" y="1028"/>
                  </a:cubicBezTo>
                  <a:cubicBezTo>
                    <a:pt x="417" y="1034"/>
                    <a:pt x="442" y="1036"/>
                    <a:pt x="466" y="1036"/>
                  </a:cubicBezTo>
                  <a:cubicBezTo>
                    <a:pt x="501" y="1036"/>
                    <a:pt x="535" y="1031"/>
                    <a:pt x="570" y="1021"/>
                  </a:cubicBezTo>
                  <a:cubicBezTo>
                    <a:pt x="646" y="999"/>
                    <a:pt x="711" y="961"/>
                    <a:pt x="767" y="906"/>
                  </a:cubicBezTo>
                  <a:cubicBezTo>
                    <a:pt x="789" y="884"/>
                    <a:pt x="807" y="856"/>
                    <a:pt x="827" y="831"/>
                  </a:cubicBezTo>
                  <a:cubicBezTo>
                    <a:pt x="884" y="759"/>
                    <a:pt x="925" y="716"/>
                    <a:pt x="948" y="623"/>
                  </a:cubicBezTo>
                  <a:cubicBezTo>
                    <a:pt x="950" y="616"/>
                    <a:pt x="951" y="608"/>
                    <a:pt x="952" y="601"/>
                  </a:cubicBezTo>
                  <a:cubicBezTo>
                    <a:pt x="969" y="514"/>
                    <a:pt x="978" y="448"/>
                    <a:pt x="954" y="360"/>
                  </a:cubicBezTo>
                  <a:cubicBezTo>
                    <a:pt x="948" y="320"/>
                    <a:pt x="932" y="285"/>
                    <a:pt x="909" y="255"/>
                  </a:cubicBezTo>
                  <a:cubicBezTo>
                    <a:pt x="883" y="205"/>
                    <a:pt x="845" y="166"/>
                    <a:pt x="799" y="135"/>
                  </a:cubicBezTo>
                  <a:cubicBezTo>
                    <a:pt x="770" y="108"/>
                    <a:pt x="736" y="90"/>
                    <a:pt x="699" y="76"/>
                  </a:cubicBezTo>
                  <a:cubicBezTo>
                    <a:pt x="689" y="68"/>
                    <a:pt x="681" y="60"/>
                    <a:pt x="671" y="54"/>
                  </a:cubicBezTo>
                  <a:cubicBezTo>
                    <a:pt x="610" y="18"/>
                    <a:pt x="544" y="0"/>
                    <a:pt x="47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9"/>
            <p:cNvSpPr/>
            <p:nvPr/>
          </p:nvSpPr>
          <p:spPr>
            <a:xfrm>
              <a:off x="6384366" y="1162044"/>
              <a:ext cx="39069" cy="36635"/>
            </a:xfrm>
            <a:custGeom>
              <a:avLst/>
              <a:gdLst/>
              <a:ahLst/>
              <a:cxnLst/>
              <a:rect l="l" t="t" r="r" b="b"/>
              <a:pathLst>
                <a:path w="1252" h="1174" extrusionOk="0">
                  <a:moveTo>
                    <a:pt x="556" y="1"/>
                  </a:moveTo>
                  <a:cubicBezTo>
                    <a:pt x="512" y="1"/>
                    <a:pt x="468" y="8"/>
                    <a:pt x="424" y="22"/>
                  </a:cubicBezTo>
                  <a:cubicBezTo>
                    <a:pt x="350" y="39"/>
                    <a:pt x="286" y="73"/>
                    <a:pt x="230" y="123"/>
                  </a:cubicBezTo>
                  <a:cubicBezTo>
                    <a:pt x="169" y="163"/>
                    <a:pt x="120" y="216"/>
                    <a:pt x="85" y="282"/>
                  </a:cubicBezTo>
                  <a:lnTo>
                    <a:pt x="27" y="418"/>
                  </a:lnTo>
                  <a:cubicBezTo>
                    <a:pt x="0" y="519"/>
                    <a:pt x="0" y="619"/>
                    <a:pt x="27" y="720"/>
                  </a:cubicBezTo>
                  <a:cubicBezTo>
                    <a:pt x="46" y="765"/>
                    <a:pt x="66" y="810"/>
                    <a:pt x="85" y="855"/>
                  </a:cubicBezTo>
                  <a:cubicBezTo>
                    <a:pt x="135" y="941"/>
                    <a:pt x="203" y="1008"/>
                    <a:pt x="288" y="1059"/>
                  </a:cubicBezTo>
                  <a:cubicBezTo>
                    <a:pt x="290" y="1060"/>
                    <a:pt x="291" y="1061"/>
                    <a:pt x="293" y="1062"/>
                  </a:cubicBezTo>
                  <a:cubicBezTo>
                    <a:pt x="338" y="1081"/>
                    <a:pt x="383" y="1100"/>
                    <a:pt x="429" y="1120"/>
                  </a:cubicBezTo>
                  <a:cubicBezTo>
                    <a:pt x="433" y="1121"/>
                    <a:pt x="439" y="1123"/>
                    <a:pt x="443" y="1124"/>
                  </a:cubicBezTo>
                  <a:lnTo>
                    <a:pt x="465" y="1131"/>
                  </a:lnTo>
                  <a:cubicBezTo>
                    <a:pt x="481" y="1137"/>
                    <a:pt x="499" y="1143"/>
                    <a:pt x="516" y="1148"/>
                  </a:cubicBezTo>
                  <a:cubicBezTo>
                    <a:pt x="547" y="1159"/>
                    <a:pt x="565" y="1158"/>
                    <a:pt x="608" y="1165"/>
                  </a:cubicBezTo>
                  <a:cubicBezTo>
                    <a:pt x="644" y="1169"/>
                    <a:pt x="659" y="1173"/>
                    <a:pt x="679" y="1173"/>
                  </a:cubicBezTo>
                  <a:cubicBezTo>
                    <a:pt x="685" y="1173"/>
                    <a:pt x="693" y="1173"/>
                    <a:pt x="701" y="1172"/>
                  </a:cubicBezTo>
                  <a:cubicBezTo>
                    <a:pt x="717" y="1170"/>
                    <a:pt x="734" y="1168"/>
                    <a:pt x="749" y="1167"/>
                  </a:cubicBezTo>
                  <a:cubicBezTo>
                    <a:pt x="839" y="1166"/>
                    <a:pt x="923" y="1144"/>
                    <a:pt x="1002" y="1098"/>
                  </a:cubicBezTo>
                  <a:cubicBezTo>
                    <a:pt x="1077" y="1054"/>
                    <a:pt x="1137" y="994"/>
                    <a:pt x="1181" y="919"/>
                  </a:cubicBezTo>
                  <a:cubicBezTo>
                    <a:pt x="1227" y="841"/>
                    <a:pt x="1249" y="756"/>
                    <a:pt x="1250" y="666"/>
                  </a:cubicBezTo>
                  <a:cubicBezTo>
                    <a:pt x="1252" y="597"/>
                    <a:pt x="1237" y="533"/>
                    <a:pt x="1206" y="474"/>
                  </a:cubicBezTo>
                  <a:cubicBezTo>
                    <a:pt x="1199" y="453"/>
                    <a:pt x="1188" y="434"/>
                    <a:pt x="1178" y="414"/>
                  </a:cubicBezTo>
                  <a:lnTo>
                    <a:pt x="1181" y="414"/>
                  </a:lnTo>
                  <a:cubicBezTo>
                    <a:pt x="1174" y="400"/>
                    <a:pt x="1168" y="387"/>
                    <a:pt x="1162" y="373"/>
                  </a:cubicBezTo>
                  <a:cubicBezTo>
                    <a:pt x="1159" y="367"/>
                    <a:pt x="1155" y="360"/>
                    <a:pt x="1152" y="352"/>
                  </a:cubicBezTo>
                  <a:cubicBezTo>
                    <a:pt x="1123" y="316"/>
                    <a:pt x="1095" y="278"/>
                    <a:pt x="1066" y="241"/>
                  </a:cubicBezTo>
                  <a:lnTo>
                    <a:pt x="1062" y="238"/>
                  </a:lnTo>
                  <a:cubicBezTo>
                    <a:pt x="1058" y="234"/>
                    <a:pt x="1055" y="232"/>
                    <a:pt x="1051" y="229"/>
                  </a:cubicBezTo>
                  <a:cubicBezTo>
                    <a:pt x="1038" y="217"/>
                    <a:pt x="1026" y="207"/>
                    <a:pt x="1012" y="196"/>
                  </a:cubicBezTo>
                  <a:cubicBezTo>
                    <a:pt x="1007" y="191"/>
                    <a:pt x="1001" y="187"/>
                    <a:pt x="994" y="182"/>
                  </a:cubicBezTo>
                  <a:cubicBezTo>
                    <a:pt x="991" y="179"/>
                    <a:pt x="987" y="175"/>
                    <a:pt x="983" y="172"/>
                  </a:cubicBezTo>
                  <a:cubicBezTo>
                    <a:pt x="964" y="156"/>
                    <a:pt x="944" y="141"/>
                    <a:pt x="923" y="126"/>
                  </a:cubicBezTo>
                  <a:cubicBezTo>
                    <a:pt x="905" y="105"/>
                    <a:pt x="884" y="90"/>
                    <a:pt x="860" y="79"/>
                  </a:cubicBezTo>
                  <a:cubicBezTo>
                    <a:pt x="795" y="37"/>
                    <a:pt x="725" y="15"/>
                    <a:pt x="650" y="11"/>
                  </a:cubicBezTo>
                  <a:cubicBezTo>
                    <a:pt x="619" y="4"/>
                    <a:pt x="587" y="1"/>
                    <a:pt x="55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9"/>
            <p:cNvSpPr/>
            <p:nvPr/>
          </p:nvSpPr>
          <p:spPr>
            <a:xfrm>
              <a:off x="6312033" y="913059"/>
              <a:ext cx="35605" cy="43094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624" y="0"/>
                  </a:moveTo>
                  <a:cubicBezTo>
                    <a:pt x="582" y="0"/>
                    <a:pt x="540" y="5"/>
                    <a:pt x="493" y="16"/>
                  </a:cubicBezTo>
                  <a:cubicBezTo>
                    <a:pt x="484" y="17"/>
                    <a:pt x="476" y="20"/>
                    <a:pt x="468" y="23"/>
                  </a:cubicBezTo>
                  <a:cubicBezTo>
                    <a:pt x="428" y="37"/>
                    <a:pt x="384" y="54"/>
                    <a:pt x="347" y="76"/>
                  </a:cubicBezTo>
                  <a:cubicBezTo>
                    <a:pt x="329" y="86"/>
                    <a:pt x="307" y="106"/>
                    <a:pt x="296" y="114"/>
                  </a:cubicBezTo>
                  <a:cubicBezTo>
                    <a:pt x="280" y="127"/>
                    <a:pt x="260" y="141"/>
                    <a:pt x="245" y="155"/>
                  </a:cubicBezTo>
                  <a:cubicBezTo>
                    <a:pt x="225" y="173"/>
                    <a:pt x="209" y="197"/>
                    <a:pt x="193" y="218"/>
                  </a:cubicBezTo>
                  <a:cubicBezTo>
                    <a:pt x="169" y="249"/>
                    <a:pt x="145" y="278"/>
                    <a:pt x="129" y="313"/>
                  </a:cubicBezTo>
                  <a:cubicBezTo>
                    <a:pt x="105" y="362"/>
                    <a:pt x="82" y="413"/>
                    <a:pt x="66" y="464"/>
                  </a:cubicBezTo>
                  <a:cubicBezTo>
                    <a:pt x="56" y="491"/>
                    <a:pt x="52" y="522"/>
                    <a:pt x="47" y="549"/>
                  </a:cubicBezTo>
                  <a:cubicBezTo>
                    <a:pt x="28" y="637"/>
                    <a:pt x="1" y="731"/>
                    <a:pt x="9" y="821"/>
                  </a:cubicBezTo>
                  <a:cubicBezTo>
                    <a:pt x="12" y="854"/>
                    <a:pt x="15" y="896"/>
                    <a:pt x="24" y="930"/>
                  </a:cubicBezTo>
                  <a:cubicBezTo>
                    <a:pt x="36" y="985"/>
                    <a:pt x="60" y="1023"/>
                    <a:pt x="93" y="1066"/>
                  </a:cubicBezTo>
                  <a:cubicBezTo>
                    <a:pt x="108" y="1085"/>
                    <a:pt x="122" y="1101"/>
                    <a:pt x="139" y="1117"/>
                  </a:cubicBezTo>
                  <a:cubicBezTo>
                    <a:pt x="145" y="1133"/>
                    <a:pt x="153" y="1148"/>
                    <a:pt x="160" y="1164"/>
                  </a:cubicBezTo>
                  <a:cubicBezTo>
                    <a:pt x="199" y="1229"/>
                    <a:pt x="251" y="1281"/>
                    <a:pt x="316" y="1320"/>
                  </a:cubicBezTo>
                  <a:cubicBezTo>
                    <a:pt x="366" y="1353"/>
                    <a:pt x="421" y="1369"/>
                    <a:pt x="478" y="1372"/>
                  </a:cubicBezTo>
                  <a:cubicBezTo>
                    <a:pt x="502" y="1378"/>
                    <a:pt x="527" y="1380"/>
                    <a:pt x="551" y="1380"/>
                  </a:cubicBezTo>
                  <a:cubicBezTo>
                    <a:pt x="585" y="1380"/>
                    <a:pt x="618" y="1375"/>
                    <a:pt x="652" y="1364"/>
                  </a:cubicBezTo>
                  <a:cubicBezTo>
                    <a:pt x="726" y="1343"/>
                    <a:pt x="790" y="1306"/>
                    <a:pt x="844" y="1252"/>
                  </a:cubicBezTo>
                  <a:cubicBezTo>
                    <a:pt x="897" y="1190"/>
                    <a:pt x="949" y="1125"/>
                    <a:pt x="989" y="1055"/>
                  </a:cubicBezTo>
                  <a:cubicBezTo>
                    <a:pt x="1029" y="986"/>
                    <a:pt x="1060" y="910"/>
                    <a:pt x="1086" y="836"/>
                  </a:cubicBezTo>
                  <a:cubicBezTo>
                    <a:pt x="1102" y="791"/>
                    <a:pt x="1112" y="744"/>
                    <a:pt x="1120" y="698"/>
                  </a:cubicBezTo>
                  <a:cubicBezTo>
                    <a:pt x="1127" y="645"/>
                    <a:pt x="1138" y="584"/>
                    <a:pt x="1140" y="528"/>
                  </a:cubicBezTo>
                  <a:cubicBezTo>
                    <a:pt x="1141" y="500"/>
                    <a:pt x="1135" y="472"/>
                    <a:pt x="1131" y="444"/>
                  </a:cubicBezTo>
                  <a:cubicBezTo>
                    <a:pt x="1127" y="413"/>
                    <a:pt x="1126" y="387"/>
                    <a:pt x="1117" y="358"/>
                  </a:cubicBezTo>
                  <a:cubicBezTo>
                    <a:pt x="1088" y="277"/>
                    <a:pt x="1048" y="197"/>
                    <a:pt x="983" y="140"/>
                  </a:cubicBezTo>
                  <a:cubicBezTo>
                    <a:pt x="917" y="81"/>
                    <a:pt x="844" y="32"/>
                    <a:pt x="755" y="14"/>
                  </a:cubicBezTo>
                  <a:cubicBezTo>
                    <a:pt x="708" y="5"/>
                    <a:pt x="666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9"/>
            <p:cNvSpPr/>
            <p:nvPr/>
          </p:nvSpPr>
          <p:spPr>
            <a:xfrm>
              <a:off x="6181222" y="958868"/>
              <a:ext cx="42813" cy="45466"/>
            </a:xfrm>
            <a:custGeom>
              <a:avLst/>
              <a:gdLst/>
              <a:ahLst/>
              <a:cxnLst/>
              <a:rect l="l" t="t" r="r" b="b"/>
              <a:pathLst>
                <a:path w="1372" h="1457" extrusionOk="0">
                  <a:moveTo>
                    <a:pt x="760" y="1"/>
                  </a:moveTo>
                  <a:cubicBezTo>
                    <a:pt x="758" y="1"/>
                    <a:pt x="756" y="1"/>
                    <a:pt x="754" y="1"/>
                  </a:cubicBezTo>
                  <a:cubicBezTo>
                    <a:pt x="415" y="12"/>
                    <a:pt x="64" y="217"/>
                    <a:pt x="24" y="579"/>
                  </a:cubicBezTo>
                  <a:cubicBezTo>
                    <a:pt x="0" y="798"/>
                    <a:pt x="90" y="1021"/>
                    <a:pt x="241" y="1181"/>
                  </a:cubicBezTo>
                  <a:cubicBezTo>
                    <a:pt x="398" y="1347"/>
                    <a:pt x="597" y="1457"/>
                    <a:pt x="811" y="1457"/>
                  </a:cubicBezTo>
                  <a:cubicBezTo>
                    <a:pt x="875" y="1457"/>
                    <a:pt x="941" y="1447"/>
                    <a:pt x="1008" y="1425"/>
                  </a:cubicBezTo>
                  <a:cubicBezTo>
                    <a:pt x="1302" y="1330"/>
                    <a:pt x="1371" y="971"/>
                    <a:pt x="1337" y="657"/>
                  </a:cubicBezTo>
                  <a:cubicBezTo>
                    <a:pt x="1322" y="526"/>
                    <a:pt x="1291" y="403"/>
                    <a:pt x="1249" y="311"/>
                  </a:cubicBezTo>
                  <a:cubicBezTo>
                    <a:pt x="1245" y="300"/>
                    <a:pt x="1239" y="290"/>
                    <a:pt x="1234" y="280"/>
                  </a:cubicBezTo>
                  <a:cubicBezTo>
                    <a:pt x="1230" y="274"/>
                    <a:pt x="1226" y="269"/>
                    <a:pt x="1223" y="262"/>
                  </a:cubicBezTo>
                  <a:cubicBezTo>
                    <a:pt x="1201" y="232"/>
                    <a:pt x="1173" y="195"/>
                    <a:pt x="1149" y="168"/>
                  </a:cubicBezTo>
                  <a:cubicBezTo>
                    <a:pt x="1082" y="95"/>
                    <a:pt x="1005" y="56"/>
                    <a:pt x="914" y="24"/>
                  </a:cubicBezTo>
                  <a:cubicBezTo>
                    <a:pt x="905" y="21"/>
                    <a:pt x="897" y="19"/>
                    <a:pt x="889" y="16"/>
                  </a:cubicBezTo>
                  <a:cubicBezTo>
                    <a:pt x="848" y="9"/>
                    <a:pt x="803" y="1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9"/>
            <p:cNvSpPr/>
            <p:nvPr/>
          </p:nvSpPr>
          <p:spPr>
            <a:xfrm>
              <a:off x="6147676" y="1091365"/>
              <a:ext cx="44405" cy="38507"/>
            </a:xfrm>
            <a:custGeom>
              <a:avLst/>
              <a:gdLst/>
              <a:ahLst/>
              <a:cxnLst/>
              <a:rect l="l" t="t" r="r" b="b"/>
              <a:pathLst>
                <a:path w="1423" h="1234" extrusionOk="0">
                  <a:moveTo>
                    <a:pt x="684" y="0"/>
                  </a:moveTo>
                  <a:cubicBezTo>
                    <a:pt x="678" y="0"/>
                    <a:pt x="673" y="0"/>
                    <a:pt x="668" y="1"/>
                  </a:cubicBezTo>
                  <a:cubicBezTo>
                    <a:pt x="618" y="6"/>
                    <a:pt x="566" y="13"/>
                    <a:pt x="516" y="22"/>
                  </a:cubicBezTo>
                  <a:cubicBezTo>
                    <a:pt x="511" y="22"/>
                    <a:pt x="506" y="23"/>
                    <a:pt x="501" y="24"/>
                  </a:cubicBezTo>
                  <a:cubicBezTo>
                    <a:pt x="491" y="26"/>
                    <a:pt x="481" y="29"/>
                    <a:pt x="471" y="33"/>
                  </a:cubicBezTo>
                  <a:cubicBezTo>
                    <a:pt x="427" y="49"/>
                    <a:pt x="378" y="70"/>
                    <a:pt x="335" y="90"/>
                  </a:cubicBezTo>
                  <a:cubicBezTo>
                    <a:pt x="331" y="92"/>
                    <a:pt x="327" y="94"/>
                    <a:pt x="324" y="96"/>
                  </a:cubicBezTo>
                  <a:cubicBezTo>
                    <a:pt x="278" y="122"/>
                    <a:pt x="224" y="168"/>
                    <a:pt x="193" y="194"/>
                  </a:cubicBezTo>
                  <a:cubicBezTo>
                    <a:pt x="184" y="202"/>
                    <a:pt x="177" y="208"/>
                    <a:pt x="171" y="216"/>
                  </a:cubicBezTo>
                  <a:cubicBezTo>
                    <a:pt x="138" y="252"/>
                    <a:pt x="107" y="291"/>
                    <a:pt x="81" y="333"/>
                  </a:cubicBezTo>
                  <a:cubicBezTo>
                    <a:pt x="79" y="336"/>
                    <a:pt x="78" y="339"/>
                    <a:pt x="77" y="341"/>
                  </a:cubicBezTo>
                  <a:cubicBezTo>
                    <a:pt x="59" y="383"/>
                    <a:pt x="41" y="425"/>
                    <a:pt x="23" y="467"/>
                  </a:cubicBezTo>
                  <a:cubicBezTo>
                    <a:pt x="22" y="469"/>
                    <a:pt x="22" y="470"/>
                    <a:pt x="21" y="472"/>
                  </a:cubicBezTo>
                  <a:cubicBezTo>
                    <a:pt x="20" y="475"/>
                    <a:pt x="20" y="478"/>
                    <a:pt x="19" y="481"/>
                  </a:cubicBezTo>
                  <a:cubicBezTo>
                    <a:pt x="16" y="504"/>
                    <a:pt x="13" y="527"/>
                    <a:pt x="10" y="550"/>
                  </a:cubicBezTo>
                  <a:cubicBezTo>
                    <a:pt x="5" y="575"/>
                    <a:pt x="2" y="601"/>
                    <a:pt x="0" y="626"/>
                  </a:cubicBezTo>
                  <a:cubicBezTo>
                    <a:pt x="3" y="649"/>
                    <a:pt x="7" y="672"/>
                    <a:pt x="10" y="695"/>
                  </a:cubicBezTo>
                  <a:cubicBezTo>
                    <a:pt x="10" y="742"/>
                    <a:pt x="21" y="786"/>
                    <a:pt x="45" y="828"/>
                  </a:cubicBezTo>
                  <a:cubicBezTo>
                    <a:pt x="77" y="902"/>
                    <a:pt x="83" y="930"/>
                    <a:pt x="154" y="997"/>
                  </a:cubicBezTo>
                  <a:lnTo>
                    <a:pt x="157" y="1000"/>
                  </a:lnTo>
                  <a:cubicBezTo>
                    <a:pt x="171" y="1012"/>
                    <a:pt x="248" y="1074"/>
                    <a:pt x="264" y="1083"/>
                  </a:cubicBezTo>
                  <a:cubicBezTo>
                    <a:pt x="266" y="1083"/>
                    <a:pt x="267" y="1084"/>
                    <a:pt x="269" y="1085"/>
                  </a:cubicBezTo>
                  <a:cubicBezTo>
                    <a:pt x="284" y="1095"/>
                    <a:pt x="376" y="1133"/>
                    <a:pt x="393" y="1138"/>
                  </a:cubicBezTo>
                  <a:cubicBezTo>
                    <a:pt x="411" y="1143"/>
                    <a:pt x="427" y="1144"/>
                    <a:pt x="445" y="1146"/>
                  </a:cubicBezTo>
                  <a:lnTo>
                    <a:pt x="446" y="1146"/>
                  </a:lnTo>
                  <a:cubicBezTo>
                    <a:pt x="449" y="1148"/>
                    <a:pt x="452" y="1149"/>
                    <a:pt x="457" y="1151"/>
                  </a:cubicBezTo>
                  <a:cubicBezTo>
                    <a:pt x="484" y="1164"/>
                    <a:pt x="571" y="1203"/>
                    <a:pt x="600" y="1212"/>
                  </a:cubicBezTo>
                  <a:cubicBezTo>
                    <a:pt x="614" y="1216"/>
                    <a:pt x="744" y="1234"/>
                    <a:pt x="759" y="1234"/>
                  </a:cubicBezTo>
                  <a:cubicBezTo>
                    <a:pt x="788" y="1233"/>
                    <a:pt x="811" y="1227"/>
                    <a:pt x="844" y="1223"/>
                  </a:cubicBezTo>
                  <a:cubicBezTo>
                    <a:pt x="872" y="1219"/>
                    <a:pt x="908" y="1216"/>
                    <a:pt x="939" y="1210"/>
                  </a:cubicBezTo>
                  <a:cubicBezTo>
                    <a:pt x="951" y="1207"/>
                    <a:pt x="963" y="1203"/>
                    <a:pt x="975" y="1198"/>
                  </a:cubicBezTo>
                  <a:cubicBezTo>
                    <a:pt x="1024" y="1179"/>
                    <a:pt x="1076" y="1158"/>
                    <a:pt x="1123" y="1135"/>
                  </a:cubicBezTo>
                  <a:cubicBezTo>
                    <a:pt x="1130" y="1132"/>
                    <a:pt x="1136" y="1128"/>
                    <a:pt x="1142" y="1125"/>
                  </a:cubicBezTo>
                  <a:cubicBezTo>
                    <a:pt x="1225" y="1076"/>
                    <a:pt x="1291" y="1009"/>
                    <a:pt x="1340" y="926"/>
                  </a:cubicBezTo>
                  <a:cubicBezTo>
                    <a:pt x="1381" y="862"/>
                    <a:pt x="1403" y="794"/>
                    <a:pt x="1406" y="720"/>
                  </a:cubicBezTo>
                  <a:cubicBezTo>
                    <a:pt x="1423" y="647"/>
                    <a:pt x="1419" y="572"/>
                    <a:pt x="1396" y="499"/>
                  </a:cubicBezTo>
                  <a:cubicBezTo>
                    <a:pt x="1370" y="405"/>
                    <a:pt x="1322" y="323"/>
                    <a:pt x="1254" y="254"/>
                  </a:cubicBezTo>
                  <a:cubicBezTo>
                    <a:pt x="1254" y="254"/>
                    <a:pt x="1253" y="253"/>
                    <a:pt x="1253" y="253"/>
                  </a:cubicBezTo>
                  <a:lnTo>
                    <a:pt x="1253" y="253"/>
                  </a:lnTo>
                  <a:cubicBezTo>
                    <a:pt x="1246" y="244"/>
                    <a:pt x="1238" y="235"/>
                    <a:pt x="1231" y="227"/>
                  </a:cubicBezTo>
                  <a:cubicBezTo>
                    <a:pt x="1224" y="220"/>
                    <a:pt x="1216" y="212"/>
                    <a:pt x="1208" y="205"/>
                  </a:cubicBezTo>
                  <a:cubicBezTo>
                    <a:pt x="1163" y="168"/>
                    <a:pt x="1108" y="117"/>
                    <a:pt x="1049" y="92"/>
                  </a:cubicBezTo>
                  <a:cubicBezTo>
                    <a:pt x="1004" y="72"/>
                    <a:pt x="958" y="50"/>
                    <a:pt x="911" y="33"/>
                  </a:cubicBezTo>
                  <a:cubicBezTo>
                    <a:pt x="907" y="32"/>
                    <a:pt x="901" y="30"/>
                    <a:pt x="897" y="29"/>
                  </a:cubicBezTo>
                  <a:cubicBezTo>
                    <a:pt x="887" y="26"/>
                    <a:pt x="876" y="24"/>
                    <a:pt x="866" y="22"/>
                  </a:cubicBezTo>
                  <a:cubicBezTo>
                    <a:pt x="817" y="13"/>
                    <a:pt x="762" y="6"/>
                    <a:pt x="713" y="2"/>
                  </a:cubicBezTo>
                  <a:cubicBezTo>
                    <a:pt x="708" y="1"/>
                    <a:pt x="704" y="1"/>
                    <a:pt x="698" y="1"/>
                  </a:cubicBezTo>
                  <a:cubicBezTo>
                    <a:pt x="694" y="0"/>
                    <a:pt x="689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9"/>
            <p:cNvSpPr/>
            <p:nvPr/>
          </p:nvSpPr>
          <p:spPr>
            <a:xfrm>
              <a:off x="6241479" y="1070052"/>
              <a:ext cx="41783" cy="40161"/>
            </a:xfrm>
            <a:custGeom>
              <a:avLst/>
              <a:gdLst/>
              <a:ahLst/>
              <a:cxnLst/>
              <a:rect l="l" t="t" r="r" b="b"/>
              <a:pathLst>
                <a:path w="1339" h="1287" extrusionOk="0">
                  <a:moveTo>
                    <a:pt x="633" y="0"/>
                  </a:moveTo>
                  <a:cubicBezTo>
                    <a:pt x="627" y="0"/>
                    <a:pt x="621" y="0"/>
                    <a:pt x="614" y="0"/>
                  </a:cubicBezTo>
                  <a:cubicBezTo>
                    <a:pt x="560" y="8"/>
                    <a:pt x="506" y="15"/>
                    <a:pt x="451" y="22"/>
                  </a:cubicBezTo>
                  <a:cubicBezTo>
                    <a:pt x="403" y="43"/>
                    <a:pt x="354" y="64"/>
                    <a:pt x="305" y="84"/>
                  </a:cubicBezTo>
                  <a:cubicBezTo>
                    <a:pt x="233" y="123"/>
                    <a:pt x="176" y="175"/>
                    <a:pt x="133" y="242"/>
                  </a:cubicBezTo>
                  <a:cubicBezTo>
                    <a:pt x="79" y="302"/>
                    <a:pt x="42" y="371"/>
                    <a:pt x="23" y="450"/>
                  </a:cubicBezTo>
                  <a:lnTo>
                    <a:pt x="23" y="454"/>
                  </a:lnTo>
                  <a:cubicBezTo>
                    <a:pt x="16" y="508"/>
                    <a:pt x="7" y="562"/>
                    <a:pt x="0" y="617"/>
                  </a:cubicBezTo>
                  <a:cubicBezTo>
                    <a:pt x="0" y="620"/>
                    <a:pt x="0" y="622"/>
                    <a:pt x="0" y="625"/>
                  </a:cubicBezTo>
                  <a:cubicBezTo>
                    <a:pt x="0" y="655"/>
                    <a:pt x="10" y="704"/>
                    <a:pt x="12" y="718"/>
                  </a:cubicBezTo>
                  <a:cubicBezTo>
                    <a:pt x="16" y="748"/>
                    <a:pt x="18" y="782"/>
                    <a:pt x="26" y="813"/>
                  </a:cubicBezTo>
                  <a:cubicBezTo>
                    <a:pt x="47" y="862"/>
                    <a:pt x="68" y="912"/>
                    <a:pt x="88" y="961"/>
                  </a:cubicBezTo>
                  <a:cubicBezTo>
                    <a:pt x="89" y="962"/>
                    <a:pt x="89" y="962"/>
                    <a:pt x="90" y="963"/>
                  </a:cubicBezTo>
                  <a:cubicBezTo>
                    <a:pt x="129" y="1035"/>
                    <a:pt x="182" y="1094"/>
                    <a:pt x="250" y="1138"/>
                  </a:cubicBezTo>
                  <a:cubicBezTo>
                    <a:pt x="271" y="1155"/>
                    <a:pt x="292" y="1170"/>
                    <a:pt x="314" y="1187"/>
                  </a:cubicBezTo>
                  <a:cubicBezTo>
                    <a:pt x="317" y="1189"/>
                    <a:pt x="320" y="1191"/>
                    <a:pt x="325" y="1194"/>
                  </a:cubicBezTo>
                  <a:cubicBezTo>
                    <a:pt x="326" y="1195"/>
                    <a:pt x="328" y="1196"/>
                    <a:pt x="330" y="1196"/>
                  </a:cubicBezTo>
                  <a:lnTo>
                    <a:pt x="332" y="1198"/>
                  </a:lnTo>
                  <a:lnTo>
                    <a:pt x="478" y="1258"/>
                  </a:lnTo>
                  <a:cubicBezTo>
                    <a:pt x="532" y="1278"/>
                    <a:pt x="647" y="1285"/>
                    <a:pt x="661" y="1286"/>
                  </a:cubicBezTo>
                  <a:cubicBezTo>
                    <a:pt x="668" y="1287"/>
                    <a:pt x="676" y="1287"/>
                    <a:pt x="685" y="1287"/>
                  </a:cubicBezTo>
                  <a:cubicBezTo>
                    <a:pt x="712" y="1285"/>
                    <a:pt x="751" y="1277"/>
                    <a:pt x="767" y="1275"/>
                  </a:cubicBezTo>
                  <a:cubicBezTo>
                    <a:pt x="786" y="1273"/>
                    <a:pt x="824" y="1269"/>
                    <a:pt x="851" y="1264"/>
                  </a:cubicBezTo>
                  <a:cubicBezTo>
                    <a:pt x="855" y="1264"/>
                    <a:pt x="859" y="1263"/>
                    <a:pt x="863" y="1262"/>
                  </a:cubicBezTo>
                  <a:cubicBezTo>
                    <a:pt x="867" y="1259"/>
                    <a:pt x="871" y="1258"/>
                    <a:pt x="875" y="1256"/>
                  </a:cubicBezTo>
                  <a:cubicBezTo>
                    <a:pt x="908" y="1244"/>
                    <a:pt x="984" y="1212"/>
                    <a:pt x="1016" y="1197"/>
                  </a:cubicBezTo>
                  <a:cubicBezTo>
                    <a:pt x="1018" y="1196"/>
                    <a:pt x="1021" y="1195"/>
                    <a:pt x="1023" y="1194"/>
                  </a:cubicBezTo>
                  <a:cubicBezTo>
                    <a:pt x="1026" y="1192"/>
                    <a:pt x="1029" y="1190"/>
                    <a:pt x="1032" y="1188"/>
                  </a:cubicBezTo>
                  <a:cubicBezTo>
                    <a:pt x="1036" y="1185"/>
                    <a:pt x="1041" y="1182"/>
                    <a:pt x="1045" y="1179"/>
                  </a:cubicBezTo>
                  <a:lnTo>
                    <a:pt x="1045" y="1179"/>
                  </a:lnTo>
                  <a:lnTo>
                    <a:pt x="1043" y="1181"/>
                  </a:lnTo>
                  <a:cubicBezTo>
                    <a:pt x="1063" y="1166"/>
                    <a:pt x="1083" y="1151"/>
                    <a:pt x="1102" y="1135"/>
                  </a:cubicBezTo>
                  <a:cubicBezTo>
                    <a:pt x="1102" y="1134"/>
                    <a:pt x="1103" y="1134"/>
                    <a:pt x="1103" y="1133"/>
                  </a:cubicBezTo>
                  <a:cubicBezTo>
                    <a:pt x="1107" y="1130"/>
                    <a:pt x="1110" y="1128"/>
                    <a:pt x="1114" y="1125"/>
                  </a:cubicBezTo>
                  <a:lnTo>
                    <a:pt x="1114" y="1125"/>
                  </a:lnTo>
                  <a:lnTo>
                    <a:pt x="1105" y="1132"/>
                  </a:lnTo>
                  <a:cubicBezTo>
                    <a:pt x="1123" y="1120"/>
                    <a:pt x="1140" y="1107"/>
                    <a:pt x="1156" y="1092"/>
                  </a:cubicBezTo>
                  <a:lnTo>
                    <a:pt x="1156" y="1092"/>
                  </a:lnTo>
                  <a:cubicBezTo>
                    <a:pt x="1156" y="1092"/>
                    <a:pt x="1156" y="1092"/>
                    <a:pt x="1157" y="1092"/>
                  </a:cubicBezTo>
                  <a:lnTo>
                    <a:pt x="1157" y="1092"/>
                  </a:lnTo>
                  <a:lnTo>
                    <a:pt x="1156" y="1092"/>
                  </a:lnTo>
                  <a:lnTo>
                    <a:pt x="1156" y="1092"/>
                  </a:lnTo>
                  <a:cubicBezTo>
                    <a:pt x="1193" y="1060"/>
                    <a:pt x="1223" y="1021"/>
                    <a:pt x="1248" y="976"/>
                  </a:cubicBezTo>
                  <a:cubicBezTo>
                    <a:pt x="1266" y="931"/>
                    <a:pt x="1285" y="886"/>
                    <a:pt x="1304" y="841"/>
                  </a:cubicBezTo>
                  <a:cubicBezTo>
                    <a:pt x="1305" y="839"/>
                    <a:pt x="1304" y="837"/>
                    <a:pt x="1305" y="835"/>
                  </a:cubicBezTo>
                  <a:cubicBezTo>
                    <a:pt x="1329" y="737"/>
                    <a:pt x="1339" y="607"/>
                    <a:pt x="1303" y="510"/>
                  </a:cubicBezTo>
                  <a:lnTo>
                    <a:pt x="1303" y="510"/>
                  </a:lnTo>
                  <a:lnTo>
                    <a:pt x="1303" y="512"/>
                  </a:lnTo>
                  <a:lnTo>
                    <a:pt x="1303" y="512"/>
                  </a:lnTo>
                  <a:cubicBezTo>
                    <a:pt x="1294" y="469"/>
                    <a:pt x="1277" y="427"/>
                    <a:pt x="1252" y="388"/>
                  </a:cubicBezTo>
                  <a:cubicBezTo>
                    <a:pt x="1225" y="353"/>
                    <a:pt x="1198" y="320"/>
                    <a:pt x="1172" y="285"/>
                  </a:cubicBezTo>
                  <a:cubicBezTo>
                    <a:pt x="1170" y="283"/>
                    <a:pt x="1168" y="282"/>
                    <a:pt x="1166" y="281"/>
                  </a:cubicBezTo>
                  <a:cubicBezTo>
                    <a:pt x="1150" y="266"/>
                    <a:pt x="1127" y="251"/>
                    <a:pt x="1115" y="241"/>
                  </a:cubicBezTo>
                  <a:lnTo>
                    <a:pt x="1115" y="241"/>
                  </a:lnTo>
                  <a:cubicBezTo>
                    <a:pt x="1115" y="241"/>
                    <a:pt x="1115" y="241"/>
                    <a:pt x="1115" y="241"/>
                  </a:cubicBezTo>
                  <a:cubicBezTo>
                    <a:pt x="1117" y="241"/>
                    <a:pt x="1097" y="225"/>
                    <a:pt x="1079" y="212"/>
                  </a:cubicBezTo>
                  <a:cubicBezTo>
                    <a:pt x="1074" y="206"/>
                    <a:pt x="1069" y="200"/>
                    <a:pt x="1062" y="195"/>
                  </a:cubicBezTo>
                  <a:cubicBezTo>
                    <a:pt x="1048" y="184"/>
                    <a:pt x="1029" y="168"/>
                    <a:pt x="1010" y="152"/>
                  </a:cubicBezTo>
                  <a:cubicBezTo>
                    <a:pt x="1002" y="146"/>
                    <a:pt x="994" y="139"/>
                    <a:pt x="986" y="132"/>
                  </a:cubicBezTo>
                  <a:cubicBezTo>
                    <a:pt x="947" y="95"/>
                    <a:pt x="902" y="68"/>
                    <a:pt x="851" y="54"/>
                  </a:cubicBezTo>
                  <a:cubicBezTo>
                    <a:pt x="783" y="18"/>
                    <a:pt x="710" y="0"/>
                    <a:pt x="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9"/>
            <p:cNvSpPr/>
            <p:nvPr/>
          </p:nvSpPr>
          <p:spPr>
            <a:xfrm>
              <a:off x="6255677" y="993131"/>
              <a:ext cx="39537" cy="37602"/>
            </a:xfrm>
            <a:custGeom>
              <a:avLst/>
              <a:gdLst/>
              <a:ahLst/>
              <a:cxnLst/>
              <a:rect l="l" t="t" r="r" b="b"/>
              <a:pathLst>
                <a:path w="1267" h="1205" extrusionOk="0">
                  <a:moveTo>
                    <a:pt x="709" y="1"/>
                  </a:moveTo>
                  <a:cubicBezTo>
                    <a:pt x="620" y="2"/>
                    <a:pt x="536" y="24"/>
                    <a:pt x="460" y="69"/>
                  </a:cubicBezTo>
                  <a:cubicBezTo>
                    <a:pt x="0" y="338"/>
                    <a:pt x="210" y="1091"/>
                    <a:pt x="676" y="1196"/>
                  </a:cubicBezTo>
                  <a:cubicBezTo>
                    <a:pt x="704" y="1202"/>
                    <a:pt x="732" y="1205"/>
                    <a:pt x="759" y="1205"/>
                  </a:cubicBezTo>
                  <a:cubicBezTo>
                    <a:pt x="799" y="1205"/>
                    <a:pt x="838" y="1199"/>
                    <a:pt x="878" y="1186"/>
                  </a:cubicBezTo>
                  <a:cubicBezTo>
                    <a:pt x="918" y="1170"/>
                    <a:pt x="959" y="1152"/>
                    <a:pt x="999" y="1135"/>
                  </a:cubicBezTo>
                  <a:cubicBezTo>
                    <a:pt x="1075" y="1090"/>
                    <a:pt x="1136" y="1029"/>
                    <a:pt x="1181" y="953"/>
                  </a:cubicBezTo>
                  <a:cubicBezTo>
                    <a:pt x="1205" y="905"/>
                    <a:pt x="1221" y="868"/>
                    <a:pt x="1232" y="832"/>
                  </a:cubicBezTo>
                  <a:cubicBezTo>
                    <a:pt x="1237" y="817"/>
                    <a:pt x="1242" y="801"/>
                    <a:pt x="1245" y="787"/>
                  </a:cubicBezTo>
                  <a:cubicBezTo>
                    <a:pt x="1246" y="782"/>
                    <a:pt x="1247" y="777"/>
                    <a:pt x="1248" y="774"/>
                  </a:cubicBezTo>
                  <a:cubicBezTo>
                    <a:pt x="1255" y="738"/>
                    <a:pt x="1260" y="700"/>
                    <a:pt x="1266" y="648"/>
                  </a:cubicBezTo>
                  <a:cubicBezTo>
                    <a:pt x="1267" y="638"/>
                    <a:pt x="1267" y="628"/>
                    <a:pt x="1267" y="617"/>
                  </a:cubicBezTo>
                  <a:cubicBezTo>
                    <a:pt x="1264" y="570"/>
                    <a:pt x="1254" y="521"/>
                    <a:pt x="1248" y="475"/>
                  </a:cubicBezTo>
                  <a:cubicBezTo>
                    <a:pt x="1247" y="468"/>
                    <a:pt x="1246" y="463"/>
                    <a:pt x="1245" y="457"/>
                  </a:cubicBezTo>
                  <a:cubicBezTo>
                    <a:pt x="1231" y="396"/>
                    <a:pt x="1206" y="337"/>
                    <a:pt x="1172" y="284"/>
                  </a:cubicBezTo>
                  <a:cubicBezTo>
                    <a:pt x="1158" y="263"/>
                    <a:pt x="1140" y="242"/>
                    <a:pt x="1127" y="225"/>
                  </a:cubicBezTo>
                  <a:cubicBezTo>
                    <a:pt x="1113" y="207"/>
                    <a:pt x="1096" y="184"/>
                    <a:pt x="1080" y="165"/>
                  </a:cubicBezTo>
                  <a:cubicBezTo>
                    <a:pt x="1046" y="127"/>
                    <a:pt x="999" y="96"/>
                    <a:pt x="958" y="69"/>
                  </a:cubicBezTo>
                  <a:cubicBezTo>
                    <a:pt x="881" y="24"/>
                    <a:pt x="798" y="2"/>
                    <a:pt x="7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9"/>
            <p:cNvSpPr/>
            <p:nvPr/>
          </p:nvSpPr>
          <p:spPr>
            <a:xfrm>
              <a:off x="6389640" y="960772"/>
              <a:ext cx="38070" cy="37976"/>
            </a:xfrm>
            <a:custGeom>
              <a:avLst/>
              <a:gdLst/>
              <a:ahLst/>
              <a:cxnLst/>
              <a:rect l="l" t="t" r="r" b="b"/>
              <a:pathLst>
                <a:path w="1220" h="1217" extrusionOk="0">
                  <a:moveTo>
                    <a:pt x="714" y="0"/>
                  </a:moveTo>
                  <a:cubicBezTo>
                    <a:pt x="708" y="0"/>
                    <a:pt x="702" y="0"/>
                    <a:pt x="697" y="0"/>
                  </a:cubicBezTo>
                  <a:cubicBezTo>
                    <a:pt x="692" y="0"/>
                    <a:pt x="689" y="1"/>
                    <a:pt x="685" y="1"/>
                  </a:cubicBezTo>
                  <a:cubicBezTo>
                    <a:pt x="647" y="6"/>
                    <a:pt x="599" y="11"/>
                    <a:pt x="562" y="18"/>
                  </a:cubicBezTo>
                  <a:cubicBezTo>
                    <a:pt x="553" y="19"/>
                    <a:pt x="545" y="21"/>
                    <a:pt x="537" y="24"/>
                  </a:cubicBezTo>
                  <a:cubicBezTo>
                    <a:pt x="495" y="38"/>
                    <a:pt x="454" y="58"/>
                    <a:pt x="414" y="76"/>
                  </a:cubicBezTo>
                  <a:cubicBezTo>
                    <a:pt x="407" y="78"/>
                    <a:pt x="400" y="81"/>
                    <a:pt x="394" y="85"/>
                  </a:cubicBezTo>
                  <a:cubicBezTo>
                    <a:pt x="379" y="93"/>
                    <a:pt x="365" y="103"/>
                    <a:pt x="351" y="113"/>
                  </a:cubicBezTo>
                  <a:cubicBezTo>
                    <a:pt x="309" y="145"/>
                    <a:pt x="263" y="177"/>
                    <a:pt x="223" y="214"/>
                  </a:cubicBezTo>
                  <a:cubicBezTo>
                    <a:pt x="184" y="251"/>
                    <a:pt x="151" y="298"/>
                    <a:pt x="124" y="345"/>
                  </a:cubicBezTo>
                  <a:cubicBezTo>
                    <a:pt x="98" y="393"/>
                    <a:pt x="77" y="445"/>
                    <a:pt x="58" y="495"/>
                  </a:cubicBezTo>
                  <a:cubicBezTo>
                    <a:pt x="50" y="522"/>
                    <a:pt x="43" y="552"/>
                    <a:pt x="39" y="581"/>
                  </a:cubicBezTo>
                  <a:cubicBezTo>
                    <a:pt x="34" y="596"/>
                    <a:pt x="28" y="611"/>
                    <a:pt x="23" y="625"/>
                  </a:cubicBezTo>
                  <a:cubicBezTo>
                    <a:pt x="1" y="708"/>
                    <a:pt x="1" y="791"/>
                    <a:pt x="23" y="873"/>
                  </a:cubicBezTo>
                  <a:cubicBezTo>
                    <a:pt x="37" y="934"/>
                    <a:pt x="65" y="987"/>
                    <a:pt x="106" y="1032"/>
                  </a:cubicBezTo>
                  <a:cubicBezTo>
                    <a:pt x="140" y="1084"/>
                    <a:pt x="184" y="1123"/>
                    <a:pt x="238" y="1153"/>
                  </a:cubicBezTo>
                  <a:cubicBezTo>
                    <a:pt x="310" y="1195"/>
                    <a:pt x="389" y="1217"/>
                    <a:pt x="474" y="1217"/>
                  </a:cubicBezTo>
                  <a:cubicBezTo>
                    <a:pt x="530" y="1210"/>
                    <a:pt x="590" y="1206"/>
                    <a:pt x="646" y="1190"/>
                  </a:cubicBezTo>
                  <a:cubicBezTo>
                    <a:pt x="700" y="1177"/>
                    <a:pt x="755" y="1150"/>
                    <a:pt x="803" y="1128"/>
                  </a:cubicBezTo>
                  <a:cubicBezTo>
                    <a:pt x="819" y="1121"/>
                    <a:pt x="834" y="1114"/>
                    <a:pt x="847" y="1105"/>
                  </a:cubicBezTo>
                  <a:cubicBezTo>
                    <a:pt x="855" y="1100"/>
                    <a:pt x="862" y="1096"/>
                    <a:pt x="868" y="1091"/>
                  </a:cubicBezTo>
                  <a:cubicBezTo>
                    <a:pt x="907" y="1064"/>
                    <a:pt x="945" y="1034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3" y="929"/>
                    <a:pt x="1088" y="884"/>
                    <a:pt x="1118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8" y="663"/>
                    <a:pt x="1220" y="601"/>
                    <a:pt x="1217" y="512"/>
                  </a:cubicBezTo>
                  <a:cubicBezTo>
                    <a:pt x="1215" y="464"/>
                    <a:pt x="1210" y="414"/>
                    <a:pt x="1196" y="368"/>
                  </a:cubicBezTo>
                  <a:cubicBezTo>
                    <a:pt x="1187" y="350"/>
                    <a:pt x="1180" y="332"/>
                    <a:pt x="1173" y="314"/>
                  </a:cubicBezTo>
                  <a:cubicBezTo>
                    <a:pt x="1165" y="293"/>
                    <a:pt x="1157" y="275"/>
                    <a:pt x="1148" y="255"/>
                  </a:cubicBezTo>
                  <a:cubicBezTo>
                    <a:pt x="1146" y="252"/>
                    <a:pt x="1143" y="248"/>
                    <a:pt x="1140" y="245"/>
                  </a:cubicBezTo>
                  <a:cubicBezTo>
                    <a:pt x="1125" y="222"/>
                    <a:pt x="1092" y="171"/>
                    <a:pt x="1060" y="144"/>
                  </a:cubicBezTo>
                  <a:cubicBezTo>
                    <a:pt x="976" y="75"/>
                    <a:pt x="953" y="57"/>
                    <a:pt x="848" y="21"/>
                  </a:cubicBezTo>
                  <a:cubicBezTo>
                    <a:pt x="806" y="7"/>
                    <a:pt x="759" y="0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9"/>
            <p:cNvSpPr/>
            <p:nvPr/>
          </p:nvSpPr>
          <p:spPr>
            <a:xfrm>
              <a:off x="6361868" y="1030702"/>
              <a:ext cx="40723" cy="34700"/>
            </a:xfrm>
            <a:custGeom>
              <a:avLst/>
              <a:gdLst/>
              <a:ahLst/>
              <a:cxnLst/>
              <a:rect l="l" t="t" r="r" b="b"/>
              <a:pathLst>
                <a:path w="1305" h="1112" extrusionOk="0">
                  <a:moveTo>
                    <a:pt x="740" y="0"/>
                  </a:moveTo>
                  <a:cubicBezTo>
                    <a:pt x="462" y="0"/>
                    <a:pt x="166" y="119"/>
                    <a:pt x="78" y="326"/>
                  </a:cubicBezTo>
                  <a:cubicBezTo>
                    <a:pt x="62" y="368"/>
                    <a:pt x="44" y="408"/>
                    <a:pt x="26" y="450"/>
                  </a:cubicBezTo>
                  <a:cubicBezTo>
                    <a:pt x="4" y="519"/>
                    <a:pt x="1" y="589"/>
                    <a:pt x="17" y="659"/>
                  </a:cubicBezTo>
                  <a:cubicBezTo>
                    <a:pt x="17" y="706"/>
                    <a:pt x="29" y="750"/>
                    <a:pt x="52" y="790"/>
                  </a:cubicBezTo>
                  <a:cubicBezTo>
                    <a:pt x="73" y="855"/>
                    <a:pt x="110" y="911"/>
                    <a:pt x="160" y="958"/>
                  </a:cubicBezTo>
                  <a:lnTo>
                    <a:pt x="266" y="1040"/>
                  </a:lnTo>
                  <a:cubicBezTo>
                    <a:pt x="347" y="1087"/>
                    <a:pt x="435" y="1111"/>
                    <a:pt x="529" y="1111"/>
                  </a:cubicBezTo>
                  <a:cubicBezTo>
                    <a:pt x="536" y="1111"/>
                    <a:pt x="543" y="1111"/>
                    <a:pt x="551" y="1111"/>
                  </a:cubicBezTo>
                  <a:cubicBezTo>
                    <a:pt x="606" y="1111"/>
                    <a:pt x="664" y="1098"/>
                    <a:pt x="716" y="1088"/>
                  </a:cubicBezTo>
                  <a:cubicBezTo>
                    <a:pt x="734" y="1085"/>
                    <a:pt x="750" y="1079"/>
                    <a:pt x="767" y="1073"/>
                  </a:cubicBezTo>
                  <a:cubicBezTo>
                    <a:pt x="840" y="1046"/>
                    <a:pt x="914" y="1019"/>
                    <a:pt x="976" y="973"/>
                  </a:cubicBezTo>
                  <a:cubicBezTo>
                    <a:pt x="1017" y="942"/>
                    <a:pt x="1070" y="906"/>
                    <a:pt x="1108" y="866"/>
                  </a:cubicBezTo>
                  <a:cubicBezTo>
                    <a:pt x="1146" y="827"/>
                    <a:pt x="1179" y="781"/>
                    <a:pt x="1211" y="736"/>
                  </a:cubicBezTo>
                  <a:cubicBezTo>
                    <a:pt x="1221" y="721"/>
                    <a:pt x="1230" y="707"/>
                    <a:pt x="1238" y="691"/>
                  </a:cubicBezTo>
                  <a:cubicBezTo>
                    <a:pt x="1281" y="607"/>
                    <a:pt x="1305" y="542"/>
                    <a:pt x="1305" y="447"/>
                  </a:cubicBezTo>
                  <a:cubicBezTo>
                    <a:pt x="1305" y="401"/>
                    <a:pt x="1295" y="355"/>
                    <a:pt x="1286" y="310"/>
                  </a:cubicBezTo>
                  <a:cubicBezTo>
                    <a:pt x="1226" y="96"/>
                    <a:pt x="990" y="0"/>
                    <a:pt x="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9"/>
            <p:cNvSpPr/>
            <p:nvPr/>
          </p:nvSpPr>
          <p:spPr>
            <a:xfrm>
              <a:off x="6434263" y="1076480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6" y="1"/>
                  </a:moveTo>
                  <a:cubicBezTo>
                    <a:pt x="689" y="1"/>
                    <a:pt x="683" y="1"/>
                    <a:pt x="676" y="2"/>
                  </a:cubicBezTo>
                  <a:cubicBezTo>
                    <a:pt x="651" y="3"/>
                    <a:pt x="554" y="15"/>
                    <a:pt x="530" y="21"/>
                  </a:cubicBezTo>
                  <a:cubicBezTo>
                    <a:pt x="507" y="30"/>
                    <a:pt x="485" y="39"/>
                    <a:pt x="463" y="50"/>
                  </a:cubicBezTo>
                  <a:cubicBezTo>
                    <a:pt x="418" y="62"/>
                    <a:pt x="378" y="85"/>
                    <a:pt x="345" y="118"/>
                  </a:cubicBezTo>
                  <a:cubicBezTo>
                    <a:pt x="313" y="142"/>
                    <a:pt x="282" y="165"/>
                    <a:pt x="254" y="192"/>
                  </a:cubicBezTo>
                  <a:cubicBezTo>
                    <a:pt x="242" y="204"/>
                    <a:pt x="232" y="216"/>
                    <a:pt x="221" y="229"/>
                  </a:cubicBezTo>
                  <a:cubicBezTo>
                    <a:pt x="183" y="275"/>
                    <a:pt x="145" y="322"/>
                    <a:pt x="112" y="372"/>
                  </a:cubicBezTo>
                  <a:cubicBezTo>
                    <a:pt x="108" y="378"/>
                    <a:pt x="104" y="386"/>
                    <a:pt x="100" y="393"/>
                  </a:cubicBezTo>
                  <a:cubicBezTo>
                    <a:pt x="86" y="417"/>
                    <a:pt x="78" y="441"/>
                    <a:pt x="67" y="468"/>
                  </a:cubicBezTo>
                  <a:cubicBezTo>
                    <a:pt x="54" y="498"/>
                    <a:pt x="44" y="515"/>
                    <a:pt x="37" y="541"/>
                  </a:cubicBezTo>
                  <a:cubicBezTo>
                    <a:pt x="33" y="557"/>
                    <a:pt x="28" y="574"/>
                    <a:pt x="25" y="591"/>
                  </a:cubicBezTo>
                  <a:cubicBezTo>
                    <a:pt x="0" y="685"/>
                    <a:pt x="0" y="779"/>
                    <a:pt x="25" y="873"/>
                  </a:cubicBezTo>
                  <a:cubicBezTo>
                    <a:pt x="42" y="943"/>
                    <a:pt x="73" y="1002"/>
                    <a:pt x="121" y="1053"/>
                  </a:cubicBezTo>
                  <a:cubicBezTo>
                    <a:pt x="157" y="1111"/>
                    <a:pt x="207" y="1157"/>
                    <a:pt x="269" y="1190"/>
                  </a:cubicBezTo>
                  <a:cubicBezTo>
                    <a:pt x="352" y="1238"/>
                    <a:pt x="441" y="1262"/>
                    <a:pt x="536" y="1263"/>
                  </a:cubicBezTo>
                  <a:cubicBezTo>
                    <a:pt x="542" y="1263"/>
                    <a:pt x="548" y="1263"/>
                    <a:pt x="554" y="1263"/>
                  </a:cubicBezTo>
                  <a:cubicBezTo>
                    <a:pt x="568" y="1263"/>
                    <a:pt x="583" y="1262"/>
                    <a:pt x="597" y="1262"/>
                  </a:cubicBezTo>
                  <a:cubicBezTo>
                    <a:pt x="649" y="1256"/>
                    <a:pt x="704" y="1248"/>
                    <a:pt x="756" y="1240"/>
                  </a:cubicBezTo>
                  <a:cubicBezTo>
                    <a:pt x="766" y="1239"/>
                    <a:pt x="777" y="1237"/>
                    <a:pt x="787" y="1233"/>
                  </a:cubicBezTo>
                  <a:cubicBezTo>
                    <a:pt x="827" y="1224"/>
                    <a:pt x="864" y="1207"/>
                    <a:pt x="901" y="1192"/>
                  </a:cubicBezTo>
                  <a:cubicBezTo>
                    <a:pt x="991" y="1153"/>
                    <a:pt x="971" y="1166"/>
                    <a:pt x="1070" y="1084"/>
                  </a:cubicBezTo>
                  <a:cubicBezTo>
                    <a:pt x="1072" y="1082"/>
                    <a:pt x="1075" y="1080"/>
                    <a:pt x="1078" y="1076"/>
                  </a:cubicBezTo>
                  <a:cubicBezTo>
                    <a:pt x="1086" y="1071"/>
                    <a:pt x="1092" y="1064"/>
                    <a:pt x="1098" y="1058"/>
                  </a:cubicBezTo>
                  <a:cubicBezTo>
                    <a:pt x="1137" y="1018"/>
                    <a:pt x="1169" y="972"/>
                    <a:pt x="1203" y="928"/>
                  </a:cubicBezTo>
                  <a:cubicBezTo>
                    <a:pt x="1208" y="921"/>
                    <a:pt x="1213" y="913"/>
                    <a:pt x="1218" y="906"/>
                  </a:cubicBezTo>
                  <a:cubicBezTo>
                    <a:pt x="1221" y="903"/>
                    <a:pt x="1223" y="899"/>
                    <a:pt x="1225" y="895"/>
                  </a:cubicBezTo>
                  <a:cubicBezTo>
                    <a:pt x="1235" y="878"/>
                    <a:pt x="1244" y="859"/>
                    <a:pt x="1250" y="838"/>
                  </a:cubicBezTo>
                  <a:cubicBezTo>
                    <a:pt x="1262" y="821"/>
                    <a:pt x="1270" y="802"/>
                    <a:pt x="1272" y="782"/>
                  </a:cubicBezTo>
                  <a:cubicBezTo>
                    <a:pt x="1302" y="689"/>
                    <a:pt x="1289" y="590"/>
                    <a:pt x="1273" y="496"/>
                  </a:cubicBezTo>
                  <a:cubicBezTo>
                    <a:pt x="1262" y="450"/>
                    <a:pt x="1240" y="409"/>
                    <a:pt x="1209" y="374"/>
                  </a:cubicBezTo>
                  <a:cubicBezTo>
                    <a:pt x="1207" y="371"/>
                    <a:pt x="1204" y="369"/>
                    <a:pt x="1202" y="366"/>
                  </a:cubicBezTo>
                  <a:cubicBezTo>
                    <a:pt x="1185" y="327"/>
                    <a:pt x="1169" y="288"/>
                    <a:pt x="1153" y="250"/>
                  </a:cubicBezTo>
                  <a:cubicBezTo>
                    <a:pt x="1126" y="216"/>
                    <a:pt x="1101" y="183"/>
                    <a:pt x="1075" y="149"/>
                  </a:cubicBezTo>
                  <a:cubicBezTo>
                    <a:pt x="1060" y="135"/>
                    <a:pt x="989" y="81"/>
                    <a:pt x="973" y="70"/>
                  </a:cubicBezTo>
                  <a:cubicBezTo>
                    <a:pt x="892" y="19"/>
                    <a:pt x="861" y="20"/>
                    <a:pt x="781" y="10"/>
                  </a:cubicBezTo>
                  <a:cubicBezTo>
                    <a:pt x="750" y="6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9"/>
            <p:cNvSpPr/>
            <p:nvPr/>
          </p:nvSpPr>
          <p:spPr>
            <a:xfrm>
              <a:off x="6137504" y="1030109"/>
              <a:ext cx="26992" cy="23934"/>
            </a:xfrm>
            <a:custGeom>
              <a:avLst/>
              <a:gdLst/>
              <a:ahLst/>
              <a:cxnLst/>
              <a:rect l="l" t="t" r="r" b="b"/>
              <a:pathLst>
                <a:path w="865" h="767" extrusionOk="0">
                  <a:moveTo>
                    <a:pt x="415" y="0"/>
                  </a:moveTo>
                  <a:cubicBezTo>
                    <a:pt x="406" y="0"/>
                    <a:pt x="396" y="1"/>
                    <a:pt x="386" y="1"/>
                  </a:cubicBezTo>
                  <a:cubicBezTo>
                    <a:pt x="350" y="6"/>
                    <a:pt x="316" y="11"/>
                    <a:pt x="280" y="16"/>
                  </a:cubicBezTo>
                  <a:lnTo>
                    <a:pt x="190" y="54"/>
                  </a:lnTo>
                  <a:cubicBezTo>
                    <a:pt x="163" y="72"/>
                    <a:pt x="137" y="91"/>
                    <a:pt x="113" y="114"/>
                  </a:cubicBezTo>
                  <a:cubicBezTo>
                    <a:pt x="76" y="148"/>
                    <a:pt x="50" y="188"/>
                    <a:pt x="35" y="234"/>
                  </a:cubicBezTo>
                  <a:cubicBezTo>
                    <a:pt x="12" y="279"/>
                    <a:pt x="1" y="327"/>
                    <a:pt x="3" y="378"/>
                  </a:cubicBezTo>
                  <a:cubicBezTo>
                    <a:pt x="5" y="412"/>
                    <a:pt x="9" y="445"/>
                    <a:pt x="16" y="479"/>
                  </a:cubicBezTo>
                  <a:cubicBezTo>
                    <a:pt x="33" y="538"/>
                    <a:pt x="69" y="605"/>
                    <a:pt x="116" y="647"/>
                  </a:cubicBezTo>
                  <a:cubicBezTo>
                    <a:pt x="142" y="671"/>
                    <a:pt x="169" y="694"/>
                    <a:pt x="200" y="713"/>
                  </a:cubicBezTo>
                  <a:cubicBezTo>
                    <a:pt x="263" y="750"/>
                    <a:pt x="323" y="765"/>
                    <a:pt x="396" y="766"/>
                  </a:cubicBezTo>
                  <a:lnTo>
                    <a:pt x="452" y="766"/>
                  </a:lnTo>
                  <a:cubicBezTo>
                    <a:pt x="455" y="767"/>
                    <a:pt x="459" y="767"/>
                    <a:pt x="462" y="767"/>
                  </a:cubicBezTo>
                  <a:cubicBezTo>
                    <a:pt x="483" y="767"/>
                    <a:pt x="501" y="764"/>
                    <a:pt x="525" y="761"/>
                  </a:cubicBezTo>
                  <a:cubicBezTo>
                    <a:pt x="556" y="757"/>
                    <a:pt x="569" y="757"/>
                    <a:pt x="593" y="747"/>
                  </a:cubicBezTo>
                  <a:lnTo>
                    <a:pt x="640" y="728"/>
                  </a:lnTo>
                  <a:cubicBezTo>
                    <a:pt x="692" y="713"/>
                    <a:pt x="737" y="687"/>
                    <a:pt x="774" y="649"/>
                  </a:cubicBezTo>
                  <a:cubicBezTo>
                    <a:pt x="803" y="622"/>
                    <a:pt x="824" y="590"/>
                    <a:pt x="836" y="552"/>
                  </a:cubicBezTo>
                  <a:cubicBezTo>
                    <a:pt x="856" y="516"/>
                    <a:pt x="864" y="478"/>
                    <a:pt x="862" y="436"/>
                  </a:cubicBezTo>
                  <a:cubicBezTo>
                    <a:pt x="862" y="381"/>
                    <a:pt x="848" y="330"/>
                    <a:pt x="821" y="283"/>
                  </a:cubicBezTo>
                  <a:cubicBezTo>
                    <a:pt x="814" y="271"/>
                    <a:pt x="806" y="259"/>
                    <a:pt x="798" y="246"/>
                  </a:cubicBezTo>
                  <a:cubicBezTo>
                    <a:pt x="796" y="244"/>
                    <a:pt x="794" y="241"/>
                    <a:pt x="793" y="238"/>
                  </a:cubicBezTo>
                  <a:cubicBezTo>
                    <a:pt x="791" y="236"/>
                    <a:pt x="790" y="234"/>
                    <a:pt x="789" y="232"/>
                  </a:cubicBezTo>
                  <a:cubicBezTo>
                    <a:pt x="770" y="208"/>
                    <a:pt x="752" y="184"/>
                    <a:pt x="733" y="159"/>
                  </a:cubicBezTo>
                  <a:cubicBezTo>
                    <a:pt x="707" y="132"/>
                    <a:pt x="674" y="111"/>
                    <a:pt x="642" y="90"/>
                  </a:cubicBezTo>
                  <a:lnTo>
                    <a:pt x="595" y="59"/>
                  </a:lnTo>
                  <a:cubicBezTo>
                    <a:pt x="593" y="57"/>
                    <a:pt x="590" y="55"/>
                    <a:pt x="588" y="53"/>
                  </a:cubicBezTo>
                  <a:cubicBezTo>
                    <a:pt x="558" y="40"/>
                    <a:pt x="527" y="28"/>
                    <a:pt x="497" y="15"/>
                  </a:cubicBezTo>
                  <a:cubicBezTo>
                    <a:pt x="462" y="4"/>
                    <a:pt x="43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9"/>
            <p:cNvSpPr/>
            <p:nvPr/>
          </p:nvSpPr>
          <p:spPr>
            <a:xfrm>
              <a:off x="6244038" y="907723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7"/>
                  </a:cubicBezTo>
                  <a:cubicBezTo>
                    <a:pt x="364" y="26"/>
                    <a:pt x="324" y="43"/>
                    <a:pt x="287" y="68"/>
                  </a:cubicBezTo>
                  <a:cubicBezTo>
                    <a:pt x="204" y="116"/>
                    <a:pt x="156" y="176"/>
                    <a:pt x="103" y="254"/>
                  </a:cubicBezTo>
                  <a:cubicBezTo>
                    <a:pt x="27" y="367"/>
                    <a:pt x="1" y="532"/>
                    <a:pt x="43" y="664"/>
                  </a:cubicBezTo>
                  <a:cubicBezTo>
                    <a:pt x="59" y="717"/>
                    <a:pt x="83" y="768"/>
                    <a:pt x="105" y="817"/>
                  </a:cubicBezTo>
                  <a:cubicBezTo>
                    <a:pt x="113" y="831"/>
                    <a:pt x="119" y="844"/>
                    <a:pt x="127" y="857"/>
                  </a:cubicBezTo>
                  <a:cubicBezTo>
                    <a:pt x="153" y="898"/>
                    <a:pt x="193" y="954"/>
                    <a:pt x="221" y="981"/>
                  </a:cubicBezTo>
                  <a:cubicBezTo>
                    <a:pt x="289" y="1049"/>
                    <a:pt x="380" y="1090"/>
                    <a:pt x="469" y="1120"/>
                  </a:cubicBezTo>
                  <a:cubicBezTo>
                    <a:pt x="501" y="1124"/>
                    <a:pt x="534" y="1128"/>
                    <a:pt x="566" y="1132"/>
                  </a:cubicBezTo>
                  <a:cubicBezTo>
                    <a:pt x="570" y="1132"/>
                    <a:pt x="574" y="1132"/>
                    <a:pt x="579" y="1132"/>
                  </a:cubicBezTo>
                  <a:cubicBezTo>
                    <a:pt x="625" y="1132"/>
                    <a:pt x="668" y="1122"/>
                    <a:pt x="707" y="1101"/>
                  </a:cubicBezTo>
                  <a:cubicBezTo>
                    <a:pt x="739" y="1092"/>
                    <a:pt x="766" y="1077"/>
                    <a:pt x="789" y="1054"/>
                  </a:cubicBezTo>
                  <a:cubicBezTo>
                    <a:pt x="829" y="1029"/>
                    <a:pt x="860" y="994"/>
                    <a:pt x="883" y="951"/>
                  </a:cubicBezTo>
                  <a:cubicBezTo>
                    <a:pt x="892" y="930"/>
                    <a:pt x="904" y="911"/>
                    <a:pt x="916" y="892"/>
                  </a:cubicBezTo>
                  <a:cubicBezTo>
                    <a:pt x="947" y="843"/>
                    <a:pt x="956" y="793"/>
                    <a:pt x="972" y="742"/>
                  </a:cubicBezTo>
                  <a:cubicBezTo>
                    <a:pt x="975" y="735"/>
                    <a:pt x="978" y="730"/>
                    <a:pt x="980" y="724"/>
                  </a:cubicBezTo>
                  <a:cubicBezTo>
                    <a:pt x="991" y="702"/>
                    <a:pt x="1000" y="680"/>
                    <a:pt x="1009" y="657"/>
                  </a:cubicBezTo>
                  <a:cubicBezTo>
                    <a:pt x="1033" y="568"/>
                    <a:pt x="1033" y="480"/>
                    <a:pt x="1009" y="391"/>
                  </a:cubicBezTo>
                  <a:cubicBezTo>
                    <a:pt x="1007" y="383"/>
                    <a:pt x="1006" y="374"/>
                    <a:pt x="1003" y="367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79" y="277"/>
                    <a:pt x="937" y="205"/>
                    <a:pt x="878" y="144"/>
                  </a:cubicBezTo>
                  <a:cubicBezTo>
                    <a:pt x="846" y="116"/>
                    <a:pt x="813" y="90"/>
                    <a:pt x="777" y="67"/>
                  </a:cubicBezTo>
                  <a:cubicBezTo>
                    <a:pt x="722" y="31"/>
                    <a:pt x="662" y="12"/>
                    <a:pt x="598" y="9"/>
                  </a:cubicBezTo>
                  <a:cubicBezTo>
                    <a:pt x="571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9"/>
            <p:cNvSpPr/>
            <p:nvPr/>
          </p:nvSpPr>
          <p:spPr>
            <a:xfrm>
              <a:off x="6223973" y="1171094"/>
              <a:ext cx="33296" cy="36791"/>
            </a:xfrm>
            <a:custGeom>
              <a:avLst/>
              <a:gdLst/>
              <a:ahLst/>
              <a:cxnLst/>
              <a:rect l="l" t="t" r="r" b="b"/>
              <a:pathLst>
                <a:path w="1067" h="1179" extrusionOk="0">
                  <a:moveTo>
                    <a:pt x="594" y="0"/>
                  </a:moveTo>
                  <a:cubicBezTo>
                    <a:pt x="551" y="0"/>
                    <a:pt x="508" y="6"/>
                    <a:pt x="470" y="16"/>
                  </a:cubicBezTo>
                  <a:cubicBezTo>
                    <a:pt x="390" y="39"/>
                    <a:pt x="313" y="85"/>
                    <a:pt x="255" y="146"/>
                  </a:cubicBezTo>
                  <a:cubicBezTo>
                    <a:pt x="219" y="185"/>
                    <a:pt x="186" y="229"/>
                    <a:pt x="158" y="275"/>
                  </a:cubicBezTo>
                  <a:cubicBezTo>
                    <a:pt x="131" y="317"/>
                    <a:pt x="118" y="356"/>
                    <a:pt x="111" y="400"/>
                  </a:cubicBezTo>
                  <a:cubicBezTo>
                    <a:pt x="95" y="419"/>
                    <a:pt x="79" y="437"/>
                    <a:pt x="65" y="458"/>
                  </a:cubicBezTo>
                  <a:cubicBezTo>
                    <a:pt x="22" y="533"/>
                    <a:pt x="0" y="613"/>
                    <a:pt x="0" y="700"/>
                  </a:cubicBezTo>
                  <a:cubicBezTo>
                    <a:pt x="6" y="742"/>
                    <a:pt x="12" y="785"/>
                    <a:pt x="17" y="826"/>
                  </a:cubicBezTo>
                  <a:cubicBezTo>
                    <a:pt x="40" y="908"/>
                    <a:pt x="81" y="978"/>
                    <a:pt x="140" y="1038"/>
                  </a:cubicBezTo>
                  <a:cubicBezTo>
                    <a:pt x="183" y="1084"/>
                    <a:pt x="235" y="1117"/>
                    <a:pt x="294" y="1136"/>
                  </a:cubicBezTo>
                  <a:cubicBezTo>
                    <a:pt x="347" y="1164"/>
                    <a:pt x="404" y="1178"/>
                    <a:pt x="465" y="1178"/>
                  </a:cubicBezTo>
                  <a:cubicBezTo>
                    <a:pt x="470" y="1178"/>
                    <a:pt x="474" y="1178"/>
                    <a:pt x="478" y="1178"/>
                  </a:cubicBezTo>
                  <a:cubicBezTo>
                    <a:pt x="564" y="1177"/>
                    <a:pt x="645" y="1156"/>
                    <a:pt x="719" y="1112"/>
                  </a:cubicBezTo>
                  <a:cubicBezTo>
                    <a:pt x="791" y="1070"/>
                    <a:pt x="849" y="1013"/>
                    <a:pt x="891" y="940"/>
                  </a:cubicBezTo>
                  <a:cubicBezTo>
                    <a:pt x="909" y="915"/>
                    <a:pt x="921" y="884"/>
                    <a:pt x="932" y="853"/>
                  </a:cubicBezTo>
                  <a:cubicBezTo>
                    <a:pt x="943" y="825"/>
                    <a:pt x="954" y="799"/>
                    <a:pt x="960" y="771"/>
                  </a:cubicBezTo>
                  <a:cubicBezTo>
                    <a:pt x="964" y="760"/>
                    <a:pt x="969" y="750"/>
                    <a:pt x="972" y="739"/>
                  </a:cubicBezTo>
                  <a:cubicBezTo>
                    <a:pt x="980" y="719"/>
                    <a:pt x="986" y="698"/>
                    <a:pt x="992" y="677"/>
                  </a:cubicBezTo>
                  <a:cubicBezTo>
                    <a:pt x="1006" y="644"/>
                    <a:pt x="1020" y="613"/>
                    <a:pt x="1030" y="580"/>
                  </a:cubicBezTo>
                  <a:cubicBezTo>
                    <a:pt x="1067" y="464"/>
                    <a:pt x="1051" y="326"/>
                    <a:pt x="988" y="222"/>
                  </a:cubicBezTo>
                  <a:cubicBezTo>
                    <a:pt x="927" y="121"/>
                    <a:pt x="835" y="53"/>
                    <a:pt x="723" y="18"/>
                  </a:cubicBezTo>
                  <a:cubicBezTo>
                    <a:pt x="684" y="6"/>
                    <a:pt x="639" y="0"/>
                    <a:pt x="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9"/>
            <p:cNvSpPr/>
            <p:nvPr/>
          </p:nvSpPr>
          <p:spPr>
            <a:xfrm>
              <a:off x="6322737" y="1120885"/>
              <a:ext cx="30518" cy="32360"/>
            </a:xfrm>
            <a:custGeom>
              <a:avLst/>
              <a:gdLst/>
              <a:ahLst/>
              <a:cxnLst/>
              <a:rect l="l" t="t" r="r" b="b"/>
              <a:pathLst>
                <a:path w="978" h="1037" extrusionOk="0">
                  <a:moveTo>
                    <a:pt x="473" y="1"/>
                  </a:moveTo>
                  <a:cubicBezTo>
                    <a:pt x="403" y="1"/>
                    <a:pt x="337" y="19"/>
                    <a:pt x="276" y="53"/>
                  </a:cubicBezTo>
                  <a:cubicBezTo>
                    <a:pt x="218" y="88"/>
                    <a:pt x="172" y="135"/>
                    <a:pt x="137" y="194"/>
                  </a:cubicBezTo>
                  <a:cubicBezTo>
                    <a:pt x="116" y="233"/>
                    <a:pt x="99" y="276"/>
                    <a:pt x="84" y="318"/>
                  </a:cubicBezTo>
                  <a:cubicBezTo>
                    <a:pt x="79" y="331"/>
                    <a:pt x="74" y="343"/>
                    <a:pt x="71" y="356"/>
                  </a:cubicBezTo>
                  <a:cubicBezTo>
                    <a:pt x="71" y="357"/>
                    <a:pt x="71" y="358"/>
                    <a:pt x="70" y="360"/>
                  </a:cubicBezTo>
                  <a:cubicBezTo>
                    <a:pt x="69" y="362"/>
                    <a:pt x="67" y="364"/>
                    <a:pt x="66" y="366"/>
                  </a:cubicBezTo>
                  <a:cubicBezTo>
                    <a:pt x="51" y="402"/>
                    <a:pt x="36" y="437"/>
                    <a:pt x="21" y="473"/>
                  </a:cubicBezTo>
                  <a:cubicBezTo>
                    <a:pt x="0" y="551"/>
                    <a:pt x="0" y="631"/>
                    <a:pt x="21" y="710"/>
                  </a:cubicBezTo>
                  <a:cubicBezTo>
                    <a:pt x="35" y="767"/>
                    <a:pt x="62" y="817"/>
                    <a:pt x="101" y="861"/>
                  </a:cubicBezTo>
                  <a:cubicBezTo>
                    <a:pt x="132" y="909"/>
                    <a:pt x="174" y="947"/>
                    <a:pt x="226" y="975"/>
                  </a:cubicBezTo>
                  <a:cubicBezTo>
                    <a:pt x="276" y="1008"/>
                    <a:pt x="332" y="1026"/>
                    <a:pt x="391" y="1029"/>
                  </a:cubicBezTo>
                  <a:cubicBezTo>
                    <a:pt x="416" y="1034"/>
                    <a:pt x="440" y="1037"/>
                    <a:pt x="465" y="1037"/>
                  </a:cubicBezTo>
                  <a:cubicBezTo>
                    <a:pt x="500" y="1037"/>
                    <a:pt x="534" y="1031"/>
                    <a:pt x="568" y="1020"/>
                  </a:cubicBezTo>
                  <a:cubicBezTo>
                    <a:pt x="644" y="999"/>
                    <a:pt x="710" y="961"/>
                    <a:pt x="765" y="906"/>
                  </a:cubicBezTo>
                  <a:cubicBezTo>
                    <a:pt x="787" y="884"/>
                    <a:pt x="806" y="856"/>
                    <a:pt x="825" y="832"/>
                  </a:cubicBezTo>
                  <a:cubicBezTo>
                    <a:pt x="883" y="760"/>
                    <a:pt x="924" y="716"/>
                    <a:pt x="947" y="624"/>
                  </a:cubicBezTo>
                  <a:cubicBezTo>
                    <a:pt x="948" y="616"/>
                    <a:pt x="949" y="609"/>
                    <a:pt x="951" y="602"/>
                  </a:cubicBezTo>
                  <a:cubicBezTo>
                    <a:pt x="968" y="514"/>
                    <a:pt x="978" y="448"/>
                    <a:pt x="954" y="360"/>
                  </a:cubicBezTo>
                  <a:cubicBezTo>
                    <a:pt x="946" y="320"/>
                    <a:pt x="932" y="286"/>
                    <a:pt x="907" y="255"/>
                  </a:cubicBezTo>
                  <a:cubicBezTo>
                    <a:pt x="881" y="205"/>
                    <a:pt x="845" y="165"/>
                    <a:pt x="798" y="135"/>
                  </a:cubicBezTo>
                  <a:cubicBezTo>
                    <a:pt x="768" y="109"/>
                    <a:pt x="734" y="90"/>
                    <a:pt x="697" y="75"/>
                  </a:cubicBezTo>
                  <a:cubicBezTo>
                    <a:pt x="688" y="68"/>
                    <a:pt x="679" y="60"/>
                    <a:pt x="669" y="53"/>
                  </a:cubicBezTo>
                  <a:cubicBezTo>
                    <a:pt x="608" y="19"/>
                    <a:pt x="543" y="1"/>
                    <a:pt x="4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9"/>
            <p:cNvSpPr/>
            <p:nvPr/>
          </p:nvSpPr>
          <p:spPr>
            <a:xfrm>
              <a:off x="6316183" y="1191408"/>
              <a:ext cx="27086" cy="30175"/>
            </a:xfrm>
            <a:custGeom>
              <a:avLst/>
              <a:gdLst/>
              <a:ahLst/>
              <a:cxnLst/>
              <a:rect l="l" t="t" r="r" b="b"/>
              <a:pathLst>
                <a:path w="868" h="967" extrusionOk="0">
                  <a:moveTo>
                    <a:pt x="439" y="1"/>
                  </a:moveTo>
                  <a:cubicBezTo>
                    <a:pt x="369" y="1"/>
                    <a:pt x="303" y="18"/>
                    <a:pt x="243" y="54"/>
                  </a:cubicBezTo>
                  <a:cubicBezTo>
                    <a:pt x="239" y="55"/>
                    <a:pt x="235" y="57"/>
                    <a:pt x="233" y="59"/>
                  </a:cubicBezTo>
                  <a:cubicBezTo>
                    <a:pt x="231" y="60"/>
                    <a:pt x="230" y="61"/>
                    <a:pt x="229" y="62"/>
                  </a:cubicBezTo>
                  <a:cubicBezTo>
                    <a:pt x="204" y="80"/>
                    <a:pt x="168" y="106"/>
                    <a:pt x="145" y="127"/>
                  </a:cubicBezTo>
                  <a:cubicBezTo>
                    <a:pt x="142" y="129"/>
                    <a:pt x="139" y="132"/>
                    <a:pt x="136" y="136"/>
                  </a:cubicBezTo>
                  <a:cubicBezTo>
                    <a:pt x="135" y="137"/>
                    <a:pt x="134" y="138"/>
                    <a:pt x="133" y="139"/>
                  </a:cubicBezTo>
                  <a:cubicBezTo>
                    <a:pt x="116" y="160"/>
                    <a:pt x="80" y="205"/>
                    <a:pt x="66" y="227"/>
                  </a:cubicBezTo>
                  <a:cubicBezTo>
                    <a:pt x="65" y="228"/>
                    <a:pt x="64" y="230"/>
                    <a:pt x="62" y="231"/>
                  </a:cubicBezTo>
                  <a:cubicBezTo>
                    <a:pt x="52" y="247"/>
                    <a:pt x="45" y="264"/>
                    <a:pt x="39" y="283"/>
                  </a:cubicBezTo>
                  <a:cubicBezTo>
                    <a:pt x="21" y="317"/>
                    <a:pt x="11" y="352"/>
                    <a:pt x="11" y="391"/>
                  </a:cubicBezTo>
                  <a:cubicBezTo>
                    <a:pt x="1" y="465"/>
                    <a:pt x="1" y="433"/>
                    <a:pt x="10" y="507"/>
                  </a:cubicBezTo>
                  <a:cubicBezTo>
                    <a:pt x="13" y="531"/>
                    <a:pt x="13" y="549"/>
                    <a:pt x="20" y="569"/>
                  </a:cubicBezTo>
                  <a:cubicBezTo>
                    <a:pt x="21" y="571"/>
                    <a:pt x="22" y="573"/>
                    <a:pt x="22" y="575"/>
                  </a:cubicBezTo>
                  <a:cubicBezTo>
                    <a:pt x="34" y="606"/>
                    <a:pt x="52" y="651"/>
                    <a:pt x="67" y="680"/>
                  </a:cubicBezTo>
                  <a:cubicBezTo>
                    <a:pt x="69" y="685"/>
                    <a:pt x="71" y="689"/>
                    <a:pt x="73" y="693"/>
                  </a:cubicBezTo>
                  <a:cubicBezTo>
                    <a:pt x="75" y="696"/>
                    <a:pt x="76" y="698"/>
                    <a:pt x="77" y="699"/>
                  </a:cubicBezTo>
                  <a:cubicBezTo>
                    <a:pt x="78" y="700"/>
                    <a:pt x="78" y="701"/>
                    <a:pt x="79" y="702"/>
                  </a:cubicBezTo>
                  <a:cubicBezTo>
                    <a:pt x="101" y="730"/>
                    <a:pt x="123" y="758"/>
                    <a:pt x="145" y="787"/>
                  </a:cubicBezTo>
                  <a:cubicBezTo>
                    <a:pt x="146" y="788"/>
                    <a:pt x="146" y="789"/>
                    <a:pt x="147" y="790"/>
                  </a:cubicBezTo>
                  <a:cubicBezTo>
                    <a:pt x="176" y="812"/>
                    <a:pt x="204" y="834"/>
                    <a:pt x="232" y="856"/>
                  </a:cubicBezTo>
                  <a:cubicBezTo>
                    <a:pt x="233" y="856"/>
                    <a:pt x="234" y="857"/>
                    <a:pt x="235" y="857"/>
                  </a:cubicBezTo>
                  <a:lnTo>
                    <a:pt x="244" y="861"/>
                  </a:lnTo>
                  <a:cubicBezTo>
                    <a:pt x="246" y="863"/>
                    <a:pt x="248" y="866"/>
                    <a:pt x="250" y="868"/>
                  </a:cubicBezTo>
                  <a:cubicBezTo>
                    <a:pt x="279" y="901"/>
                    <a:pt x="316" y="924"/>
                    <a:pt x="357" y="937"/>
                  </a:cubicBezTo>
                  <a:cubicBezTo>
                    <a:pt x="383" y="952"/>
                    <a:pt x="411" y="960"/>
                    <a:pt x="441" y="960"/>
                  </a:cubicBezTo>
                  <a:cubicBezTo>
                    <a:pt x="459" y="964"/>
                    <a:pt x="477" y="966"/>
                    <a:pt x="495" y="966"/>
                  </a:cubicBezTo>
                  <a:cubicBezTo>
                    <a:pt x="521" y="966"/>
                    <a:pt x="548" y="962"/>
                    <a:pt x="574" y="954"/>
                  </a:cubicBezTo>
                  <a:cubicBezTo>
                    <a:pt x="600" y="943"/>
                    <a:pt x="627" y="932"/>
                    <a:pt x="654" y="921"/>
                  </a:cubicBezTo>
                  <a:cubicBezTo>
                    <a:pt x="704" y="891"/>
                    <a:pt x="744" y="851"/>
                    <a:pt x="773" y="801"/>
                  </a:cubicBezTo>
                  <a:cubicBezTo>
                    <a:pt x="790" y="764"/>
                    <a:pt x="807" y="726"/>
                    <a:pt x="819" y="686"/>
                  </a:cubicBezTo>
                  <a:cubicBezTo>
                    <a:pt x="848" y="636"/>
                    <a:pt x="851" y="609"/>
                    <a:pt x="858" y="551"/>
                  </a:cubicBezTo>
                  <a:cubicBezTo>
                    <a:pt x="867" y="514"/>
                    <a:pt x="867" y="477"/>
                    <a:pt x="858" y="440"/>
                  </a:cubicBezTo>
                  <a:cubicBezTo>
                    <a:pt x="857" y="434"/>
                    <a:pt x="856" y="429"/>
                    <a:pt x="856" y="422"/>
                  </a:cubicBezTo>
                  <a:cubicBezTo>
                    <a:pt x="855" y="401"/>
                    <a:pt x="854" y="381"/>
                    <a:pt x="842" y="338"/>
                  </a:cubicBezTo>
                  <a:cubicBezTo>
                    <a:pt x="829" y="288"/>
                    <a:pt x="811" y="253"/>
                    <a:pt x="788" y="218"/>
                  </a:cubicBezTo>
                  <a:lnTo>
                    <a:pt x="787" y="216"/>
                  </a:lnTo>
                  <a:cubicBezTo>
                    <a:pt x="783" y="209"/>
                    <a:pt x="782" y="202"/>
                    <a:pt x="777" y="194"/>
                  </a:cubicBezTo>
                  <a:cubicBezTo>
                    <a:pt x="742" y="136"/>
                    <a:pt x="696" y="88"/>
                    <a:pt x="637" y="54"/>
                  </a:cubicBezTo>
                  <a:cubicBezTo>
                    <a:pt x="575" y="18"/>
                    <a:pt x="510" y="1"/>
                    <a:pt x="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9"/>
            <p:cNvSpPr/>
            <p:nvPr/>
          </p:nvSpPr>
          <p:spPr>
            <a:xfrm>
              <a:off x="6391544" y="1154180"/>
              <a:ext cx="39069" cy="36603"/>
            </a:xfrm>
            <a:custGeom>
              <a:avLst/>
              <a:gdLst/>
              <a:ahLst/>
              <a:cxnLst/>
              <a:rect l="l" t="t" r="r" b="b"/>
              <a:pathLst>
                <a:path w="1252" h="1173" extrusionOk="0">
                  <a:moveTo>
                    <a:pt x="554" y="0"/>
                  </a:moveTo>
                  <a:cubicBezTo>
                    <a:pt x="510" y="0"/>
                    <a:pt x="467" y="7"/>
                    <a:pt x="423" y="20"/>
                  </a:cubicBezTo>
                  <a:cubicBezTo>
                    <a:pt x="350" y="38"/>
                    <a:pt x="285" y="72"/>
                    <a:pt x="231" y="122"/>
                  </a:cubicBezTo>
                  <a:cubicBezTo>
                    <a:pt x="169" y="163"/>
                    <a:pt x="120" y="215"/>
                    <a:pt x="84" y="281"/>
                  </a:cubicBezTo>
                  <a:lnTo>
                    <a:pt x="27" y="417"/>
                  </a:lnTo>
                  <a:cubicBezTo>
                    <a:pt x="0" y="517"/>
                    <a:pt x="0" y="618"/>
                    <a:pt x="27" y="718"/>
                  </a:cubicBezTo>
                  <a:cubicBezTo>
                    <a:pt x="46" y="763"/>
                    <a:pt x="65" y="808"/>
                    <a:pt x="84" y="853"/>
                  </a:cubicBezTo>
                  <a:cubicBezTo>
                    <a:pt x="134" y="939"/>
                    <a:pt x="202" y="1007"/>
                    <a:pt x="288" y="1058"/>
                  </a:cubicBezTo>
                  <a:cubicBezTo>
                    <a:pt x="289" y="1059"/>
                    <a:pt x="291" y="1060"/>
                    <a:pt x="292" y="1061"/>
                  </a:cubicBezTo>
                  <a:cubicBezTo>
                    <a:pt x="338" y="1080"/>
                    <a:pt x="383" y="1099"/>
                    <a:pt x="428" y="1118"/>
                  </a:cubicBezTo>
                  <a:cubicBezTo>
                    <a:pt x="433" y="1119"/>
                    <a:pt x="438" y="1121"/>
                    <a:pt x="442" y="1122"/>
                  </a:cubicBezTo>
                  <a:lnTo>
                    <a:pt x="465" y="1130"/>
                  </a:lnTo>
                  <a:cubicBezTo>
                    <a:pt x="482" y="1136"/>
                    <a:pt x="498" y="1141"/>
                    <a:pt x="515" y="1146"/>
                  </a:cubicBezTo>
                  <a:cubicBezTo>
                    <a:pt x="548" y="1158"/>
                    <a:pt x="564" y="1157"/>
                    <a:pt x="607" y="1163"/>
                  </a:cubicBezTo>
                  <a:cubicBezTo>
                    <a:pt x="644" y="1168"/>
                    <a:pt x="659" y="1172"/>
                    <a:pt x="679" y="1172"/>
                  </a:cubicBezTo>
                  <a:cubicBezTo>
                    <a:pt x="685" y="1172"/>
                    <a:pt x="693" y="1172"/>
                    <a:pt x="701" y="1171"/>
                  </a:cubicBezTo>
                  <a:cubicBezTo>
                    <a:pt x="717" y="1168"/>
                    <a:pt x="733" y="1166"/>
                    <a:pt x="749" y="1165"/>
                  </a:cubicBezTo>
                  <a:cubicBezTo>
                    <a:pt x="839" y="1164"/>
                    <a:pt x="923" y="1142"/>
                    <a:pt x="1001" y="1096"/>
                  </a:cubicBezTo>
                  <a:cubicBezTo>
                    <a:pt x="1076" y="1052"/>
                    <a:pt x="1136" y="993"/>
                    <a:pt x="1181" y="917"/>
                  </a:cubicBezTo>
                  <a:cubicBezTo>
                    <a:pt x="1226" y="840"/>
                    <a:pt x="1249" y="755"/>
                    <a:pt x="1249" y="665"/>
                  </a:cubicBezTo>
                  <a:cubicBezTo>
                    <a:pt x="1252" y="597"/>
                    <a:pt x="1237" y="532"/>
                    <a:pt x="1206" y="472"/>
                  </a:cubicBezTo>
                  <a:cubicBezTo>
                    <a:pt x="1199" y="452"/>
                    <a:pt x="1188" y="433"/>
                    <a:pt x="1178" y="414"/>
                  </a:cubicBezTo>
                  <a:lnTo>
                    <a:pt x="1181" y="413"/>
                  </a:lnTo>
                  <a:cubicBezTo>
                    <a:pt x="1175" y="399"/>
                    <a:pt x="1168" y="386"/>
                    <a:pt x="1162" y="373"/>
                  </a:cubicBezTo>
                  <a:cubicBezTo>
                    <a:pt x="1158" y="366"/>
                    <a:pt x="1155" y="358"/>
                    <a:pt x="1152" y="351"/>
                  </a:cubicBezTo>
                  <a:cubicBezTo>
                    <a:pt x="1123" y="314"/>
                    <a:pt x="1095" y="278"/>
                    <a:pt x="1066" y="241"/>
                  </a:cubicBezTo>
                  <a:lnTo>
                    <a:pt x="1062" y="237"/>
                  </a:lnTo>
                  <a:cubicBezTo>
                    <a:pt x="1058" y="234"/>
                    <a:pt x="1054" y="231"/>
                    <a:pt x="1050" y="228"/>
                  </a:cubicBezTo>
                  <a:cubicBezTo>
                    <a:pt x="1037" y="217"/>
                    <a:pt x="1025" y="207"/>
                    <a:pt x="1012" y="195"/>
                  </a:cubicBezTo>
                  <a:cubicBezTo>
                    <a:pt x="1006" y="191"/>
                    <a:pt x="1000" y="186"/>
                    <a:pt x="995" y="180"/>
                  </a:cubicBezTo>
                  <a:cubicBezTo>
                    <a:pt x="990" y="177"/>
                    <a:pt x="987" y="174"/>
                    <a:pt x="983" y="171"/>
                  </a:cubicBezTo>
                  <a:cubicBezTo>
                    <a:pt x="963" y="155"/>
                    <a:pt x="943" y="140"/>
                    <a:pt x="923" y="125"/>
                  </a:cubicBezTo>
                  <a:cubicBezTo>
                    <a:pt x="906" y="104"/>
                    <a:pt x="885" y="88"/>
                    <a:pt x="861" y="78"/>
                  </a:cubicBezTo>
                  <a:cubicBezTo>
                    <a:pt x="795" y="36"/>
                    <a:pt x="725" y="14"/>
                    <a:pt x="649" y="11"/>
                  </a:cubicBezTo>
                  <a:cubicBezTo>
                    <a:pt x="617" y="4"/>
                    <a:pt x="586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9"/>
            <p:cNvSpPr/>
            <p:nvPr/>
          </p:nvSpPr>
          <p:spPr>
            <a:xfrm>
              <a:off x="6147676" y="1100258"/>
              <a:ext cx="42439" cy="29614"/>
            </a:xfrm>
            <a:custGeom>
              <a:avLst/>
              <a:gdLst/>
              <a:ahLst/>
              <a:cxnLst/>
              <a:rect l="l" t="t" r="r" b="b"/>
              <a:pathLst>
                <a:path w="1360" h="949" extrusionOk="0">
                  <a:moveTo>
                    <a:pt x="117" y="0"/>
                  </a:moveTo>
                  <a:cubicBezTo>
                    <a:pt x="105" y="16"/>
                    <a:pt x="91" y="31"/>
                    <a:pt x="81" y="48"/>
                  </a:cubicBezTo>
                  <a:cubicBezTo>
                    <a:pt x="79" y="51"/>
                    <a:pt x="78" y="54"/>
                    <a:pt x="76" y="56"/>
                  </a:cubicBezTo>
                  <a:cubicBezTo>
                    <a:pt x="59" y="98"/>
                    <a:pt x="41" y="140"/>
                    <a:pt x="23" y="182"/>
                  </a:cubicBezTo>
                  <a:cubicBezTo>
                    <a:pt x="22" y="184"/>
                    <a:pt x="22" y="185"/>
                    <a:pt x="21" y="187"/>
                  </a:cubicBezTo>
                  <a:cubicBezTo>
                    <a:pt x="20" y="190"/>
                    <a:pt x="20" y="193"/>
                    <a:pt x="19" y="196"/>
                  </a:cubicBezTo>
                  <a:cubicBezTo>
                    <a:pt x="16" y="219"/>
                    <a:pt x="13" y="242"/>
                    <a:pt x="10" y="265"/>
                  </a:cubicBezTo>
                  <a:cubicBezTo>
                    <a:pt x="5" y="290"/>
                    <a:pt x="2" y="316"/>
                    <a:pt x="0" y="341"/>
                  </a:cubicBezTo>
                  <a:cubicBezTo>
                    <a:pt x="3" y="364"/>
                    <a:pt x="7" y="387"/>
                    <a:pt x="10" y="410"/>
                  </a:cubicBezTo>
                  <a:cubicBezTo>
                    <a:pt x="10" y="457"/>
                    <a:pt x="21" y="501"/>
                    <a:pt x="45" y="542"/>
                  </a:cubicBezTo>
                  <a:cubicBezTo>
                    <a:pt x="77" y="617"/>
                    <a:pt x="83" y="645"/>
                    <a:pt x="154" y="712"/>
                  </a:cubicBezTo>
                  <a:cubicBezTo>
                    <a:pt x="155" y="712"/>
                    <a:pt x="156" y="714"/>
                    <a:pt x="157" y="715"/>
                  </a:cubicBezTo>
                  <a:cubicBezTo>
                    <a:pt x="171" y="727"/>
                    <a:pt x="248" y="789"/>
                    <a:pt x="264" y="798"/>
                  </a:cubicBezTo>
                  <a:cubicBezTo>
                    <a:pt x="266" y="798"/>
                    <a:pt x="267" y="799"/>
                    <a:pt x="269" y="800"/>
                  </a:cubicBezTo>
                  <a:cubicBezTo>
                    <a:pt x="284" y="808"/>
                    <a:pt x="376" y="848"/>
                    <a:pt x="393" y="852"/>
                  </a:cubicBezTo>
                  <a:cubicBezTo>
                    <a:pt x="411" y="858"/>
                    <a:pt x="427" y="859"/>
                    <a:pt x="445" y="861"/>
                  </a:cubicBezTo>
                  <a:lnTo>
                    <a:pt x="446" y="861"/>
                  </a:lnTo>
                  <a:cubicBezTo>
                    <a:pt x="449" y="863"/>
                    <a:pt x="452" y="864"/>
                    <a:pt x="457" y="866"/>
                  </a:cubicBezTo>
                  <a:cubicBezTo>
                    <a:pt x="484" y="878"/>
                    <a:pt x="571" y="918"/>
                    <a:pt x="600" y="927"/>
                  </a:cubicBezTo>
                  <a:cubicBezTo>
                    <a:pt x="614" y="930"/>
                    <a:pt x="744" y="949"/>
                    <a:pt x="759" y="949"/>
                  </a:cubicBezTo>
                  <a:cubicBezTo>
                    <a:pt x="788" y="948"/>
                    <a:pt x="811" y="942"/>
                    <a:pt x="844" y="938"/>
                  </a:cubicBezTo>
                  <a:cubicBezTo>
                    <a:pt x="872" y="934"/>
                    <a:pt x="908" y="931"/>
                    <a:pt x="939" y="925"/>
                  </a:cubicBezTo>
                  <a:cubicBezTo>
                    <a:pt x="951" y="922"/>
                    <a:pt x="963" y="918"/>
                    <a:pt x="975" y="913"/>
                  </a:cubicBezTo>
                  <a:cubicBezTo>
                    <a:pt x="1024" y="894"/>
                    <a:pt x="1076" y="873"/>
                    <a:pt x="1123" y="850"/>
                  </a:cubicBezTo>
                  <a:cubicBezTo>
                    <a:pt x="1130" y="847"/>
                    <a:pt x="1136" y="843"/>
                    <a:pt x="1141" y="840"/>
                  </a:cubicBezTo>
                  <a:cubicBezTo>
                    <a:pt x="1225" y="791"/>
                    <a:pt x="1291" y="724"/>
                    <a:pt x="1340" y="641"/>
                  </a:cubicBezTo>
                  <a:cubicBezTo>
                    <a:pt x="1349" y="627"/>
                    <a:pt x="1354" y="613"/>
                    <a:pt x="1360" y="599"/>
                  </a:cubicBezTo>
                  <a:lnTo>
                    <a:pt x="1360" y="599"/>
                  </a:lnTo>
                  <a:cubicBezTo>
                    <a:pt x="1251" y="637"/>
                    <a:pt x="1136" y="656"/>
                    <a:pt x="1022" y="656"/>
                  </a:cubicBezTo>
                  <a:cubicBezTo>
                    <a:pt x="900" y="656"/>
                    <a:pt x="778" y="634"/>
                    <a:pt x="665" y="588"/>
                  </a:cubicBezTo>
                  <a:cubicBezTo>
                    <a:pt x="409" y="483"/>
                    <a:pt x="209" y="260"/>
                    <a:pt x="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9"/>
            <p:cNvSpPr/>
            <p:nvPr/>
          </p:nvSpPr>
          <p:spPr>
            <a:xfrm>
              <a:off x="6223973" y="1178084"/>
              <a:ext cx="29301" cy="29801"/>
            </a:xfrm>
            <a:custGeom>
              <a:avLst/>
              <a:gdLst/>
              <a:ahLst/>
              <a:cxnLst/>
              <a:rect l="l" t="t" r="r" b="b"/>
              <a:pathLst>
                <a:path w="939" h="955" extrusionOk="0">
                  <a:moveTo>
                    <a:pt x="196" y="1"/>
                  </a:moveTo>
                  <a:cubicBezTo>
                    <a:pt x="183" y="17"/>
                    <a:pt x="170" y="33"/>
                    <a:pt x="158" y="50"/>
                  </a:cubicBezTo>
                  <a:cubicBezTo>
                    <a:pt x="132" y="93"/>
                    <a:pt x="118" y="132"/>
                    <a:pt x="111" y="175"/>
                  </a:cubicBezTo>
                  <a:cubicBezTo>
                    <a:pt x="95" y="195"/>
                    <a:pt x="79" y="213"/>
                    <a:pt x="66" y="234"/>
                  </a:cubicBezTo>
                  <a:cubicBezTo>
                    <a:pt x="22" y="309"/>
                    <a:pt x="0" y="389"/>
                    <a:pt x="0" y="476"/>
                  </a:cubicBezTo>
                  <a:cubicBezTo>
                    <a:pt x="6" y="518"/>
                    <a:pt x="12" y="561"/>
                    <a:pt x="18" y="602"/>
                  </a:cubicBezTo>
                  <a:cubicBezTo>
                    <a:pt x="40" y="684"/>
                    <a:pt x="81" y="754"/>
                    <a:pt x="140" y="814"/>
                  </a:cubicBezTo>
                  <a:cubicBezTo>
                    <a:pt x="183" y="860"/>
                    <a:pt x="235" y="893"/>
                    <a:pt x="294" y="912"/>
                  </a:cubicBezTo>
                  <a:cubicBezTo>
                    <a:pt x="348" y="940"/>
                    <a:pt x="404" y="954"/>
                    <a:pt x="465" y="954"/>
                  </a:cubicBezTo>
                  <a:cubicBezTo>
                    <a:pt x="470" y="954"/>
                    <a:pt x="474" y="954"/>
                    <a:pt x="478" y="954"/>
                  </a:cubicBezTo>
                  <a:cubicBezTo>
                    <a:pt x="565" y="953"/>
                    <a:pt x="645" y="932"/>
                    <a:pt x="720" y="888"/>
                  </a:cubicBezTo>
                  <a:cubicBezTo>
                    <a:pt x="791" y="846"/>
                    <a:pt x="849" y="789"/>
                    <a:pt x="891" y="716"/>
                  </a:cubicBezTo>
                  <a:cubicBezTo>
                    <a:pt x="909" y="691"/>
                    <a:pt x="921" y="660"/>
                    <a:pt x="933" y="629"/>
                  </a:cubicBezTo>
                  <a:cubicBezTo>
                    <a:pt x="935" y="622"/>
                    <a:pt x="936" y="616"/>
                    <a:pt x="939" y="610"/>
                  </a:cubicBezTo>
                  <a:lnTo>
                    <a:pt x="939" y="610"/>
                  </a:lnTo>
                  <a:cubicBezTo>
                    <a:pt x="864" y="638"/>
                    <a:pt x="788" y="656"/>
                    <a:pt x="711" y="656"/>
                  </a:cubicBezTo>
                  <a:cubicBezTo>
                    <a:pt x="678" y="656"/>
                    <a:pt x="646" y="652"/>
                    <a:pt x="613" y="645"/>
                  </a:cubicBezTo>
                  <a:cubicBezTo>
                    <a:pt x="427" y="602"/>
                    <a:pt x="288" y="436"/>
                    <a:pt x="231" y="254"/>
                  </a:cubicBezTo>
                  <a:cubicBezTo>
                    <a:pt x="206" y="172"/>
                    <a:pt x="197" y="86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9"/>
            <p:cNvSpPr/>
            <p:nvPr/>
          </p:nvSpPr>
          <p:spPr>
            <a:xfrm>
              <a:off x="6316183" y="1197087"/>
              <a:ext cx="24995" cy="24496"/>
            </a:xfrm>
            <a:custGeom>
              <a:avLst/>
              <a:gdLst/>
              <a:ahLst/>
              <a:cxnLst/>
              <a:rect l="l" t="t" r="r" b="b"/>
              <a:pathLst>
                <a:path w="801" h="785" extrusionOk="0">
                  <a:moveTo>
                    <a:pt x="98" y="1"/>
                  </a:moveTo>
                  <a:cubicBezTo>
                    <a:pt x="86" y="17"/>
                    <a:pt x="73" y="34"/>
                    <a:pt x="66" y="45"/>
                  </a:cubicBezTo>
                  <a:cubicBezTo>
                    <a:pt x="65" y="46"/>
                    <a:pt x="64" y="48"/>
                    <a:pt x="62" y="49"/>
                  </a:cubicBezTo>
                  <a:cubicBezTo>
                    <a:pt x="52" y="65"/>
                    <a:pt x="45" y="82"/>
                    <a:pt x="39" y="101"/>
                  </a:cubicBezTo>
                  <a:cubicBezTo>
                    <a:pt x="21" y="135"/>
                    <a:pt x="11" y="170"/>
                    <a:pt x="11" y="209"/>
                  </a:cubicBezTo>
                  <a:cubicBezTo>
                    <a:pt x="1" y="283"/>
                    <a:pt x="1" y="251"/>
                    <a:pt x="10" y="325"/>
                  </a:cubicBezTo>
                  <a:cubicBezTo>
                    <a:pt x="13" y="349"/>
                    <a:pt x="13" y="367"/>
                    <a:pt x="20" y="387"/>
                  </a:cubicBezTo>
                  <a:cubicBezTo>
                    <a:pt x="21" y="389"/>
                    <a:pt x="22" y="391"/>
                    <a:pt x="22" y="393"/>
                  </a:cubicBezTo>
                  <a:cubicBezTo>
                    <a:pt x="34" y="425"/>
                    <a:pt x="52" y="469"/>
                    <a:pt x="67" y="498"/>
                  </a:cubicBezTo>
                  <a:cubicBezTo>
                    <a:pt x="69" y="503"/>
                    <a:pt x="71" y="507"/>
                    <a:pt x="73" y="511"/>
                  </a:cubicBezTo>
                  <a:cubicBezTo>
                    <a:pt x="75" y="514"/>
                    <a:pt x="76" y="516"/>
                    <a:pt x="77" y="518"/>
                  </a:cubicBezTo>
                  <a:cubicBezTo>
                    <a:pt x="78" y="518"/>
                    <a:pt x="78" y="519"/>
                    <a:pt x="79" y="520"/>
                  </a:cubicBezTo>
                  <a:cubicBezTo>
                    <a:pt x="101" y="548"/>
                    <a:pt x="123" y="576"/>
                    <a:pt x="145" y="606"/>
                  </a:cubicBezTo>
                  <a:cubicBezTo>
                    <a:pt x="146" y="606"/>
                    <a:pt x="146" y="607"/>
                    <a:pt x="147" y="608"/>
                  </a:cubicBezTo>
                  <a:cubicBezTo>
                    <a:pt x="176" y="630"/>
                    <a:pt x="204" y="652"/>
                    <a:pt x="232" y="674"/>
                  </a:cubicBezTo>
                  <a:cubicBezTo>
                    <a:pt x="233" y="674"/>
                    <a:pt x="234" y="675"/>
                    <a:pt x="235" y="676"/>
                  </a:cubicBezTo>
                  <a:lnTo>
                    <a:pt x="244" y="679"/>
                  </a:lnTo>
                  <a:cubicBezTo>
                    <a:pt x="246" y="681"/>
                    <a:pt x="248" y="684"/>
                    <a:pt x="250" y="686"/>
                  </a:cubicBezTo>
                  <a:cubicBezTo>
                    <a:pt x="279" y="719"/>
                    <a:pt x="316" y="742"/>
                    <a:pt x="357" y="755"/>
                  </a:cubicBezTo>
                  <a:cubicBezTo>
                    <a:pt x="383" y="771"/>
                    <a:pt x="411" y="778"/>
                    <a:pt x="441" y="778"/>
                  </a:cubicBezTo>
                  <a:cubicBezTo>
                    <a:pt x="460" y="782"/>
                    <a:pt x="479" y="784"/>
                    <a:pt x="497" y="784"/>
                  </a:cubicBezTo>
                  <a:cubicBezTo>
                    <a:pt x="523" y="784"/>
                    <a:pt x="548" y="780"/>
                    <a:pt x="574" y="772"/>
                  </a:cubicBezTo>
                  <a:cubicBezTo>
                    <a:pt x="600" y="761"/>
                    <a:pt x="627" y="750"/>
                    <a:pt x="654" y="739"/>
                  </a:cubicBezTo>
                  <a:cubicBezTo>
                    <a:pt x="704" y="709"/>
                    <a:pt x="744" y="669"/>
                    <a:pt x="773" y="619"/>
                  </a:cubicBezTo>
                  <a:cubicBezTo>
                    <a:pt x="783" y="597"/>
                    <a:pt x="791" y="575"/>
                    <a:pt x="800" y="552"/>
                  </a:cubicBezTo>
                  <a:lnTo>
                    <a:pt x="800" y="552"/>
                  </a:lnTo>
                  <a:cubicBezTo>
                    <a:pt x="767" y="560"/>
                    <a:pt x="733" y="564"/>
                    <a:pt x="698" y="564"/>
                  </a:cubicBezTo>
                  <a:cubicBezTo>
                    <a:pt x="614" y="564"/>
                    <a:pt x="528" y="541"/>
                    <a:pt x="455" y="499"/>
                  </a:cubicBezTo>
                  <a:cubicBezTo>
                    <a:pt x="290" y="404"/>
                    <a:pt x="184" y="230"/>
                    <a:pt x="116" y="52"/>
                  </a:cubicBezTo>
                  <a:cubicBezTo>
                    <a:pt x="110" y="35"/>
                    <a:pt x="104" y="17"/>
                    <a:pt x="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9"/>
            <p:cNvSpPr/>
            <p:nvPr/>
          </p:nvSpPr>
          <p:spPr>
            <a:xfrm>
              <a:off x="6391544" y="1162543"/>
              <a:ext cx="38445" cy="28241"/>
            </a:xfrm>
            <a:custGeom>
              <a:avLst/>
              <a:gdLst/>
              <a:ahLst/>
              <a:cxnLst/>
              <a:rect l="l" t="t" r="r" b="b"/>
              <a:pathLst>
                <a:path w="1232" h="905" extrusionOk="0">
                  <a:moveTo>
                    <a:pt x="93" y="0"/>
                  </a:moveTo>
                  <a:cubicBezTo>
                    <a:pt x="91" y="6"/>
                    <a:pt x="87" y="9"/>
                    <a:pt x="84" y="14"/>
                  </a:cubicBezTo>
                  <a:lnTo>
                    <a:pt x="27" y="149"/>
                  </a:lnTo>
                  <a:cubicBezTo>
                    <a:pt x="0" y="251"/>
                    <a:pt x="0" y="351"/>
                    <a:pt x="27" y="451"/>
                  </a:cubicBezTo>
                  <a:cubicBezTo>
                    <a:pt x="46" y="496"/>
                    <a:pt x="65" y="541"/>
                    <a:pt x="84" y="586"/>
                  </a:cubicBezTo>
                  <a:cubicBezTo>
                    <a:pt x="134" y="672"/>
                    <a:pt x="202" y="739"/>
                    <a:pt x="288" y="790"/>
                  </a:cubicBezTo>
                  <a:cubicBezTo>
                    <a:pt x="289" y="792"/>
                    <a:pt x="291" y="793"/>
                    <a:pt x="293" y="794"/>
                  </a:cubicBezTo>
                  <a:cubicBezTo>
                    <a:pt x="338" y="813"/>
                    <a:pt x="383" y="831"/>
                    <a:pt x="428" y="850"/>
                  </a:cubicBezTo>
                  <a:cubicBezTo>
                    <a:pt x="434" y="852"/>
                    <a:pt x="438" y="853"/>
                    <a:pt x="443" y="855"/>
                  </a:cubicBezTo>
                  <a:lnTo>
                    <a:pt x="465" y="863"/>
                  </a:lnTo>
                  <a:cubicBezTo>
                    <a:pt x="482" y="868"/>
                    <a:pt x="498" y="874"/>
                    <a:pt x="515" y="880"/>
                  </a:cubicBezTo>
                  <a:cubicBezTo>
                    <a:pt x="548" y="890"/>
                    <a:pt x="564" y="890"/>
                    <a:pt x="607" y="896"/>
                  </a:cubicBezTo>
                  <a:cubicBezTo>
                    <a:pt x="643" y="901"/>
                    <a:pt x="658" y="904"/>
                    <a:pt x="676" y="904"/>
                  </a:cubicBezTo>
                  <a:cubicBezTo>
                    <a:pt x="684" y="904"/>
                    <a:pt x="692" y="904"/>
                    <a:pt x="701" y="903"/>
                  </a:cubicBezTo>
                  <a:cubicBezTo>
                    <a:pt x="717" y="902"/>
                    <a:pt x="733" y="899"/>
                    <a:pt x="749" y="897"/>
                  </a:cubicBezTo>
                  <a:cubicBezTo>
                    <a:pt x="840" y="897"/>
                    <a:pt x="923" y="874"/>
                    <a:pt x="1001" y="829"/>
                  </a:cubicBezTo>
                  <a:cubicBezTo>
                    <a:pt x="1076" y="785"/>
                    <a:pt x="1136" y="725"/>
                    <a:pt x="1181" y="650"/>
                  </a:cubicBezTo>
                  <a:cubicBezTo>
                    <a:pt x="1203" y="612"/>
                    <a:pt x="1220" y="571"/>
                    <a:pt x="1231" y="530"/>
                  </a:cubicBezTo>
                  <a:lnTo>
                    <a:pt x="1231" y="530"/>
                  </a:lnTo>
                  <a:cubicBezTo>
                    <a:pt x="1141" y="550"/>
                    <a:pt x="1049" y="566"/>
                    <a:pt x="957" y="570"/>
                  </a:cubicBezTo>
                  <a:cubicBezTo>
                    <a:pt x="937" y="571"/>
                    <a:pt x="916" y="571"/>
                    <a:pt x="896" y="571"/>
                  </a:cubicBezTo>
                  <a:cubicBezTo>
                    <a:pt x="684" y="571"/>
                    <a:pt x="469" y="516"/>
                    <a:pt x="308" y="380"/>
                  </a:cubicBezTo>
                  <a:cubicBezTo>
                    <a:pt x="195" y="285"/>
                    <a:pt x="115" y="146"/>
                    <a:pt x="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9"/>
            <p:cNvSpPr/>
            <p:nvPr/>
          </p:nvSpPr>
          <p:spPr>
            <a:xfrm>
              <a:off x="6434263" y="1086996"/>
              <a:ext cx="40317" cy="28896"/>
            </a:xfrm>
            <a:custGeom>
              <a:avLst/>
              <a:gdLst/>
              <a:ahLst/>
              <a:cxnLst/>
              <a:rect l="l" t="t" r="r" b="b"/>
              <a:pathLst>
                <a:path w="1292" h="926" extrusionOk="0">
                  <a:moveTo>
                    <a:pt x="138" y="1"/>
                  </a:moveTo>
                  <a:cubicBezTo>
                    <a:pt x="130" y="12"/>
                    <a:pt x="121" y="23"/>
                    <a:pt x="112" y="35"/>
                  </a:cubicBezTo>
                  <a:cubicBezTo>
                    <a:pt x="108" y="41"/>
                    <a:pt x="104" y="49"/>
                    <a:pt x="100" y="56"/>
                  </a:cubicBezTo>
                  <a:cubicBezTo>
                    <a:pt x="86" y="80"/>
                    <a:pt x="79" y="104"/>
                    <a:pt x="67" y="131"/>
                  </a:cubicBezTo>
                  <a:cubicBezTo>
                    <a:pt x="55" y="161"/>
                    <a:pt x="45" y="178"/>
                    <a:pt x="37" y="204"/>
                  </a:cubicBezTo>
                  <a:cubicBezTo>
                    <a:pt x="33" y="220"/>
                    <a:pt x="28" y="237"/>
                    <a:pt x="25" y="254"/>
                  </a:cubicBezTo>
                  <a:cubicBezTo>
                    <a:pt x="0" y="348"/>
                    <a:pt x="0" y="442"/>
                    <a:pt x="25" y="536"/>
                  </a:cubicBezTo>
                  <a:cubicBezTo>
                    <a:pt x="42" y="604"/>
                    <a:pt x="73" y="665"/>
                    <a:pt x="121" y="716"/>
                  </a:cubicBezTo>
                  <a:cubicBezTo>
                    <a:pt x="158" y="774"/>
                    <a:pt x="207" y="819"/>
                    <a:pt x="269" y="853"/>
                  </a:cubicBezTo>
                  <a:cubicBezTo>
                    <a:pt x="352" y="901"/>
                    <a:pt x="441" y="925"/>
                    <a:pt x="537" y="925"/>
                  </a:cubicBezTo>
                  <a:cubicBezTo>
                    <a:pt x="545" y="926"/>
                    <a:pt x="552" y="926"/>
                    <a:pt x="560" y="926"/>
                  </a:cubicBezTo>
                  <a:cubicBezTo>
                    <a:pt x="572" y="926"/>
                    <a:pt x="584" y="925"/>
                    <a:pt x="597" y="924"/>
                  </a:cubicBezTo>
                  <a:cubicBezTo>
                    <a:pt x="650" y="919"/>
                    <a:pt x="704" y="911"/>
                    <a:pt x="757" y="903"/>
                  </a:cubicBezTo>
                  <a:cubicBezTo>
                    <a:pt x="766" y="902"/>
                    <a:pt x="777" y="900"/>
                    <a:pt x="787" y="896"/>
                  </a:cubicBezTo>
                  <a:cubicBezTo>
                    <a:pt x="827" y="887"/>
                    <a:pt x="864" y="870"/>
                    <a:pt x="901" y="855"/>
                  </a:cubicBezTo>
                  <a:cubicBezTo>
                    <a:pt x="992" y="816"/>
                    <a:pt x="971" y="829"/>
                    <a:pt x="1070" y="747"/>
                  </a:cubicBezTo>
                  <a:cubicBezTo>
                    <a:pt x="1073" y="745"/>
                    <a:pt x="1075" y="743"/>
                    <a:pt x="1078" y="741"/>
                  </a:cubicBezTo>
                  <a:cubicBezTo>
                    <a:pt x="1086" y="734"/>
                    <a:pt x="1092" y="727"/>
                    <a:pt x="1099" y="721"/>
                  </a:cubicBezTo>
                  <a:cubicBezTo>
                    <a:pt x="1138" y="681"/>
                    <a:pt x="1169" y="635"/>
                    <a:pt x="1203" y="591"/>
                  </a:cubicBezTo>
                  <a:cubicBezTo>
                    <a:pt x="1208" y="584"/>
                    <a:pt x="1213" y="576"/>
                    <a:pt x="1218" y="569"/>
                  </a:cubicBezTo>
                  <a:cubicBezTo>
                    <a:pt x="1221" y="566"/>
                    <a:pt x="1223" y="563"/>
                    <a:pt x="1225" y="559"/>
                  </a:cubicBezTo>
                  <a:cubicBezTo>
                    <a:pt x="1235" y="541"/>
                    <a:pt x="1245" y="522"/>
                    <a:pt x="1250" y="501"/>
                  </a:cubicBezTo>
                  <a:cubicBezTo>
                    <a:pt x="1262" y="484"/>
                    <a:pt x="1270" y="466"/>
                    <a:pt x="1273" y="446"/>
                  </a:cubicBezTo>
                  <a:cubicBezTo>
                    <a:pt x="1288" y="397"/>
                    <a:pt x="1292" y="348"/>
                    <a:pt x="1290" y="298"/>
                  </a:cubicBezTo>
                  <a:lnTo>
                    <a:pt x="1290" y="298"/>
                  </a:lnTo>
                  <a:cubicBezTo>
                    <a:pt x="1148" y="435"/>
                    <a:pt x="955" y="520"/>
                    <a:pt x="761" y="520"/>
                  </a:cubicBezTo>
                  <a:cubicBezTo>
                    <a:pt x="706" y="520"/>
                    <a:pt x="651" y="513"/>
                    <a:pt x="597" y="499"/>
                  </a:cubicBezTo>
                  <a:cubicBezTo>
                    <a:pt x="367" y="438"/>
                    <a:pt x="188" y="230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9"/>
            <p:cNvSpPr/>
            <p:nvPr/>
          </p:nvSpPr>
          <p:spPr>
            <a:xfrm>
              <a:off x="6389640" y="979214"/>
              <a:ext cx="33577" cy="19534"/>
            </a:xfrm>
            <a:custGeom>
              <a:avLst/>
              <a:gdLst/>
              <a:ahLst/>
              <a:cxnLst/>
              <a:rect l="l" t="t" r="r" b="b"/>
              <a:pathLst>
                <a:path w="1076" h="626" extrusionOk="0">
                  <a:moveTo>
                    <a:pt x="35" y="1"/>
                  </a:moveTo>
                  <a:cubicBezTo>
                    <a:pt x="31" y="12"/>
                    <a:pt x="27" y="23"/>
                    <a:pt x="23" y="34"/>
                  </a:cubicBezTo>
                  <a:cubicBezTo>
                    <a:pt x="1" y="117"/>
                    <a:pt x="1" y="200"/>
                    <a:pt x="23" y="282"/>
                  </a:cubicBezTo>
                  <a:cubicBezTo>
                    <a:pt x="37" y="344"/>
                    <a:pt x="65" y="396"/>
                    <a:pt x="106" y="441"/>
                  </a:cubicBezTo>
                  <a:cubicBezTo>
                    <a:pt x="140" y="493"/>
                    <a:pt x="183" y="532"/>
                    <a:pt x="237" y="562"/>
                  </a:cubicBezTo>
                  <a:cubicBezTo>
                    <a:pt x="310" y="605"/>
                    <a:pt x="389" y="626"/>
                    <a:pt x="474" y="626"/>
                  </a:cubicBezTo>
                  <a:cubicBezTo>
                    <a:pt x="530" y="619"/>
                    <a:pt x="590" y="615"/>
                    <a:pt x="646" y="600"/>
                  </a:cubicBezTo>
                  <a:cubicBezTo>
                    <a:pt x="700" y="586"/>
                    <a:pt x="755" y="559"/>
                    <a:pt x="803" y="537"/>
                  </a:cubicBezTo>
                  <a:cubicBezTo>
                    <a:pt x="819" y="530"/>
                    <a:pt x="834" y="523"/>
                    <a:pt x="847" y="515"/>
                  </a:cubicBezTo>
                  <a:cubicBezTo>
                    <a:pt x="855" y="509"/>
                    <a:pt x="862" y="505"/>
                    <a:pt x="868" y="500"/>
                  </a:cubicBezTo>
                  <a:cubicBezTo>
                    <a:pt x="907" y="473"/>
                    <a:pt x="945" y="443"/>
                    <a:pt x="981" y="413"/>
                  </a:cubicBezTo>
                  <a:cubicBezTo>
                    <a:pt x="994" y="403"/>
                    <a:pt x="1005" y="391"/>
                    <a:pt x="1017" y="379"/>
                  </a:cubicBezTo>
                  <a:cubicBezTo>
                    <a:pt x="1038" y="356"/>
                    <a:pt x="1056" y="328"/>
                    <a:pt x="1075" y="303"/>
                  </a:cubicBezTo>
                  <a:lnTo>
                    <a:pt x="1075" y="303"/>
                  </a:lnTo>
                  <a:cubicBezTo>
                    <a:pt x="942" y="365"/>
                    <a:pt x="801" y="403"/>
                    <a:pt x="655" y="403"/>
                  </a:cubicBezTo>
                  <a:cubicBezTo>
                    <a:pt x="641" y="403"/>
                    <a:pt x="626" y="402"/>
                    <a:pt x="612" y="402"/>
                  </a:cubicBezTo>
                  <a:cubicBezTo>
                    <a:pt x="365" y="389"/>
                    <a:pt x="119" y="222"/>
                    <a:pt x="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9"/>
            <p:cNvSpPr/>
            <p:nvPr/>
          </p:nvSpPr>
          <p:spPr>
            <a:xfrm>
              <a:off x="6361868" y="1040438"/>
              <a:ext cx="34232" cy="24964"/>
            </a:xfrm>
            <a:custGeom>
              <a:avLst/>
              <a:gdLst/>
              <a:ahLst/>
              <a:cxnLst/>
              <a:rect l="l" t="t" r="r" b="b"/>
              <a:pathLst>
                <a:path w="1097" h="800" extrusionOk="0">
                  <a:moveTo>
                    <a:pt x="87" y="0"/>
                  </a:moveTo>
                  <a:cubicBezTo>
                    <a:pt x="84" y="4"/>
                    <a:pt x="80" y="8"/>
                    <a:pt x="78" y="14"/>
                  </a:cubicBezTo>
                  <a:cubicBezTo>
                    <a:pt x="61" y="56"/>
                    <a:pt x="44" y="96"/>
                    <a:pt x="26" y="138"/>
                  </a:cubicBezTo>
                  <a:cubicBezTo>
                    <a:pt x="4" y="207"/>
                    <a:pt x="1" y="277"/>
                    <a:pt x="17" y="347"/>
                  </a:cubicBezTo>
                  <a:cubicBezTo>
                    <a:pt x="17" y="394"/>
                    <a:pt x="29" y="438"/>
                    <a:pt x="52" y="478"/>
                  </a:cubicBezTo>
                  <a:cubicBezTo>
                    <a:pt x="73" y="542"/>
                    <a:pt x="110" y="599"/>
                    <a:pt x="160" y="646"/>
                  </a:cubicBezTo>
                  <a:lnTo>
                    <a:pt x="266" y="728"/>
                  </a:lnTo>
                  <a:cubicBezTo>
                    <a:pt x="347" y="775"/>
                    <a:pt x="435" y="799"/>
                    <a:pt x="529" y="799"/>
                  </a:cubicBezTo>
                  <a:cubicBezTo>
                    <a:pt x="536" y="799"/>
                    <a:pt x="543" y="799"/>
                    <a:pt x="551" y="799"/>
                  </a:cubicBezTo>
                  <a:cubicBezTo>
                    <a:pt x="606" y="799"/>
                    <a:pt x="664" y="786"/>
                    <a:pt x="716" y="776"/>
                  </a:cubicBezTo>
                  <a:cubicBezTo>
                    <a:pt x="734" y="773"/>
                    <a:pt x="750" y="767"/>
                    <a:pt x="767" y="761"/>
                  </a:cubicBezTo>
                  <a:cubicBezTo>
                    <a:pt x="840" y="734"/>
                    <a:pt x="914" y="707"/>
                    <a:pt x="976" y="661"/>
                  </a:cubicBezTo>
                  <a:cubicBezTo>
                    <a:pt x="1014" y="632"/>
                    <a:pt x="1060" y="599"/>
                    <a:pt x="1097" y="563"/>
                  </a:cubicBezTo>
                  <a:lnTo>
                    <a:pt x="1097" y="563"/>
                  </a:lnTo>
                  <a:cubicBezTo>
                    <a:pt x="1080" y="568"/>
                    <a:pt x="1063" y="575"/>
                    <a:pt x="1047" y="579"/>
                  </a:cubicBezTo>
                  <a:cubicBezTo>
                    <a:pt x="973" y="595"/>
                    <a:pt x="898" y="603"/>
                    <a:pt x="822" y="603"/>
                  </a:cubicBezTo>
                  <a:cubicBezTo>
                    <a:pt x="650" y="603"/>
                    <a:pt x="478" y="559"/>
                    <a:pt x="340" y="459"/>
                  </a:cubicBezTo>
                  <a:cubicBezTo>
                    <a:pt x="195" y="352"/>
                    <a:pt x="96" y="177"/>
                    <a:pt x="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9"/>
            <p:cNvSpPr/>
            <p:nvPr/>
          </p:nvSpPr>
          <p:spPr>
            <a:xfrm>
              <a:off x="6322737" y="1130496"/>
              <a:ext cx="24434" cy="22748"/>
            </a:xfrm>
            <a:custGeom>
              <a:avLst/>
              <a:gdLst/>
              <a:ahLst/>
              <a:cxnLst/>
              <a:rect l="l" t="t" r="r" b="b"/>
              <a:pathLst>
                <a:path w="783" h="729" extrusionOk="0">
                  <a:moveTo>
                    <a:pt x="88" y="1"/>
                  </a:moveTo>
                  <a:cubicBezTo>
                    <a:pt x="86" y="4"/>
                    <a:pt x="85" y="7"/>
                    <a:pt x="84" y="10"/>
                  </a:cubicBezTo>
                  <a:cubicBezTo>
                    <a:pt x="79" y="23"/>
                    <a:pt x="74" y="35"/>
                    <a:pt x="71" y="48"/>
                  </a:cubicBezTo>
                  <a:cubicBezTo>
                    <a:pt x="71" y="50"/>
                    <a:pt x="71" y="51"/>
                    <a:pt x="70" y="52"/>
                  </a:cubicBezTo>
                  <a:cubicBezTo>
                    <a:pt x="69" y="54"/>
                    <a:pt x="67" y="56"/>
                    <a:pt x="66" y="58"/>
                  </a:cubicBezTo>
                  <a:cubicBezTo>
                    <a:pt x="51" y="94"/>
                    <a:pt x="37" y="129"/>
                    <a:pt x="21" y="165"/>
                  </a:cubicBezTo>
                  <a:cubicBezTo>
                    <a:pt x="0" y="243"/>
                    <a:pt x="0" y="322"/>
                    <a:pt x="21" y="402"/>
                  </a:cubicBezTo>
                  <a:cubicBezTo>
                    <a:pt x="35" y="459"/>
                    <a:pt x="62" y="510"/>
                    <a:pt x="101" y="553"/>
                  </a:cubicBezTo>
                  <a:cubicBezTo>
                    <a:pt x="132" y="601"/>
                    <a:pt x="174" y="639"/>
                    <a:pt x="226" y="667"/>
                  </a:cubicBezTo>
                  <a:cubicBezTo>
                    <a:pt x="277" y="700"/>
                    <a:pt x="332" y="718"/>
                    <a:pt x="391" y="721"/>
                  </a:cubicBezTo>
                  <a:cubicBezTo>
                    <a:pt x="416" y="726"/>
                    <a:pt x="440" y="729"/>
                    <a:pt x="465" y="729"/>
                  </a:cubicBezTo>
                  <a:cubicBezTo>
                    <a:pt x="500" y="729"/>
                    <a:pt x="535" y="723"/>
                    <a:pt x="569" y="712"/>
                  </a:cubicBezTo>
                  <a:cubicBezTo>
                    <a:pt x="645" y="691"/>
                    <a:pt x="710" y="653"/>
                    <a:pt x="765" y="598"/>
                  </a:cubicBezTo>
                  <a:cubicBezTo>
                    <a:pt x="772" y="591"/>
                    <a:pt x="777" y="584"/>
                    <a:pt x="783" y="576"/>
                  </a:cubicBezTo>
                  <a:lnTo>
                    <a:pt x="783" y="576"/>
                  </a:lnTo>
                  <a:cubicBezTo>
                    <a:pt x="777" y="576"/>
                    <a:pt x="770" y="576"/>
                    <a:pt x="764" y="576"/>
                  </a:cubicBezTo>
                  <a:cubicBezTo>
                    <a:pt x="706" y="576"/>
                    <a:pt x="648" y="572"/>
                    <a:pt x="590" y="560"/>
                  </a:cubicBezTo>
                  <a:cubicBezTo>
                    <a:pt x="355" y="507"/>
                    <a:pt x="140" y="324"/>
                    <a:pt x="95" y="86"/>
                  </a:cubicBezTo>
                  <a:cubicBezTo>
                    <a:pt x="90" y="58"/>
                    <a:pt x="89" y="30"/>
                    <a:pt x="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9"/>
            <p:cNvSpPr/>
            <p:nvPr/>
          </p:nvSpPr>
          <p:spPr>
            <a:xfrm>
              <a:off x="6241479" y="1077822"/>
              <a:ext cx="38413" cy="32422"/>
            </a:xfrm>
            <a:custGeom>
              <a:avLst/>
              <a:gdLst/>
              <a:ahLst/>
              <a:cxnLst/>
              <a:rect l="l" t="t" r="r" b="b"/>
              <a:pathLst>
                <a:path w="1231" h="1039" extrusionOk="0">
                  <a:moveTo>
                    <a:pt x="128" y="0"/>
                  </a:moveTo>
                  <a:cubicBezTo>
                    <a:pt x="76" y="58"/>
                    <a:pt x="41" y="125"/>
                    <a:pt x="23" y="201"/>
                  </a:cubicBezTo>
                  <a:lnTo>
                    <a:pt x="22" y="205"/>
                  </a:lnTo>
                  <a:cubicBezTo>
                    <a:pt x="15" y="259"/>
                    <a:pt x="7" y="313"/>
                    <a:pt x="0" y="368"/>
                  </a:cubicBezTo>
                  <a:cubicBezTo>
                    <a:pt x="0" y="371"/>
                    <a:pt x="0" y="373"/>
                    <a:pt x="0" y="376"/>
                  </a:cubicBezTo>
                  <a:cubicBezTo>
                    <a:pt x="0" y="406"/>
                    <a:pt x="10" y="455"/>
                    <a:pt x="12" y="469"/>
                  </a:cubicBezTo>
                  <a:cubicBezTo>
                    <a:pt x="16" y="499"/>
                    <a:pt x="17" y="533"/>
                    <a:pt x="26" y="564"/>
                  </a:cubicBezTo>
                  <a:cubicBezTo>
                    <a:pt x="46" y="613"/>
                    <a:pt x="67" y="663"/>
                    <a:pt x="88" y="712"/>
                  </a:cubicBezTo>
                  <a:cubicBezTo>
                    <a:pt x="89" y="713"/>
                    <a:pt x="89" y="714"/>
                    <a:pt x="90" y="714"/>
                  </a:cubicBezTo>
                  <a:cubicBezTo>
                    <a:pt x="129" y="786"/>
                    <a:pt x="182" y="845"/>
                    <a:pt x="249" y="889"/>
                  </a:cubicBezTo>
                  <a:cubicBezTo>
                    <a:pt x="271" y="906"/>
                    <a:pt x="292" y="921"/>
                    <a:pt x="313" y="938"/>
                  </a:cubicBezTo>
                  <a:cubicBezTo>
                    <a:pt x="317" y="940"/>
                    <a:pt x="320" y="942"/>
                    <a:pt x="323" y="945"/>
                  </a:cubicBezTo>
                  <a:cubicBezTo>
                    <a:pt x="326" y="946"/>
                    <a:pt x="328" y="947"/>
                    <a:pt x="329" y="948"/>
                  </a:cubicBezTo>
                  <a:lnTo>
                    <a:pt x="332" y="949"/>
                  </a:lnTo>
                  <a:lnTo>
                    <a:pt x="478" y="1010"/>
                  </a:lnTo>
                  <a:cubicBezTo>
                    <a:pt x="531" y="1029"/>
                    <a:pt x="647" y="1036"/>
                    <a:pt x="659" y="1038"/>
                  </a:cubicBezTo>
                  <a:cubicBezTo>
                    <a:pt x="665" y="1038"/>
                    <a:pt x="671" y="1038"/>
                    <a:pt x="676" y="1038"/>
                  </a:cubicBezTo>
                  <a:cubicBezTo>
                    <a:pt x="679" y="1038"/>
                    <a:pt x="681" y="1038"/>
                    <a:pt x="684" y="1038"/>
                  </a:cubicBezTo>
                  <a:cubicBezTo>
                    <a:pt x="712" y="1036"/>
                    <a:pt x="751" y="1028"/>
                    <a:pt x="767" y="1026"/>
                  </a:cubicBezTo>
                  <a:cubicBezTo>
                    <a:pt x="786" y="1024"/>
                    <a:pt x="824" y="1020"/>
                    <a:pt x="851" y="1015"/>
                  </a:cubicBezTo>
                  <a:cubicBezTo>
                    <a:pt x="855" y="1015"/>
                    <a:pt x="858" y="1014"/>
                    <a:pt x="863" y="1013"/>
                  </a:cubicBezTo>
                  <a:cubicBezTo>
                    <a:pt x="867" y="1010"/>
                    <a:pt x="871" y="1009"/>
                    <a:pt x="875" y="1007"/>
                  </a:cubicBezTo>
                  <a:cubicBezTo>
                    <a:pt x="908" y="995"/>
                    <a:pt x="984" y="963"/>
                    <a:pt x="1015" y="948"/>
                  </a:cubicBezTo>
                  <a:cubicBezTo>
                    <a:pt x="1017" y="947"/>
                    <a:pt x="1021" y="947"/>
                    <a:pt x="1023" y="945"/>
                  </a:cubicBezTo>
                  <a:cubicBezTo>
                    <a:pt x="1026" y="943"/>
                    <a:pt x="1029" y="941"/>
                    <a:pt x="1032" y="939"/>
                  </a:cubicBezTo>
                  <a:cubicBezTo>
                    <a:pt x="1039" y="935"/>
                    <a:pt x="1045" y="930"/>
                    <a:pt x="1051" y="925"/>
                  </a:cubicBezTo>
                  <a:lnTo>
                    <a:pt x="1051" y="925"/>
                  </a:lnTo>
                  <a:cubicBezTo>
                    <a:pt x="1068" y="913"/>
                    <a:pt x="1085" y="900"/>
                    <a:pt x="1101" y="886"/>
                  </a:cubicBezTo>
                  <a:cubicBezTo>
                    <a:pt x="1102" y="885"/>
                    <a:pt x="1103" y="885"/>
                    <a:pt x="1103" y="884"/>
                  </a:cubicBezTo>
                  <a:cubicBezTo>
                    <a:pt x="1104" y="883"/>
                    <a:pt x="1106" y="882"/>
                    <a:pt x="1107" y="881"/>
                  </a:cubicBezTo>
                  <a:lnTo>
                    <a:pt x="1107" y="881"/>
                  </a:lnTo>
                  <a:cubicBezTo>
                    <a:pt x="1121" y="872"/>
                    <a:pt x="1135" y="861"/>
                    <a:pt x="1148" y="850"/>
                  </a:cubicBezTo>
                  <a:lnTo>
                    <a:pt x="1148" y="850"/>
                  </a:lnTo>
                  <a:cubicBezTo>
                    <a:pt x="1151" y="848"/>
                    <a:pt x="1154" y="845"/>
                    <a:pt x="1157" y="843"/>
                  </a:cubicBezTo>
                  <a:lnTo>
                    <a:pt x="1157" y="843"/>
                  </a:lnTo>
                  <a:lnTo>
                    <a:pt x="1151" y="847"/>
                  </a:lnTo>
                  <a:lnTo>
                    <a:pt x="1151" y="847"/>
                  </a:lnTo>
                  <a:cubicBezTo>
                    <a:pt x="1182" y="820"/>
                    <a:pt x="1208" y="787"/>
                    <a:pt x="1231" y="751"/>
                  </a:cubicBezTo>
                  <a:lnTo>
                    <a:pt x="1231" y="751"/>
                  </a:lnTo>
                  <a:cubicBezTo>
                    <a:pt x="1141" y="775"/>
                    <a:pt x="1049" y="788"/>
                    <a:pt x="957" y="788"/>
                  </a:cubicBezTo>
                  <a:cubicBezTo>
                    <a:pt x="868" y="788"/>
                    <a:pt x="780" y="776"/>
                    <a:pt x="693" y="749"/>
                  </a:cubicBezTo>
                  <a:cubicBezTo>
                    <a:pt x="374" y="647"/>
                    <a:pt x="134" y="326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9"/>
            <p:cNvSpPr/>
            <p:nvPr/>
          </p:nvSpPr>
          <p:spPr>
            <a:xfrm>
              <a:off x="6137535" y="1035352"/>
              <a:ext cx="25588" cy="18692"/>
            </a:xfrm>
            <a:custGeom>
              <a:avLst/>
              <a:gdLst/>
              <a:ahLst/>
              <a:cxnLst/>
              <a:rect l="l" t="t" r="r" b="b"/>
              <a:pathLst>
                <a:path w="820" h="599" extrusionOk="0">
                  <a:moveTo>
                    <a:pt x="66" y="1"/>
                  </a:moveTo>
                  <a:cubicBezTo>
                    <a:pt x="53" y="21"/>
                    <a:pt x="42" y="43"/>
                    <a:pt x="34" y="66"/>
                  </a:cubicBezTo>
                  <a:cubicBezTo>
                    <a:pt x="11" y="111"/>
                    <a:pt x="1" y="158"/>
                    <a:pt x="3" y="209"/>
                  </a:cubicBezTo>
                  <a:cubicBezTo>
                    <a:pt x="4" y="244"/>
                    <a:pt x="9" y="277"/>
                    <a:pt x="16" y="310"/>
                  </a:cubicBezTo>
                  <a:cubicBezTo>
                    <a:pt x="32" y="370"/>
                    <a:pt x="69" y="436"/>
                    <a:pt x="115" y="479"/>
                  </a:cubicBezTo>
                  <a:cubicBezTo>
                    <a:pt x="141" y="503"/>
                    <a:pt x="168" y="526"/>
                    <a:pt x="199" y="544"/>
                  </a:cubicBezTo>
                  <a:cubicBezTo>
                    <a:pt x="262" y="582"/>
                    <a:pt x="322" y="596"/>
                    <a:pt x="396" y="598"/>
                  </a:cubicBezTo>
                  <a:lnTo>
                    <a:pt x="451" y="598"/>
                  </a:lnTo>
                  <a:cubicBezTo>
                    <a:pt x="454" y="599"/>
                    <a:pt x="458" y="599"/>
                    <a:pt x="461" y="599"/>
                  </a:cubicBezTo>
                  <a:cubicBezTo>
                    <a:pt x="482" y="599"/>
                    <a:pt x="500" y="596"/>
                    <a:pt x="524" y="593"/>
                  </a:cubicBezTo>
                  <a:cubicBezTo>
                    <a:pt x="555" y="589"/>
                    <a:pt x="568" y="589"/>
                    <a:pt x="592" y="579"/>
                  </a:cubicBezTo>
                  <a:lnTo>
                    <a:pt x="639" y="560"/>
                  </a:lnTo>
                  <a:cubicBezTo>
                    <a:pt x="691" y="545"/>
                    <a:pt x="736" y="519"/>
                    <a:pt x="773" y="481"/>
                  </a:cubicBezTo>
                  <a:cubicBezTo>
                    <a:pt x="793" y="463"/>
                    <a:pt x="807" y="442"/>
                    <a:pt x="819" y="420"/>
                  </a:cubicBezTo>
                  <a:lnTo>
                    <a:pt x="819" y="420"/>
                  </a:lnTo>
                  <a:cubicBezTo>
                    <a:pt x="769" y="438"/>
                    <a:pt x="718" y="456"/>
                    <a:pt x="665" y="466"/>
                  </a:cubicBezTo>
                  <a:cubicBezTo>
                    <a:pt x="630" y="472"/>
                    <a:pt x="593" y="476"/>
                    <a:pt x="556" y="476"/>
                  </a:cubicBezTo>
                  <a:cubicBezTo>
                    <a:pt x="465" y="476"/>
                    <a:pt x="374" y="453"/>
                    <a:pt x="301" y="399"/>
                  </a:cubicBezTo>
                  <a:cubicBezTo>
                    <a:pt x="252" y="361"/>
                    <a:pt x="213" y="310"/>
                    <a:pt x="180" y="256"/>
                  </a:cubicBezTo>
                  <a:cubicBezTo>
                    <a:pt x="130" y="177"/>
                    <a:pt x="93" y="90"/>
                    <a:pt x="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6257144" y="998280"/>
              <a:ext cx="34388" cy="32453"/>
            </a:xfrm>
            <a:custGeom>
              <a:avLst/>
              <a:gdLst/>
              <a:ahLst/>
              <a:cxnLst/>
              <a:rect l="l" t="t" r="r" b="b"/>
              <a:pathLst>
                <a:path w="1102" h="1040" extrusionOk="0">
                  <a:moveTo>
                    <a:pt x="294" y="1"/>
                  </a:moveTo>
                  <a:cubicBezTo>
                    <a:pt x="0" y="321"/>
                    <a:pt x="210" y="937"/>
                    <a:pt x="628" y="1031"/>
                  </a:cubicBezTo>
                  <a:cubicBezTo>
                    <a:pt x="656" y="1037"/>
                    <a:pt x="684" y="1040"/>
                    <a:pt x="712" y="1040"/>
                  </a:cubicBezTo>
                  <a:cubicBezTo>
                    <a:pt x="752" y="1040"/>
                    <a:pt x="791" y="1034"/>
                    <a:pt x="830" y="1021"/>
                  </a:cubicBezTo>
                  <a:cubicBezTo>
                    <a:pt x="871" y="1005"/>
                    <a:pt x="912" y="988"/>
                    <a:pt x="952" y="970"/>
                  </a:cubicBezTo>
                  <a:cubicBezTo>
                    <a:pt x="1013" y="935"/>
                    <a:pt x="1061" y="885"/>
                    <a:pt x="1102" y="830"/>
                  </a:cubicBezTo>
                  <a:lnTo>
                    <a:pt x="1102" y="830"/>
                  </a:lnTo>
                  <a:cubicBezTo>
                    <a:pt x="1093" y="830"/>
                    <a:pt x="1085" y="830"/>
                    <a:pt x="1076" y="830"/>
                  </a:cubicBezTo>
                  <a:cubicBezTo>
                    <a:pt x="897" y="830"/>
                    <a:pt x="712" y="757"/>
                    <a:pt x="580" y="631"/>
                  </a:cubicBezTo>
                  <a:cubicBezTo>
                    <a:pt x="410" y="468"/>
                    <a:pt x="321" y="238"/>
                    <a:pt x="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9"/>
            <p:cNvSpPr/>
            <p:nvPr/>
          </p:nvSpPr>
          <p:spPr>
            <a:xfrm>
              <a:off x="6181222" y="967169"/>
              <a:ext cx="41035" cy="37196"/>
            </a:xfrm>
            <a:custGeom>
              <a:avLst/>
              <a:gdLst/>
              <a:ahLst/>
              <a:cxnLst/>
              <a:rect l="l" t="t" r="r" b="b"/>
              <a:pathLst>
                <a:path w="1315" h="1192" extrusionOk="0">
                  <a:moveTo>
                    <a:pt x="162" y="1"/>
                  </a:moveTo>
                  <a:cubicBezTo>
                    <a:pt x="89" y="86"/>
                    <a:pt x="38" y="190"/>
                    <a:pt x="24" y="315"/>
                  </a:cubicBezTo>
                  <a:cubicBezTo>
                    <a:pt x="0" y="533"/>
                    <a:pt x="90" y="756"/>
                    <a:pt x="241" y="915"/>
                  </a:cubicBezTo>
                  <a:cubicBezTo>
                    <a:pt x="399" y="1082"/>
                    <a:pt x="597" y="1191"/>
                    <a:pt x="810" y="1191"/>
                  </a:cubicBezTo>
                  <a:cubicBezTo>
                    <a:pt x="875" y="1191"/>
                    <a:pt x="941" y="1181"/>
                    <a:pt x="1008" y="1159"/>
                  </a:cubicBezTo>
                  <a:cubicBezTo>
                    <a:pt x="1180" y="1104"/>
                    <a:pt x="1273" y="957"/>
                    <a:pt x="1315" y="784"/>
                  </a:cubicBezTo>
                  <a:lnTo>
                    <a:pt x="1315" y="784"/>
                  </a:lnTo>
                  <a:cubicBezTo>
                    <a:pt x="1217" y="828"/>
                    <a:pt x="1109" y="850"/>
                    <a:pt x="1001" y="850"/>
                  </a:cubicBezTo>
                  <a:cubicBezTo>
                    <a:pt x="825" y="850"/>
                    <a:pt x="648" y="794"/>
                    <a:pt x="510" y="685"/>
                  </a:cubicBezTo>
                  <a:cubicBezTo>
                    <a:pt x="302" y="523"/>
                    <a:pt x="183" y="265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9"/>
            <p:cNvSpPr/>
            <p:nvPr/>
          </p:nvSpPr>
          <p:spPr>
            <a:xfrm>
              <a:off x="6312033" y="930597"/>
              <a:ext cx="32360" cy="25557"/>
            </a:xfrm>
            <a:custGeom>
              <a:avLst/>
              <a:gdLst/>
              <a:ahLst/>
              <a:cxnLst/>
              <a:rect l="l" t="t" r="r" b="b"/>
              <a:pathLst>
                <a:path w="1037" h="819" extrusionOk="0">
                  <a:moveTo>
                    <a:pt x="44" y="0"/>
                  </a:moveTo>
                  <a:cubicBezTo>
                    <a:pt x="26" y="84"/>
                    <a:pt x="1" y="173"/>
                    <a:pt x="9" y="259"/>
                  </a:cubicBezTo>
                  <a:cubicBezTo>
                    <a:pt x="12" y="292"/>
                    <a:pt x="15" y="334"/>
                    <a:pt x="24" y="368"/>
                  </a:cubicBezTo>
                  <a:cubicBezTo>
                    <a:pt x="36" y="423"/>
                    <a:pt x="60" y="461"/>
                    <a:pt x="93" y="504"/>
                  </a:cubicBezTo>
                  <a:cubicBezTo>
                    <a:pt x="108" y="523"/>
                    <a:pt x="122" y="539"/>
                    <a:pt x="139" y="555"/>
                  </a:cubicBezTo>
                  <a:cubicBezTo>
                    <a:pt x="145" y="571"/>
                    <a:pt x="153" y="586"/>
                    <a:pt x="160" y="602"/>
                  </a:cubicBezTo>
                  <a:cubicBezTo>
                    <a:pt x="199" y="667"/>
                    <a:pt x="250" y="719"/>
                    <a:pt x="316" y="758"/>
                  </a:cubicBezTo>
                  <a:cubicBezTo>
                    <a:pt x="366" y="791"/>
                    <a:pt x="421" y="807"/>
                    <a:pt x="478" y="810"/>
                  </a:cubicBezTo>
                  <a:cubicBezTo>
                    <a:pt x="502" y="816"/>
                    <a:pt x="527" y="818"/>
                    <a:pt x="551" y="818"/>
                  </a:cubicBezTo>
                  <a:cubicBezTo>
                    <a:pt x="585" y="818"/>
                    <a:pt x="619" y="813"/>
                    <a:pt x="653" y="802"/>
                  </a:cubicBezTo>
                  <a:cubicBezTo>
                    <a:pt x="726" y="781"/>
                    <a:pt x="791" y="744"/>
                    <a:pt x="845" y="690"/>
                  </a:cubicBezTo>
                  <a:cubicBezTo>
                    <a:pt x="897" y="628"/>
                    <a:pt x="949" y="563"/>
                    <a:pt x="990" y="493"/>
                  </a:cubicBezTo>
                  <a:cubicBezTo>
                    <a:pt x="1007" y="463"/>
                    <a:pt x="1022" y="431"/>
                    <a:pt x="1037" y="398"/>
                  </a:cubicBezTo>
                  <a:lnTo>
                    <a:pt x="1037" y="398"/>
                  </a:lnTo>
                  <a:cubicBezTo>
                    <a:pt x="937" y="460"/>
                    <a:pt x="818" y="492"/>
                    <a:pt x="699" y="492"/>
                  </a:cubicBezTo>
                  <a:cubicBezTo>
                    <a:pt x="599" y="492"/>
                    <a:pt x="499" y="470"/>
                    <a:pt x="410" y="424"/>
                  </a:cubicBezTo>
                  <a:cubicBezTo>
                    <a:pt x="238" y="338"/>
                    <a:pt x="113" y="18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9"/>
            <p:cNvSpPr/>
            <p:nvPr/>
          </p:nvSpPr>
          <p:spPr>
            <a:xfrm>
              <a:off x="6244630" y="922359"/>
              <a:ext cx="28272" cy="20751"/>
            </a:xfrm>
            <a:custGeom>
              <a:avLst/>
              <a:gdLst/>
              <a:ahLst/>
              <a:cxnLst/>
              <a:rect l="l" t="t" r="r" b="b"/>
              <a:pathLst>
                <a:path w="906" h="665" extrusionOk="0">
                  <a:moveTo>
                    <a:pt x="9" y="1"/>
                  </a:moveTo>
                  <a:lnTo>
                    <a:pt x="9" y="1"/>
                  </a:lnTo>
                  <a:cubicBezTo>
                    <a:pt x="1" y="67"/>
                    <a:pt x="4" y="135"/>
                    <a:pt x="24" y="195"/>
                  </a:cubicBezTo>
                  <a:cubicBezTo>
                    <a:pt x="40" y="248"/>
                    <a:pt x="63" y="300"/>
                    <a:pt x="86" y="348"/>
                  </a:cubicBezTo>
                  <a:cubicBezTo>
                    <a:pt x="93" y="362"/>
                    <a:pt x="100" y="375"/>
                    <a:pt x="108" y="388"/>
                  </a:cubicBezTo>
                  <a:cubicBezTo>
                    <a:pt x="134" y="430"/>
                    <a:pt x="174" y="485"/>
                    <a:pt x="202" y="513"/>
                  </a:cubicBezTo>
                  <a:cubicBezTo>
                    <a:pt x="270" y="580"/>
                    <a:pt x="361" y="621"/>
                    <a:pt x="450" y="651"/>
                  </a:cubicBezTo>
                  <a:cubicBezTo>
                    <a:pt x="482" y="655"/>
                    <a:pt x="515" y="659"/>
                    <a:pt x="547" y="664"/>
                  </a:cubicBezTo>
                  <a:cubicBezTo>
                    <a:pt x="549" y="664"/>
                    <a:pt x="551" y="664"/>
                    <a:pt x="554" y="664"/>
                  </a:cubicBezTo>
                  <a:cubicBezTo>
                    <a:pt x="601" y="664"/>
                    <a:pt x="646" y="654"/>
                    <a:pt x="688" y="632"/>
                  </a:cubicBezTo>
                  <a:cubicBezTo>
                    <a:pt x="720" y="623"/>
                    <a:pt x="747" y="608"/>
                    <a:pt x="769" y="585"/>
                  </a:cubicBezTo>
                  <a:cubicBezTo>
                    <a:pt x="810" y="560"/>
                    <a:pt x="841" y="525"/>
                    <a:pt x="864" y="482"/>
                  </a:cubicBezTo>
                  <a:cubicBezTo>
                    <a:pt x="872" y="461"/>
                    <a:pt x="885" y="442"/>
                    <a:pt x="897" y="423"/>
                  </a:cubicBezTo>
                  <a:cubicBezTo>
                    <a:pt x="901" y="417"/>
                    <a:pt x="902" y="410"/>
                    <a:pt x="906" y="404"/>
                  </a:cubicBezTo>
                  <a:lnTo>
                    <a:pt x="906" y="404"/>
                  </a:lnTo>
                  <a:cubicBezTo>
                    <a:pt x="840" y="421"/>
                    <a:pt x="771" y="429"/>
                    <a:pt x="703" y="429"/>
                  </a:cubicBezTo>
                  <a:cubicBezTo>
                    <a:pt x="564" y="429"/>
                    <a:pt x="425" y="394"/>
                    <a:pt x="305" y="323"/>
                  </a:cubicBezTo>
                  <a:cubicBezTo>
                    <a:pt x="177" y="248"/>
                    <a:pt x="76" y="132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9"/>
            <p:cNvSpPr/>
            <p:nvPr/>
          </p:nvSpPr>
          <p:spPr>
            <a:xfrm>
              <a:off x="6163497" y="1099041"/>
              <a:ext cx="62" cy="187"/>
            </a:xfrm>
            <a:custGeom>
              <a:avLst/>
              <a:gdLst/>
              <a:ahLst/>
              <a:cxnLst/>
              <a:rect l="l" t="t" r="r" b="b"/>
              <a:pathLst>
                <a:path w="2" h="6" extrusionOk="0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4"/>
                    <a:pt x="2" y="3"/>
                    <a:pt x="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9"/>
            <p:cNvSpPr/>
            <p:nvPr/>
          </p:nvSpPr>
          <p:spPr>
            <a:xfrm>
              <a:off x="6163341" y="1096451"/>
              <a:ext cx="13730" cy="8519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161" y="1"/>
                  </a:moveTo>
                  <a:cubicBezTo>
                    <a:pt x="150" y="1"/>
                    <a:pt x="140" y="1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ubicBezTo>
                    <a:pt x="116" y="1"/>
                    <a:pt x="115" y="1"/>
                    <a:pt x="114" y="1"/>
                  </a:cubicBezTo>
                  <a:cubicBezTo>
                    <a:pt x="88" y="1"/>
                    <a:pt x="63" y="14"/>
                    <a:pt x="42" y="32"/>
                  </a:cubicBezTo>
                  <a:cubicBezTo>
                    <a:pt x="36" y="38"/>
                    <a:pt x="31" y="43"/>
                    <a:pt x="26" y="49"/>
                  </a:cubicBezTo>
                  <a:cubicBezTo>
                    <a:pt x="24" y="52"/>
                    <a:pt x="19" y="54"/>
                    <a:pt x="17" y="58"/>
                  </a:cubicBezTo>
                  <a:cubicBezTo>
                    <a:pt x="17" y="59"/>
                    <a:pt x="17" y="59"/>
                    <a:pt x="16" y="60"/>
                  </a:cubicBezTo>
                  <a:lnTo>
                    <a:pt x="25" y="51"/>
                  </a:lnTo>
                  <a:lnTo>
                    <a:pt x="25" y="51"/>
                  </a:lnTo>
                  <a:cubicBezTo>
                    <a:pt x="17" y="61"/>
                    <a:pt x="9" y="69"/>
                    <a:pt x="7" y="82"/>
                  </a:cubicBezTo>
                  <a:cubicBezTo>
                    <a:pt x="6" y="84"/>
                    <a:pt x="6" y="87"/>
                    <a:pt x="6" y="89"/>
                  </a:cubicBezTo>
                  <a:cubicBezTo>
                    <a:pt x="1" y="113"/>
                    <a:pt x="3" y="137"/>
                    <a:pt x="12" y="160"/>
                  </a:cubicBezTo>
                  <a:cubicBezTo>
                    <a:pt x="20" y="181"/>
                    <a:pt x="37" y="205"/>
                    <a:pt x="59" y="215"/>
                  </a:cubicBezTo>
                  <a:cubicBezTo>
                    <a:pt x="83" y="225"/>
                    <a:pt x="109" y="237"/>
                    <a:pt x="136" y="245"/>
                  </a:cubicBezTo>
                  <a:cubicBezTo>
                    <a:pt x="154" y="250"/>
                    <a:pt x="175" y="252"/>
                    <a:pt x="195" y="255"/>
                  </a:cubicBezTo>
                  <a:cubicBezTo>
                    <a:pt x="214" y="259"/>
                    <a:pt x="234" y="263"/>
                    <a:pt x="254" y="266"/>
                  </a:cubicBezTo>
                  <a:cubicBezTo>
                    <a:pt x="264" y="268"/>
                    <a:pt x="275" y="269"/>
                    <a:pt x="285" y="271"/>
                  </a:cubicBezTo>
                  <a:cubicBezTo>
                    <a:pt x="292" y="272"/>
                    <a:pt x="299" y="272"/>
                    <a:pt x="306" y="272"/>
                  </a:cubicBezTo>
                  <a:cubicBezTo>
                    <a:pt x="323" y="272"/>
                    <a:pt x="338" y="269"/>
                    <a:pt x="355" y="263"/>
                  </a:cubicBezTo>
                  <a:cubicBezTo>
                    <a:pt x="390" y="248"/>
                    <a:pt x="420" y="217"/>
                    <a:pt x="431" y="180"/>
                  </a:cubicBezTo>
                  <a:cubicBezTo>
                    <a:pt x="439" y="147"/>
                    <a:pt x="431" y="113"/>
                    <a:pt x="415" y="84"/>
                  </a:cubicBezTo>
                  <a:cubicBezTo>
                    <a:pt x="397" y="49"/>
                    <a:pt x="361" y="28"/>
                    <a:pt x="323" y="23"/>
                  </a:cubicBezTo>
                  <a:cubicBezTo>
                    <a:pt x="303" y="20"/>
                    <a:pt x="284" y="17"/>
                    <a:pt x="264" y="14"/>
                  </a:cubicBezTo>
                  <a:cubicBezTo>
                    <a:pt x="234" y="9"/>
                    <a:pt x="204" y="2"/>
                    <a:pt x="173" y="1"/>
                  </a:cubicBezTo>
                  <a:cubicBezTo>
                    <a:pt x="169" y="1"/>
                    <a:pt x="165" y="1"/>
                    <a:pt x="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9"/>
            <p:cNvSpPr/>
            <p:nvPr/>
          </p:nvSpPr>
          <p:spPr>
            <a:xfrm>
              <a:off x="6163404" y="1099228"/>
              <a:ext cx="125" cy="687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1" y="22"/>
                  </a:moveTo>
                  <a:cubicBezTo>
                    <a:pt x="2" y="15"/>
                    <a:pt x="3" y="7"/>
                    <a:pt x="4" y="0"/>
                  </a:cubicBezTo>
                  <a:lnTo>
                    <a:pt x="4" y="0"/>
                  </a:lnTo>
                  <a:cubicBezTo>
                    <a:pt x="3" y="7"/>
                    <a:pt x="2" y="15"/>
                    <a:pt x="1" y="2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9"/>
            <p:cNvSpPr/>
            <p:nvPr/>
          </p:nvSpPr>
          <p:spPr>
            <a:xfrm>
              <a:off x="6149143" y="1033542"/>
              <a:ext cx="6709" cy="5804"/>
            </a:xfrm>
            <a:custGeom>
              <a:avLst/>
              <a:gdLst/>
              <a:ahLst/>
              <a:cxnLst/>
              <a:rect l="l" t="t" r="r" b="b"/>
              <a:pathLst>
                <a:path w="215" h="186" extrusionOk="0">
                  <a:moveTo>
                    <a:pt x="67" y="0"/>
                  </a:moveTo>
                  <a:cubicBezTo>
                    <a:pt x="56" y="0"/>
                    <a:pt x="44" y="3"/>
                    <a:pt x="34" y="10"/>
                  </a:cubicBezTo>
                  <a:cubicBezTo>
                    <a:pt x="23" y="15"/>
                    <a:pt x="16" y="23"/>
                    <a:pt x="10" y="34"/>
                  </a:cubicBezTo>
                  <a:cubicBezTo>
                    <a:pt x="3" y="44"/>
                    <a:pt x="0" y="55"/>
                    <a:pt x="0" y="67"/>
                  </a:cubicBezTo>
                  <a:cubicBezTo>
                    <a:pt x="0" y="71"/>
                    <a:pt x="0" y="75"/>
                    <a:pt x="0" y="79"/>
                  </a:cubicBezTo>
                  <a:cubicBezTo>
                    <a:pt x="1" y="87"/>
                    <a:pt x="2" y="99"/>
                    <a:pt x="6" y="108"/>
                  </a:cubicBezTo>
                  <a:cubicBezTo>
                    <a:pt x="10" y="119"/>
                    <a:pt x="13" y="128"/>
                    <a:pt x="18" y="137"/>
                  </a:cubicBezTo>
                  <a:cubicBezTo>
                    <a:pt x="19" y="138"/>
                    <a:pt x="19" y="138"/>
                    <a:pt x="20" y="139"/>
                  </a:cubicBezTo>
                  <a:cubicBezTo>
                    <a:pt x="29" y="154"/>
                    <a:pt x="32" y="156"/>
                    <a:pt x="43" y="166"/>
                  </a:cubicBezTo>
                  <a:cubicBezTo>
                    <a:pt x="54" y="173"/>
                    <a:pt x="62" y="179"/>
                    <a:pt x="76" y="181"/>
                  </a:cubicBezTo>
                  <a:cubicBezTo>
                    <a:pt x="77" y="181"/>
                    <a:pt x="78" y="181"/>
                    <a:pt x="79" y="182"/>
                  </a:cubicBezTo>
                  <a:cubicBezTo>
                    <a:pt x="88" y="183"/>
                    <a:pt x="98" y="186"/>
                    <a:pt x="108" y="186"/>
                  </a:cubicBezTo>
                  <a:cubicBezTo>
                    <a:pt x="110" y="186"/>
                    <a:pt x="112" y="186"/>
                    <a:pt x="113" y="186"/>
                  </a:cubicBezTo>
                  <a:cubicBezTo>
                    <a:pt x="122" y="184"/>
                    <a:pt x="131" y="183"/>
                    <a:pt x="140" y="182"/>
                  </a:cubicBezTo>
                  <a:cubicBezTo>
                    <a:pt x="142" y="181"/>
                    <a:pt x="144" y="181"/>
                    <a:pt x="147" y="180"/>
                  </a:cubicBezTo>
                  <a:cubicBezTo>
                    <a:pt x="163" y="176"/>
                    <a:pt x="177" y="167"/>
                    <a:pt x="189" y="154"/>
                  </a:cubicBezTo>
                  <a:cubicBezTo>
                    <a:pt x="194" y="147"/>
                    <a:pt x="201" y="139"/>
                    <a:pt x="204" y="131"/>
                  </a:cubicBezTo>
                  <a:cubicBezTo>
                    <a:pt x="211" y="121"/>
                    <a:pt x="214" y="109"/>
                    <a:pt x="214" y="98"/>
                  </a:cubicBezTo>
                  <a:cubicBezTo>
                    <a:pt x="215" y="88"/>
                    <a:pt x="213" y="80"/>
                    <a:pt x="209" y="71"/>
                  </a:cubicBezTo>
                  <a:cubicBezTo>
                    <a:pt x="205" y="63"/>
                    <a:pt x="201" y="56"/>
                    <a:pt x="195" y="49"/>
                  </a:cubicBezTo>
                  <a:cubicBezTo>
                    <a:pt x="189" y="43"/>
                    <a:pt x="180" y="40"/>
                    <a:pt x="172" y="37"/>
                  </a:cubicBezTo>
                  <a:lnTo>
                    <a:pt x="173" y="37"/>
                  </a:lnTo>
                  <a:cubicBezTo>
                    <a:pt x="172" y="37"/>
                    <a:pt x="171" y="36"/>
                    <a:pt x="170" y="35"/>
                  </a:cubicBezTo>
                  <a:cubicBezTo>
                    <a:pt x="168" y="35"/>
                    <a:pt x="167" y="33"/>
                    <a:pt x="165" y="33"/>
                  </a:cubicBezTo>
                  <a:cubicBezTo>
                    <a:pt x="165" y="33"/>
                    <a:pt x="164" y="32"/>
                    <a:pt x="164" y="32"/>
                  </a:cubicBezTo>
                  <a:cubicBezTo>
                    <a:pt x="159" y="30"/>
                    <a:pt x="155" y="27"/>
                    <a:pt x="150" y="26"/>
                  </a:cubicBezTo>
                  <a:cubicBezTo>
                    <a:pt x="148" y="25"/>
                    <a:pt x="145" y="24"/>
                    <a:pt x="143" y="22"/>
                  </a:cubicBezTo>
                  <a:lnTo>
                    <a:pt x="143" y="22"/>
                  </a:lnTo>
                  <a:cubicBezTo>
                    <a:pt x="144" y="23"/>
                    <a:pt x="145" y="24"/>
                    <a:pt x="147" y="25"/>
                  </a:cubicBezTo>
                  <a:cubicBezTo>
                    <a:pt x="145" y="24"/>
                    <a:pt x="144" y="24"/>
                    <a:pt x="142" y="23"/>
                  </a:cubicBezTo>
                  <a:cubicBezTo>
                    <a:pt x="137" y="21"/>
                    <a:pt x="134" y="18"/>
                    <a:pt x="130" y="16"/>
                  </a:cubicBezTo>
                  <a:cubicBezTo>
                    <a:pt x="127" y="14"/>
                    <a:pt x="124" y="13"/>
                    <a:pt x="120" y="12"/>
                  </a:cubicBezTo>
                  <a:cubicBezTo>
                    <a:pt x="117" y="11"/>
                    <a:pt x="106" y="10"/>
                    <a:pt x="100" y="10"/>
                  </a:cubicBezTo>
                  <a:cubicBezTo>
                    <a:pt x="89" y="3"/>
                    <a:pt x="79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9"/>
            <p:cNvSpPr/>
            <p:nvPr/>
          </p:nvSpPr>
          <p:spPr>
            <a:xfrm>
              <a:off x="6198478" y="965421"/>
              <a:ext cx="12513" cy="9611"/>
            </a:xfrm>
            <a:custGeom>
              <a:avLst/>
              <a:gdLst/>
              <a:ahLst/>
              <a:cxnLst/>
              <a:rect l="l" t="t" r="r" b="b"/>
              <a:pathLst>
                <a:path w="401" h="308" extrusionOk="0">
                  <a:moveTo>
                    <a:pt x="138" y="1"/>
                  </a:moveTo>
                  <a:cubicBezTo>
                    <a:pt x="137" y="1"/>
                    <a:pt x="135" y="1"/>
                    <a:pt x="134" y="1"/>
                  </a:cubicBezTo>
                  <a:cubicBezTo>
                    <a:pt x="118" y="1"/>
                    <a:pt x="98" y="5"/>
                    <a:pt x="82" y="7"/>
                  </a:cubicBezTo>
                  <a:cubicBezTo>
                    <a:pt x="64" y="13"/>
                    <a:pt x="47" y="22"/>
                    <a:pt x="33" y="37"/>
                  </a:cubicBezTo>
                  <a:cubicBezTo>
                    <a:pt x="23" y="46"/>
                    <a:pt x="15" y="58"/>
                    <a:pt x="11" y="71"/>
                  </a:cubicBezTo>
                  <a:cubicBezTo>
                    <a:pt x="4" y="85"/>
                    <a:pt x="1" y="98"/>
                    <a:pt x="2" y="114"/>
                  </a:cubicBezTo>
                  <a:cubicBezTo>
                    <a:pt x="2" y="134"/>
                    <a:pt x="6" y="152"/>
                    <a:pt x="16" y="170"/>
                  </a:cubicBezTo>
                  <a:cubicBezTo>
                    <a:pt x="24" y="179"/>
                    <a:pt x="30" y="188"/>
                    <a:pt x="37" y="197"/>
                  </a:cubicBezTo>
                  <a:cubicBezTo>
                    <a:pt x="51" y="215"/>
                    <a:pt x="68" y="227"/>
                    <a:pt x="87" y="238"/>
                  </a:cubicBezTo>
                  <a:cubicBezTo>
                    <a:pt x="101" y="246"/>
                    <a:pt x="115" y="254"/>
                    <a:pt x="129" y="262"/>
                  </a:cubicBezTo>
                  <a:cubicBezTo>
                    <a:pt x="153" y="274"/>
                    <a:pt x="174" y="287"/>
                    <a:pt x="201" y="293"/>
                  </a:cubicBezTo>
                  <a:cubicBezTo>
                    <a:pt x="226" y="300"/>
                    <a:pt x="250" y="307"/>
                    <a:pt x="275" y="307"/>
                  </a:cubicBezTo>
                  <a:cubicBezTo>
                    <a:pt x="286" y="307"/>
                    <a:pt x="297" y="306"/>
                    <a:pt x="308" y="303"/>
                  </a:cubicBezTo>
                  <a:cubicBezTo>
                    <a:pt x="329" y="296"/>
                    <a:pt x="348" y="286"/>
                    <a:pt x="364" y="270"/>
                  </a:cubicBezTo>
                  <a:cubicBezTo>
                    <a:pt x="375" y="259"/>
                    <a:pt x="384" y="246"/>
                    <a:pt x="389" y="230"/>
                  </a:cubicBezTo>
                  <a:cubicBezTo>
                    <a:pt x="396" y="216"/>
                    <a:pt x="401" y="200"/>
                    <a:pt x="400" y="182"/>
                  </a:cubicBezTo>
                  <a:cubicBezTo>
                    <a:pt x="400" y="160"/>
                    <a:pt x="394" y="139"/>
                    <a:pt x="383" y="120"/>
                  </a:cubicBezTo>
                  <a:cubicBezTo>
                    <a:pt x="366" y="87"/>
                    <a:pt x="334" y="70"/>
                    <a:pt x="304" y="52"/>
                  </a:cubicBezTo>
                  <a:cubicBezTo>
                    <a:pt x="280" y="39"/>
                    <a:pt x="255" y="30"/>
                    <a:pt x="230" y="23"/>
                  </a:cubicBezTo>
                  <a:lnTo>
                    <a:pt x="185" y="9"/>
                  </a:lnTo>
                  <a:cubicBezTo>
                    <a:pt x="170" y="6"/>
                    <a:pt x="154" y="1"/>
                    <a:pt x="1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9"/>
            <p:cNvSpPr/>
            <p:nvPr/>
          </p:nvSpPr>
          <p:spPr>
            <a:xfrm>
              <a:off x="6210274" y="976655"/>
              <a:ext cx="6459" cy="7302"/>
            </a:xfrm>
            <a:custGeom>
              <a:avLst/>
              <a:gdLst/>
              <a:ahLst/>
              <a:cxnLst/>
              <a:rect l="l" t="t" r="r" b="b"/>
              <a:pathLst>
                <a:path w="207" h="234" extrusionOk="0">
                  <a:moveTo>
                    <a:pt x="102" y="1"/>
                  </a:moveTo>
                  <a:cubicBezTo>
                    <a:pt x="93" y="1"/>
                    <a:pt x="84" y="2"/>
                    <a:pt x="76" y="4"/>
                  </a:cubicBezTo>
                  <a:cubicBezTo>
                    <a:pt x="49" y="11"/>
                    <a:pt x="27" y="31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6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7"/>
                    <a:pt x="15" y="57"/>
                  </a:cubicBezTo>
                  <a:lnTo>
                    <a:pt x="15" y="57"/>
                  </a:lnTo>
                  <a:cubicBezTo>
                    <a:pt x="13" y="61"/>
                    <a:pt x="11" y="64"/>
                    <a:pt x="10" y="68"/>
                  </a:cubicBezTo>
                  <a:cubicBezTo>
                    <a:pt x="10" y="70"/>
                    <a:pt x="9" y="70"/>
                    <a:pt x="8" y="71"/>
                  </a:cubicBezTo>
                  <a:cubicBezTo>
                    <a:pt x="8" y="74"/>
                    <a:pt x="7" y="76"/>
                    <a:pt x="6" y="80"/>
                  </a:cubicBezTo>
                  <a:cubicBezTo>
                    <a:pt x="6" y="80"/>
                    <a:pt x="5" y="81"/>
                    <a:pt x="5" y="81"/>
                  </a:cubicBezTo>
                  <a:cubicBezTo>
                    <a:pt x="1" y="95"/>
                    <a:pt x="3" y="110"/>
                    <a:pt x="5" y="125"/>
                  </a:cubicBezTo>
                  <a:cubicBezTo>
                    <a:pt x="5" y="124"/>
                    <a:pt x="5" y="124"/>
                    <a:pt x="5" y="123"/>
                  </a:cubicBezTo>
                  <a:cubicBezTo>
                    <a:pt x="6" y="128"/>
                    <a:pt x="5" y="133"/>
                    <a:pt x="5" y="139"/>
                  </a:cubicBezTo>
                  <a:cubicBezTo>
                    <a:pt x="6" y="148"/>
                    <a:pt x="7" y="156"/>
                    <a:pt x="8" y="164"/>
                  </a:cubicBezTo>
                  <a:cubicBezTo>
                    <a:pt x="11" y="172"/>
                    <a:pt x="15" y="179"/>
                    <a:pt x="18" y="186"/>
                  </a:cubicBezTo>
                  <a:cubicBezTo>
                    <a:pt x="23" y="194"/>
                    <a:pt x="28" y="200"/>
                    <a:pt x="33" y="206"/>
                  </a:cubicBezTo>
                  <a:cubicBezTo>
                    <a:pt x="41" y="216"/>
                    <a:pt x="52" y="222"/>
                    <a:pt x="63" y="226"/>
                  </a:cubicBezTo>
                  <a:cubicBezTo>
                    <a:pt x="71" y="230"/>
                    <a:pt x="79" y="232"/>
                    <a:pt x="87" y="232"/>
                  </a:cubicBezTo>
                  <a:cubicBezTo>
                    <a:pt x="92" y="233"/>
                    <a:pt x="96" y="234"/>
                    <a:pt x="100" y="234"/>
                  </a:cubicBezTo>
                  <a:cubicBezTo>
                    <a:pt x="104" y="234"/>
                    <a:pt x="108" y="233"/>
                    <a:pt x="113" y="232"/>
                  </a:cubicBezTo>
                  <a:cubicBezTo>
                    <a:pt x="121" y="232"/>
                    <a:pt x="129" y="230"/>
                    <a:pt x="137" y="226"/>
                  </a:cubicBezTo>
                  <a:cubicBezTo>
                    <a:pt x="148" y="222"/>
                    <a:pt x="159" y="216"/>
                    <a:pt x="167" y="206"/>
                  </a:cubicBezTo>
                  <a:cubicBezTo>
                    <a:pt x="171" y="201"/>
                    <a:pt x="180" y="192"/>
                    <a:pt x="183" y="185"/>
                  </a:cubicBezTo>
                  <a:cubicBezTo>
                    <a:pt x="184" y="184"/>
                    <a:pt x="184" y="184"/>
                    <a:pt x="185" y="183"/>
                  </a:cubicBezTo>
                  <a:cubicBezTo>
                    <a:pt x="186" y="181"/>
                    <a:pt x="186" y="180"/>
                    <a:pt x="187" y="178"/>
                  </a:cubicBezTo>
                  <a:cubicBezTo>
                    <a:pt x="192" y="168"/>
                    <a:pt x="197" y="156"/>
                    <a:pt x="200" y="143"/>
                  </a:cubicBezTo>
                  <a:cubicBezTo>
                    <a:pt x="202" y="142"/>
                    <a:pt x="202" y="140"/>
                    <a:pt x="202" y="138"/>
                  </a:cubicBezTo>
                  <a:cubicBezTo>
                    <a:pt x="203" y="137"/>
                    <a:pt x="203" y="136"/>
                    <a:pt x="203" y="135"/>
                  </a:cubicBezTo>
                  <a:cubicBezTo>
                    <a:pt x="204" y="127"/>
                    <a:pt x="205" y="117"/>
                    <a:pt x="207" y="108"/>
                  </a:cubicBezTo>
                  <a:cubicBezTo>
                    <a:pt x="207" y="94"/>
                    <a:pt x="204" y="81"/>
                    <a:pt x="197" y="69"/>
                  </a:cubicBezTo>
                  <a:cubicBezTo>
                    <a:pt x="194" y="60"/>
                    <a:pt x="194" y="60"/>
                    <a:pt x="191" y="55"/>
                  </a:cubicBezTo>
                  <a:cubicBezTo>
                    <a:pt x="186" y="47"/>
                    <a:pt x="180" y="40"/>
                    <a:pt x="174" y="34"/>
                  </a:cubicBezTo>
                  <a:cubicBezTo>
                    <a:pt x="173" y="31"/>
                    <a:pt x="171" y="30"/>
                    <a:pt x="170" y="29"/>
                  </a:cubicBezTo>
                  <a:cubicBezTo>
                    <a:pt x="152" y="11"/>
                    <a:pt x="127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9"/>
            <p:cNvSpPr/>
            <p:nvPr/>
          </p:nvSpPr>
          <p:spPr>
            <a:xfrm>
              <a:off x="6259578" y="911655"/>
              <a:ext cx="11671" cy="8301"/>
            </a:xfrm>
            <a:custGeom>
              <a:avLst/>
              <a:gdLst/>
              <a:ahLst/>
              <a:cxnLst/>
              <a:rect l="l" t="t" r="r" b="b"/>
              <a:pathLst>
                <a:path w="374" h="266" extrusionOk="0">
                  <a:moveTo>
                    <a:pt x="161" y="0"/>
                  </a:moveTo>
                  <a:cubicBezTo>
                    <a:pt x="159" y="0"/>
                    <a:pt x="157" y="0"/>
                    <a:pt x="156" y="0"/>
                  </a:cubicBezTo>
                  <a:cubicBezTo>
                    <a:pt x="131" y="1"/>
                    <a:pt x="106" y="5"/>
                    <a:pt x="82" y="9"/>
                  </a:cubicBezTo>
                  <a:lnTo>
                    <a:pt x="55" y="20"/>
                  </a:lnTo>
                  <a:cubicBezTo>
                    <a:pt x="43" y="26"/>
                    <a:pt x="32" y="36"/>
                    <a:pt x="25" y="48"/>
                  </a:cubicBezTo>
                  <a:cubicBezTo>
                    <a:pt x="11" y="66"/>
                    <a:pt x="1" y="90"/>
                    <a:pt x="2" y="113"/>
                  </a:cubicBezTo>
                  <a:cubicBezTo>
                    <a:pt x="3" y="133"/>
                    <a:pt x="7" y="152"/>
                    <a:pt x="17" y="169"/>
                  </a:cubicBezTo>
                  <a:cubicBezTo>
                    <a:pt x="30" y="194"/>
                    <a:pt x="55" y="210"/>
                    <a:pt x="82" y="219"/>
                  </a:cubicBezTo>
                  <a:cubicBezTo>
                    <a:pt x="84" y="219"/>
                    <a:pt x="86" y="220"/>
                    <a:pt x="87" y="221"/>
                  </a:cubicBezTo>
                  <a:cubicBezTo>
                    <a:pt x="104" y="228"/>
                    <a:pt x="119" y="237"/>
                    <a:pt x="137" y="241"/>
                  </a:cubicBezTo>
                  <a:cubicBezTo>
                    <a:pt x="150" y="244"/>
                    <a:pt x="162" y="247"/>
                    <a:pt x="175" y="252"/>
                  </a:cubicBezTo>
                  <a:cubicBezTo>
                    <a:pt x="180" y="254"/>
                    <a:pt x="185" y="255"/>
                    <a:pt x="190" y="258"/>
                  </a:cubicBezTo>
                  <a:cubicBezTo>
                    <a:pt x="206" y="263"/>
                    <a:pt x="223" y="265"/>
                    <a:pt x="239" y="265"/>
                  </a:cubicBezTo>
                  <a:cubicBezTo>
                    <a:pt x="242" y="265"/>
                    <a:pt x="246" y="265"/>
                    <a:pt x="250" y="265"/>
                  </a:cubicBezTo>
                  <a:cubicBezTo>
                    <a:pt x="257" y="265"/>
                    <a:pt x="264" y="265"/>
                    <a:pt x="272" y="265"/>
                  </a:cubicBezTo>
                  <a:cubicBezTo>
                    <a:pt x="274" y="265"/>
                    <a:pt x="275" y="265"/>
                    <a:pt x="276" y="265"/>
                  </a:cubicBezTo>
                  <a:cubicBezTo>
                    <a:pt x="308" y="265"/>
                    <a:pt x="340" y="244"/>
                    <a:pt x="356" y="218"/>
                  </a:cubicBezTo>
                  <a:cubicBezTo>
                    <a:pt x="374" y="187"/>
                    <a:pt x="373" y="150"/>
                    <a:pt x="356" y="120"/>
                  </a:cubicBezTo>
                  <a:cubicBezTo>
                    <a:pt x="353" y="113"/>
                    <a:pt x="348" y="107"/>
                    <a:pt x="345" y="101"/>
                  </a:cubicBezTo>
                  <a:cubicBezTo>
                    <a:pt x="337" y="88"/>
                    <a:pt x="326" y="71"/>
                    <a:pt x="316" y="62"/>
                  </a:cubicBezTo>
                  <a:cubicBezTo>
                    <a:pt x="291" y="39"/>
                    <a:pt x="259" y="28"/>
                    <a:pt x="228" y="16"/>
                  </a:cubicBezTo>
                  <a:cubicBezTo>
                    <a:pt x="207" y="7"/>
                    <a:pt x="184" y="0"/>
                    <a:pt x="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9"/>
            <p:cNvSpPr/>
            <p:nvPr/>
          </p:nvSpPr>
          <p:spPr>
            <a:xfrm>
              <a:off x="6279642" y="999310"/>
              <a:ext cx="8020" cy="8113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7" y="135"/>
                  </a:moveTo>
                  <a:lnTo>
                    <a:pt x="17" y="135"/>
                  </a:lnTo>
                  <a:cubicBezTo>
                    <a:pt x="18" y="136"/>
                    <a:pt x="19" y="137"/>
                    <a:pt x="19" y="138"/>
                  </a:cubicBezTo>
                  <a:lnTo>
                    <a:pt x="19" y="138"/>
                  </a:lnTo>
                  <a:cubicBezTo>
                    <a:pt x="19" y="137"/>
                    <a:pt x="18" y="136"/>
                    <a:pt x="17" y="135"/>
                  </a:cubicBezTo>
                  <a:close/>
                  <a:moveTo>
                    <a:pt x="113" y="0"/>
                  </a:moveTo>
                  <a:cubicBezTo>
                    <a:pt x="96" y="0"/>
                    <a:pt x="80" y="3"/>
                    <a:pt x="63" y="6"/>
                  </a:cubicBezTo>
                  <a:cubicBezTo>
                    <a:pt x="50" y="10"/>
                    <a:pt x="37" y="17"/>
                    <a:pt x="27" y="28"/>
                  </a:cubicBezTo>
                  <a:cubicBezTo>
                    <a:pt x="16" y="38"/>
                    <a:pt x="8" y="51"/>
                    <a:pt x="5" y="64"/>
                  </a:cubicBezTo>
                  <a:cubicBezTo>
                    <a:pt x="1" y="80"/>
                    <a:pt x="1" y="95"/>
                    <a:pt x="5" y="109"/>
                  </a:cubicBezTo>
                  <a:cubicBezTo>
                    <a:pt x="8" y="122"/>
                    <a:pt x="14" y="133"/>
                    <a:pt x="23" y="143"/>
                  </a:cubicBezTo>
                  <a:lnTo>
                    <a:pt x="23" y="143"/>
                  </a:lnTo>
                  <a:cubicBezTo>
                    <a:pt x="24" y="145"/>
                    <a:pt x="25" y="147"/>
                    <a:pt x="27" y="149"/>
                  </a:cubicBezTo>
                  <a:cubicBezTo>
                    <a:pt x="28" y="151"/>
                    <a:pt x="29" y="154"/>
                    <a:pt x="30" y="156"/>
                  </a:cubicBezTo>
                  <a:lnTo>
                    <a:pt x="47" y="177"/>
                  </a:lnTo>
                  <a:cubicBezTo>
                    <a:pt x="48" y="180"/>
                    <a:pt x="51" y="182"/>
                    <a:pt x="53" y="183"/>
                  </a:cubicBezTo>
                  <a:lnTo>
                    <a:pt x="53" y="183"/>
                  </a:lnTo>
                  <a:cubicBezTo>
                    <a:pt x="58" y="188"/>
                    <a:pt x="63" y="191"/>
                    <a:pt x="68" y="196"/>
                  </a:cubicBezTo>
                  <a:cubicBezTo>
                    <a:pt x="70" y="198"/>
                    <a:pt x="72" y="201"/>
                    <a:pt x="74" y="203"/>
                  </a:cubicBezTo>
                  <a:cubicBezTo>
                    <a:pt x="75" y="205"/>
                    <a:pt x="76" y="206"/>
                    <a:pt x="76" y="206"/>
                  </a:cubicBezTo>
                  <a:lnTo>
                    <a:pt x="97" y="222"/>
                  </a:lnTo>
                  <a:cubicBezTo>
                    <a:pt x="99" y="222"/>
                    <a:pt x="101" y="223"/>
                    <a:pt x="102" y="224"/>
                  </a:cubicBezTo>
                  <a:cubicBezTo>
                    <a:pt x="107" y="228"/>
                    <a:pt x="113" y="230"/>
                    <a:pt x="118" y="234"/>
                  </a:cubicBezTo>
                  <a:cubicBezTo>
                    <a:pt x="120" y="235"/>
                    <a:pt x="122" y="237"/>
                    <a:pt x="125" y="238"/>
                  </a:cubicBezTo>
                  <a:cubicBezTo>
                    <a:pt x="127" y="240"/>
                    <a:pt x="131" y="241"/>
                    <a:pt x="134" y="242"/>
                  </a:cubicBezTo>
                  <a:cubicBezTo>
                    <a:pt x="140" y="244"/>
                    <a:pt x="145" y="247"/>
                    <a:pt x="150" y="251"/>
                  </a:cubicBezTo>
                  <a:cubicBezTo>
                    <a:pt x="155" y="253"/>
                    <a:pt x="160" y="255"/>
                    <a:pt x="165" y="257"/>
                  </a:cubicBezTo>
                  <a:cubicBezTo>
                    <a:pt x="169" y="258"/>
                    <a:pt x="174" y="259"/>
                    <a:pt x="179" y="259"/>
                  </a:cubicBezTo>
                  <a:cubicBezTo>
                    <a:pt x="182" y="259"/>
                    <a:pt x="185" y="259"/>
                    <a:pt x="188" y="258"/>
                  </a:cubicBezTo>
                  <a:cubicBezTo>
                    <a:pt x="199" y="256"/>
                    <a:pt x="213" y="252"/>
                    <a:pt x="221" y="242"/>
                  </a:cubicBezTo>
                  <a:cubicBezTo>
                    <a:pt x="235" y="225"/>
                    <a:pt x="248" y="208"/>
                    <a:pt x="253" y="186"/>
                  </a:cubicBezTo>
                  <a:cubicBezTo>
                    <a:pt x="257" y="173"/>
                    <a:pt x="257" y="158"/>
                    <a:pt x="256" y="146"/>
                  </a:cubicBezTo>
                  <a:cubicBezTo>
                    <a:pt x="254" y="121"/>
                    <a:pt x="252" y="100"/>
                    <a:pt x="238" y="79"/>
                  </a:cubicBezTo>
                  <a:cubicBezTo>
                    <a:pt x="232" y="66"/>
                    <a:pt x="219" y="53"/>
                    <a:pt x="209" y="43"/>
                  </a:cubicBezTo>
                  <a:cubicBezTo>
                    <a:pt x="191" y="27"/>
                    <a:pt x="172" y="12"/>
                    <a:pt x="149" y="5"/>
                  </a:cubicBezTo>
                  <a:cubicBezTo>
                    <a:pt x="137" y="2"/>
                    <a:pt x="125" y="0"/>
                    <a:pt x="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9"/>
            <p:cNvSpPr/>
            <p:nvPr/>
          </p:nvSpPr>
          <p:spPr>
            <a:xfrm>
              <a:off x="6256520" y="1075856"/>
              <a:ext cx="13855" cy="8862"/>
            </a:xfrm>
            <a:custGeom>
              <a:avLst/>
              <a:gdLst/>
              <a:ahLst/>
              <a:cxnLst/>
              <a:rect l="l" t="t" r="r" b="b"/>
              <a:pathLst>
                <a:path w="444" h="284" extrusionOk="0">
                  <a:moveTo>
                    <a:pt x="157" y="1"/>
                  </a:moveTo>
                  <a:cubicBezTo>
                    <a:pt x="131" y="3"/>
                    <a:pt x="112" y="7"/>
                    <a:pt x="90" y="18"/>
                  </a:cubicBezTo>
                  <a:cubicBezTo>
                    <a:pt x="76" y="25"/>
                    <a:pt x="63" y="33"/>
                    <a:pt x="52" y="43"/>
                  </a:cubicBezTo>
                  <a:cubicBezTo>
                    <a:pt x="18" y="68"/>
                    <a:pt x="1" y="119"/>
                    <a:pt x="24" y="158"/>
                  </a:cubicBezTo>
                  <a:cubicBezTo>
                    <a:pt x="37" y="179"/>
                    <a:pt x="53" y="192"/>
                    <a:pt x="75" y="203"/>
                  </a:cubicBezTo>
                  <a:cubicBezTo>
                    <a:pt x="80" y="206"/>
                    <a:pt x="85" y="209"/>
                    <a:pt x="91" y="212"/>
                  </a:cubicBezTo>
                  <a:cubicBezTo>
                    <a:pt x="105" y="219"/>
                    <a:pt x="119" y="224"/>
                    <a:pt x="135" y="226"/>
                  </a:cubicBezTo>
                  <a:cubicBezTo>
                    <a:pt x="162" y="231"/>
                    <a:pt x="190" y="239"/>
                    <a:pt x="216" y="250"/>
                  </a:cubicBezTo>
                  <a:cubicBezTo>
                    <a:pt x="206" y="246"/>
                    <a:pt x="196" y="241"/>
                    <a:pt x="187" y="237"/>
                  </a:cubicBezTo>
                  <a:lnTo>
                    <a:pt x="187" y="237"/>
                  </a:lnTo>
                  <a:cubicBezTo>
                    <a:pt x="204" y="245"/>
                    <a:pt x="221" y="252"/>
                    <a:pt x="239" y="259"/>
                  </a:cubicBezTo>
                  <a:cubicBezTo>
                    <a:pt x="254" y="267"/>
                    <a:pt x="269" y="275"/>
                    <a:pt x="282" y="278"/>
                  </a:cubicBezTo>
                  <a:cubicBezTo>
                    <a:pt x="295" y="282"/>
                    <a:pt x="307" y="283"/>
                    <a:pt x="319" y="283"/>
                  </a:cubicBezTo>
                  <a:cubicBezTo>
                    <a:pt x="342" y="283"/>
                    <a:pt x="364" y="277"/>
                    <a:pt x="387" y="265"/>
                  </a:cubicBezTo>
                  <a:cubicBezTo>
                    <a:pt x="421" y="248"/>
                    <a:pt x="443" y="206"/>
                    <a:pt x="442" y="168"/>
                  </a:cubicBezTo>
                  <a:cubicBezTo>
                    <a:pt x="442" y="146"/>
                    <a:pt x="439" y="133"/>
                    <a:pt x="432" y="114"/>
                  </a:cubicBezTo>
                  <a:cubicBezTo>
                    <a:pt x="420" y="86"/>
                    <a:pt x="399" y="66"/>
                    <a:pt x="374" y="51"/>
                  </a:cubicBezTo>
                  <a:cubicBezTo>
                    <a:pt x="363" y="45"/>
                    <a:pt x="351" y="38"/>
                    <a:pt x="340" y="33"/>
                  </a:cubicBezTo>
                  <a:cubicBezTo>
                    <a:pt x="319" y="25"/>
                    <a:pt x="300" y="15"/>
                    <a:pt x="277" y="11"/>
                  </a:cubicBezTo>
                  <a:cubicBezTo>
                    <a:pt x="256" y="7"/>
                    <a:pt x="233" y="4"/>
                    <a:pt x="211" y="2"/>
                  </a:cubicBezTo>
                  <a:cubicBezTo>
                    <a:pt x="199" y="1"/>
                    <a:pt x="187" y="1"/>
                    <a:pt x="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9"/>
            <p:cNvSpPr/>
            <p:nvPr/>
          </p:nvSpPr>
          <p:spPr>
            <a:xfrm>
              <a:off x="6240511" y="1176742"/>
              <a:ext cx="7708" cy="7271"/>
            </a:xfrm>
            <a:custGeom>
              <a:avLst/>
              <a:gdLst/>
              <a:ahLst/>
              <a:cxnLst/>
              <a:rect l="l" t="t" r="r" b="b"/>
              <a:pathLst>
                <a:path w="247" h="233" extrusionOk="0">
                  <a:moveTo>
                    <a:pt x="100" y="1"/>
                  </a:moveTo>
                  <a:cubicBezTo>
                    <a:pt x="91" y="2"/>
                    <a:pt x="82" y="3"/>
                    <a:pt x="74" y="5"/>
                  </a:cubicBezTo>
                  <a:cubicBezTo>
                    <a:pt x="66" y="8"/>
                    <a:pt x="58" y="11"/>
                    <a:pt x="50" y="14"/>
                  </a:cubicBezTo>
                  <a:cubicBezTo>
                    <a:pt x="44" y="19"/>
                    <a:pt x="37" y="25"/>
                    <a:pt x="30" y="30"/>
                  </a:cubicBezTo>
                  <a:cubicBezTo>
                    <a:pt x="21" y="38"/>
                    <a:pt x="14" y="49"/>
                    <a:pt x="10" y="61"/>
                  </a:cubicBezTo>
                  <a:cubicBezTo>
                    <a:pt x="6" y="69"/>
                    <a:pt x="4" y="77"/>
                    <a:pt x="4" y="85"/>
                  </a:cubicBezTo>
                  <a:cubicBezTo>
                    <a:pt x="1" y="95"/>
                    <a:pt x="1" y="103"/>
                    <a:pt x="4" y="112"/>
                  </a:cubicBezTo>
                  <a:cubicBezTo>
                    <a:pt x="4" y="121"/>
                    <a:pt x="6" y="129"/>
                    <a:pt x="10" y="137"/>
                  </a:cubicBezTo>
                  <a:cubicBezTo>
                    <a:pt x="14" y="149"/>
                    <a:pt x="21" y="160"/>
                    <a:pt x="30" y="168"/>
                  </a:cubicBezTo>
                  <a:cubicBezTo>
                    <a:pt x="36" y="173"/>
                    <a:pt x="41" y="179"/>
                    <a:pt x="46" y="184"/>
                  </a:cubicBezTo>
                  <a:cubicBezTo>
                    <a:pt x="46" y="185"/>
                    <a:pt x="47" y="186"/>
                    <a:pt x="48" y="187"/>
                  </a:cubicBezTo>
                  <a:cubicBezTo>
                    <a:pt x="54" y="193"/>
                    <a:pt x="61" y="200"/>
                    <a:pt x="70" y="204"/>
                  </a:cubicBezTo>
                  <a:cubicBezTo>
                    <a:pt x="71" y="205"/>
                    <a:pt x="73" y="206"/>
                    <a:pt x="74" y="207"/>
                  </a:cubicBezTo>
                  <a:cubicBezTo>
                    <a:pt x="76" y="208"/>
                    <a:pt x="78" y="209"/>
                    <a:pt x="80" y="210"/>
                  </a:cubicBezTo>
                  <a:cubicBezTo>
                    <a:pt x="83" y="213"/>
                    <a:pt x="88" y="216"/>
                    <a:pt x="91" y="218"/>
                  </a:cubicBezTo>
                  <a:cubicBezTo>
                    <a:pt x="102" y="226"/>
                    <a:pt x="115" y="230"/>
                    <a:pt x="129" y="231"/>
                  </a:cubicBezTo>
                  <a:cubicBezTo>
                    <a:pt x="132" y="232"/>
                    <a:pt x="136" y="232"/>
                    <a:pt x="139" y="232"/>
                  </a:cubicBezTo>
                  <a:cubicBezTo>
                    <a:pt x="141" y="232"/>
                    <a:pt x="142" y="232"/>
                    <a:pt x="143" y="232"/>
                  </a:cubicBezTo>
                  <a:lnTo>
                    <a:pt x="151" y="232"/>
                  </a:lnTo>
                  <a:cubicBezTo>
                    <a:pt x="160" y="231"/>
                    <a:pt x="167" y="230"/>
                    <a:pt x="176" y="229"/>
                  </a:cubicBezTo>
                  <a:cubicBezTo>
                    <a:pt x="188" y="226"/>
                    <a:pt x="199" y="220"/>
                    <a:pt x="207" y="212"/>
                  </a:cubicBezTo>
                  <a:cubicBezTo>
                    <a:pt x="214" y="208"/>
                    <a:pt x="219" y="203"/>
                    <a:pt x="224" y="195"/>
                  </a:cubicBezTo>
                  <a:cubicBezTo>
                    <a:pt x="232" y="186"/>
                    <a:pt x="237" y="175"/>
                    <a:pt x="240" y="164"/>
                  </a:cubicBezTo>
                  <a:cubicBezTo>
                    <a:pt x="241" y="162"/>
                    <a:pt x="241" y="161"/>
                    <a:pt x="243" y="159"/>
                  </a:cubicBezTo>
                  <a:cubicBezTo>
                    <a:pt x="243" y="158"/>
                    <a:pt x="243" y="157"/>
                    <a:pt x="244" y="156"/>
                  </a:cubicBezTo>
                  <a:cubicBezTo>
                    <a:pt x="245" y="147"/>
                    <a:pt x="246" y="138"/>
                    <a:pt x="247" y="128"/>
                  </a:cubicBezTo>
                  <a:cubicBezTo>
                    <a:pt x="246" y="119"/>
                    <a:pt x="245" y="110"/>
                    <a:pt x="244" y="101"/>
                  </a:cubicBezTo>
                  <a:cubicBezTo>
                    <a:pt x="243" y="96"/>
                    <a:pt x="237" y="82"/>
                    <a:pt x="232" y="75"/>
                  </a:cubicBezTo>
                  <a:cubicBezTo>
                    <a:pt x="224" y="62"/>
                    <a:pt x="214" y="51"/>
                    <a:pt x="204" y="40"/>
                  </a:cubicBezTo>
                  <a:cubicBezTo>
                    <a:pt x="203" y="39"/>
                    <a:pt x="203" y="38"/>
                    <a:pt x="202" y="37"/>
                  </a:cubicBezTo>
                  <a:cubicBezTo>
                    <a:pt x="201" y="36"/>
                    <a:pt x="200" y="36"/>
                    <a:pt x="200" y="35"/>
                  </a:cubicBezTo>
                  <a:cubicBezTo>
                    <a:pt x="195" y="32"/>
                    <a:pt x="192" y="30"/>
                    <a:pt x="188" y="27"/>
                  </a:cubicBezTo>
                  <a:cubicBezTo>
                    <a:pt x="182" y="21"/>
                    <a:pt x="173" y="15"/>
                    <a:pt x="164" y="13"/>
                  </a:cubicBezTo>
                  <a:cubicBezTo>
                    <a:pt x="157" y="10"/>
                    <a:pt x="151" y="7"/>
                    <a:pt x="144" y="6"/>
                  </a:cubicBezTo>
                  <a:cubicBezTo>
                    <a:pt x="133" y="4"/>
                    <a:pt x="120" y="2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9"/>
            <p:cNvSpPr/>
            <p:nvPr/>
          </p:nvSpPr>
          <p:spPr>
            <a:xfrm>
              <a:off x="6328884" y="1195558"/>
              <a:ext cx="6210" cy="5554"/>
            </a:xfrm>
            <a:custGeom>
              <a:avLst/>
              <a:gdLst/>
              <a:ahLst/>
              <a:cxnLst/>
              <a:rect l="l" t="t" r="r" b="b"/>
              <a:pathLst>
                <a:path w="199" h="178" extrusionOk="0">
                  <a:moveTo>
                    <a:pt x="86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69" y="4"/>
                    <a:pt x="68" y="4"/>
                    <a:pt x="67" y="4"/>
                  </a:cubicBezTo>
                  <a:lnTo>
                    <a:pt x="63" y="4"/>
                  </a:lnTo>
                  <a:lnTo>
                    <a:pt x="53" y="6"/>
                  </a:lnTo>
                  <a:cubicBezTo>
                    <a:pt x="41" y="9"/>
                    <a:pt x="31" y="15"/>
                    <a:pt x="22" y="24"/>
                  </a:cubicBezTo>
                  <a:cubicBezTo>
                    <a:pt x="16" y="30"/>
                    <a:pt x="10" y="37"/>
                    <a:pt x="7" y="47"/>
                  </a:cubicBezTo>
                  <a:cubicBezTo>
                    <a:pt x="3" y="55"/>
                    <a:pt x="1" y="63"/>
                    <a:pt x="2" y="73"/>
                  </a:cubicBezTo>
                  <a:cubicBezTo>
                    <a:pt x="2" y="85"/>
                    <a:pt x="5" y="98"/>
                    <a:pt x="11" y="108"/>
                  </a:cubicBezTo>
                  <a:cubicBezTo>
                    <a:pt x="12" y="111"/>
                    <a:pt x="14" y="115"/>
                    <a:pt x="17" y="118"/>
                  </a:cubicBezTo>
                  <a:cubicBezTo>
                    <a:pt x="17" y="120"/>
                    <a:pt x="18" y="121"/>
                    <a:pt x="19" y="122"/>
                  </a:cubicBezTo>
                  <a:cubicBezTo>
                    <a:pt x="19" y="123"/>
                    <a:pt x="19" y="124"/>
                    <a:pt x="20" y="125"/>
                  </a:cubicBezTo>
                  <a:cubicBezTo>
                    <a:pt x="24" y="130"/>
                    <a:pt x="28" y="137"/>
                    <a:pt x="32" y="142"/>
                  </a:cubicBezTo>
                  <a:cubicBezTo>
                    <a:pt x="37" y="147"/>
                    <a:pt x="43" y="151"/>
                    <a:pt x="50" y="155"/>
                  </a:cubicBezTo>
                  <a:cubicBezTo>
                    <a:pt x="57" y="159"/>
                    <a:pt x="65" y="163"/>
                    <a:pt x="72" y="166"/>
                  </a:cubicBezTo>
                  <a:cubicBezTo>
                    <a:pt x="81" y="172"/>
                    <a:pt x="92" y="175"/>
                    <a:pt x="103" y="176"/>
                  </a:cubicBezTo>
                  <a:cubicBezTo>
                    <a:pt x="108" y="177"/>
                    <a:pt x="112" y="178"/>
                    <a:pt x="117" y="178"/>
                  </a:cubicBezTo>
                  <a:cubicBezTo>
                    <a:pt x="123" y="178"/>
                    <a:pt x="130" y="177"/>
                    <a:pt x="137" y="174"/>
                  </a:cubicBezTo>
                  <a:cubicBezTo>
                    <a:pt x="147" y="172"/>
                    <a:pt x="157" y="167"/>
                    <a:pt x="165" y="160"/>
                  </a:cubicBezTo>
                  <a:cubicBezTo>
                    <a:pt x="174" y="154"/>
                    <a:pt x="181" y="146"/>
                    <a:pt x="186" y="137"/>
                  </a:cubicBezTo>
                  <a:cubicBezTo>
                    <a:pt x="189" y="130"/>
                    <a:pt x="192" y="123"/>
                    <a:pt x="194" y="117"/>
                  </a:cubicBezTo>
                  <a:cubicBezTo>
                    <a:pt x="199" y="102"/>
                    <a:pt x="199" y="87"/>
                    <a:pt x="194" y="73"/>
                  </a:cubicBezTo>
                  <a:cubicBezTo>
                    <a:pt x="191" y="65"/>
                    <a:pt x="189" y="59"/>
                    <a:pt x="186" y="53"/>
                  </a:cubicBezTo>
                  <a:cubicBezTo>
                    <a:pt x="179" y="40"/>
                    <a:pt x="168" y="30"/>
                    <a:pt x="156" y="22"/>
                  </a:cubicBezTo>
                  <a:cubicBezTo>
                    <a:pt x="145" y="17"/>
                    <a:pt x="135" y="12"/>
                    <a:pt x="124" y="8"/>
                  </a:cubicBezTo>
                  <a:cubicBezTo>
                    <a:pt x="115" y="3"/>
                    <a:pt x="106" y="0"/>
                    <a:pt x="96" y="0"/>
                  </a:cubicBezTo>
                  <a:cubicBezTo>
                    <a:pt x="95" y="0"/>
                    <a:pt x="93" y="0"/>
                    <a:pt x="92" y="1"/>
                  </a:cubicBezTo>
                  <a:cubicBezTo>
                    <a:pt x="90" y="0"/>
                    <a:pt x="88" y="0"/>
                    <a:pt x="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9"/>
            <p:cNvSpPr/>
            <p:nvPr/>
          </p:nvSpPr>
          <p:spPr>
            <a:xfrm>
              <a:off x="6337933" y="1126065"/>
              <a:ext cx="10578" cy="8769"/>
            </a:xfrm>
            <a:custGeom>
              <a:avLst/>
              <a:gdLst/>
              <a:ahLst/>
              <a:cxnLst/>
              <a:rect l="l" t="t" r="r" b="b"/>
              <a:pathLst>
                <a:path w="339" h="281" extrusionOk="0">
                  <a:moveTo>
                    <a:pt x="126" y="1"/>
                  </a:moveTo>
                  <a:cubicBezTo>
                    <a:pt x="100" y="1"/>
                    <a:pt x="74" y="10"/>
                    <a:pt x="53" y="25"/>
                  </a:cubicBezTo>
                  <a:cubicBezTo>
                    <a:pt x="42" y="32"/>
                    <a:pt x="31" y="40"/>
                    <a:pt x="25" y="51"/>
                  </a:cubicBezTo>
                  <a:cubicBezTo>
                    <a:pt x="15" y="61"/>
                    <a:pt x="9" y="73"/>
                    <a:pt x="6" y="85"/>
                  </a:cubicBezTo>
                  <a:cubicBezTo>
                    <a:pt x="1" y="110"/>
                    <a:pt x="1" y="142"/>
                    <a:pt x="16" y="164"/>
                  </a:cubicBezTo>
                  <a:cubicBezTo>
                    <a:pt x="25" y="175"/>
                    <a:pt x="31" y="188"/>
                    <a:pt x="43" y="198"/>
                  </a:cubicBezTo>
                  <a:cubicBezTo>
                    <a:pt x="55" y="210"/>
                    <a:pt x="69" y="218"/>
                    <a:pt x="83" y="226"/>
                  </a:cubicBezTo>
                  <a:cubicBezTo>
                    <a:pt x="90" y="231"/>
                    <a:pt x="95" y="235"/>
                    <a:pt x="101" y="238"/>
                  </a:cubicBezTo>
                  <a:cubicBezTo>
                    <a:pt x="112" y="245"/>
                    <a:pt x="124" y="248"/>
                    <a:pt x="137" y="253"/>
                  </a:cubicBezTo>
                  <a:cubicBezTo>
                    <a:pt x="151" y="260"/>
                    <a:pt x="165" y="268"/>
                    <a:pt x="180" y="271"/>
                  </a:cubicBezTo>
                  <a:cubicBezTo>
                    <a:pt x="185" y="273"/>
                    <a:pt x="190" y="275"/>
                    <a:pt x="195" y="276"/>
                  </a:cubicBezTo>
                  <a:cubicBezTo>
                    <a:pt x="205" y="279"/>
                    <a:pt x="216" y="281"/>
                    <a:pt x="226" y="281"/>
                  </a:cubicBezTo>
                  <a:cubicBezTo>
                    <a:pt x="236" y="281"/>
                    <a:pt x="246" y="280"/>
                    <a:pt x="256" y="278"/>
                  </a:cubicBezTo>
                  <a:cubicBezTo>
                    <a:pt x="272" y="276"/>
                    <a:pt x="287" y="271"/>
                    <a:pt x="300" y="261"/>
                  </a:cubicBezTo>
                  <a:cubicBezTo>
                    <a:pt x="321" y="245"/>
                    <a:pt x="337" y="219"/>
                    <a:pt x="335" y="193"/>
                  </a:cubicBezTo>
                  <a:cubicBezTo>
                    <a:pt x="335" y="192"/>
                    <a:pt x="335" y="191"/>
                    <a:pt x="335" y="190"/>
                  </a:cubicBezTo>
                  <a:cubicBezTo>
                    <a:pt x="336" y="185"/>
                    <a:pt x="339" y="180"/>
                    <a:pt x="339" y="175"/>
                  </a:cubicBezTo>
                  <a:cubicBezTo>
                    <a:pt x="339" y="156"/>
                    <a:pt x="334" y="137"/>
                    <a:pt x="324" y="121"/>
                  </a:cubicBezTo>
                  <a:cubicBezTo>
                    <a:pt x="321" y="115"/>
                    <a:pt x="319" y="110"/>
                    <a:pt x="316" y="104"/>
                  </a:cubicBezTo>
                  <a:cubicBezTo>
                    <a:pt x="314" y="102"/>
                    <a:pt x="313" y="99"/>
                    <a:pt x="312" y="97"/>
                  </a:cubicBezTo>
                  <a:cubicBezTo>
                    <a:pt x="306" y="88"/>
                    <a:pt x="298" y="78"/>
                    <a:pt x="291" y="70"/>
                  </a:cubicBezTo>
                  <a:cubicBezTo>
                    <a:pt x="290" y="69"/>
                    <a:pt x="289" y="68"/>
                    <a:pt x="288" y="67"/>
                  </a:cubicBezTo>
                  <a:cubicBezTo>
                    <a:pt x="270" y="53"/>
                    <a:pt x="252" y="38"/>
                    <a:pt x="232" y="26"/>
                  </a:cubicBezTo>
                  <a:cubicBezTo>
                    <a:pt x="204" y="8"/>
                    <a:pt x="171" y="5"/>
                    <a:pt x="138" y="1"/>
                  </a:cubicBezTo>
                  <a:cubicBezTo>
                    <a:pt x="134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9"/>
            <p:cNvSpPr/>
            <p:nvPr/>
          </p:nvSpPr>
          <p:spPr>
            <a:xfrm>
              <a:off x="6406147" y="1158268"/>
              <a:ext cx="11047" cy="8363"/>
            </a:xfrm>
            <a:custGeom>
              <a:avLst/>
              <a:gdLst/>
              <a:ahLst/>
              <a:cxnLst/>
              <a:rect l="l" t="t" r="r" b="b"/>
              <a:pathLst>
                <a:path w="354" h="268" extrusionOk="0">
                  <a:moveTo>
                    <a:pt x="100" y="239"/>
                  </a:moveTo>
                  <a:cubicBezTo>
                    <a:pt x="102" y="240"/>
                    <a:pt x="103" y="240"/>
                    <a:pt x="105" y="241"/>
                  </a:cubicBezTo>
                  <a:cubicBezTo>
                    <a:pt x="103" y="240"/>
                    <a:pt x="102" y="240"/>
                    <a:pt x="100" y="239"/>
                  </a:cubicBezTo>
                  <a:close/>
                  <a:moveTo>
                    <a:pt x="148" y="1"/>
                  </a:moveTo>
                  <a:cubicBezTo>
                    <a:pt x="136" y="1"/>
                    <a:pt x="125" y="2"/>
                    <a:pt x="114" y="6"/>
                  </a:cubicBezTo>
                  <a:cubicBezTo>
                    <a:pt x="94" y="11"/>
                    <a:pt x="75" y="20"/>
                    <a:pt x="57" y="29"/>
                  </a:cubicBezTo>
                  <a:cubicBezTo>
                    <a:pt x="49" y="35"/>
                    <a:pt x="41" y="40"/>
                    <a:pt x="34" y="46"/>
                  </a:cubicBezTo>
                  <a:cubicBezTo>
                    <a:pt x="28" y="54"/>
                    <a:pt x="22" y="61"/>
                    <a:pt x="17" y="68"/>
                  </a:cubicBezTo>
                  <a:cubicBezTo>
                    <a:pt x="13" y="78"/>
                    <a:pt x="8" y="86"/>
                    <a:pt x="5" y="96"/>
                  </a:cubicBezTo>
                  <a:cubicBezTo>
                    <a:pt x="0" y="110"/>
                    <a:pt x="0" y="125"/>
                    <a:pt x="3" y="139"/>
                  </a:cubicBezTo>
                  <a:cubicBezTo>
                    <a:pt x="3" y="150"/>
                    <a:pt x="5" y="159"/>
                    <a:pt x="11" y="168"/>
                  </a:cubicBezTo>
                  <a:cubicBezTo>
                    <a:pt x="14" y="178"/>
                    <a:pt x="18" y="186"/>
                    <a:pt x="25" y="193"/>
                  </a:cubicBezTo>
                  <a:cubicBezTo>
                    <a:pt x="39" y="211"/>
                    <a:pt x="58" y="222"/>
                    <a:pt x="79" y="229"/>
                  </a:cubicBezTo>
                  <a:lnTo>
                    <a:pt x="75" y="228"/>
                  </a:lnTo>
                  <a:lnTo>
                    <a:pt x="75" y="228"/>
                  </a:lnTo>
                  <a:cubicBezTo>
                    <a:pt x="76" y="229"/>
                    <a:pt x="78" y="229"/>
                    <a:pt x="79" y="231"/>
                  </a:cubicBezTo>
                  <a:cubicBezTo>
                    <a:pt x="81" y="231"/>
                    <a:pt x="82" y="233"/>
                    <a:pt x="84" y="233"/>
                  </a:cubicBezTo>
                  <a:cubicBezTo>
                    <a:pt x="87" y="234"/>
                    <a:pt x="91" y="236"/>
                    <a:pt x="96" y="237"/>
                  </a:cubicBezTo>
                  <a:lnTo>
                    <a:pt x="96" y="237"/>
                  </a:lnTo>
                  <a:cubicBezTo>
                    <a:pt x="107" y="244"/>
                    <a:pt x="119" y="247"/>
                    <a:pt x="132" y="248"/>
                  </a:cubicBezTo>
                  <a:lnTo>
                    <a:pt x="135" y="248"/>
                  </a:lnTo>
                  <a:cubicBezTo>
                    <a:pt x="146" y="249"/>
                    <a:pt x="157" y="253"/>
                    <a:pt x="168" y="256"/>
                  </a:cubicBezTo>
                  <a:cubicBezTo>
                    <a:pt x="173" y="257"/>
                    <a:pt x="179" y="260"/>
                    <a:pt x="184" y="261"/>
                  </a:cubicBezTo>
                  <a:cubicBezTo>
                    <a:pt x="198" y="265"/>
                    <a:pt x="215" y="265"/>
                    <a:pt x="229" y="266"/>
                  </a:cubicBezTo>
                  <a:cubicBezTo>
                    <a:pt x="232" y="267"/>
                    <a:pt x="236" y="267"/>
                    <a:pt x="238" y="267"/>
                  </a:cubicBezTo>
                  <a:cubicBezTo>
                    <a:pt x="240" y="267"/>
                    <a:pt x="242" y="267"/>
                    <a:pt x="244" y="267"/>
                  </a:cubicBezTo>
                  <a:cubicBezTo>
                    <a:pt x="257" y="267"/>
                    <a:pt x="271" y="264"/>
                    <a:pt x="282" y="258"/>
                  </a:cubicBezTo>
                  <a:cubicBezTo>
                    <a:pt x="305" y="248"/>
                    <a:pt x="326" y="233"/>
                    <a:pt x="337" y="211"/>
                  </a:cubicBezTo>
                  <a:cubicBezTo>
                    <a:pt x="347" y="193"/>
                    <a:pt x="352" y="173"/>
                    <a:pt x="353" y="153"/>
                  </a:cubicBezTo>
                  <a:cubicBezTo>
                    <a:pt x="354" y="122"/>
                    <a:pt x="338" y="94"/>
                    <a:pt x="319" y="71"/>
                  </a:cubicBezTo>
                  <a:cubicBezTo>
                    <a:pt x="315" y="67"/>
                    <a:pt x="312" y="63"/>
                    <a:pt x="308" y="59"/>
                  </a:cubicBezTo>
                  <a:lnTo>
                    <a:pt x="304" y="55"/>
                  </a:lnTo>
                  <a:cubicBezTo>
                    <a:pt x="295" y="48"/>
                    <a:pt x="287" y="42"/>
                    <a:pt x="278" y="36"/>
                  </a:cubicBezTo>
                  <a:cubicBezTo>
                    <a:pt x="268" y="30"/>
                    <a:pt x="255" y="25"/>
                    <a:pt x="244" y="21"/>
                  </a:cubicBezTo>
                  <a:cubicBezTo>
                    <a:pt x="232" y="16"/>
                    <a:pt x="221" y="13"/>
                    <a:pt x="209" y="10"/>
                  </a:cubicBezTo>
                  <a:cubicBezTo>
                    <a:pt x="189" y="5"/>
                    <a:pt x="168" y="1"/>
                    <a:pt x="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9"/>
            <p:cNvSpPr/>
            <p:nvPr/>
          </p:nvSpPr>
          <p:spPr>
            <a:xfrm>
              <a:off x="6418349" y="1165289"/>
              <a:ext cx="6647" cy="6522"/>
            </a:xfrm>
            <a:custGeom>
              <a:avLst/>
              <a:gdLst/>
              <a:ahLst/>
              <a:cxnLst/>
              <a:rect l="l" t="t" r="r" b="b"/>
              <a:pathLst>
                <a:path w="213" h="209" extrusionOk="0">
                  <a:moveTo>
                    <a:pt x="107" y="1"/>
                  </a:moveTo>
                  <a:cubicBezTo>
                    <a:pt x="98" y="1"/>
                    <a:pt x="88" y="2"/>
                    <a:pt x="79" y="4"/>
                  </a:cubicBezTo>
                  <a:cubicBezTo>
                    <a:pt x="75" y="7"/>
                    <a:pt x="71" y="8"/>
                    <a:pt x="66" y="10"/>
                  </a:cubicBezTo>
                  <a:cubicBezTo>
                    <a:pt x="53" y="14"/>
                    <a:pt x="42" y="21"/>
                    <a:pt x="33" y="32"/>
                  </a:cubicBezTo>
                  <a:cubicBezTo>
                    <a:pt x="23" y="41"/>
                    <a:pt x="15" y="52"/>
                    <a:pt x="11" y="65"/>
                  </a:cubicBezTo>
                  <a:cubicBezTo>
                    <a:pt x="9" y="69"/>
                    <a:pt x="8" y="74"/>
                    <a:pt x="6" y="78"/>
                  </a:cubicBezTo>
                  <a:cubicBezTo>
                    <a:pt x="6" y="78"/>
                    <a:pt x="6" y="79"/>
                    <a:pt x="6" y="79"/>
                  </a:cubicBezTo>
                  <a:cubicBezTo>
                    <a:pt x="6" y="79"/>
                    <a:pt x="6" y="80"/>
                    <a:pt x="6" y="80"/>
                  </a:cubicBezTo>
                  <a:cubicBezTo>
                    <a:pt x="2" y="93"/>
                    <a:pt x="1" y="114"/>
                    <a:pt x="5" y="129"/>
                  </a:cubicBezTo>
                  <a:lnTo>
                    <a:pt x="6" y="131"/>
                  </a:lnTo>
                  <a:cubicBezTo>
                    <a:pt x="6" y="131"/>
                    <a:pt x="6" y="132"/>
                    <a:pt x="7" y="132"/>
                  </a:cubicBezTo>
                  <a:cubicBezTo>
                    <a:pt x="9" y="141"/>
                    <a:pt x="13" y="149"/>
                    <a:pt x="17" y="157"/>
                  </a:cubicBezTo>
                  <a:cubicBezTo>
                    <a:pt x="23" y="164"/>
                    <a:pt x="28" y="171"/>
                    <a:pt x="33" y="178"/>
                  </a:cubicBezTo>
                  <a:cubicBezTo>
                    <a:pt x="40" y="183"/>
                    <a:pt x="47" y="189"/>
                    <a:pt x="54" y="194"/>
                  </a:cubicBezTo>
                  <a:cubicBezTo>
                    <a:pt x="62" y="198"/>
                    <a:pt x="71" y="202"/>
                    <a:pt x="79" y="204"/>
                  </a:cubicBezTo>
                  <a:cubicBezTo>
                    <a:pt x="88" y="207"/>
                    <a:pt x="98" y="208"/>
                    <a:pt x="107" y="208"/>
                  </a:cubicBezTo>
                  <a:cubicBezTo>
                    <a:pt x="116" y="208"/>
                    <a:pt x="126" y="207"/>
                    <a:pt x="134" y="204"/>
                  </a:cubicBezTo>
                  <a:cubicBezTo>
                    <a:pt x="152" y="200"/>
                    <a:pt x="168" y="191"/>
                    <a:pt x="181" y="178"/>
                  </a:cubicBezTo>
                  <a:lnTo>
                    <a:pt x="184" y="175"/>
                  </a:lnTo>
                  <a:cubicBezTo>
                    <a:pt x="193" y="167"/>
                    <a:pt x="199" y="155"/>
                    <a:pt x="204" y="144"/>
                  </a:cubicBezTo>
                  <a:cubicBezTo>
                    <a:pt x="210" y="131"/>
                    <a:pt x="213" y="119"/>
                    <a:pt x="213" y="105"/>
                  </a:cubicBezTo>
                  <a:cubicBezTo>
                    <a:pt x="211" y="96"/>
                    <a:pt x="210" y="87"/>
                    <a:pt x="209" y="78"/>
                  </a:cubicBezTo>
                  <a:cubicBezTo>
                    <a:pt x="204" y="61"/>
                    <a:pt x="195" y="46"/>
                    <a:pt x="183" y="34"/>
                  </a:cubicBezTo>
                  <a:cubicBezTo>
                    <a:pt x="183" y="33"/>
                    <a:pt x="182" y="32"/>
                    <a:pt x="181" y="32"/>
                  </a:cubicBezTo>
                  <a:cubicBezTo>
                    <a:pt x="167" y="18"/>
                    <a:pt x="152" y="10"/>
                    <a:pt x="134" y="4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9"/>
            <p:cNvSpPr/>
            <p:nvPr/>
          </p:nvSpPr>
          <p:spPr>
            <a:xfrm>
              <a:off x="6455701" y="1081067"/>
              <a:ext cx="9081" cy="8613"/>
            </a:xfrm>
            <a:custGeom>
              <a:avLst/>
              <a:gdLst/>
              <a:ahLst/>
              <a:cxnLst/>
              <a:rect l="l" t="t" r="r" b="b"/>
              <a:pathLst>
                <a:path w="291" h="276" extrusionOk="0">
                  <a:moveTo>
                    <a:pt x="127" y="0"/>
                  </a:moveTo>
                  <a:cubicBezTo>
                    <a:pt x="115" y="0"/>
                    <a:pt x="103" y="2"/>
                    <a:pt x="92" y="4"/>
                  </a:cubicBezTo>
                  <a:cubicBezTo>
                    <a:pt x="79" y="7"/>
                    <a:pt x="67" y="12"/>
                    <a:pt x="56" y="20"/>
                  </a:cubicBezTo>
                  <a:cubicBezTo>
                    <a:pt x="49" y="25"/>
                    <a:pt x="42" y="31"/>
                    <a:pt x="34" y="37"/>
                  </a:cubicBezTo>
                  <a:cubicBezTo>
                    <a:pt x="28" y="44"/>
                    <a:pt x="23" y="51"/>
                    <a:pt x="18" y="59"/>
                  </a:cubicBezTo>
                  <a:lnTo>
                    <a:pt x="6" y="85"/>
                  </a:lnTo>
                  <a:cubicBezTo>
                    <a:pt x="2" y="100"/>
                    <a:pt x="1" y="114"/>
                    <a:pt x="4" y="128"/>
                  </a:cubicBezTo>
                  <a:cubicBezTo>
                    <a:pt x="4" y="138"/>
                    <a:pt x="7" y="147"/>
                    <a:pt x="11" y="155"/>
                  </a:cubicBezTo>
                  <a:cubicBezTo>
                    <a:pt x="14" y="164"/>
                    <a:pt x="19" y="173"/>
                    <a:pt x="26" y="179"/>
                  </a:cubicBezTo>
                  <a:cubicBezTo>
                    <a:pt x="28" y="182"/>
                    <a:pt x="31" y="184"/>
                    <a:pt x="33" y="186"/>
                  </a:cubicBezTo>
                  <a:cubicBezTo>
                    <a:pt x="37" y="196"/>
                    <a:pt x="44" y="204"/>
                    <a:pt x="55" y="217"/>
                  </a:cubicBezTo>
                  <a:lnTo>
                    <a:pt x="58" y="221"/>
                  </a:lnTo>
                  <a:cubicBezTo>
                    <a:pt x="63" y="225"/>
                    <a:pt x="67" y="230"/>
                    <a:pt x="72" y="235"/>
                  </a:cubicBezTo>
                  <a:cubicBezTo>
                    <a:pt x="81" y="244"/>
                    <a:pt x="92" y="251"/>
                    <a:pt x="102" y="259"/>
                  </a:cubicBezTo>
                  <a:cubicBezTo>
                    <a:pt x="122" y="270"/>
                    <a:pt x="143" y="275"/>
                    <a:pt x="166" y="275"/>
                  </a:cubicBezTo>
                  <a:cubicBezTo>
                    <a:pt x="178" y="275"/>
                    <a:pt x="188" y="273"/>
                    <a:pt x="200" y="271"/>
                  </a:cubicBezTo>
                  <a:cubicBezTo>
                    <a:pt x="220" y="266"/>
                    <a:pt x="242" y="254"/>
                    <a:pt x="255" y="239"/>
                  </a:cubicBezTo>
                  <a:cubicBezTo>
                    <a:pt x="262" y="231"/>
                    <a:pt x="270" y="223"/>
                    <a:pt x="275" y="214"/>
                  </a:cubicBezTo>
                  <a:cubicBezTo>
                    <a:pt x="280" y="205"/>
                    <a:pt x="284" y="196"/>
                    <a:pt x="287" y="185"/>
                  </a:cubicBezTo>
                  <a:cubicBezTo>
                    <a:pt x="291" y="173"/>
                    <a:pt x="291" y="164"/>
                    <a:pt x="291" y="155"/>
                  </a:cubicBezTo>
                  <a:cubicBezTo>
                    <a:pt x="291" y="155"/>
                    <a:pt x="291" y="154"/>
                    <a:pt x="291" y="153"/>
                  </a:cubicBezTo>
                  <a:cubicBezTo>
                    <a:pt x="291" y="143"/>
                    <a:pt x="291" y="133"/>
                    <a:pt x="287" y="118"/>
                  </a:cubicBezTo>
                  <a:lnTo>
                    <a:pt x="273" y="88"/>
                  </a:lnTo>
                  <a:cubicBezTo>
                    <a:pt x="266" y="76"/>
                    <a:pt x="258" y="66"/>
                    <a:pt x="247" y="58"/>
                  </a:cubicBezTo>
                  <a:lnTo>
                    <a:pt x="247" y="58"/>
                  </a:lnTo>
                  <a:cubicBezTo>
                    <a:pt x="247" y="58"/>
                    <a:pt x="247" y="58"/>
                    <a:pt x="247" y="58"/>
                  </a:cubicBezTo>
                  <a:cubicBezTo>
                    <a:pt x="247" y="58"/>
                    <a:pt x="246" y="57"/>
                    <a:pt x="246" y="57"/>
                  </a:cubicBezTo>
                  <a:lnTo>
                    <a:pt x="246" y="57"/>
                  </a:lnTo>
                  <a:cubicBezTo>
                    <a:pt x="246" y="57"/>
                    <a:pt x="245" y="56"/>
                    <a:pt x="244" y="56"/>
                  </a:cubicBezTo>
                  <a:lnTo>
                    <a:pt x="244" y="56"/>
                  </a:lnTo>
                  <a:cubicBezTo>
                    <a:pt x="243" y="55"/>
                    <a:pt x="243" y="54"/>
                    <a:pt x="242" y="53"/>
                  </a:cubicBezTo>
                  <a:cubicBezTo>
                    <a:pt x="242" y="53"/>
                    <a:pt x="241" y="52"/>
                    <a:pt x="241" y="52"/>
                  </a:cubicBezTo>
                  <a:cubicBezTo>
                    <a:pt x="237" y="50"/>
                    <a:pt x="234" y="47"/>
                    <a:pt x="232" y="45"/>
                  </a:cubicBezTo>
                  <a:cubicBezTo>
                    <a:pt x="231" y="44"/>
                    <a:pt x="229" y="43"/>
                    <a:pt x="228" y="42"/>
                  </a:cubicBezTo>
                  <a:cubicBezTo>
                    <a:pt x="212" y="26"/>
                    <a:pt x="194" y="16"/>
                    <a:pt x="174" y="10"/>
                  </a:cubicBezTo>
                  <a:cubicBezTo>
                    <a:pt x="174" y="10"/>
                    <a:pt x="172" y="10"/>
                    <a:pt x="171" y="8"/>
                  </a:cubicBezTo>
                  <a:lnTo>
                    <a:pt x="164" y="6"/>
                  </a:lnTo>
                  <a:cubicBezTo>
                    <a:pt x="152" y="2"/>
                    <a:pt x="140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9"/>
            <p:cNvSpPr/>
            <p:nvPr/>
          </p:nvSpPr>
          <p:spPr>
            <a:xfrm>
              <a:off x="6372134" y="1034104"/>
              <a:ext cx="13418" cy="8425"/>
            </a:xfrm>
            <a:custGeom>
              <a:avLst/>
              <a:gdLst/>
              <a:ahLst/>
              <a:cxnLst/>
              <a:rect l="l" t="t" r="r" b="b"/>
              <a:pathLst>
                <a:path w="430" h="270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44" y="1"/>
                    <a:pt x="217" y="2"/>
                    <a:pt x="189" y="7"/>
                  </a:cubicBezTo>
                  <a:cubicBezTo>
                    <a:pt x="172" y="11"/>
                    <a:pt x="154" y="14"/>
                    <a:pt x="138" y="17"/>
                  </a:cubicBezTo>
                  <a:cubicBezTo>
                    <a:pt x="114" y="21"/>
                    <a:pt x="94" y="33"/>
                    <a:pt x="72" y="42"/>
                  </a:cubicBezTo>
                  <a:lnTo>
                    <a:pt x="72" y="42"/>
                  </a:lnTo>
                  <a:cubicBezTo>
                    <a:pt x="73" y="42"/>
                    <a:pt x="73" y="41"/>
                    <a:pt x="74" y="41"/>
                  </a:cubicBezTo>
                  <a:lnTo>
                    <a:pt x="74" y="41"/>
                  </a:lnTo>
                  <a:lnTo>
                    <a:pt x="71" y="43"/>
                  </a:lnTo>
                  <a:cubicBezTo>
                    <a:pt x="71" y="43"/>
                    <a:pt x="72" y="43"/>
                    <a:pt x="72" y="42"/>
                  </a:cubicBezTo>
                  <a:lnTo>
                    <a:pt x="72" y="42"/>
                  </a:lnTo>
                  <a:cubicBezTo>
                    <a:pt x="72" y="43"/>
                    <a:pt x="71" y="43"/>
                    <a:pt x="71" y="43"/>
                  </a:cubicBezTo>
                  <a:cubicBezTo>
                    <a:pt x="67" y="45"/>
                    <a:pt x="62" y="46"/>
                    <a:pt x="58" y="49"/>
                  </a:cubicBezTo>
                  <a:lnTo>
                    <a:pt x="58" y="49"/>
                  </a:lnTo>
                  <a:cubicBezTo>
                    <a:pt x="41" y="57"/>
                    <a:pt x="26" y="70"/>
                    <a:pt x="18" y="85"/>
                  </a:cubicBezTo>
                  <a:cubicBezTo>
                    <a:pt x="6" y="108"/>
                    <a:pt x="1" y="134"/>
                    <a:pt x="8" y="159"/>
                  </a:cubicBezTo>
                  <a:cubicBezTo>
                    <a:pt x="12" y="172"/>
                    <a:pt x="17" y="183"/>
                    <a:pt x="24" y="194"/>
                  </a:cubicBezTo>
                  <a:cubicBezTo>
                    <a:pt x="46" y="225"/>
                    <a:pt x="67" y="237"/>
                    <a:pt x="100" y="249"/>
                  </a:cubicBezTo>
                  <a:cubicBezTo>
                    <a:pt x="120" y="258"/>
                    <a:pt x="132" y="260"/>
                    <a:pt x="157" y="263"/>
                  </a:cubicBezTo>
                  <a:cubicBezTo>
                    <a:pt x="168" y="264"/>
                    <a:pt x="180" y="265"/>
                    <a:pt x="191" y="266"/>
                  </a:cubicBezTo>
                  <a:cubicBezTo>
                    <a:pt x="202" y="267"/>
                    <a:pt x="213" y="268"/>
                    <a:pt x="225" y="269"/>
                  </a:cubicBezTo>
                  <a:cubicBezTo>
                    <a:pt x="227" y="269"/>
                    <a:pt x="229" y="269"/>
                    <a:pt x="231" y="269"/>
                  </a:cubicBezTo>
                  <a:cubicBezTo>
                    <a:pt x="240" y="269"/>
                    <a:pt x="249" y="268"/>
                    <a:pt x="258" y="268"/>
                  </a:cubicBezTo>
                  <a:cubicBezTo>
                    <a:pt x="279" y="266"/>
                    <a:pt x="302" y="266"/>
                    <a:pt x="322" y="261"/>
                  </a:cubicBezTo>
                  <a:cubicBezTo>
                    <a:pt x="351" y="253"/>
                    <a:pt x="375" y="238"/>
                    <a:pt x="394" y="216"/>
                  </a:cubicBezTo>
                  <a:cubicBezTo>
                    <a:pt x="414" y="192"/>
                    <a:pt x="430" y="164"/>
                    <a:pt x="429" y="132"/>
                  </a:cubicBezTo>
                  <a:cubicBezTo>
                    <a:pt x="428" y="101"/>
                    <a:pt x="416" y="72"/>
                    <a:pt x="394" y="49"/>
                  </a:cubicBezTo>
                  <a:cubicBezTo>
                    <a:pt x="379" y="34"/>
                    <a:pt x="363" y="21"/>
                    <a:pt x="343" y="13"/>
                  </a:cubicBezTo>
                  <a:cubicBezTo>
                    <a:pt x="323" y="4"/>
                    <a:pt x="302" y="1"/>
                    <a:pt x="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9"/>
            <p:cNvSpPr/>
            <p:nvPr/>
          </p:nvSpPr>
          <p:spPr>
            <a:xfrm>
              <a:off x="6388860" y="1035570"/>
              <a:ext cx="7240" cy="6834"/>
            </a:xfrm>
            <a:custGeom>
              <a:avLst/>
              <a:gdLst/>
              <a:ahLst/>
              <a:cxnLst/>
              <a:rect l="l" t="t" r="r" b="b"/>
              <a:pathLst>
                <a:path w="232" h="219" extrusionOk="0">
                  <a:moveTo>
                    <a:pt x="105" y="0"/>
                  </a:moveTo>
                  <a:cubicBezTo>
                    <a:pt x="98" y="0"/>
                    <a:pt x="90" y="1"/>
                    <a:pt x="82" y="3"/>
                  </a:cubicBezTo>
                  <a:lnTo>
                    <a:pt x="82" y="3"/>
                  </a:lnTo>
                  <a:lnTo>
                    <a:pt x="79" y="3"/>
                  </a:lnTo>
                  <a:cubicBezTo>
                    <a:pt x="78" y="3"/>
                    <a:pt x="78" y="3"/>
                    <a:pt x="77" y="3"/>
                  </a:cubicBezTo>
                  <a:cubicBezTo>
                    <a:pt x="76" y="3"/>
                    <a:pt x="75" y="3"/>
                    <a:pt x="75" y="3"/>
                  </a:cubicBezTo>
                  <a:lnTo>
                    <a:pt x="73" y="3"/>
                  </a:lnTo>
                  <a:cubicBezTo>
                    <a:pt x="72" y="4"/>
                    <a:pt x="71" y="4"/>
                    <a:pt x="70" y="4"/>
                  </a:cubicBezTo>
                  <a:lnTo>
                    <a:pt x="67" y="4"/>
                  </a:lnTo>
                  <a:cubicBezTo>
                    <a:pt x="56" y="7"/>
                    <a:pt x="45" y="13"/>
                    <a:pt x="37" y="21"/>
                  </a:cubicBezTo>
                  <a:cubicBezTo>
                    <a:pt x="30" y="25"/>
                    <a:pt x="25" y="31"/>
                    <a:pt x="20" y="37"/>
                  </a:cubicBezTo>
                  <a:cubicBezTo>
                    <a:pt x="13" y="45"/>
                    <a:pt x="8" y="56"/>
                    <a:pt x="5" y="67"/>
                  </a:cubicBezTo>
                  <a:cubicBezTo>
                    <a:pt x="3" y="79"/>
                    <a:pt x="0" y="89"/>
                    <a:pt x="0" y="100"/>
                  </a:cubicBezTo>
                  <a:lnTo>
                    <a:pt x="0" y="102"/>
                  </a:lnTo>
                  <a:cubicBezTo>
                    <a:pt x="0" y="121"/>
                    <a:pt x="5" y="137"/>
                    <a:pt x="14" y="153"/>
                  </a:cubicBezTo>
                  <a:cubicBezTo>
                    <a:pt x="17" y="157"/>
                    <a:pt x="20" y="161"/>
                    <a:pt x="22" y="164"/>
                  </a:cubicBezTo>
                  <a:cubicBezTo>
                    <a:pt x="28" y="172"/>
                    <a:pt x="29" y="173"/>
                    <a:pt x="33" y="177"/>
                  </a:cubicBezTo>
                  <a:cubicBezTo>
                    <a:pt x="40" y="182"/>
                    <a:pt x="49" y="189"/>
                    <a:pt x="56" y="194"/>
                  </a:cubicBezTo>
                  <a:cubicBezTo>
                    <a:pt x="59" y="197"/>
                    <a:pt x="63" y="199"/>
                    <a:pt x="67" y="201"/>
                  </a:cubicBezTo>
                  <a:cubicBezTo>
                    <a:pt x="77" y="206"/>
                    <a:pt x="88" y="211"/>
                    <a:pt x="97" y="214"/>
                  </a:cubicBezTo>
                  <a:cubicBezTo>
                    <a:pt x="98" y="215"/>
                    <a:pt x="99" y="215"/>
                    <a:pt x="100" y="215"/>
                  </a:cubicBezTo>
                  <a:cubicBezTo>
                    <a:pt x="109" y="217"/>
                    <a:pt x="118" y="219"/>
                    <a:pt x="127" y="219"/>
                  </a:cubicBezTo>
                  <a:cubicBezTo>
                    <a:pt x="136" y="219"/>
                    <a:pt x="146" y="217"/>
                    <a:pt x="155" y="215"/>
                  </a:cubicBezTo>
                  <a:cubicBezTo>
                    <a:pt x="169" y="212"/>
                    <a:pt x="180" y="205"/>
                    <a:pt x="190" y="197"/>
                  </a:cubicBezTo>
                  <a:cubicBezTo>
                    <a:pt x="202" y="188"/>
                    <a:pt x="210" y="182"/>
                    <a:pt x="217" y="167"/>
                  </a:cubicBezTo>
                  <a:lnTo>
                    <a:pt x="218" y="167"/>
                  </a:lnTo>
                  <a:cubicBezTo>
                    <a:pt x="222" y="159"/>
                    <a:pt x="225" y="151"/>
                    <a:pt x="228" y="143"/>
                  </a:cubicBezTo>
                  <a:cubicBezTo>
                    <a:pt x="229" y="138"/>
                    <a:pt x="229" y="139"/>
                    <a:pt x="230" y="130"/>
                  </a:cubicBezTo>
                  <a:cubicBezTo>
                    <a:pt x="231" y="122"/>
                    <a:pt x="231" y="122"/>
                    <a:pt x="231" y="117"/>
                  </a:cubicBezTo>
                  <a:cubicBezTo>
                    <a:pt x="231" y="117"/>
                    <a:pt x="231" y="116"/>
                    <a:pt x="232" y="116"/>
                  </a:cubicBezTo>
                  <a:cubicBezTo>
                    <a:pt x="232" y="110"/>
                    <a:pt x="232" y="118"/>
                    <a:pt x="230" y="102"/>
                  </a:cubicBezTo>
                  <a:cubicBezTo>
                    <a:pt x="230" y="96"/>
                    <a:pt x="229" y="91"/>
                    <a:pt x="228" y="87"/>
                  </a:cubicBezTo>
                  <a:cubicBezTo>
                    <a:pt x="222" y="69"/>
                    <a:pt x="214" y="55"/>
                    <a:pt x="200" y="41"/>
                  </a:cubicBezTo>
                  <a:cubicBezTo>
                    <a:pt x="194" y="36"/>
                    <a:pt x="187" y="31"/>
                    <a:pt x="179" y="25"/>
                  </a:cubicBezTo>
                  <a:cubicBezTo>
                    <a:pt x="173" y="21"/>
                    <a:pt x="166" y="19"/>
                    <a:pt x="160" y="16"/>
                  </a:cubicBezTo>
                  <a:lnTo>
                    <a:pt x="157" y="16"/>
                  </a:lnTo>
                  <a:cubicBezTo>
                    <a:pt x="152" y="13"/>
                    <a:pt x="150" y="12"/>
                    <a:pt x="143" y="9"/>
                  </a:cubicBezTo>
                  <a:cubicBezTo>
                    <a:pt x="139" y="6"/>
                    <a:pt x="134" y="4"/>
                    <a:pt x="129" y="3"/>
                  </a:cubicBezTo>
                  <a:cubicBezTo>
                    <a:pt x="121" y="1"/>
                    <a:pt x="113" y="0"/>
                    <a:pt x="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9"/>
            <p:cNvSpPr/>
            <p:nvPr/>
          </p:nvSpPr>
          <p:spPr>
            <a:xfrm>
              <a:off x="6407583" y="965328"/>
              <a:ext cx="11920" cy="8644"/>
            </a:xfrm>
            <a:custGeom>
              <a:avLst/>
              <a:gdLst/>
              <a:ahLst/>
              <a:cxnLst/>
              <a:rect l="l" t="t" r="r" b="b"/>
              <a:pathLst>
                <a:path w="382" h="277" extrusionOk="0">
                  <a:moveTo>
                    <a:pt x="129" y="239"/>
                  </a:moveTo>
                  <a:cubicBezTo>
                    <a:pt x="130" y="239"/>
                    <a:pt x="130" y="239"/>
                    <a:pt x="131" y="239"/>
                  </a:cubicBezTo>
                  <a:lnTo>
                    <a:pt x="131" y="239"/>
                  </a:lnTo>
                  <a:lnTo>
                    <a:pt x="128" y="239"/>
                  </a:lnTo>
                  <a:close/>
                  <a:moveTo>
                    <a:pt x="118" y="239"/>
                  </a:moveTo>
                  <a:cubicBezTo>
                    <a:pt x="117" y="239"/>
                    <a:pt x="115" y="240"/>
                    <a:pt x="113" y="240"/>
                  </a:cubicBezTo>
                  <a:cubicBezTo>
                    <a:pt x="115" y="239"/>
                    <a:pt x="117" y="239"/>
                    <a:pt x="118" y="239"/>
                  </a:cubicBezTo>
                  <a:close/>
                  <a:moveTo>
                    <a:pt x="132" y="239"/>
                  </a:moveTo>
                  <a:cubicBezTo>
                    <a:pt x="136" y="239"/>
                    <a:pt x="140" y="240"/>
                    <a:pt x="144" y="241"/>
                  </a:cubicBezTo>
                  <a:lnTo>
                    <a:pt x="132" y="239"/>
                  </a:lnTo>
                  <a:close/>
                  <a:moveTo>
                    <a:pt x="166" y="1"/>
                  </a:moveTo>
                  <a:cubicBezTo>
                    <a:pt x="152" y="2"/>
                    <a:pt x="136" y="3"/>
                    <a:pt x="124" y="6"/>
                  </a:cubicBezTo>
                  <a:cubicBezTo>
                    <a:pt x="112" y="10"/>
                    <a:pt x="99" y="17"/>
                    <a:pt x="87" y="22"/>
                  </a:cubicBezTo>
                  <a:cubicBezTo>
                    <a:pt x="73" y="29"/>
                    <a:pt x="61" y="41"/>
                    <a:pt x="47" y="50"/>
                  </a:cubicBezTo>
                  <a:cubicBezTo>
                    <a:pt x="42" y="55"/>
                    <a:pt x="36" y="61"/>
                    <a:pt x="32" y="66"/>
                  </a:cubicBezTo>
                  <a:lnTo>
                    <a:pt x="15" y="87"/>
                  </a:lnTo>
                  <a:cubicBezTo>
                    <a:pt x="7" y="99"/>
                    <a:pt x="3" y="112"/>
                    <a:pt x="3" y="125"/>
                  </a:cubicBezTo>
                  <a:cubicBezTo>
                    <a:pt x="0" y="147"/>
                    <a:pt x="2" y="172"/>
                    <a:pt x="15" y="190"/>
                  </a:cubicBezTo>
                  <a:cubicBezTo>
                    <a:pt x="24" y="206"/>
                    <a:pt x="37" y="219"/>
                    <a:pt x="51" y="228"/>
                  </a:cubicBezTo>
                  <a:cubicBezTo>
                    <a:pt x="66" y="237"/>
                    <a:pt x="83" y="241"/>
                    <a:pt x="100" y="241"/>
                  </a:cubicBezTo>
                  <a:cubicBezTo>
                    <a:pt x="108" y="241"/>
                    <a:pt x="115" y="240"/>
                    <a:pt x="122" y="239"/>
                  </a:cubicBezTo>
                  <a:lnTo>
                    <a:pt x="122" y="239"/>
                  </a:lnTo>
                  <a:cubicBezTo>
                    <a:pt x="123" y="239"/>
                    <a:pt x="125" y="239"/>
                    <a:pt x="126" y="239"/>
                  </a:cubicBezTo>
                  <a:cubicBezTo>
                    <a:pt x="128" y="239"/>
                    <a:pt x="130" y="239"/>
                    <a:pt x="132" y="239"/>
                  </a:cubicBezTo>
                  <a:lnTo>
                    <a:pt x="132" y="239"/>
                  </a:lnTo>
                  <a:cubicBezTo>
                    <a:pt x="141" y="241"/>
                    <a:pt x="151" y="243"/>
                    <a:pt x="160" y="243"/>
                  </a:cubicBezTo>
                  <a:cubicBezTo>
                    <a:pt x="161" y="243"/>
                    <a:pt x="163" y="244"/>
                    <a:pt x="166" y="244"/>
                  </a:cubicBezTo>
                  <a:cubicBezTo>
                    <a:pt x="168" y="246"/>
                    <a:pt x="171" y="247"/>
                    <a:pt x="174" y="249"/>
                  </a:cubicBezTo>
                  <a:cubicBezTo>
                    <a:pt x="178" y="252"/>
                    <a:pt x="181" y="256"/>
                    <a:pt x="186" y="259"/>
                  </a:cubicBezTo>
                  <a:cubicBezTo>
                    <a:pt x="197" y="264"/>
                    <a:pt x="206" y="268"/>
                    <a:pt x="217" y="272"/>
                  </a:cubicBezTo>
                  <a:cubicBezTo>
                    <a:pt x="228" y="275"/>
                    <a:pt x="239" y="277"/>
                    <a:pt x="250" y="277"/>
                  </a:cubicBezTo>
                  <a:cubicBezTo>
                    <a:pt x="260" y="277"/>
                    <a:pt x="271" y="275"/>
                    <a:pt x="282" y="272"/>
                  </a:cubicBezTo>
                  <a:cubicBezTo>
                    <a:pt x="284" y="272"/>
                    <a:pt x="285" y="271"/>
                    <a:pt x="286" y="271"/>
                  </a:cubicBezTo>
                  <a:cubicBezTo>
                    <a:pt x="306" y="266"/>
                    <a:pt x="322" y="256"/>
                    <a:pt x="337" y="242"/>
                  </a:cubicBezTo>
                  <a:cubicBezTo>
                    <a:pt x="351" y="227"/>
                    <a:pt x="361" y="210"/>
                    <a:pt x="366" y="190"/>
                  </a:cubicBezTo>
                  <a:cubicBezTo>
                    <a:pt x="381" y="146"/>
                    <a:pt x="365" y="95"/>
                    <a:pt x="333" y="63"/>
                  </a:cubicBezTo>
                  <a:cubicBezTo>
                    <a:pt x="322" y="53"/>
                    <a:pt x="311" y="45"/>
                    <a:pt x="299" y="38"/>
                  </a:cubicBezTo>
                  <a:cubicBezTo>
                    <a:pt x="296" y="35"/>
                    <a:pt x="293" y="33"/>
                    <a:pt x="290" y="31"/>
                  </a:cubicBezTo>
                  <a:cubicBezTo>
                    <a:pt x="274" y="23"/>
                    <a:pt x="258" y="17"/>
                    <a:pt x="241" y="11"/>
                  </a:cubicBezTo>
                  <a:cubicBezTo>
                    <a:pt x="224" y="6"/>
                    <a:pt x="205" y="4"/>
                    <a:pt x="189" y="2"/>
                  </a:cubicBezTo>
                  <a:cubicBezTo>
                    <a:pt x="181" y="1"/>
                    <a:pt x="173" y="1"/>
                    <a:pt x="1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9"/>
            <p:cNvSpPr/>
            <p:nvPr/>
          </p:nvSpPr>
          <p:spPr>
            <a:xfrm>
              <a:off x="6324359" y="920174"/>
              <a:ext cx="14666" cy="9268"/>
            </a:xfrm>
            <a:custGeom>
              <a:avLst/>
              <a:gdLst/>
              <a:ahLst/>
              <a:cxnLst/>
              <a:rect l="l" t="t" r="r" b="b"/>
              <a:pathLst>
                <a:path w="470" h="297" extrusionOk="0">
                  <a:moveTo>
                    <a:pt x="290" y="1"/>
                  </a:moveTo>
                  <a:cubicBezTo>
                    <a:pt x="252" y="1"/>
                    <a:pt x="214" y="4"/>
                    <a:pt x="177" y="13"/>
                  </a:cubicBezTo>
                  <a:cubicBezTo>
                    <a:pt x="161" y="17"/>
                    <a:pt x="143" y="21"/>
                    <a:pt x="126" y="26"/>
                  </a:cubicBezTo>
                  <a:cubicBezTo>
                    <a:pt x="118" y="28"/>
                    <a:pt x="109" y="30"/>
                    <a:pt x="101" y="32"/>
                  </a:cubicBezTo>
                  <a:cubicBezTo>
                    <a:pt x="80" y="39"/>
                    <a:pt x="69" y="45"/>
                    <a:pt x="54" y="57"/>
                  </a:cubicBezTo>
                  <a:cubicBezTo>
                    <a:pt x="38" y="67"/>
                    <a:pt x="24" y="80"/>
                    <a:pt x="15" y="97"/>
                  </a:cubicBezTo>
                  <a:cubicBezTo>
                    <a:pt x="6" y="114"/>
                    <a:pt x="0" y="131"/>
                    <a:pt x="0" y="151"/>
                  </a:cubicBezTo>
                  <a:cubicBezTo>
                    <a:pt x="0" y="192"/>
                    <a:pt x="21" y="221"/>
                    <a:pt x="54" y="244"/>
                  </a:cubicBezTo>
                  <a:cubicBezTo>
                    <a:pt x="69" y="255"/>
                    <a:pt x="81" y="263"/>
                    <a:pt x="101" y="269"/>
                  </a:cubicBezTo>
                  <a:cubicBezTo>
                    <a:pt x="108" y="272"/>
                    <a:pt x="116" y="273"/>
                    <a:pt x="124" y="275"/>
                  </a:cubicBezTo>
                  <a:cubicBezTo>
                    <a:pt x="142" y="278"/>
                    <a:pt x="159" y="282"/>
                    <a:pt x="177" y="286"/>
                  </a:cubicBezTo>
                  <a:cubicBezTo>
                    <a:pt x="207" y="292"/>
                    <a:pt x="235" y="297"/>
                    <a:pt x="264" y="297"/>
                  </a:cubicBezTo>
                  <a:cubicBezTo>
                    <a:pt x="274" y="296"/>
                    <a:pt x="283" y="296"/>
                    <a:pt x="293" y="296"/>
                  </a:cubicBezTo>
                  <a:cubicBezTo>
                    <a:pt x="303" y="296"/>
                    <a:pt x="312" y="296"/>
                    <a:pt x="322" y="296"/>
                  </a:cubicBezTo>
                  <a:cubicBezTo>
                    <a:pt x="360" y="294"/>
                    <a:pt x="397" y="281"/>
                    <a:pt x="425" y="253"/>
                  </a:cubicBezTo>
                  <a:cubicBezTo>
                    <a:pt x="450" y="227"/>
                    <a:pt x="469" y="185"/>
                    <a:pt x="468" y="148"/>
                  </a:cubicBezTo>
                  <a:cubicBezTo>
                    <a:pt x="466" y="110"/>
                    <a:pt x="455" y="72"/>
                    <a:pt x="425" y="44"/>
                  </a:cubicBezTo>
                  <a:cubicBezTo>
                    <a:pt x="396" y="17"/>
                    <a:pt x="361" y="3"/>
                    <a:pt x="322" y="2"/>
                  </a:cubicBezTo>
                  <a:cubicBezTo>
                    <a:pt x="311" y="1"/>
                    <a:pt x="300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9"/>
            <p:cNvSpPr/>
            <p:nvPr/>
          </p:nvSpPr>
          <p:spPr>
            <a:xfrm>
              <a:off x="6406366" y="903604"/>
              <a:ext cx="49148" cy="39568"/>
            </a:xfrm>
            <a:custGeom>
              <a:avLst/>
              <a:gdLst/>
              <a:ahLst/>
              <a:cxnLst/>
              <a:rect l="l" t="t" r="r" b="b"/>
              <a:pathLst>
                <a:path w="1575" h="1268" extrusionOk="0">
                  <a:moveTo>
                    <a:pt x="453" y="0"/>
                  </a:moveTo>
                  <a:cubicBezTo>
                    <a:pt x="359" y="0"/>
                    <a:pt x="268" y="24"/>
                    <a:pt x="189" y="86"/>
                  </a:cubicBezTo>
                  <a:cubicBezTo>
                    <a:pt x="71" y="177"/>
                    <a:pt x="0" y="328"/>
                    <a:pt x="41" y="478"/>
                  </a:cubicBezTo>
                  <a:cubicBezTo>
                    <a:pt x="78" y="614"/>
                    <a:pt x="185" y="700"/>
                    <a:pt x="292" y="781"/>
                  </a:cubicBezTo>
                  <a:cubicBezTo>
                    <a:pt x="298" y="785"/>
                    <a:pt x="304" y="788"/>
                    <a:pt x="309" y="792"/>
                  </a:cubicBezTo>
                  <a:cubicBezTo>
                    <a:pt x="315" y="800"/>
                    <a:pt x="320" y="810"/>
                    <a:pt x="327" y="819"/>
                  </a:cubicBezTo>
                  <a:cubicBezTo>
                    <a:pt x="435" y="961"/>
                    <a:pt x="568" y="1084"/>
                    <a:pt x="730" y="1159"/>
                  </a:cubicBezTo>
                  <a:cubicBezTo>
                    <a:pt x="812" y="1197"/>
                    <a:pt x="894" y="1232"/>
                    <a:pt x="982" y="1247"/>
                  </a:cubicBezTo>
                  <a:cubicBezTo>
                    <a:pt x="1039" y="1258"/>
                    <a:pt x="1100" y="1267"/>
                    <a:pt x="1161" y="1267"/>
                  </a:cubicBezTo>
                  <a:cubicBezTo>
                    <a:pt x="1212" y="1267"/>
                    <a:pt x="1264" y="1261"/>
                    <a:pt x="1311" y="1243"/>
                  </a:cubicBezTo>
                  <a:cubicBezTo>
                    <a:pt x="1492" y="1175"/>
                    <a:pt x="1575" y="1007"/>
                    <a:pt x="1541" y="820"/>
                  </a:cubicBezTo>
                  <a:cubicBezTo>
                    <a:pt x="1526" y="735"/>
                    <a:pt x="1480" y="652"/>
                    <a:pt x="1430" y="582"/>
                  </a:cubicBezTo>
                  <a:cubicBezTo>
                    <a:pt x="1328" y="434"/>
                    <a:pt x="1199" y="313"/>
                    <a:pt x="1048" y="215"/>
                  </a:cubicBezTo>
                  <a:cubicBezTo>
                    <a:pt x="986" y="175"/>
                    <a:pt x="920" y="140"/>
                    <a:pt x="853" y="111"/>
                  </a:cubicBezTo>
                  <a:cubicBezTo>
                    <a:pt x="768" y="73"/>
                    <a:pt x="679" y="33"/>
                    <a:pt x="587" y="14"/>
                  </a:cubicBezTo>
                  <a:cubicBezTo>
                    <a:pt x="542" y="5"/>
                    <a:pt x="497" y="0"/>
                    <a:pt x="45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9"/>
            <p:cNvSpPr/>
            <p:nvPr/>
          </p:nvSpPr>
          <p:spPr>
            <a:xfrm>
              <a:off x="6457168" y="948009"/>
              <a:ext cx="17724" cy="18754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217" y="0"/>
                  </a:moveTo>
                  <a:cubicBezTo>
                    <a:pt x="189" y="0"/>
                    <a:pt x="163" y="6"/>
                    <a:pt x="139" y="19"/>
                  </a:cubicBezTo>
                  <a:cubicBezTo>
                    <a:pt x="121" y="24"/>
                    <a:pt x="105" y="34"/>
                    <a:pt x="91" y="47"/>
                  </a:cubicBezTo>
                  <a:cubicBezTo>
                    <a:pt x="68" y="63"/>
                    <a:pt x="49" y="83"/>
                    <a:pt x="35" y="109"/>
                  </a:cubicBezTo>
                  <a:lnTo>
                    <a:pt x="14" y="161"/>
                  </a:lnTo>
                  <a:lnTo>
                    <a:pt x="5" y="219"/>
                  </a:lnTo>
                  <a:cubicBezTo>
                    <a:pt x="5" y="230"/>
                    <a:pt x="6" y="241"/>
                    <a:pt x="8" y="251"/>
                  </a:cubicBezTo>
                  <a:cubicBezTo>
                    <a:pt x="4" y="270"/>
                    <a:pt x="1" y="288"/>
                    <a:pt x="1" y="308"/>
                  </a:cubicBezTo>
                  <a:cubicBezTo>
                    <a:pt x="1" y="309"/>
                    <a:pt x="1" y="309"/>
                    <a:pt x="1" y="310"/>
                  </a:cubicBezTo>
                  <a:cubicBezTo>
                    <a:pt x="4" y="334"/>
                    <a:pt x="7" y="359"/>
                    <a:pt x="10" y="383"/>
                  </a:cubicBezTo>
                  <a:cubicBezTo>
                    <a:pt x="20" y="406"/>
                    <a:pt x="29" y="428"/>
                    <a:pt x="39" y="450"/>
                  </a:cubicBezTo>
                  <a:cubicBezTo>
                    <a:pt x="39" y="451"/>
                    <a:pt x="40" y="452"/>
                    <a:pt x="40" y="453"/>
                  </a:cubicBezTo>
                  <a:cubicBezTo>
                    <a:pt x="41" y="455"/>
                    <a:pt x="42" y="459"/>
                    <a:pt x="44" y="462"/>
                  </a:cubicBezTo>
                  <a:cubicBezTo>
                    <a:pt x="57" y="481"/>
                    <a:pt x="72" y="499"/>
                    <a:pt x="87" y="518"/>
                  </a:cubicBezTo>
                  <a:cubicBezTo>
                    <a:pt x="106" y="533"/>
                    <a:pt x="124" y="548"/>
                    <a:pt x="143" y="562"/>
                  </a:cubicBezTo>
                  <a:cubicBezTo>
                    <a:pt x="166" y="572"/>
                    <a:pt x="188" y="581"/>
                    <a:pt x="210" y="590"/>
                  </a:cubicBezTo>
                  <a:cubicBezTo>
                    <a:pt x="232" y="597"/>
                    <a:pt x="253" y="600"/>
                    <a:pt x="273" y="600"/>
                  </a:cubicBezTo>
                  <a:cubicBezTo>
                    <a:pt x="289" y="600"/>
                    <a:pt x="305" y="598"/>
                    <a:pt x="321" y="595"/>
                  </a:cubicBezTo>
                  <a:cubicBezTo>
                    <a:pt x="347" y="595"/>
                    <a:pt x="370" y="588"/>
                    <a:pt x="392" y="576"/>
                  </a:cubicBezTo>
                  <a:cubicBezTo>
                    <a:pt x="415" y="570"/>
                    <a:pt x="436" y="557"/>
                    <a:pt x="454" y="540"/>
                  </a:cubicBezTo>
                  <a:cubicBezTo>
                    <a:pt x="475" y="528"/>
                    <a:pt x="492" y="511"/>
                    <a:pt x="504" y="490"/>
                  </a:cubicBezTo>
                  <a:cubicBezTo>
                    <a:pt x="528" y="463"/>
                    <a:pt x="545" y="431"/>
                    <a:pt x="554" y="395"/>
                  </a:cubicBezTo>
                  <a:lnTo>
                    <a:pt x="555" y="394"/>
                  </a:lnTo>
                  <a:cubicBezTo>
                    <a:pt x="567" y="343"/>
                    <a:pt x="567" y="294"/>
                    <a:pt x="555" y="245"/>
                  </a:cubicBezTo>
                  <a:cubicBezTo>
                    <a:pt x="548" y="221"/>
                    <a:pt x="538" y="200"/>
                    <a:pt x="525" y="180"/>
                  </a:cubicBezTo>
                  <a:cubicBezTo>
                    <a:pt x="525" y="180"/>
                    <a:pt x="525" y="179"/>
                    <a:pt x="525" y="179"/>
                  </a:cubicBezTo>
                  <a:cubicBezTo>
                    <a:pt x="524" y="177"/>
                    <a:pt x="522" y="175"/>
                    <a:pt x="520" y="172"/>
                  </a:cubicBezTo>
                  <a:cubicBezTo>
                    <a:pt x="517" y="167"/>
                    <a:pt x="514" y="162"/>
                    <a:pt x="511" y="158"/>
                  </a:cubicBezTo>
                  <a:cubicBezTo>
                    <a:pt x="507" y="155"/>
                    <a:pt x="506" y="152"/>
                    <a:pt x="504" y="150"/>
                  </a:cubicBezTo>
                  <a:cubicBezTo>
                    <a:pt x="503" y="149"/>
                    <a:pt x="503" y="149"/>
                    <a:pt x="502" y="148"/>
                  </a:cubicBezTo>
                  <a:cubicBezTo>
                    <a:pt x="500" y="146"/>
                    <a:pt x="499" y="144"/>
                    <a:pt x="497" y="141"/>
                  </a:cubicBezTo>
                  <a:cubicBezTo>
                    <a:pt x="484" y="121"/>
                    <a:pt x="468" y="104"/>
                    <a:pt x="447" y="91"/>
                  </a:cubicBezTo>
                  <a:cubicBezTo>
                    <a:pt x="438" y="83"/>
                    <a:pt x="428" y="75"/>
                    <a:pt x="417" y="68"/>
                  </a:cubicBezTo>
                  <a:cubicBezTo>
                    <a:pt x="408" y="63"/>
                    <a:pt x="399" y="61"/>
                    <a:pt x="389" y="57"/>
                  </a:cubicBezTo>
                  <a:cubicBezTo>
                    <a:pt x="384" y="54"/>
                    <a:pt x="380" y="49"/>
                    <a:pt x="376" y="46"/>
                  </a:cubicBezTo>
                  <a:cubicBezTo>
                    <a:pt x="372" y="44"/>
                    <a:pt x="369" y="42"/>
                    <a:pt x="366" y="41"/>
                  </a:cubicBezTo>
                  <a:cubicBezTo>
                    <a:pt x="345" y="31"/>
                    <a:pt x="324" y="22"/>
                    <a:pt x="303" y="14"/>
                  </a:cubicBezTo>
                  <a:cubicBezTo>
                    <a:pt x="296" y="12"/>
                    <a:pt x="289" y="10"/>
                    <a:pt x="281" y="9"/>
                  </a:cubicBezTo>
                  <a:lnTo>
                    <a:pt x="224" y="0"/>
                  </a:lnTo>
                  <a:cubicBezTo>
                    <a:pt x="222" y="0"/>
                    <a:pt x="220" y="0"/>
                    <a:pt x="21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9"/>
            <p:cNvSpPr/>
            <p:nvPr/>
          </p:nvSpPr>
          <p:spPr>
            <a:xfrm>
              <a:off x="6297679" y="867157"/>
              <a:ext cx="22873" cy="22312"/>
            </a:xfrm>
            <a:custGeom>
              <a:avLst/>
              <a:gdLst/>
              <a:ahLst/>
              <a:cxnLst/>
              <a:rect l="l" t="t" r="r" b="b"/>
              <a:pathLst>
                <a:path w="733" h="715" extrusionOk="0">
                  <a:moveTo>
                    <a:pt x="419" y="1"/>
                  </a:moveTo>
                  <a:cubicBezTo>
                    <a:pt x="414" y="1"/>
                    <a:pt x="408" y="1"/>
                    <a:pt x="404" y="2"/>
                  </a:cubicBezTo>
                  <a:cubicBezTo>
                    <a:pt x="380" y="4"/>
                    <a:pt x="353" y="7"/>
                    <a:pt x="329" y="12"/>
                  </a:cubicBezTo>
                  <a:cubicBezTo>
                    <a:pt x="318" y="14"/>
                    <a:pt x="307" y="18"/>
                    <a:pt x="296" y="22"/>
                  </a:cubicBezTo>
                  <a:cubicBezTo>
                    <a:pt x="258" y="36"/>
                    <a:pt x="218" y="52"/>
                    <a:pt x="185" y="76"/>
                  </a:cubicBezTo>
                  <a:cubicBezTo>
                    <a:pt x="165" y="91"/>
                    <a:pt x="145" y="107"/>
                    <a:pt x="126" y="122"/>
                  </a:cubicBezTo>
                  <a:cubicBezTo>
                    <a:pt x="106" y="138"/>
                    <a:pt x="91" y="160"/>
                    <a:pt x="78" y="182"/>
                  </a:cubicBezTo>
                  <a:cubicBezTo>
                    <a:pt x="73" y="191"/>
                    <a:pt x="66" y="201"/>
                    <a:pt x="62" y="211"/>
                  </a:cubicBezTo>
                  <a:cubicBezTo>
                    <a:pt x="51" y="238"/>
                    <a:pt x="38" y="266"/>
                    <a:pt x="30" y="294"/>
                  </a:cubicBezTo>
                  <a:cubicBezTo>
                    <a:pt x="26" y="303"/>
                    <a:pt x="28" y="314"/>
                    <a:pt x="26" y="323"/>
                  </a:cubicBezTo>
                  <a:cubicBezTo>
                    <a:pt x="11" y="359"/>
                    <a:pt x="0" y="395"/>
                    <a:pt x="0" y="435"/>
                  </a:cubicBezTo>
                  <a:cubicBezTo>
                    <a:pt x="0" y="485"/>
                    <a:pt x="13" y="533"/>
                    <a:pt x="39" y="575"/>
                  </a:cubicBezTo>
                  <a:cubicBezTo>
                    <a:pt x="63" y="618"/>
                    <a:pt x="97" y="651"/>
                    <a:pt x="138" y="676"/>
                  </a:cubicBezTo>
                  <a:cubicBezTo>
                    <a:pt x="182" y="701"/>
                    <a:pt x="230" y="715"/>
                    <a:pt x="280" y="715"/>
                  </a:cubicBezTo>
                  <a:cubicBezTo>
                    <a:pt x="314" y="713"/>
                    <a:pt x="349" y="707"/>
                    <a:pt x="383" y="701"/>
                  </a:cubicBezTo>
                  <a:cubicBezTo>
                    <a:pt x="394" y="698"/>
                    <a:pt x="404" y="695"/>
                    <a:pt x="415" y="691"/>
                  </a:cubicBezTo>
                  <a:cubicBezTo>
                    <a:pt x="446" y="679"/>
                    <a:pt x="478" y="668"/>
                    <a:pt x="507" y="651"/>
                  </a:cubicBezTo>
                  <a:cubicBezTo>
                    <a:pt x="535" y="635"/>
                    <a:pt x="560" y="613"/>
                    <a:pt x="585" y="593"/>
                  </a:cubicBezTo>
                  <a:cubicBezTo>
                    <a:pt x="620" y="566"/>
                    <a:pt x="646" y="529"/>
                    <a:pt x="671" y="495"/>
                  </a:cubicBezTo>
                  <a:cubicBezTo>
                    <a:pt x="676" y="486"/>
                    <a:pt x="683" y="477"/>
                    <a:pt x="687" y="468"/>
                  </a:cubicBezTo>
                  <a:cubicBezTo>
                    <a:pt x="714" y="412"/>
                    <a:pt x="729" y="371"/>
                    <a:pt x="732" y="309"/>
                  </a:cubicBezTo>
                  <a:cubicBezTo>
                    <a:pt x="733" y="281"/>
                    <a:pt x="729" y="252"/>
                    <a:pt x="722" y="227"/>
                  </a:cubicBezTo>
                  <a:cubicBezTo>
                    <a:pt x="719" y="212"/>
                    <a:pt x="713" y="201"/>
                    <a:pt x="707" y="185"/>
                  </a:cubicBezTo>
                  <a:cubicBezTo>
                    <a:pt x="691" y="148"/>
                    <a:pt x="693" y="153"/>
                    <a:pt x="669" y="121"/>
                  </a:cubicBezTo>
                  <a:cubicBezTo>
                    <a:pt x="640" y="84"/>
                    <a:pt x="638" y="81"/>
                    <a:pt x="591" y="49"/>
                  </a:cubicBezTo>
                  <a:cubicBezTo>
                    <a:pt x="587" y="46"/>
                    <a:pt x="583" y="44"/>
                    <a:pt x="580" y="42"/>
                  </a:cubicBezTo>
                  <a:cubicBezTo>
                    <a:pt x="565" y="34"/>
                    <a:pt x="533" y="22"/>
                    <a:pt x="517" y="15"/>
                  </a:cubicBezTo>
                  <a:cubicBezTo>
                    <a:pt x="515" y="15"/>
                    <a:pt x="513" y="14"/>
                    <a:pt x="511" y="13"/>
                  </a:cubicBezTo>
                  <a:cubicBezTo>
                    <a:pt x="497" y="9"/>
                    <a:pt x="480" y="8"/>
                    <a:pt x="466" y="6"/>
                  </a:cubicBezTo>
                  <a:cubicBezTo>
                    <a:pt x="451" y="4"/>
                    <a:pt x="435" y="1"/>
                    <a:pt x="41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9"/>
            <p:cNvSpPr/>
            <p:nvPr/>
          </p:nvSpPr>
          <p:spPr>
            <a:xfrm>
              <a:off x="6488310" y="1043621"/>
              <a:ext cx="16507" cy="22655"/>
            </a:xfrm>
            <a:custGeom>
              <a:avLst/>
              <a:gdLst/>
              <a:ahLst/>
              <a:cxnLst/>
              <a:rect l="l" t="t" r="r" b="b"/>
              <a:pathLst>
                <a:path w="529" h="726" extrusionOk="0">
                  <a:moveTo>
                    <a:pt x="280" y="1"/>
                  </a:moveTo>
                  <a:cubicBezTo>
                    <a:pt x="200" y="1"/>
                    <a:pt x="131" y="44"/>
                    <a:pt x="89" y="110"/>
                  </a:cubicBezTo>
                  <a:cubicBezTo>
                    <a:pt x="81" y="123"/>
                    <a:pt x="74" y="137"/>
                    <a:pt x="67" y="150"/>
                  </a:cubicBezTo>
                  <a:cubicBezTo>
                    <a:pt x="55" y="179"/>
                    <a:pt x="41" y="208"/>
                    <a:pt x="33" y="238"/>
                  </a:cubicBezTo>
                  <a:cubicBezTo>
                    <a:pt x="24" y="269"/>
                    <a:pt x="21" y="299"/>
                    <a:pt x="17" y="330"/>
                  </a:cubicBezTo>
                  <a:cubicBezTo>
                    <a:pt x="17" y="337"/>
                    <a:pt x="16" y="343"/>
                    <a:pt x="15" y="350"/>
                  </a:cubicBezTo>
                  <a:cubicBezTo>
                    <a:pt x="15" y="360"/>
                    <a:pt x="16" y="369"/>
                    <a:pt x="18" y="379"/>
                  </a:cubicBezTo>
                  <a:cubicBezTo>
                    <a:pt x="19" y="381"/>
                    <a:pt x="19" y="384"/>
                    <a:pt x="19" y="386"/>
                  </a:cubicBezTo>
                  <a:cubicBezTo>
                    <a:pt x="7" y="420"/>
                    <a:pt x="3" y="457"/>
                    <a:pt x="0" y="493"/>
                  </a:cubicBezTo>
                  <a:cubicBezTo>
                    <a:pt x="3" y="514"/>
                    <a:pt x="6" y="534"/>
                    <a:pt x="9" y="555"/>
                  </a:cubicBezTo>
                  <a:cubicBezTo>
                    <a:pt x="16" y="586"/>
                    <a:pt x="30" y="612"/>
                    <a:pt x="51" y="635"/>
                  </a:cubicBezTo>
                  <a:cubicBezTo>
                    <a:pt x="61" y="653"/>
                    <a:pt x="75" y="666"/>
                    <a:pt x="92" y="677"/>
                  </a:cubicBezTo>
                  <a:cubicBezTo>
                    <a:pt x="115" y="698"/>
                    <a:pt x="143" y="712"/>
                    <a:pt x="173" y="720"/>
                  </a:cubicBezTo>
                  <a:cubicBezTo>
                    <a:pt x="193" y="724"/>
                    <a:pt x="214" y="726"/>
                    <a:pt x="235" y="726"/>
                  </a:cubicBezTo>
                  <a:cubicBezTo>
                    <a:pt x="256" y="726"/>
                    <a:pt x="277" y="724"/>
                    <a:pt x="298" y="720"/>
                  </a:cubicBezTo>
                  <a:cubicBezTo>
                    <a:pt x="328" y="712"/>
                    <a:pt x="355" y="698"/>
                    <a:pt x="378" y="677"/>
                  </a:cubicBezTo>
                  <a:cubicBezTo>
                    <a:pt x="403" y="660"/>
                    <a:pt x="423" y="638"/>
                    <a:pt x="438" y="611"/>
                  </a:cubicBezTo>
                  <a:cubicBezTo>
                    <a:pt x="464" y="575"/>
                    <a:pt x="480" y="534"/>
                    <a:pt x="496" y="494"/>
                  </a:cubicBezTo>
                  <a:cubicBezTo>
                    <a:pt x="510" y="460"/>
                    <a:pt x="514" y="427"/>
                    <a:pt x="519" y="391"/>
                  </a:cubicBezTo>
                  <a:cubicBezTo>
                    <a:pt x="524" y="357"/>
                    <a:pt x="529" y="323"/>
                    <a:pt x="525" y="288"/>
                  </a:cubicBezTo>
                  <a:cubicBezTo>
                    <a:pt x="523" y="262"/>
                    <a:pt x="518" y="237"/>
                    <a:pt x="514" y="212"/>
                  </a:cubicBezTo>
                  <a:cubicBezTo>
                    <a:pt x="512" y="196"/>
                    <a:pt x="505" y="185"/>
                    <a:pt x="500" y="170"/>
                  </a:cubicBezTo>
                  <a:cubicBezTo>
                    <a:pt x="490" y="149"/>
                    <a:pt x="483" y="129"/>
                    <a:pt x="470" y="110"/>
                  </a:cubicBezTo>
                  <a:cubicBezTo>
                    <a:pt x="429" y="44"/>
                    <a:pt x="359" y="1"/>
                    <a:pt x="28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9"/>
            <p:cNvSpPr/>
            <p:nvPr/>
          </p:nvSpPr>
          <p:spPr>
            <a:xfrm>
              <a:off x="6491275" y="1115892"/>
              <a:ext cx="14854" cy="14510"/>
            </a:xfrm>
            <a:custGeom>
              <a:avLst/>
              <a:gdLst/>
              <a:ahLst/>
              <a:cxnLst/>
              <a:rect l="l" t="t" r="r" b="b"/>
              <a:pathLst>
                <a:path w="476" h="465" extrusionOk="0">
                  <a:moveTo>
                    <a:pt x="241" y="1"/>
                  </a:moveTo>
                  <a:cubicBezTo>
                    <a:pt x="222" y="1"/>
                    <a:pt x="203" y="2"/>
                    <a:pt x="183" y="5"/>
                  </a:cubicBezTo>
                  <a:cubicBezTo>
                    <a:pt x="174" y="7"/>
                    <a:pt x="142" y="21"/>
                    <a:pt x="124" y="30"/>
                  </a:cubicBezTo>
                  <a:cubicBezTo>
                    <a:pt x="122" y="32"/>
                    <a:pt x="121" y="33"/>
                    <a:pt x="119" y="34"/>
                  </a:cubicBezTo>
                  <a:cubicBezTo>
                    <a:pt x="102" y="42"/>
                    <a:pt x="91" y="49"/>
                    <a:pt x="68" y="72"/>
                  </a:cubicBezTo>
                  <a:cubicBezTo>
                    <a:pt x="39" y="100"/>
                    <a:pt x="20" y="134"/>
                    <a:pt x="10" y="172"/>
                  </a:cubicBezTo>
                  <a:cubicBezTo>
                    <a:pt x="9" y="175"/>
                    <a:pt x="2" y="217"/>
                    <a:pt x="2" y="237"/>
                  </a:cubicBezTo>
                  <a:cubicBezTo>
                    <a:pt x="1" y="269"/>
                    <a:pt x="7" y="298"/>
                    <a:pt x="22" y="325"/>
                  </a:cubicBezTo>
                  <a:cubicBezTo>
                    <a:pt x="30" y="354"/>
                    <a:pt x="46" y="378"/>
                    <a:pt x="68" y="399"/>
                  </a:cubicBezTo>
                  <a:cubicBezTo>
                    <a:pt x="83" y="410"/>
                    <a:pt x="99" y="422"/>
                    <a:pt x="114" y="434"/>
                  </a:cubicBezTo>
                  <a:cubicBezTo>
                    <a:pt x="150" y="454"/>
                    <a:pt x="188" y="464"/>
                    <a:pt x="229" y="464"/>
                  </a:cubicBezTo>
                  <a:cubicBezTo>
                    <a:pt x="274" y="463"/>
                    <a:pt x="316" y="455"/>
                    <a:pt x="354" y="432"/>
                  </a:cubicBezTo>
                  <a:cubicBezTo>
                    <a:pt x="387" y="414"/>
                    <a:pt x="428" y="377"/>
                    <a:pt x="444" y="342"/>
                  </a:cubicBezTo>
                  <a:cubicBezTo>
                    <a:pt x="465" y="306"/>
                    <a:pt x="476" y="268"/>
                    <a:pt x="476" y="227"/>
                  </a:cubicBezTo>
                  <a:cubicBezTo>
                    <a:pt x="476" y="185"/>
                    <a:pt x="465" y="146"/>
                    <a:pt x="444" y="111"/>
                  </a:cubicBezTo>
                  <a:cubicBezTo>
                    <a:pt x="444" y="110"/>
                    <a:pt x="444" y="110"/>
                    <a:pt x="443" y="110"/>
                  </a:cubicBezTo>
                  <a:cubicBezTo>
                    <a:pt x="400" y="37"/>
                    <a:pt x="332" y="1"/>
                    <a:pt x="2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9"/>
            <p:cNvSpPr/>
            <p:nvPr/>
          </p:nvSpPr>
          <p:spPr>
            <a:xfrm>
              <a:off x="6219136" y="1032263"/>
              <a:ext cx="17880" cy="27523"/>
            </a:xfrm>
            <a:custGeom>
              <a:avLst/>
              <a:gdLst/>
              <a:ahLst/>
              <a:cxnLst/>
              <a:rect l="l" t="t" r="r" b="b"/>
              <a:pathLst>
                <a:path w="573" h="882" extrusionOk="0">
                  <a:moveTo>
                    <a:pt x="377" y="0"/>
                  </a:moveTo>
                  <a:cubicBezTo>
                    <a:pt x="361" y="0"/>
                    <a:pt x="346" y="2"/>
                    <a:pt x="331" y="7"/>
                  </a:cubicBezTo>
                  <a:cubicBezTo>
                    <a:pt x="266" y="27"/>
                    <a:pt x="223" y="62"/>
                    <a:pt x="189" y="120"/>
                  </a:cubicBezTo>
                  <a:cubicBezTo>
                    <a:pt x="176" y="140"/>
                    <a:pt x="163" y="161"/>
                    <a:pt x="152" y="182"/>
                  </a:cubicBezTo>
                  <a:cubicBezTo>
                    <a:pt x="121" y="237"/>
                    <a:pt x="89" y="294"/>
                    <a:pt x="69" y="355"/>
                  </a:cubicBezTo>
                  <a:cubicBezTo>
                    <a:pt x="55" y="400"/>
                    <a:pt x="42" y="446"/>
                    <a:pt x="30" y="493"/>
                  </a:cubicBezTo>
                  <a:cubicBezTo>
                    <a:pt x="24" y="516"/>
                    <a:pt x="18" y="539"/>
                    <a:pt x="13" y="564"/>
                  </a:cubicBezTo>
                  <a:cubicBezTo>
                    <a:pt x="4" y="610"/>
                    <a:pt x="0" y="654"/>
                    <a:pt x="13" y="700"/>
                  </a:cubicBezTo>
                  <a:cubicBezTo>
                    <a:pt x="20" y="728"/>
                    <a:pt x="34" y="752"/>
                    <a:pt x="48" y="776"/>
                  </a:cubicBezTo>
                  <a:cubicBezTo>
                    <a:pt x="81" y="836"/>
                    <a:pt x="140" y="870"/>
                    <a:pt x="205" y="880"/>
                  </a:cubicBezTo>
                  <a:cubicBezTo>
                    <a:pt x="216" y="881"/>
                    <a:pt x="226" y="882"/>
                    <a:pt x="236" y="882"/>
                  </a:cubicBezTo>
                  <a:cubicBezTo>
                    <a:pt x="293" y="882"/>
                    <a:pt x="340" y="858"/>
                    <a:pt x="387" y="820"/>
                  </a:cubicBezTo>
                  <a:cubicBezTo>
                    <a:pt x="431" y="784"/>
                    <a:pt x="461" y="735"/>
                    <a:pt x="473" y="680"/>
                  </a:cubicBezTo>
                  <a:cubicBezTo>
                    <a:pt x="480" y="657"/>
                    <a:pt x="483" y="633"/>
                    <a:pt x="489" y="610"/>
                  </a:cubicBezTo>
                  <a:cubicBezTo>
                    <a:pt x="498" y="566"/>
                    <a:pt x="510" y="523"/>
                    <a:pt x="521" y="480"/>
                  </a:cubicBezTo>
                  <a:cubicBezTo>
                    <a:pt x="534" y="437"/>
                    <a:pt x="538" y="392"/>
                    <a:pt x="547" y="348"/>
                  </a:cubicBezTo>
                  <a:cubicBezTo>
                    <a:pt x="551" y="324"/>
                    <a:pt x="556" y="301"/>
                    <a:pt x="561" y="278"/>
                  </a:cubicBezTo>
                  <a:cubicBezTo>
                    <a:pt x="566" y="253"/>
                    <a:pt x="573" y="230"/>
                    <a:pt x="573" y="205"/>
                  </a:cubicBezTo>
                  <a:cubicBezTo>
                    <a:pt x="573" y="162"/>
                    <a:pt x="559" y="128"/>
                    <a:pt x="539" y="92"/>
                  </a:cubicBezTo>
                  <a:cubicBezTo>
                    <a:pt x="510" y="35"/>
                    <a:pt x="442" y="0"/>
                    <a:pt x="37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9"/>
            <p:cNvSpPr/>
            <p:nvPr/>
          </p:nvSpPr>
          <p:spPr>
            <a:xfrm>
              <a:off x="6436354" y="1136706"/>
              <a:ext cx="17381" cy="14292"/>
            </a:xfrm>
            <a:custGeom>
              <a:avLst/>
              <a:gdLst/>
              <a:ahLst/>
              <a:cxnLst/>
              <a:rect l="l" t="t" r="r" b="b"/>
              <a:pathLst>
                <a:path w="557" h="458" extrusionOk="0">
                  <a:moveTo>
                    <a:pt x="341" y="1"/>
                  </a:moveTo>
                  <a:cubicBezTo>
                    <a:pt x="332" y="1"/>
                    <a:pt x="324" y="1"/>
                    <a:pt x="315" y="2"/>
                  </a:cubicBezTo>
                  <a:cubicBezTo>
                    <a:pt x="277" y="4"/>
                    <a:pt x="238" y="13"/>
                    <a:pt x="203" y="32"/>
                  </a:cubicBezTo>
                  <a:lnTo>
                    <a:pt x="202" y="32"/>
                  </a:lnTo>
                  <a:cubicBezTo>
                    <a:pt x="200" y="33"/>
                    <a:pt x="198" y="34"/>
                    <a:pt x="196" y="34"/>
                  </a:cubicBezTo>
                  <a:cubicBezTo>
                    <a:pt x="166" y="43"/>
                    <a:pt x="146" y="56"/>
                    <a:pt x="126" y="71"/>
                  </a:cubicBezTo>
                  <a:cubicBezTo>
                    <a:pt x="113" y="79"/>
                    <a:pt x="101" y="88"/>
                    <a:pt x="87" y="94"/>
                  </a:cubicBezTo>
                  <a:cubicBezTo>
                    <a:pt x="61" y="109"/>
                    <a:pt x="41" y="130"/>
                    <a:pt x="25" y="155"/>
                  </a:cubicBezTo>
                  <a:cubicBezTo>
                    <a:pt x="13" y="175"/>
                    <a:pt x="6" y="196"/>
                    <a:pt x="5" y="219"/>
                  </a:cubicBezTo>
                  <a:cubicBezTo>
                    <a:pt x="0" y="242"/>
                    <a:pt x="1" y="264"/>
                    <a:pt x="9" y="287"/>
                  </a:cubicBezTo>
                  <a:cubicBezTo>
                    <a:pt x="16" y="317"/>
                    <a:pt x="31" y="342"/>
                    <a:pt x="53" y="363"/>
                  </a:cubicBezTo>
                  <a:cubicBezTo>
                    <a:pt x="73" y="383"/>
                    <a:pt x="96" y="401"/>
                    <a:pt x="121" y="417"/>
                  </a:cubicBezTo>
                  <a:cubicBezTo>
                    <a:pt x="128" y="421"/>
                    <a:pt x="134" y="425"/>
                    <a:pt x="141" y="429"/>
                  </a:cubicBezTo>
                  <a:cubicBezTo>
                    <a:pt x="166" y="444"/>
                    <a:pt x="193" y="453"/>
                    <a:pt x="221" y="454"/>
                  </a:cubicBezTo>
                  <a:cubicBezTo>
                    <a:pt x="232" y="456"/>
                    <a:pt x="243" y="458"/>
                    <a:pt x="253" y="458"/>
                  </a:cubicBezTo>
                  <a:cubicBezTo>
                    <a:pt x="258" y="458"/>
                    <a:pt x="263" y="458"/>
                    <a:pt x="267" y="457"/>
                  </a:cubicBezTo>
                  <a:cubicBezTo>
                    <a:pt x="302" y="454"/>
                    <a:pt x="339" y="451"/>
                    <a:pt x="373" y="440"/>
                  </a:cubicBezTo>
                  <a:cubicBezTo>
                    <a:pt x="409" y="429"/>
                    <a:pt x="450" y="410"/>
                    <a:pt x="475" y="379"/>
                  </a:cubicBezTo>
                  <a:cubicBezTo>
                    <a:pt x="489" y="364"/>
                    <a:pt x="505" y="342"/>
                    <a:pt x="515" y="329"/>
                  </a:cubicBezTo>
                  <a:cubicBezTo>
                    <a:pt x="530" y="309"/>
                    <a:pt x="541" y="287"/>
                    <a:pt x="547" y="262"/>
                  </a:cubicBezTo>
                  <a:cubicBezTo>
                    <a:pt x="557" y="210"/>
                    <a:pt x="556" y="149"/>
                    <a:pt x="526" y="102"/>
                  </a:cubicBezTo>
                  <a:cubicBezTo>
                    <a:pt x="497" y="58"/>
                    <a:pt x="455" y="20"/>
                    <a:pt x="402" y="8"/>
                  </a:cubicBezTo>
                  <a:cubicBezTo>
                    <a:pt x="381" y="3"/>
                    <a:pt x="361" y="1"/>
                    <a:pt x="3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9"/>
            <p:cNvSpPr/>
            <p:nvPr/>
          </p:nvSpPr>
          <p:spPr>
            <a:xfrm>
              <a:off x="6295120" y="1118794"/>
              <a:ext cx="13761" cy="23841"/>
            </a:xfrm>
            <a:custGeom>
              <a:avLst/>
              <a:gdLst/>
              <a:ahLst/>
              <a:cxnLst/>
              <a:rect l="l" t="t" r="r" b="b"/>
              <a:pathLst>
                <a:path w="441" h="764" extrusionOk="0">
                  <a:moveTo>
                    <a:pt x="211" y="1"/>
                  </a:moveTo>
                  <a:cubicBezTo>
                    <a:pt x="199" y="1"/>
                    <a:pt x="188" y="2"/>
                    <a:pt x="177" y="4"/>
                  </a:cubicBezTo>
                  <a:cubicBezTo>
                    <a:pt x="100" y="20"/>
                    <a:pt x="37" y="131"/>
                    <a:pt x="14" y="203"/>
                  </a:cubicBezTo>
                  <a:cubicBezTo>
                    <a:pt x="4" y="236"/>
                    <a:pt x="3" y="284"/>
                    <a:pt x="2" y="320"/>
                  </a:cubicBezTo>
                  <a:cubicBezTo>
                    <a:pt x="1" y="347"/>
                    <a:pt x="1" y="375"/>
                    <a:pt x="3" y="401"/>
                  </a:cubicBezTo>
                  <a:cubicBezTo>
                    <a:pt x="5" y="428"/>
                    <a:pt x="6" y="456"/>
                    <a:pt x="13" y="482"/>
                  </a:cubicBezTo>
                  <a:cubicBezTo>
                    <a:pt x="21" y="509"/>
                    <a:pt x="34" y="536"/>
                    <a:pt x="47" y="560"/>
                  </a:cubicBezTo>
                  <a:cubicBezTo>
                    <a:pt x="57" y="582"/>
                    <a:pt x="70" y="604"/>
                    <a:pt x="84" y="625"/>
                  </a:cubicBezTo>
                  <a:cubicBezTo>
                    <a:pt x="91" y="635"/>
                    <a:pt x="98" y="645"/>
                    <a:pt x="104" y="654"/>
                  </a:cubicBezTo>
                  <a:cubicBezTo>
                    <a:pt x="138" y="699"/>
                    <a:pt x="168" y="725"/>
                    <a:pt x="219" y="744"/>
                  </a:cubicBezTo>
                  <a:cubicBezTo>
                    <a:pt x="237" y="750"/>
                    <a:pt x="256" y="756"/>
                    <a:pt x="275" y="761"/>
                  </a:cubicBezTo>
                  <a:cubicBezTo>
                    <a:pt x="284" y="763"/>
                    <a:pt x="293" y="764"/>
                    <a:pt x="302" y="764"/>
                  </a:cubicBezTo>
                  <a:cubicBezTo>
                    <a:pt x="355" y="764"/>
                    <a:pt x="412" y="733"/>
                    <a:pt x="421" y="677"/>
                  </a:cubicBezTo>
                  <a:cubicBezTo>
                    <a:pt x="428" y="644"/>
                    <a:pt x="440" y="610"/>
                    <a:pt x="440" y="576"/>
                  </a:cubicBezTo>
                  <a:cubicBezTo>
                    <a:pt x="440" y="540"/>
                    <a:pt x="431" y="504"/>
                    <a:pt x="425" y="469"/>
                  </a:cubicBezTo>
                  <a:cubicBezTo>
                    <a:pt x="421" y="429"/>
                    <a:pt x="418" y="389"/>
                    <a:pt x="407" y="351"/>
                  </a:cubicBezTo>
                  <a:cubicBezTo>
                    <a:pt x="398" y="323"/>
                    <a:pt x="393" y="295"/>
                    <a:pt x="389" y="267"/>
                  </a:cubicBezTo>
                  <a:cubicBezTo>
                    <a:pt x="387" y="245"/>
                    <a:pt x="386" y="223"/>
                    <a:pt x="381" y="203"/>
                  </a:cubicBezTo>
                  <a:cubicBezTo>
                    <a:pt x="375" y="185"/>
                    <a:pt x="368" y="168"/>
                    <a:pt x="363" y="151"/>
                  </a:cubicBezTo>
                  <a:cubicBezTo>
                    <a:pt x="357" y="130"/>
                    <a:pt x="352" y="110"/>
                    <a:pt x="344" y="90"/>
                  </a:cubicBezTo>
                  <a:cubicBezTo>
                    <a:pt x="320" y="32"/>
                    <a:pt x="269" y="1"/>
                    <a:pt x="21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9"/>
            <p:cNvSpPr/>
            <p:nvPr/>
          </p:nvSpPr>
          <p:spPr>
            <a:xfrm>
              <a:off x="6435199" y="1019437"/>
              <a:ext cx="34357" cy="18193"/>
            </a:xfrm>
            <a:custGeom>
              <a:avLst/>
              <a:gdLst/>
              <a:ahLst/>
              <a:cxnLst/>
              <a:rect l="l" t="t" r="r" b="b"/>
              <a:pathLst>
                <a:path w="1101" h="583" extrusionOk="0">
                  <a:moveTo>
                    <a:pt x="958" y="99"/>
                  </a:moveTo>
                  <a:lnTo>
                    <a:pt x="958" y="99"/>
                  </a:lnTo>
                  <a:cubicBezTo>
                    <a:pt x="959" y="99"/>
                    <a:pt x="961" y="100"/>
                    <a:pt x="962" y="101"/>
                  </a:cubicBezTo>
                  <a:lnTo>
                    <a:pt x="962" y="101"/>
                  </a:lnTo>
                  <a:cubicBezTo>
                    <a:pt x="961" y="100"/>
                    <a:pt x="959" y="99"/>
                    <a:pt x="958" y="99"/>
                  </a:cubicBezTo>
                  <a:close/>
                  <a:moveTo>
                    <a:pt x="597" y="0"/>
                  </a:moveTo>
                  <a:cubicBezTo>
                    <a:pt x="534" y="0"/>
                    <a:pt x="471" y="7"/>
                    <a:pt x="409" y="17"/>
                  </a:cubicBezTo>
                  <a:cubicBezTo>
                    <a:pt x="327" y="29"/>
                    <a:pt x="243" y="51"/>
                    <a:pt x="173" y="95"/>
                  </a:cubicBezTo>
                  <a:cubicBezTo>
                    <a:pt x="126" y="125"/>
                    <a:pt x="72" y="158"/>
                    <a:pt x="42" y="205"/>
                  </a:cubicBezTo>
                  <a:cubicBezTo>
                    <a:pt x="7" y="263"/>
                    <a:pt x="1" y="357"/>
                    <a:pt x="53" y="407"/>
                  </a:cubicBezTo>
                  <a:cubicBezTo>
                    <a:pt x="95" y="445"/>
                    <a:pt x="139" y="468"/>
                    <a:pt x="195" y="471"/>
                  </a:cubicBezTo>
                  <a:cubicBezTo>
                    <a:pt x="224" y="472"/>
                    <a:pt x="252" y="471"/>
                    <a:pt x="281" y="473"/>
                  </a:cubicBezTo>
                  <a:cubicBezTo>
                    <a:pt x="329" y="477"/>
                    <a:pt x="376" y="477"/>
                    <a:pt x="424" y="481"/>
                  </a:cubicBezTo>
                  <a:cubicBezTo>
                    <a:pt x="495" y="494"/>
                    <a:pt x="561" y="516"/>
                    <a:pt x="630" y="537"/>
                  </a:cubicBezTo>
                  <a:cubicBezTo>
                    <a:pt x="664" y="546"/>
                    <a:pt x="697" y="562"/>
                    <a:pt x="731" y="573"/>
                  </a:cubicBezTo>
                  <a:cubicBezTo>
                    <a:pt x="754" y="579"/>
                    <a:pt x="778" y="582"/>
                    <a:pt x="803" y="582"/>
                  </a:cubicBezTo>
                  <a:cubicBezTo>
                    <a:pt x="855" y="582"/>
                    <a:pt x="908" y="568"/>
                    <a:pt x="952" y="542"/>
                  </a:cubicBezTo>
                  <a:cubicBezTo>
                    <a:pt x="976" y="528"/>
                    <a:pt x="1005" y="508"/>
                    <a:pt x="1023" y="485"/>
                  </a:cubicBezTo>
                  <a:cubicBezTo>
                    <a:pt x="1072" y="422"/>
                    <a:pt x="1101" y="364"/>
                    <a:pt x="1089" y="284"/>
                  </a:cubicBezTo>
                  <a:cubicBezTo>
                    <a:pt x="1081" y="217"/>
                    <a:pt x="1042" y="136"/>
                    <a:pt x="975" y="108"/>
                  </a:cubicBezTo>
                  <a:cubicBezTo>
                    <a:pt x="974" y="108"/>
                    <a:pt x="973" y="107"/>
                    <a:pt x="972" y="107"/>
                  </a:cubicBezTo>
                  <a:lnTo>
                    <a:pt x="972" y="107"/>
                  </a:lnTo>
                  <a:cubicBezTo>
                    <a:pt x="961" y="98"/>
                    <a:pt x="949" y="90"/>
                    <a:pt x="937" y="83"/>
                  </a:cubicBezTo>
                  <a:cubicBezTo>
                    <a:pt x="909" y="67"/>
                    <a:pt x="871" y="56"/>
                    <a:pt x="839" y="43"/>
                  </a:cubicBezTo>
                  <a:cubicBezTo>
                    <a:pt x="786" y="22"/>
                    <a:pt x="733" y="11"/>
                    <a:pt x="676" y="4"/>
                  </a:cubicBezTo>
                  <a:cubicBezTo>
                    <a:pt x="649" y="2"/>
                    <a:pt x="623" y="0"/>
                    <a:pt x="59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9"/>
            <p:cNvSpPr/>
            <p:nvPr/>
          </p:nvSpPr>
          <p:spPr>
            <a:xfrm>
              <a:off x="6219885" y="921142"/>
              <a:ext cx="905" cy="1155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29" y="1"/>
                  </a:moveTo>
                  <a:lnTo>
                    <a:pt x="29" y="1"/>
                  </a:lnTo>
                  <a:cubicBezTo>
                    <a:pt x="19" y="12"/>
                    <a:pt x="10" y="24"/>
                    <a:pt x="1" y="35"/>
                  </a:cubicBezTo>
                  <a:lnTo>
                    <a:pt x="1" y="35"/>
                  </a:lnTo>
                  <a:cubicBezTo>
                    <a:pt x="4" y="32"/>
                    <a:pt x="8" y="30"/>
                    <a:pt x="11" y="26"/>
                  </a:cubicBezTo>
                  <a:cubicBezTo>
                    <a:pt x="16" y="17"/>
                    <a:pt x="22" y="9"/>
                    <a:pt x="29" y="1"/>
                  </a:cubicBezTo>
                  <a:close/>
                  <a:moveTo>
                    <a:pt x="1" y="35"/>
                  </a:moveTo>
                  <a:cubicBezTo>
                    <a:pt x="1" y="36"/>
                    <a:pt x="1" y="36"/>
                    <a:pt x="0" y="36"/>
                  </a:cubicBezTo>
                  <a:cubicBezTo>
                    <a:pt x="1" y="36"/>
                    <a:pt x="1" y="36"/>
                    <a:pt x="1" y="35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9"/>
            <p:cNvSpPr/>
            <p:nvPr/>
          </p:nvSpPr>
          <p:spPr>
            <a:xfrm>
              <a:off x="6219854" y="92226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" y="1"/>
                    <a:pt x="2" y="0"/>
                  </a:cubicBezTo>
                  <a:close/>
                  <a:moveTo>
                    <a:pt x="1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9"/>
            <p:cNvSpPr/>
            <p:nvPr/>
          </p:nvSpPr>
          <p:spPr>
            <a:xfrm>
              <a:off x="6208058" y="903261"/>
              <a:ext cx="14729" cy="21063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470" y="155"/>
                  </a:moveTo>
                  <a:lnTo>
                    <a:pt x="470" y="155"/>
                  </a:lnTo>
                  <a:cubicBezTo>
                    <a:pt x="470" y="159"/>
                    <a:pt x="470" y="163"/>
                    <a:pt x="469" y="166"/>
                  </a:cubicBezTo>
                  <a:lnTo>
                    <a:pt x="469" y="166"/>
                  </a:lnTo>
                  <a:cubicBezTo>
                    <a:pt x="470" y="163"/>
                    <a:pt x="470" y="159"/>
                    <a:pt x="470" y="155"/>
                  </a:cubicBezTo>
                  <a:close/>
                  <a:moveTo>
                    <a:pt x="326" y="1"/>
                  </a:moveTo>
                  <a:cubicBezTo>
                    <a:pt x="292" y="1"/>
                    <a:pt x="259" y="12"/>
                    <a:pt x="228" y="31"/>
                  </a:cubicBezTo>
                  <a:cubicBezTo>
                    <a:pt x="198" y="47"/>
                    <a:pt x="172" y="69"/>
                    <a:pt x="146" y="89"/>
                  </a:cubicBezTo>
                  <a:cubicBezTo>
                    <a:pt x="117" y="113"/>
                    <a:pt x="96" y="147"/>
                    <a:pt x="80" y="180"/>
                  </a:cubicBezTo>
                  <a:cubicBezTo>
                    <a:pt x="37" y="266"/>
                    <a:pt x="0" y="359"/>
                    <a:pt x="29" y="456"/>
                  </a:cubicBezTo>
                  <a:cubicBezTo>
                    <a:pt x="39" y="492"/>
                    <a:pt x="54" y="529"/>
                    <a:pt x="71" y="562"/>
                  </a:cubicBezTo>
                  <a:cubicBezTo>
                    <a:pt x="91" y="603"/>
                    <a:pt x="133" y="634"/>
                    <a:pt x="174" y="656"/>
                  </a:cubicBezTo>
                  <a:cubicBezTo>
                    <a:pt x="199" y="668"/>
                    <a:pt x="225" y="675"/>
                    <a:pt x="250" y="675"/>
                  </a:cubicBezTo>
                  <a:cubicBezTo>
                    <a:pt x="299" y="675"/>
                    <a:pt x="346" y="652"/>
                    <a:pt x="379" y="609"/>
                  </a:cubicBezTo>
                  <a:cubicBezTo>
                    <a:pt x="402" y="581"/>
                    <a:pt x="423" y="555"/>
                    <a:pt x="433" y="518"/>
                  </a:cubicBezTo>
                  <a:cubicBezTo>
                    <a:pt x="436" y="509"/>
                    <a:pt x="437" y="500"/>
                    <a:pt x="439" y="490"/>
                  </a:cubicBezTo>
                  <a:cubicBezTo>
                    <a:pt x="448" y="454"/>
                    <a:pt x="460" y="425"/>
                    <a:pt x="462" y="384"/>
                  </a:cubicBezTo>
                  <a:cubicBezTo>
                    <a:pt x="463" y="348"/>
                    <a:pt x="460" y="312"/>
                    <a:pt x="463" y="276"/>
                  </a:cubicBezTo>
                  <a:cubicBezTo>
                    <a:pt x="466" y="256"/>
                    <a:pt x="468" y="235"/>
                    <a:pt x="468" y="214"/>
                  </a:cubicBezTo>
                  <a:cubicBezTo>
                    <a:pt x="467" y="198"/>
                    <a:pt x="468" y="182"/>
                    <a:pt x="469" y="166"/>
                  </a:cubicBezTo>
                  <a:lnTo>
                    <a:pt x="469" y="166"/>
                  </a:lnTo>
                  <a:cubicBezTo>
                    <a:pt x="469" y="172"/>
                    <a:pt x="468" y="178"/>
                    <a:pt x="467" y="184"/>
                  </a:cubicBezTo>
                  <a:lnTo>
                    <a:pt x="467" y="184"/>
                  </a:lnTo>
                  <a:cubicBezTo>
                    <a:pt x="472" y="150"/>
                    <a:pt x="472" y="121"/>
                    <a:pt x="458" y="88"/>
                  </a:cubicBezTo>
                  <a:cubicBezTo>
                    <a:pt x="454" y="77"/>
                    <a:pt x="450" y="72"/>
                    <a:pt x="444" y="62"/>
                  </a:cubicBezTo>
                  <a:cubicBezTo>
                    <a:pt x="436" y="48"/>
                    <a:pt x="430" y="35"/>
                    <a:pt x="414" y="27"/>
                  </a:cubicBezTo>
                  <a:cubicBezTo>
                    <a:pt x="401" y="18"/>
                    <a:pt x="386" y="12"/>
                    <a:pt x="371" y="8"/>
                  </a:cubicBezTo>
                  <a:cubicBezTo>
                    <a:pt x="356" y="3"/>
                    <a:pt x="341" y="1"/>
                    <a:pt x="32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9"/>
            <p:cNvSpPr/>
            <p:nvPr/>
          </p:nvSpPr>
          <p:spPr>
            <a:xfrm>
              <a:off x="6124585" y="1077104"/>
              <a:ext cx="13605" cy="20845"/>
            </a:xfrm>
            <a:custGeom>
              <a:avLst/>
              <a:gdLst/>
              <a:ahLst/>
              <a:cxnLst/>
              <a:rect l="l" t="t" r="r" b="b"/>
              <a:pathLst>
                <a:path w="436" h="668" extrusionOk="0">
                  <a:moveTo>
                    <a:pt x="425" y="134"/>
                  </a:moveTo>
                  <a:lnTo>
                    <a:pt x="425" y="134"/>
                  </a:lnTo>
                  <a:cubicBezTo>
                    <a:pt x="426" y="139"/>
                    <a:pt x="427" y="143"/>
                    <a:pt x="427" y="148"/>
                  </a:cubicBezTo>
                  <a:lnTo>
                    <a:pt x="427" y="148"/>
                  </a:lnTo>
                  <a:cubicBezTo>
                    <a:pt x="426" y="143"/>
                    <a:pt x="426" y="139"/>
                    <a:pt x="425" y="134"/>
                  </a:cubicBezTo>
                  <a:close/>
                  <a:moveTo>
                    <a:pt x="367" y="0"/>
                  </a:moveTo>
                  <a:cubicBezTo>
                    <a:pt x="362" y="0"/>
                    <a:pt x="358" y="1"/>
                    <a:pt x="354" y="1"/>
                  </a:cubicBezTo>
                  <a:cubicBezTo>
                    <a:pt x="311" y="11"/>
                    <a:pt x="271" y="25"/>
                    <a:pt x="232" y="41"/>
                  </a:cubicBezTo>
                  <a:cubicBezTo>
                    <a:pt x="217" y="48"/>
                    <a:pt x="201" y="53"/>
                    <a:pt x="188" y="61"/>
                  </a:cubicBezTo>
                  <a:cubicBezTo>
                    <a:pt x="156" y="80"/>
                    <a:pt x="138" y="108"/>
                    <a:pt x="116" y="137"/>
                  </a:cubicBezTo>
                  <a:cubicBezTo>
                    <a:pt x="101" y="156"/>
                    <a:pt x="87" y="177"/>
                    <a:pt x="74" y="199"/>
                  </a:cubicBezTo>
                  <a:cubicBezTo>
                    <a:pt x="61" y="219"/>
                    <a:pt x="51" y="239"/>
                    <a:pt x="40" y="260"/>
                  </a:cubicBezTo>
                  <a:cubicBezTo>
                    <a:pt x="24" y="291"/>
                    <a:pt x="10" y="322"/>
                    <a:pt x="6" y="357"/>
                  </a:cubicBezTo>
                  <a:cubicBezTo>
                    <a:pt x="2" y="377"/>
                    <a:pt x="0" y="396"/>
                    <a:pt x="0" y="416"/>
                  </a:cubicBezTo>
                  <a:cubicBezTo>
                    <a:pt x="1" y="460"/>
                    <a:pt x="3" y="503"/>
                    <a:pt x="20" y="544"/>
                  </a:cubicBezTo>
                  <a:cubicBezTo>
                    <a:pt x="35" y="578"/>
                    <a:pt x="60" y="609"/>
                    <a:pt x="89" y="632"/>
                  </a:cubicBezTo>
                  <a:cubicBezTo>
                    <a:pt x="117" y="653"/>
                    <a:pt x="150" y="668"/>
                    <a:pt x="183" y="668"/>
                  </a:cubicBezTo>
                  <a:cubicBezTo>
                    <a:pt x="203" y="668"/>
                    <a:pt x="223" y="663"/>
                    <a:pt x="242" y="650"/>
                  </a:cubicBezTo>
                  <a:cubicBezTo>
                    <a:pt x="254" y="644"/>
                    <a:pt x="264" y="637"/>
                    <a:pt x="276" y="629"/>
                  </a:cubicBezTo>
                  <a:cubicBezTo>
                    <a:pt x="317" y="602"/>
                    <a:pt x="339" y="568"/>
                    <a:pt x="358" y="524"/>
                  </a:cubicBezTo>
                  <a:lnTo>
                    <a:pt x="358" y="524"/>
                  </a:lnTo>
                  <a:cubicBezTo>
                    <a:pt x="357" y="526"/>
                    <a:pt x="356" y="527"/>
                    <a:pt x="355" y="529"/>
                  </a:cubicBezTo>
                  <a:cubicBezTo>
                    <a:pt x="356" y="527"/>
                    <a:pt x="357" y="525"/>
                    <a:pt x="358" y="523"/>
                  </a:cubicBezTo>
                  <a:cubicBezTo>
                    <a:pt x="359" y="520"/>
                    <a:pt x="361" y="517"/>
                    <a:pt x="362" y="515"/>
                  </a:cubicBezTo>
                  <a:cubicBezTo>
                    <a:pt x="363" y="511"/>
                    <a:pt x="366" y="507"/>
                    <a:pt x="367" y="503"/>
                  </a:cubicBezTo>
                  <a:cubicBezTo>
                    <a:pt x="380" y="474"/>
                    <a:pt x="394" y="443"/>
                    <a:pt x="399" y="411"/>
                  </a:cubicBezTo>
                  <a:cubicBezTo>
                    <a:pt x="401" y="393"/>
                    <a:pt x="402" y="376"/>
                    <a:pt x="404" y="359"/>
                  </a:cubicBezTo>
                  <a:cubicBezTo>
                    <a:pt x="407" y="335"/>
                    <a:pt x="412" y="310"/>
                    <a:pt x="418" y="286"/>
                  </a:cubicBezTo>
                  <a:cubicBezTo>
                    <a:pt x="421" y="273"/>
                    <a:pt x="425" y="260"/>
                    <a:pt x="428" y="246"/>
                  </a:cubicBezTo>
                  <a:cubicBezTo>
                    <a:pt x="436" y="215"/>
                    <a:pt x="433" y="187"/>
                    <a:pt x="429" y="158"/>
                  </a:cubicBezTo>
                  <a:lnTo>
                    <a:pt x="429" y="158"/>
                  </a:lnTo>
                  <a:cubicBezTo>
                    <a:pt x="425" y="124"/>
                    <a:pt x="423" y="89"/>
                    <a:pt x="424" y="56"/>
                  </a:cubicBezTo>
                  <a:cubicBezTo>
                    <a:pt x="426" y="22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9"/>
            <p:cNvSpPr/>
            <p:nvPr/>
          </p:nvSpPr>
          <p:spPr>
            <a:xfrm>
              <a:off x="6185903" y="1180954"/>
              <a:ext cx="22655" cy="28521"/>
            </a:xfrm>
            <a:custGeom>
              <a:avLst/>
              <a:gdLst/>
              <a:ahLst/>
              <a:cxnLst/>
              <a:rect l="l" t="t" r="r" b="b"/>
              <a:pathLst>
                <a:path w="726" h="914" extrusionOk="0">
                  <a:moveTo>
                    <a:pt x="217" y="0"/>
                  </a:moveTo>
                  <a:cubicBezTo>
                    <a:pt x="200" y="0"/>
                    <a:pt x="183" y="3"/>
                    <a:pt x="167" y="8"/>
                  </a:cubicBezTo>
                  <a:cubicBezTo>
                    <a:pt x="132" y="21"/>
                    <a:pt x="99" y="38"/>
                    <a:pt x="72" y="63"/>
                  </a:cubicBezTo>
                  <a:cubicBezTo>
                    <a:pt x="29" y="103"/>
                    <a:pt x="13" y="161"/>
                    <a:pt x="9" y="216"/>
                  </a:cubicBezTo>
                  <a:cubicBezTo>
                    <a:pt x="2" y="294"/>
                    <a:pt x="1" y="375"/>
                    <a:pt x="27" y="450"/>
                  </a:cubicBezTo>
                  <a:cubicBezTo>
                    <a:pt x="53" y="523"/>
                    <a:pt x="85" y="596"/>
                    <a:pt x="123" y="663"/>
                  </a:cubicBezTo>
                  <a:cubicBezTo>
                    <a:pt x="147" y="705"/>
                    <a:pt x="179" y="741"/>
                    <a:pt x="215" y="771"/>
                  </a:cubicBezTo>
                  <a:cubicBezTo>
                    <a:pt x="266" y="813"/>
                    <a:pt x="313" y="854"/>
                    <a:pt x="374" y="876"/>
                  </a:cubicBezTo>
                  <a:cubicBezTo>
                    <a:pt x="435" y="897"/>
                    <a:pt x="499" y="905"/>
                    <a:pt x="562" y="912"/>
                  </a:cubicBezTo>
                  <a:cubicBezTo>
                    <a:pt x="566" y="913"/>
                    <a:pt x="570" y="913"/>
                    <a:pt x="574" y="913"/>
                  </a:cubicBezTo>
                  <a:cubicBezTo>
                    <a:pt x="656" y="913"/>
                    <a:pt x="726" y="810"/>
                    <a:pt x="697" y="734"/>
                  </a:cubicBezTo>
                  <a:cubicBezTo>
                    <a:pt x="684" y="700"/>
                    <a:pt x="674" y="664"/>
                    <a:pt x="665" y="628"/>
                  </a:cubicBezTo>
                  <a:cubicBezTo>
                    <a:pt x="656" y="582"/>
                    <a:pt x="635" y="540"/>
                    <a:pt x="616" y="497"/>
                  </a:cubicBezTo>
                  <a:cubicBezTo>
                    <a:pt x="605" y="469"/>
                    <a:pt x="594" y="439"/>
                    <a:pt x="579" y="413"/>
                  </a:cubicBezTo>
                  <a:cubicBezTo>
                    <a:pt x="567" y="395"/>
                    <a:pt x="556" y="377"/>
                    <a:pt x="544" y="360"/>
                  </a:cubicBezTo>
                  <a:cubicBezTo>
                    <a:pt x="526" y="329"/>
                    <a:pt x="512" y="298"/>
                    <a:pt x="498" y="267"/>
                  </a:cubicBezTo>
                  <a:cubicBezTo>
                    <a:pt x="492" y="249"/>
                    <a:pt x="484" y="232"/>
                    <a:pt x="475" y="217"/>
                  </a:cubicBezTo>
                  <a:cubicBezTo>
                    <a:pt x="468" y="205"/>
                    <a:pt x="458" y="192"/>
                    <a:pt x="451" y="180"/>
                  </a:cubicBezTo>
                  <a:cubicBezTo>
                    <a:pt x="436" y="157"/>
                    <a:pt x="423" y="133"/>
                    <a:pt x="411" y="107"/>
                  </a:cubicBezTo>
                  <a:cubicBezTo>
                    <a:pt x="390" y="67"/>
                    <a:pt x="348" y="36"/>
                    <a:pt x="307" y="20"/>
                  </a:cubicBezTo>
                  <a:cubicBezTo>
                    <a:pt x="280" y="8"/>
                    <a:pt x="248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9"/>
            <p:cNvSpPr/>
            <p:nvPr/>
          </p:nvSpPr>
          <p:spPr>
            <a:xfrm>
              <a:off x="6278301" y="1233940"/>
              <a:ext cx="14885" cy="10735"/>
            </a:xfrm>
            <a:custGeom>
              <a:avLst/>
              <a:gdLst/>
              <a:ahLst/>
              <a:cxnLst/>
              <a:rect l="l" t="t" r="r" b="b"/>
              <a:pathLst>
                <a:path w="477" h="344" extrusionOk="0">
                  <a:moveTo>
                    <a:pt x="130" y="0"/>
                  </a:moveTo>
                  <a:cubicBezTo>
                    <a:pt x="120" y="0"/>
                    <a:pt x="110" y="1"/>
                    <a:pt x="100" y="3"/>
                  </a:cubicBezTo>
                  <a:cubicBezTo>
                    <a:pt x="74" y="11"/>
                    <a:pt x="52" y="27"/>
                    <a:pt x="35" y="49"/>
                  </a:cubicBezTo>
                  <a:cubicBezTo>
                    <a:pt x="4" y="89"/>
                    <a:pt x="1" y="144"/>
                    <a:pt x="25" y="189"/>
                  </a:cubicBezTo>
                  <a:cubicBezTo>
                    <a:pt x="34" y="205"/>
                    <a:pt x="50" y="223"/>
                    <a:pt x="61" y="238"/>
                  </a:cubicBezTo>
                  <a:cubicBezTo>
                    <a:pt x="67" y="245"/>
                    <a:pt x="73" y="251"/>
                    <a:pt x="79" y="259"/>
                  </a:cubicBezTo>
                  <a:cubicBezTo>
                    <a:pt x="108" y="292"/>
                    <a:pt x="143" y="321"/>
                    <a:pt x="188" y="330"/>
                  </a:cubicBezTo>
                  <a:cubicBezTo>
                    <a:pt x="219" y="337"/>
                    <a:pt x="252" y="343"/>
                    <a:pt x="284" y="344"/>
                  </a:cubicBezTo>
                  <a:cubicBezTo>
                    <a:pt x="286" y="344"/>
                    <a:pt x="288" y="344"/>
                    <a:pt x="290" y="344"/>
                  </a:cubicBezTo>
                  <a:cubicBezTo>
                    <a:pt x="328" y="344"/>
                    <a:pt x="364" y="324"/>
                    <a:pt x="396" y="306"/>
                  </a:cubicBezTo>
                  <a:cubicBezTo>
                    <a:pt x="460" y="270"/>
                    <a:pt x="477" y="170"/>
                    <a:pt x="420" y="120"/>
                  </a:cubicBezTo>
                  <a:cubicBezTo>
                    <a:pt x="413" y="113"/>
                    <a:pt x="407" y="107"/>
                    <a:pt x="402" y="102"/>
                  </a:cubicBezTo>
                  <a:cubicBezTo>
                    <a:pt x="398" y="98"/>
                    <a:pt x="395" y="94"/>
                    <a:pt x="392" y="91"/>
                  </a:cubicBezTo>
                  <a:cubicBezTo>
                    <a:pt x="376" y="76"/>
                    <a:pt x="362" y="68"/>
                    <a:pt x="346" y="60"/>
                  </a:cubicBezTo>
                  <a:lnTo>
                    <a:pt x="346" y="60"/>
                  </a:lnTo>
                  <a:cubicBezTo>
                    <a:pt x="349" y="62"/>
                    <a:pt x="352" y="63"/>
                    <a:pt x="355" y="64"/>
                  </a:cubicBezTo>
                  <a:cubicBezTo>
                    <a:pt x="339" y="58"/>
                    <a:pt x="323" y="49"/>
                    <a:pt x="307" y="40"/>
                  </a:cubicBezTo>
                  <a:cubicBezTo>
                    <a:pt x="293" y="32"/>
                    <a:pt x="281" y="23"/>
                    <a:pt x="261" y="19"/>
                  </a:cubicBezTo>
                  <a:cubicBezTo>
                    <a:pt x="246" y="16"/>
                    <a:pt x="228" y="14"/>
                    <a:pt x="211" y="13"/>
                  </a:cubicBezTo>
                  <a:cubicBezTo>
                    <a:pt x="196" y="10"/>
                    <a:pt x="182" y="7"/>
                    <a:pt x="167" y="3"/>
                  </a:cubicBezTo>
                  <a:cubicBezTo>
                    <a:pt x="155" y="2"/>
                    <a:pt x="142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9"/>
            <p:cNvSpPr/>
            <p:nvPr/>
          </p:nvSpPr>
          <p:spPr>
            <a:xfrm>
              <a:off x="6387674" y="1209757"/>
              <a:ext cx="18286" cy="11920"/>
            </a:xfrm>
            <a:custGeom>
              <a:avLst/>
              <a:gdLst/>
              <a:ahLst/>
              <a:cxnLst/>
              <a:rect l="l" t="t" r="r" b="b"/>
              <a:pathLst>
                <a:path w="586" h="382" extrusionOk="0">
                  <a:moveTo>
                    <a:pt x="493" y="22"/>
                  </a:moveTo>
                  <a:cubicBezTo>
                    <a:pt x="498" y="24"/>
                    <a:pt x="502" y="26"/>
                    <a:pt x="506" y="28"/>
                  </a:cubicBezTo>
                  <a:cubicBezTo>
                    <a:pt x="502" y="26"/>
                    <a:pt x="498" y="24"/>
                    <a:pt x="493" y="22"/>
                  </a:cubicBezTo>
                  <a:close/>
                  <a:moveTo>
                    <a:pt x="271" y="56"/>
                  </a:moveTo>
                  <a:cubicBezTo>
                    <a:pt x="269" y="58"/>
                    <a:pt x="267" y="60"/>
                    <a:pt x="265" y="61"/>
                  </a:cubicBezTo>
                  <a:cubicBezTo>
                    <a:pt x="267" y="60"/>
                    <a:pt x="269" y="58"/>
                    <a:pt x="271" y="56"/>
                  </a:cubicBezTo>
                  <a:close/>
                  <a:moveTo>
                    <a:pt x="416" y="1"/>
                  </a:moveTo>
                  <a:cubicBezTo>
                    <a:pt x="415" y="1"/>
                    <a:pt x="414" y="1"/>
                    <a:pt x="413" y="1"/>
                  </a:cubicBezTo>
                  <a:cubicBezTo>
                    <a:pt x="393" y="2"/>
                    <a:pt x="373" y="6"/>
                    <a:pt x="355" y="10"/>
                  </a:cubicBezTo>
                  <a:cubicBezTo>
                    <a:pt x="327" y="17"/>
                    <a:pt x="305" y="30"/>
                    <a:pt x="284" y="46"/>
                  </a:cubicBezTo>
                  <a:lnTo>
                    <a:pt x="284" y="46"/>
                  </a:lnTo>
                  <a:cubicBezTo>
                    <a:pt x="289" y="42"/>
                    <a:pt x="294" y="38"/>
                    <a:pt x="299" y="34"/>
                  </a:cubicBezTo>
                  <a:lnTo>
                    <a:pt x="299" y="34"/>
                  </a:lnTo>
                  <a:cubicBezTo>
                    <a:pt x="281" y="48"/>
                    <a:pt x="262" y="60"/>
                    <a:pt x="244" y="71"/>
                  </a:cubicBezTo>
                  <a:cubicBezTo>
                    <a:pt x="234" y="75"/>
                    <a:pt x="225" y="79"/>
                    <a:pt x="215" y="85"/>
                  </a:cubicBezTo>
                  <a:cubicBezTo>
                    <a:pt x="207" y="89"/>
                    <a:pt x="200" y="96"/>
                    <a:pt x="192" y="102"/>
                  </a:cubicBezTo>
                  <a:cubicBezTo>
                    <a:pt x="170" y="119"/>
                    <a:pt x="145" y="134"/>
                    <a:pt x="120" y="146"/>
                  </a:cubicBezTo>
                  <a:lnTo>
                    <a:pt x="119" y="146"/>
                  </a:lnTo>
                  <a:cubicBezTo>
                    <a:pt x="113" y="148"/>
                    <a:pt x="105" y="151"/>
                    <a:pt x="98" y="154"/>
                  </a:cubicBezTo>
                  <a:cubicBezTo>
                    <a:pt x="84" y="158"/>
                    <a:pt x="70" y="161"/>
                    <a:pt x="55" y="163"/>
                  </a:cubicBezTo>
                  <a:cubicBezTo>
                    <a:pt x="29" y="168"/>
                    <a:pt x="8" y="196"/>
                    <a:pt x="5" y="222"/>
                  </a:cubicBezTo>
                  <a:cubicBezTo>
                    <a:pt x="1" y="252"/>
                    <a:pt x="15" y="275"/>
                    <a:pt x="38" y="293"/>
                  </a:cubicBezTo>
                  <a:cubicBezTo>
                    <a:pt x="75" y="320"/>
                    <a:pt x="115" y="339"/>
                    <a:pt x="158" y="356"/>
                  </a:cubicBezTo>
                  <a:cubicBezTo>
                    <a:pt x="199" y="371"/>
                    <a:pt x="244" y="382"/>
                    <a:pt x="289" y="382"/>
                  </a:cubicBezTo>
                  <a:cubicBezTo>
                    <a:pt x="306" y="382"/>
                    <a:pt x="322" y="380"/>
                    <a:pt x="339" y="377"/>
                  </a:cubicBezTo>
                  <a:cubicBezTo>
                    <a:pt x="357" y="373"/>
                    <a:pt x="375" y="367"/>
                    <a:pt x="393" y="361"/>
                  </a:cubicBezTo>
                  <a:cubicBezTo>
                    <a:pt x="436" y="345"/>
                    <a:pt x="478" y="328"/>
                    <a:pt x="513" y="297"/>
                  </a:cubicBezTo>
                  <a:cubicBezTo>
                    <a:pt x="560" y="252"/>
                    <a:pt x="586" y="178"/>
                    <a:pt x="567" y="115"/>
                  </a:cubicBezTo>
                  <a:cubicBezTo>
                    <a:pt x="566" y="111"/>
                    <a:pt x="565" y="106"/>
                    <a:pt x="564" y="102"/>
                  </a:cubicBezTo>
                  <a:cubicBezTo>
                    <a:pt x="557" y="82"/>
                    <a:pt x="548" y="63"/>
                    <a:pt x="532" y="48"/>
                  </a:cubicBezTo>
                  <a:cubicBezTo>
                    <a:pt x="515" y="32"/>
                    <a:pt x="498" y="25"/>
                    <a:pt x="477" y="15"/>
                  </a:cubicBezTo>
                  <a:lnTo>
                    <a:pt x="477" y="15"/>
                  </a:lnTo>
                  <a:cubicBezTo>
                    <a:pt x="482" y="18"/>
                    <a:pt x="488" y="20"/>
                    <a:pt x="493" y="22"/>
                  </a:cubicBezTo>
                  <a:lnTo>
                    <a:pt x="493" y="22"/>
                  </a:lnTo>
                  <a:cubicBezTo>
                    <a:pt x="469" y="12"/>
                    <a:pt x="445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9"/>
            <p:cNvSpPr/>
            <p:nvPr/>
          </p:nvSpPr>
          <p:spPr>
            <a:xfrm>
              <a:off x="6146116" y="987015"/>
              <a:ext cx="9736" cy="12451"/>
            </a:xfrm>
            <a:custGeom>
              <a:avLst/>
              <a:gdLst/>
              <a:ahLst/>
              <a:cxnLst/>
              <a:rect l="l" t="t" r="r" b="b"/>
              <a:pathLst>
                <a:path w="312" h="399" extrusionOk="0">
                  <a:moveTo>
                    <a:pt x="204" y="0"/>
                  </a:moveTo>
                  <a:cubicBezTo>
                    <a:pt x="197" y="0"/>
                    <a:pt x="189" y="1"/>
                    <a:pt x="182" y="4"/>
                  </a:cubicBezTo>
                  <a:cubicBezTo>
                    <a:pt x="174" y="7"/>
                    <a:pt x="165" y="9"/>
                    <a:pt x="157" y="12"/>
                  </a:cubicBezTo>
                  <a:cubicBezTo>
                    <a:pt x="138" y="21"/>
                    <a:pt x="120" y="29"/>
                    <a:pt x="105" y="43"/>
                  </a:cubicBezTo>
                  <a:cubicBezTo>
                    <a:pt x="96" y="52"/>
                    <a:pt x="89" y="63"/>
                    <a:pt x="82" y="73"/>
                  </a:cubicBezTo>
                  <a:cubicBezTo>
                    <a:pt x="77" y="78"/>
                    <a:pt x="73" y="84"/>
                    <a:pt x="70" y="89"/>
                  </a:cubicBezTo>
                  <a:cubicBezTo>
                    <a:pt x="62" y="100"/>
                    <a:pt x="54" y="111"/>
                    <a:pt x="46" y="122"/>
                  </a:cubicBezTo>
                  <a:cubicBezTo>
                    <a:pt x="42" y="128"/>
                    <a:pt x="38" y="133"/>
                    <a:pt x="35" y="138"/>
                  </a:cubicBezTo>
                  <a:cubicBezTo>
                    <a:pt x="18" y="163"/>
                    <a:pt x="15" y="190"/>
                    <a:pt x="12" y="219"/>
                  </a:cubicBezTo>
                  <a:cubicBezTo>
                    <a:pt x="8" y="250"/>
                    <a:pt x="0" y="287"/>
                    <a:pt x="8" y="317"/>
                  </a:cubicBezTo>
                  <a:cubicBezTo>
                    <a:pt x="17" y="348"/>
                    <a:pt x="53" y="399"/>
                    <a:pt x="90" y="399"/>
                  </a:cubicBezTo>
                  <a:lnTo>
                    <a:pt x="107" y="399"/>
                  </a:lnTo>
                  <a:cubicBezTo>
                    <a:pt x="142" y="399"/>
                    <a:pt x="173" y="388"/>
                    <a:pt x="197" y="363"/>
                  </a:cubicBezTo>
                  <a:cubicBezTo>
                    <a:pt x="214" y="346"/>
                    <a:pt x="230" y="328"/>
                    <a:pt x="245" y="311"/>
                  </a:cubicBezTo>
                  <a:cubicBezTo>
                    <a:pt x="265" y="290"/>
                    <a:pt x="277" y="270"/>
                    <a:pt x="285" y="242"/>
                  </a:cubicBezTo>
                  <a:cubicBezTo>
                    <a:pt x="286" y="235"/>
                    <a:pt x="287" y="228"/>
                    <a:pt x="289" y="222"/>
                  </a:cubicBezTo>
                  <a:lnTo>
                    <a:pt x="296" y="187"/>
                  </a:lnTo>
                  <a:cubicBezTo>
                    <a:pt x="304" y="158"/>
                    <a:pt x="312" y="125"/>
                    <a:pt x="302" y="95"/>
                  </a:cubicBezTo>
                  <a:cubicBezTo>
                    <a:pt x="299" y="86"/>
                    <a:pt x="295" y="76"/>
                    <a:pt x="291" y="66"/>
                  </a:cubicBezTo>
                  <a:cubicBezTo>
                    <a:pt x="283" y="45"/>
                    <a:pt x="271" y="24"/>
                    <a:pt x="250" y="12"/>
                  </a:cubicBezTo>
                  <a:cubicBezTo>
                    <a:pt x="237" y="5"/>
                    <a:pt x="220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9"/>
            <p:cNvSpPr/>
            <p:nvPr/>
          </p:nvSpPr>
          <p:spPr>
            <a:xfrm>
              <a:off x="6315372" y="986017"/>
              <a:ext cx="26930" cy="25338"/>
            </a:xfrm>
            <a:custGeom>
              <a:avLst/>
              <a:gdLst/>
              <a:ahLst/>
              <a:cxnLst/>
              <a:rect l="l" t="t" r="r" b="b"/>
              <a:pathLst>
                <a:path w="863" h="812" extrusionOk="0">
                  <a:moveTo>
                    <a:pt x="395" y="1"/>
                  </a:moveTo>
                  <a:cubicBezTo>
                    <a:pt x="390" y="1"/>
                    <a:pt x="385" y="1"/>
                    <a:pt x="380" y="2"/>
                  </a:cubicBezTo>
                  <a:cubicBezTo>
                    <a:pt x="350" y="4"/>
                    <a:pt x="319" y="9"/>
                    <a:pt x="288" y="13"/>
                  </a:cubicBezTo>
                  <a:cubicBezTo>
                    <a:pt x="284" y="14"/>
                    <a:pt x="280" y="15"/>
                    <a:pt x="276" y="16"/>
                  </a:cubicBezTo>
                  <a:cubicBezTo>
                    <a:pt x="272" y="17"/>
                    <a:pt x="269" y="18"/>
                    <a:pt x="265" y="19"/>
                  </a:cubicBezTo>
                  <a:cubicBezTo>
                    <a:pt x="244" y="27"/>
                    <a:pt x="209" y="41"/>
                    <a:pt x="189" y="52"/>
                  </a:cubicBezTo>
                  <a:cubicBezTo>
                    <a:pt x="187" y="53"/>
                    <a:pt x="185" y="54"/>
                    <a:pt x="183" y="55"/>
                  </a:cubicBezTo>
                  <a:cubicBezTo>
                    <a:pt x="154" y="71"/>
                    <a:pt x="127" y="92"/>
                    <a:pt x="105" y="115"/>
                  </a:cubicBezTo>
                  <a:cubicBezTo>
                    <a:pt x="105" y="114"/>
                    <a:pt x="105" y="114"/>
                    <a:pt x="105" y="114"/>
                  </a:cubicBezTo>
                  <a:lnTo>
                    <a:pt x="105" y="114"/>
                  </a:lnTo>
                  <a:cubicBezTo>
                    <a:pt x="107" y="114"/>
                    <a:pt x="66" y="161"/>
                    <a:pt x="53" y="184"/>
                  </a:cubicBezTo>
                  <a:cubicBezTo>
                    <a:pt x="47" y="193"/>
                    <a:pt x="36" y="223"/>
                    <a:pt x="35" y="225"/>
                  </a:cubicBezTo>
                  <a:lnTo>
                    <a:pt x="35" y="225"/>
                  </a:lnTo>
                  <a:cubicBezTo>
                    <a:pt x="32" y="233"/>
                    <a:pt x="21" y="253"/>
                    <a:pt x="18" y="267"/>
                  </a:cubicBezTo>
                  <a:cubicBezTo>
                    <a:pt x="1" y="335"/>
                    <a:pt x="6" y="380"/>
                    <a:pt x="17" y="447"/>
                  </a:cubicBezTo>
                  <a:cubicBezTo>
                    <a:pt x="20" y="466"/>
                    <a:pt x="29" y="482"/>
                    <a:pt x="36" y="500"/>
                  </a:cubicBezTo>
                  <a:cubicBezTo>
                    <a:pt x="57" y="549"/>
                    <a:pt x="64" y="567"/>
                    <a:pt x="107" y="611"/>
                  </a:cubicBezTo>
                  <a:cubicBezTo>
                    <a:pt x="112" y="615"/>
                    <a:pt x="116" y="618"/>
                    <a:pt x="121" y="622"/>
                  </a:cubicBezTo>
                  <a:cubicBezTo>
                    <a:pt x="125" y="626"/>
                    <a:pt x="131" y="631"/>
                    <a:pt x="137" y="635"/>
                  </a:cubicBezTo>
                  <a:cubicBezTo>
                    <a:pt x="150" y="654"/>
                    <a:pt x="167" y="673"/>
                    <a:pt x="180" y="690"/>
                  </a:cubicBezTo>
                  <a:cubicBezTo>
                    <a:pt x="183" y="693"/>
                    <a:pt x="186" y="696"/>
                    <a:pt x="189" y="700"/>
                  </a:cubicBezTo>
                  <a:cubicBezTo>
                    <a:pt x="200" y="711"/>
                    <a:pt x="214" y="722"/>
                    <a:pt x="229" y="731"/>
                  </a:cubicBezTo>
                  <a:cubicBezTo>
                    <a:pt x="252" y="754"/>
                    <a:pt x="280" y="771"/>
                    <a:pt x="311" y="779"/>
                  </a:cubicBezTo>
                  <a:cubicBezTo>
                    <a:pt x="326" y="790"/>
                    <a:pt x="342" y="796"/>
                    <a:pt x="359" y="798"/>
                  </a:cubicBezTo>
                  <a:cubicBezTo>
                    <a:pt x="392" y="803"/>
                    <a:pt x="424" y="807"/>
                    <a:pt x="458" y="812"/>
                  </a:cubicBezTo>
                  <a:lnTo>
                    <a:pt x="469" y="812"/>
                  </a:lnTo>
                  <a:cubicBezTo>
                    <a:pt x="507" y="811"/>
                    <a:pt x="547" y="807"/>
                    <a:pt x="584" y="795"/>
                  </a:cubicBezTo>
                  <a:cubicBezTo>
                    <a:pt x="615" y="784"/>
                    <a:pt x="647" y="774"/>
                    <a:pt x="676" y="756"/>
                  </a:cubicBezTo>
                  <a:cubicBezTo>
                    <a:pt x="677" y="755"/>
                    <a:pt x="679" y="754"/>
                    <a:pt x="680" y="753"/>
                  </a:cubicBezTo>
                  <a:cubicBezTo>
                    <a:pt x="690" y="747"/>
                    <a:pt x="743" y="707"/>
                    <a:pt x="751" y="697"/>
                  </a:cubicBezTo>
                  <a:lnTo>
                    <a:pt x="755" y="694"/>
                  </a:lnTo>
                  <a:cubicBezTo>
                    <a:pt x="755" y="694"/>
                    <a:pt x="756" y="693"/>
                    <a:pt x="756" y="692"/>
                  </a:cubicBezTo>
                  <a:cubicBezTo>
                    <a:pt x="774" y="669"/>
                    <a:pt x="792" y="646"/>
                    <a:pt x="810" y="623"/>
                  </a:cubicBezTo>
                  <a:lnTo>
                    <a:pt x="813" y="619"/>
                  </a:lnTo>
                  <a:cubicBezTo>
                    <a:pt x="817" y="611"/>
                    <a:pt x="845" y="545"/>
                    <a:pt x="848" y="535"/>
                  </a:cubicBezTo>
                  <a:cubicBezTo>
                    <a:pt x="848" y="534"/>
                    <a:pt x="848" y="533"/>
                    <a:pt x="849" y="532"/>
                  </a:cubicBezTo>
                  <a:cubicBezTo>
                    <a:pt x="851" y="523"/>
                    <a:pt x="861" y="450"/>
                    <a:pt x="861" y="440"/>
                  </a:cubicBezTo>
                  <a:cubicBezTo>
                    <a:pt x="862" y="439"/>
                    <a:pt x="861" y="437"/>
                    <a:pt x="861" y="436"/>
                  </a:cubicBezTo>
                  <a:cubicBezTo>
                    <a:pt x="862" y="429"/>
                    <a:pt x="863" y="421"/>
                    <a:pt x="863" y="416"/>
                  </a:cubicBezTo>
                  <a:cubicBezTo>
                    <a:pt x="863" y="414"/>
                    <a:pt x="863" y="412"/>
                    <a:pt x="863" y="409"/>
                  </a:cubicBezTo>
                  <a:cubicBezTo>
                    <a:pt x="861" y="394"/>
                    <a:pt x="859" y="379"/>
                    <a:pt x="857" y="366"/>
                  </a:cubicBezTo>
                  <a:cubicBezTo>
                    <a:pt x="856" y="350"/>
                    <a:pt x="854" y="334"/>
                    <a:pt x="850" y="319"/>
                  </a:cubicBezTo>
                  <a:cubicBezTo>
                    <a:pt x="849" y="318"/>
                    <a:pt x="849" y="315"/>
                    <a:pt x="848" y="313"/>
                  </a:cubicBezTo>
                  <a:cubicBezTo>
                    <a:pt x="848" y="312"/>
                    <a:pt x="848" y="311"/>
                    <a:pt x="847" y="310"/>
                  </a:cubicBezTo>
                  <a:cubicBezTo>
                    <a:pt x="837" y="284"/>
                    <a:pt x="825" y="259"/>
                    <a:pt x="815" y="233"/>
                  </a:cubicBezTo>
                  <a:cubicBezTo>
                    <a:pt x="806" y="215"/>
                    <a:pt x="793" y="201"/>
                    <a:pt x="781" y="186"/>
                  </a:cubicBezTo>
                  <a:cubicBezTo>
                    <a:pt x="766" y="166"/>
                    <a:pt x="754" y="149"/>
                    <a:pt x="735" y="133"/>
                  </a:cubicBezTo>
                  <a:cubicBezTo>
                    <a:pt x="709" y="112"/>
                    <a:pt x="677" y="83"/>
                    <a:pt x="643" y="66"/>
                  </a:cubicBezTo>
                  <a:cubicBezTo>
                    <a:pt x="611" y="50"/>
                    <a:pt x="577" y="36"/>
                    <a:pt x="543" y="23"/>
                  </a:cubicBezTo>
                  <a:cubicBezTo>
                    <a:pt x="534" y="20"/>
                    <a:pt x="525" y="17"/>
                    <a:pt x="516" y="16"/>
                  </a:cubicBezTo>
                  <a:cubicBezTo>
                    <a:pt x="480" y="9"/>
                    <a:pt x="444" y="5"/>
                    <a:pt x="409" y="2"/>
                  </a:cubicBezTo>
                  <a:cubicBezTo>
                    <a:pt x="404" y="1"/>
                    <a:pt x="399" y="1"/>
                    <a:pt x="395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9"/>
            <p:cNvSpPr/>
            <p:nvPr/>
          </p:nvSpPr>
          <p:spPr>
            <a:xfrm>
              <a:off x="6347076" y="968043"/>
              <a:ext cx="16819" cy="15759"/>
            </a:xfrm>
            <a:custGeom>
              <a:avLst/>
              <a:gdLst/>
              <a:ahLst/>
              <a:cxnLst/>
              <a:rect l="l" t="t" r="r" b="b"/>
              <a:pathLst>
                <a:path w="539" h="505" extrusionOk="0">
                  <a:moveTo>
                    <a:pt x="284" y="0"/>
                  </a:moveTo>
                  <a:cubicBezTo>
                    <a:pt x="267" y="0"/>
                    <a:pt x="250" y="2"/>
                    <a:pt x="231" y="8"/>
                  </a:cubicBezTo>
                  <a:cubicBezTo>
                    <a:pt x="211" y="15"/>
                    <a:pt x="189" y="26"/>
                    <a:pt x="170" y="34"/>
                  </a:cubicBezTo>
                  <a:cubicBezTo>
                    <a:pt x="164" y="37"/>
                    <a:pt x="158" y="40"/>
                    <a:pt x="152" y="43"/>
                  </a:cubicBezTo>
                  <a:cubicBezTo>
                    <a:pt x="146" y="45"/>
                    <a:pt x="140" y="48"/>
                    <a:pt x="135" y="50"/>
                  </a:cubicBezTo>
                  <a:cubicBezTo>
                    <a:pt x="113" y="60"/>
                    <a:pt x="105" y="65"/>
                    <a:pt x="79" y="91"/>
                  </a:cubicBezTo>
                  <a:cubicBezTo>
                    <a:pt x="53" y="117"/>
                    <a:pt x="21" y="163"/>
                    <a:pt x="14" y="200"/>
                  </a:cubicBezTo>
                  <a:cubicBezTo>
                    <a:pt x="13" y="210"/>
                    <a:pt x="12" y="220"/>
                    <a:pt x="10" y="230"/>
                  </a:cubicBezTo>
                  <a:cubicBezTo>
                    <a:pt x="2" y="257"/>
                    <a:pt x="1" y="285"/>
                    <a:pt x="7" y="313"/>
                  </a:cubicBezTo>
                  <a:cubicBezTo>
                    <a:pt x="8" y="341"/>
                    <a:pt x="17" y="367"/>
                    <a:pt x="31" y="391"/>
                  </a:cubicBezTo>
                  <a:cubicBezTo>
                    <a:pt x="43" y="405"/>
                    <a:pt x="53" y="419"/>
                    <a:pt x="65" y="433"/>
                  </a:cubicBezTo>
                  <a:cubicBezTo>
                    <a:pt x="91" y="459"/>
                    <a:pt x="121" y="477"/>
                    <a:pt x="157" y="486"/>
                  </a:cubicBezTo>
                  <a:cubicBezTo>
                    <a:pt x="165" y="490"/>
                    <a:pt x="174" y="493"/>
                    <a:pt x="183" y="496"/>
                  </a:cubicBezTo>
                  <a:cubicBezTo>
                    <a:pt x="202" y="501"/>
                    <a:pt x="221" y="504"/>
                    <a:pt x="239" y="504"/>
                  </a:cubicBezTo>
                  <a:cubicBezTo>
                    <a:pt x="252" y="504"/>
                    <a:pt x="265" y="503"/>
                    <a:pt x="278" y="500"/>
                  </a:cubicBezTo>
                  <a:cubicBezTo>
                    <a:pt x="291" y="500"/>
                    <a:pt x="302" y="498"/>
                    <a:pt x="314" y="495"/>
                  </a:cubicBezTo>
                  <a:lnTo>
                    <a:pt x="371" y="470"/>
                  </a:lnTo>
                  <a:cubicBezTo>
                    <a:pt x="389" y="458"/>
                    <a:pt x="406" y="445"/>
                    <a:pt x="422" y="431"/>
                  </a:cubicBezTo>
                  <a:cubicBezTo>
                    <a:pt x="427" y="427"/>
                    <a:pt x="432" y="423"/>
                    <a:pt x="437" y="418"/>
                  </a:cubicBezTo>
                  <a:cubicBezTo>
                    <a:pt x="441" y="415"/>
                    <a:pt x="446" y="411"/>
                    <a:pt x="451" y="407"/>
                  </a:cubicBezTo>
                  <a:cubicBezTo>
                    <a:pt x="453" y="405"/>
                    <a:pt x="456" y="403"/>
                    <a:pt x="459" y="401"/>
                  </a:cubicBezTo>
                  <a:cubicBezTo>
                    <a:pt x="471" y="384"/>
                    <a:pt x="483" y="368"/>
                    <a:pt x="496" y="352"/>
                  </a:cubicBezTo>
                  <a:cubicBezTo>
                    <a:pt x="504" y="334"/>
                    <a:pt x="513" y="314"/>
                    <a:pt x="520" y="294"/>
                  </a:cubicBezTo>
                  <a:cubicBezTo>
                    <a:pt x="523" y="284"/>
                    <a:pt x="526" y="275"/>
                    <a:pt x="529" y="266"/>
                  </a:cubicBezTo>
                  <a:cubicBezTo>
                    <a:pt x="538" y="238"/>
                    <a:pt x="539" y="211"/>
                    <a:pt x="533" y="184"/>
                  </a:cubicBezTo>
                  <a:cubicBezTo>
                    <a:pt x="531" y="157"/>
                    <a:pt x="523" y="131"/>
                    <a:pt x="508" y="108"/>
                  </a:cubicBezTo>
                  <a:cubicBezTo>
                    <a:pt x="498" y="94"/>
                    <a:pt x="487" y="79"/>
                    <a:pt x="476" y="66"/>
                  </a:cubicBezTo>
                  <a:cubicBezTo>
                    <a:pt x="451" y="41"/>
                    <a:pt x="421" y="23"/>
                    <a:pt x="385" y="12"/>
                  </a:cubicBezTo>
                  <a:cubicBezTo>
                    <a:pt x="377" y="11"/>
                    <a:pt x="367" y="10"/>
                    <a:pt x="358" y="8"/>
                  </a:cubicBezTo>
                  <a:cubicBezTo>
                    <a:pt x="330" y="4"/>
                    <a:pt x="307" y="0"/>
                    <a:pt x="28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9"/>
            <p:cNvSpPr/>
            <p:nvPr/>
          </p:nvSpPr>
          <p:spPr>
            <a:xfrm>
              <a:off x="6337746" y="1085280"/>
              <a:ext cx="41471" cy="31517"/>
            </a:xfrm>
            <a:custGeom>
              <a:avLst/>
              <a:gdLst/>
              <a:ahLst/>
              <a:cxnLst/>
              <a:rect l="l" t="t" r="r" b="b"/>
              <a:pathLst>
                <a:path w="1329" h="1010" extrusionOk="0">
                  <a:moveTo>
                    <a:pt x="389" y="1"/>
                  </a:moveTo>
                  <a:cubicBezTo>
                    <a:pt x="370" y="1"/>
                    <a:pt x="350" y="3"/>
                    <a:pt x="331" y="7"/>
                  </a:cubicBezTo>
                  <a:cubicBezTo>
                    <a:pt x="259" y="17"/>
                    <a:pt x="184" y="46"/>
                    <a:pt x="133" y="102"/>
                  </a:cubicBezTo>
                  <a:cubicBezTo>
                    <a:pt x="30" y="215"/>
                    <a:pt x="0" y="382"/>
                    <a:pt x="80" y="518"/>
                  </a:cubicBezTo>
                  <a:cubicBezTo>
                    <a:pt x="167" y="668"/>
                    <a:pt x="287" y="788"/>
                    <a:pt x="431" y="884"/>
                  </a:cubicBezTo>
                  <a:cubicBezTo>
                    <a:pt x="475" y="915"/>
                    <a:pt x="529" y="933"/>
                    <a:pt x="578" y="951"/>
                  </a:cubicBezTo>
                  <a:cubicBezTo>
                    <a:pt x="604" y="962"/>
                    <a:pt x="632" y="971"/>
                    <a:pt x="660" y="979"/>
                  </a:cubicBezTo>
                  <a:cubicBezTo>
                    <a:pt x="689" y="986"/>
                    <a:pt x="720" y="992"/>
                    <a:pt x="750" y="996"/>
                  </a:cubicBezTo>
                  <a:cubicBezTo>
                    <a:pt x="778" y="1001"/>
                    <a:pt x="812" y="1009"/>
                    <a:pt x="841" y="1009"/>
                  </a:cubicBezTo>
                  <a:cubicBezTo>
                    <a:pt x="892" y="1008"/>
                    <a:pt x="950" y="993"/>
                    <a:pt x="995" y="967"/>
                  </a:cubicBezTo>
                  <a:cubicBezTo>
                    <a:pt x="999" y="964"/>
                    <a:pt x="1003" y="960"/>
                    <a:pt x="1007" y="957"/>
                  </a:cubicBezTo>
                  <a:cubicBezTo>
                    <a:pt x="1010" y="956"/>
                    <a:pt x="1012" y="956"/>
                    <a:pt x="1015" y="956"/>
                  </a:cubicBezTo>
                  <a:cubicBezTo>
                    <a:pt x="1017" y="956"/>
                    <a:pt x="1019" y="956"/>
                    <a:pt x="1021" y="956"/>
                  </a:cubicBezTo>
                  <a:cubicBezTo>
                    <a:pt x="1067" y="954"/>
                    <a:pt x="1110" y="940"/>
                    <a:pt x="1150" y="914"/>
                  </a:cubicBezTo>
                  <a:cubicBezTo>
                    <a:pt x="1221" y="872"/>
                    <a:pt x="1290" y="790"/>
                    <a:pt x="1309" y="708"/>
                  </a:cubicBezTo>
                  <a:cubicBezTo>
                    <a:pt x="1329" y="620"/>
                    <a:pt x="1324" y="520"/>
                    <a:pt x="1273" y="442"/>
                  </a:cubicBezTo>
                  <a:cubicBezTo>
                    <a:pt x="1234" y="381"/>
                    <a:pt x="1181" y="335"/>
                    <a:pt x="1117" y="305"/>
                  </a:cubicBezTo>
                  <a:lnTo>
                    <a:pt x="1117" y="305"/>
                  </a:lnTo>
                  <a:cubicBezTo>
                    <a:pt x="1118" y="306"/>
                    <a:pt x="1119" y="306"/>
                    <a:pt x="1120" y="307"/>
                  </a:cubicBezTo>
                  <a:cubicBezTo>
                    <a:pt x="1074" y="287"/>
                    <a:pt x="1031" y="263"/>
                    <a:pt x="985" y="242"/>
                  </a:cubicBezTo>
                  <a:lnTo>
                    <a:pt x="842" y="178"/>
                  </a:lnTo>
                  <a:cubicBezTo>
                    <a:pt x="745" y="135"/>
                    <a:pt x="647" y="91"/>
                    <a:pt x="550" y="48"/>
                  </a:cubicBezTo>
                  <a:cubicBezTo>
                    <a:pt x="523" y="37"/>
                    <a:pt x="496" y="24"/>
                    <a:pt x="468" y="13"/>
                  </a:cubicBezTo>
                  <a:cubicBezTo>
                    <a:pt x="442" y="5"/>
                    <a:pt x="415" y="1"/>
                    <a:pt x="38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9"/>
            <p:cNvSpPr/>
            <p:nvPr/>
          </p:nvSpPr>
          <p:spPr>
            <a:xfrm>
              <a:off x="6386613" y="1081098"/>
              <a:ext cx="13761" cy="13075"/>
            </a:xfrm>
            <a:custGeom>
              <a:avLst/>
              <a:gdLst/>
              <a:ahLst/>
              <a:cxnLst/>
              <a:rect l="l" t="t" r="r" b="b"/>
              <a:pathLst>
                <a:path w="441" h="419" extrusionOk="0">
                  <a:moveTo>
                    <a:pt x="233" y="0"/>
                  </a:moveTo>
                  <a:cubicBezTo>
                    <a:pt x="197" y="0"/>
                    <a:pt x="161" y="10"/>
                    <a:pt x="129" y="29"/>
                  </a:cubicBezTo>
                  <a:cubicBezTo>
                    <a:pt x="127" y="32"/>
                    <a:pt x="124" y="33"/>
                    <a:pt x="121" y="35"/>
                  </a:cubicBezTo>
                  <a:cubicBezTo>
                    <a:pt x="114" y="38"/>
                    <a:pt x="108" y="42"/>
                    <a:pt x="103" y="45"/>
                  </a:cubicBezTo>
                  <a:cubicBezTo>
                    <a:pt x="79" y="58"/>
                    <a:pt x="60" y="75"/>
                    <a:pt x="46" y="97"/>
                  </a:cubicBezTo>
                  <a:cubicBezTo>
                    <a:pt x="28" y="116"/>
                    <a:pt x="16" y="139"/>
                    <a:pt x="10" y="165"/>
                  </a:cubicBezTo>
                  <a:cubicBezTo>
                    <a:pt x="2" y="192"/>
                    <a:pt x="0" y="219"/>
                    <a:pt x="7" y="245"/>
                  </a:cubicBezTo>
                  <a:cubicBezTo>
                    <a:pt x="8" y="272"/>
                    <a:pt x="16" y="296"/>
                    <a:pt x="31" y="319"/>
                  </a:cubicBezTo>
                  <a:cubicBezTo>
                    <a:pt x="41" y="333"/>
                    <a:pt x="52" y="347"/>
                    <a:pt x="62" y="360"/>
                  </a:cubicBezTo>
                  <a:cubicBezTo>
                    <a:pt x="87" y="385"/>
                    <a:pt x="116" y="402"/>
                    <a:pt x="150" y="412"/>
                  </a:cubicBezTo>
                  <a:cubicBezTo>
                    <a:pt x="168" y="415"/>
                    <a:pt x="185" y="417"/>
                    <a:pt x="203" y="419"/>
                  </a:cubicBezTo>
                  <a:cubicBezTo>
                    <a:pt x="240" y="419"/>
                    <a:pt x="273" y="410"/>
                    <a:pt x="305" y="392"/>
                  </a:cubicBezTo>
                  <a:cubicBezTo>
                    <a:pt x="311" y="388"/>
                    <a:pt x="317" y="385"/>
                    <a:pt x="323" y="381"/>
                  </a:cubicBezTo>
                  <a:cubicBezTo>
                    <a:pt x="326" y="379"/>
                    <a:pt x="329" y="378"/>
                    <a:pt x="332" y="376"/>
                  </a:cubicBezTo>
                  <a:cubicBezTo>
                    <a:pt x="378" y="349"/>
                    <a:pt x="412" y="307"/>
                    <a:pt x="426" y="254"/>
                  </a:cubicBezTo>
                  <a:cubicBezTo>
                    <a:pt x="441" y="205"/>
                    <a:pt x="435" y="145"/>
                    <a:pt x="407" y="99"/>
                  </a:cubicBezTo>
                  <a:cubicBezTo>
                    <a:pt x="382" y="55"/>
                    <a:pt x="334" y="21"/>
                    <a:pt x="286" y="7"/>
                  </a:cubicBezTo>
                  <a:cubicBezTo>
                    <a:pt x="269" y="3"/>
                    <a:pt x="251" y="0"/>
                    <a:pt x="23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1531;p49"/>
          <p:cNvGrpSpPr/>
          <p:nvPr/>
        </p:nvGrpSpPr>
        <p:grpSpPr>
          <a:xfrm>
            <a:off x="3109285" y="1225790"/>
            <a:ext cx="1304923" cy="1223709"/>
            <a:chOff x="6351976" y="66530"/>
            <a:chExt cx="281282" cy="263776"/>
          </a:xfrm>
        </p:grpSpPr>
        <p:sp>
          <p:nvSpPr>
            <p:cNvPr id="1532" name="Google Shape;1532;p49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9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9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9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9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9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9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9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9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9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9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9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9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9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9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9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9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9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9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9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9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9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9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9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0"/>
          <p:cNvSpPr txBox="1">
            <a:spLocks noGrp="1"/>
          </p:cNvSpPr>
          <p:nvPr>
            <p:ph type="subTitle" idx="1"/>
          </p:nvPr>
        </p:nvSpPr>
        <p:spPr>
          <a:xfrm>
            <a:off x="287079" y="1281545"/>
            <a:ext cx="4048497" cy="3373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		Este estudo tem como objetivo compreender o funcionamento de sistemas de filas aplicados em uma </a:t>
            </a:r>
            <a:r>
              <a:rPr lang="pt-BR" b="1" dirty="0"/>
              <a:t>fábrica de cookies</a:t>
            </a:r>
            <a:r>
              <a:rPr lang="pt-BR" dirty="0"/>
              <a:t>, representando o processo produtivo através de </a:t>
            </a:r>
            <a:r>
              <a:rPr lang="pt-BR" b="1" dirty="0"/>
              <a:t>simulação de filas e servidores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		Na fábrica, os </a:t>
            </a:r>
            <a:r>
              <a:rPr lang="pt-BR" b="1" dirty="0"/>
              <a:t>lotes de cookies</a:t>
            </a:r>
            <a:r>
              <a:rPr lang="pt-BR" dirty="0"/>
              <a:t> prontos para assar representam os </a:t>
            </a:r>
            <a:r>
              <a:rPr lang="pt-BR" b="1" dirty="0"/>
              <a:t>itens da fila</a:t>
            </a:r>
            <a:r>
              <a:rPr lang="pt-BR" dirty="0"/>
              <a:t>, enquanto as </a:t>
            </a:r>
            <a:r>
              <a:rPr lang="pt-BR" b="1" dirty="0"/>
              <a:t>esteiras</a:t>
            </a:r>
            <a:r>
              <a:rPr lang="pt-BR" dirty="0"/>
              <a:t> funcionam como o meio de transporte (fila de espera) até os </a:t>
            </a:r>
            <a:r>
              <a:rPr lang="pt-BR" b="1" dirty="0"/>
              <a:t>fornos</a:t>
            </a:r>
            <a:r>
              <a:rPr lang="pt-BR" dirty="0"/>
              <a:t>, que atuam como </a:t>
            </a:r>
            <a:r>
              <a:rPr lang="pt-BR" b="1" dirty="0"/>
              <a:t>servidores</a:t>
            </a:r>
            <a:r>
              <a:rPr lang="pt-BR" dirty="0"/>
              <a:t> ou </a:t>
            </a:r>
            <a:r>
              <a:rPr lang="pt-BR" b="1" dirty="0"/>
              <a:t>consumidores</a:t>
            </a:r>
            <a:r>
              <a:rPr lang="pt-BR" dirty="0"/>
              <a:t> da fila.</a:t>
            </a:r>
          </a:p>
          <a:p>
            <a:endParaRPr lang="pt-BR" dirty="0"/>
          </a:p>
        </p:txBody>
      </p:sp>
      <p:sp>
        <p:nvSpPr>
          <p:cNvPr id="1561" name="Google Shape;1561;p50"/>
          <p:cNvSpPr txBox="1">
            <a:spLocks noGrp="1"/>
          </p:cNvSpPr>
          <p:nvPr>
            <p:ph type="subTitle" idx="2"/>
          </p:nvPr>
        </p:nvSpPr>
        <p:spPr>
          <a:xfrm>
            <a:off x="4335575" y="1281106"/>
            <a:ext cx="4163877" cy="3128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dirty="0"/>
              <a:t>	A simulação desse tipo de sistema permite observar gargalos, identificar ociosidade de máquinas e analisar o desempenho geral da produção, testando diferentes configurações de fluxo entre esteiras e fornos.</a:t>
            </a:r>
            <a:endParaRPr dirty="0"/>
          </a:p>
        </p:txBody>
      </p:sp>
      <p:sp>
        <p:nvSpPr>
          <p:cNvPr id="1562" name="Google Shape;1562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Contextualização do Problema</a:t>
            </a:r>
            <a:endParaRPr dirty="0"/>
          </a:p>
        </p:txBody>
      </p:sp>
      <p:grpSp>
        <p:nvGrpSpPr>
          <p:cNvPr id="1563" name="Google Shape;1563;p50"/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/>
          <p:cNvGrpSpPr/>
          <p:nvPr/>
        </p:nvGrpSpPr>
        <p:grpSpPr>
          <a:xfrm rot="1848519">
            <a:off x="8056365" y="3489233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4" name="Google Shape;1584;p50"/>
          <p:cNvGrpSpPr/>
          <p:nvPr/>
        </p:nvGrpSpPr>
        <p:grpSpPr>
          <a:xfrm rot="7663765" flipH="1">
            <a:off x="7466907" y="4397234"/>
            <a:ext cx="697910" cy="997821"/>
            <a:chOff x="1454195" y="1382913"/>
            <a:chExt cx="73893" cy="105660"/>
          </a:xfrm>
        </p:grpSpPr>
        <p:sp>
          <p:nvSpPr>
            <p:cNvPr id="1585" name="Google Shape;1585;p50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0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0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Google Shape;1595;p51">
            <a:extLst>
              <a:ext uri="{FF2B5EF4-FFF2-40B4-BE49-F238E27FC236}">
                <a16:creationId xmlns:a16="http://schemas.microsoft.com/office/drawing/2014/main" id="{C3E7A871-40C4-7E61-8915-1892824FCE2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7068" t="40025" r="10829" b="5258"/>
          <a:stretch/>
        </p:blipFill>
        <p:spPr>
          <a:xfrm>
            <a:off x="4330043" y="3066732"/>
            <a:ext cx="3658986" cy="3582998"/>
          </a:xfrm>
          <a:prstGeom prst="ellipse">
            <a:avLst/>
          </a:prstGeom>
          <a:noFill/>
          <a:ln>
            <a:noFill/>
          </a:ln>
        </p:spPr>
      </p:pic>
      <p:sp>
        <p:nvSpPr>
          <p:cNvPr id="3" name="Google Shape;1592;p51">
            <a:extLst>
              <a:ext uri="{FF2B5EF4-FFF2-40B4-BE49-F238E27FC236}">
                <a16:creationId xmlns:a16="http://schemas.microsoft.com/office/drawing/2014/main" id="{ED8D1752-5E8A-B636-C2E8-A6CD24EC5ABC}"/>
              </a:ext>
            </a:extLst>
          </p:cNvPr>
          <p:cNvSpPr/>
          <p:nvPr/>
        </p:nvSpPr>
        <p:spPr>
          <a:xfrm>
            <a:off x="4213239" y="2963668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596;p51">
            <a:extLst>
              <a:ext uri="{FF2B5EF4-FFF2-40B4-BE49-F238E27FC236}">
                <a16:creationId xmlns:a16="http://schemas.microsoft.com/office/drawing/2014/main" id="{D71030A2-31F1-A782-C163-7A933E5F837E}"/>
              </a:ext>
            </a:extLst>
          </p:cNvPr>
          <p:cNvGrpSpPr/>
          <p:nvPr/>
        </p:nvGrpSpPr>
        <p:grpSpPr>
          <a:xfrm rot="20466168" flipH="1">
            <a:off x="-370863" y="3696648"/>
            <a:ext cx="1299698" cy="1944490"/>
            <a:chOff x="2915088" y="1067493"/>
            <a:chExt cx="250763" cy="375147"/>
          </a:xfrm>
        </p:grpSpPr>
        <p:sp>
          <p:nvSpPr>
            <p:cNvPr id="5" name="Google Shape;1597;p51">
              <a:extLst>
                <a:ext uri="{FF2B5EF4-FFF2-40B4-BE49-F238E27FC236}">
                  <a16:creationId xmlns:a16="http://schemas.microsoft.com/office/drawing/2014/main" id="{FFF287B4-3096-6739-3F9D-95A4AC2D3107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98;p51">
              <a:extLst>
                <a:ext uri="{FF2B5EF4-FFF2-40B4-BE49-F238E27FC236}">
                  <a16:creationId xmlns:a16="http://schemas.microsoft.com/office/drawing/2014/main" id="{0F5AE1F0-07E7-2CB2-FD09-8522EC2DBD5D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99;p51">
              <a:extLst>
                <a:ext uri="{FF2B5EF4-FFF2-40B4-BE49-F238E27FC236}">
                  <a16:creationId xmlns:a16="http://schemas.microsoft.com/office/drawing/2014/main" id="{8763422D-895C-FE4B-F6FB-D4FD0072683F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00;p51">
              <a:extLst>
                <a:ext uri="{FF2B5EF4-FFF2-40B4-BE49-F238E27FC236}">
                  <a16:creationId xmlns:a16="http://schemas.microsoft.com/office/drawing/2014/main" id="{BF073E29-8FD4-06F4-6183-4DFFC1BCF4C4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01;p51">
              <a:extLst>
                <a:ext uri="{FF2B5EF4-FFF2-40B4-BE49-F238E27FC236}">
                  <a16:creationId xmlns:a16="http://schemas.microsoft.com/office/drawing/2014/main" id="{A2CE7358-8E1F-D45D-6EA7-08B497BFE201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02;p51">
              <a:extLst>
                <a:ext uri="{FF2B5EF4-FFF2-40B4-BE49-F238E27FC236}">
                  <a16:creationId xmlns:a16="http://schemas.microsoft.com/office/drawing/2014/main" id="{B4CFBC4E-223C-5EC1-0FA0-F8ED5FE3115C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03;p51">
              <a:extLst>
                <a:ext uri="{FF2B5EF4-FFF2-40B4-BE49-F238E27FC236}">
                  <a16:creationId xmlns:a16="http://schemas.microsoft.com/office/drawing/2014/main" id="{AAF98653-39BB-08F2-ACBE-7E06BAE452A6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04;p51">
              <a:extLst>
                <a:ext uri="{FF2B5EF4-FFF2-40B4-BE49-F238E27FC236}">
                  <a16:creationId xmlns:a16="http://schemas.microsoft.com/office/drawing/2014/main" id="{38A61237-666C-383B-00E7-CA12C973EF90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05;p51">
              <a:extLst>
                <a:ext uri="{FF2B5EF4-FFF2-40B4-BE49-F238E27FC236}">
                  <a16:creationId xmlns:a16="http://schemas.microsoft.com/office/drawing/2014/main" id="{696E560D-92F6-DD44-81D5-85F3D1ADEA71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06;p51">
              <a:extLst>
                <a:ext uri="{FF2B5EF4-FFF2-40B4-BE49-F238E27FC236}">
                  <a16:creationId xmlns:a16="http://schemas.microsoft.com/office/drawing/2014/main" id="{27EAEAB9-E708-4961-7ED2-4AF6774E8209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07;p51">
              <a:extLst>
                <a:ext uri="{FF2B5EF4-FFF2-40B4-BE49-F238E27FC236}">
                  <a16:creationId xmlns:a16="http://schemas.microsoft.com/office/drawing/2014/main" id="{6553D81B-216B-5FBD-3436-4460C9D5E3DA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08;p51">
              <a:extLst>
                <a:ext uri="{FF2B5EF4-FFF2-40B4-BE49-F238E27FC236}">
                  <a16:creationId xmlns:a16="http://schemas.microsoft.com/office/drawing/2014/main" id="{9D37A17F-1C58-BB49-1467-03E2DD6E17DB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09;p51">
              <a:extLst>
                <a:ext uri="{FF2B5EF4-FFF2-40B4-BE49-F238E27FC236}">
                  <a16:creationId xmlns:a16="http://schemas.microsoft.com/office/drawing/2014/main" id="{3C3219D2-E2D4-567E-DB6A-2107A4CA711F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10;p51">
              <a:extLst>
                <a:ext uri="{FF2B5EF4-FFF2-40B4-BE49-F238E27FC236}">
                  <a16:creationId xmlns:a16="http://schemas.microsoft.com/office/drawing/2014/main" id="{0707ED79-CB41-7529-3662-CA81B23D8698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11;p51">
              <a:extLst>
                <a:ext uri="{FF2B5EF4-FFF2-40B4-BE49-F238E27FC236}">
                  <a16:creationId xmlns:a16="http://schemas.microsoft.com/office/drawing/2014/main" id="{AE03DB24-18F2-5FE9-5B95-4BEC3A2443CC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12;p51">
              <a:extLst>
                <a:ext uri="{FF2B5EF4-FFF2-40B4-BE49-F238E27FC236}">
                  <a16:creationId xmlns:a16="http://schemas.microsoft.com/office/drawing/2014/main" id="{D38963D2-6A56-E47E-BE6D-8127136505C9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13;p51">
              <a:extLst>
                <a:ext uri="{FF2B5EF4-FFF2-40B4-BE49-F238E27FC236}">
                  <a16:creationId xmlns:a16="http://schemas.microsoft.com/office/drawing/2014/main" id="{9869CDA4-7BF3-C07C-CD11-D3FFF2EBD1E1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14;p51">
              <a:extLst>
                <a:ext uri="{FF2B5EF4-FFF2-40B4-BE49-F238E27FC236}">
                  <a16:creationId xmlns:a16="http://schemas.microsoft.com/office/drawing/2014/main" id="{EE8D4C84-9239-A7AF-0458-4E72CC9BA433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15;p51">
              <a:extLst>
                <a:ext uri="{FF2B5EF4-FFF2-40B4-BE49-F238E27FC236}">
                  <a16:creationId xmlns:a16="http://schemas.microsoft.com/office/drawing/2014/main" id="{CB9D420D-2F43-0BB1-D1AF-4DC05D7AA981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16;p51">
              <a:extLst>
                <a:ext uri="{FF2B5EF4-FFF2-40B4-BE49-F238E27FC236}">
                  <a16:creationId xmlns:a16="http://schemas.microsoft.com/office/drawing/2014/main" id="{3E48A8A2-E637-D029-4422-26BF8F5B0EFA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17;p51">
              <a:extLst>
                <a:ext uri="{FF2B5EF4-FFF2-40B4-BE49-F238E27FC236}">
                  <a16:creationId xmlns:a16="http://schemas.microsoft.com/office/drawing/2014/main" id="{58D90BD7-D5CD-8234-704E-7825C5B0F699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8;p51">
              <a:extLst>
                <a:ext uri="{FF2B5EF4-FFF2-40B4-BE49-F238E27FC236}">
                  <a16:creationId xmlns:a16="http://schemas.microsoft.com/office/drawing/2014/main" id="{AD002ECC-FE82-08FA-6919-7D4C29C3BAA9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9;p51">
              <a:extLst>
                <a:ext uri="{FF2B5EF4-FFF2-40B4-BE49-F238E27FC236}">
                  <a16:creationId xmlns:a16="http://schemas.microsoft.com/office/drawing/2014/main" id="{F56C41F5-C38C-3B76-F463-6A42569F437C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645;p51">
            <a:extLst>
              <a:ext uri="{FF2B5EF4-FFF2-40B4-BE49-F238E27FC236}">
                <a16:creationId xmlns:a16="http://schemas.microsoft.com/office/drawing/2014/main" id="{8DA7FA13-3DE9-B6BB-453C-ECFA5AE8DB30}"/>
              </a:ext>
            </a:extLst>
          </p:cNvPr>
          <p:cNvGrpSpPr/>
          <p:nvPr/>
        </p:nvGrpSpPr>
        <p:grpSpPr>
          <a:xfrm rot="3953491">
            <a:off x="3904418" y="4337993"/>
            <a:ext cx="815393" cy="671251"/>
            <a:chOff x="1681288" y="1393055"/>
            <a:chExt cx="116536" cy="95937"/>
          </a:xfrm>
        </p:grpSpPr>
        <p:sp>
          <p:nvSpPr>
            <p:cNvPr id="29" name="Google Shape;1646;p51">
              <a:extLst>
                <a:ext uri="{FF2B5EF4-FFF2-40B4-BE49-F238E27FC236}">
                  <a16:creationId xmlns:a16="http://schemas.microsoft.com/office/drawing/2014/main" id="{B93B9AD7-1622-A042-9201-F41ABE349BDE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47;p51">
              <a:extLst>
                <a:ext uri="{FF2B5EF4-FFF2-40B4-BE49-F238E27FC236}">
                  <a16:creationId xmlns:a16="http://schemas.microsoft.com/office/drawing/2014/main" id="{5D8B86CB-BF84-BCE7-87D3-85C406EE4F16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48;p51">
              <a:extLst>
                <a:ext uri="{FF2B5EF4-FFF2-40B4-BE49-F238E27FC236}">
                  <a16:creationId xmlns:a16="http://schemas.microsoft.com/office/drawing/2014/main" id="{F68E07D5-9134-8098-533D-A6842E391E2D}"/>
                </a:ext>
              </a:extLst>
            </p:cNvPr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55"/>
          <p:cNvGrpSpPr/>
          <p:nvPr/>
        </p:nvGrpSpPr>
        <p:grpSpPr>
          <a:xfrm>
            <a:off x="4138502" y="-4653600"/>
            <a:ext cx="8232523" cy="8232452"/>
            <a:chOff x="-3767923" y="-4779325"/>
            <a:chExt cx="8232523" cy="8232452"/>
          </a:xfrm>
        </p:grpSpPr>
        <p:sp>
          <p:nvSpPr>
            <p:cNvPr id="1742" name="Google Shape;1742;p55"/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5"/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55"/>
          <p:cNvSpPr txBox="1">
            <a:spLocks noGrp="1"/>
          </p:cNvSpPr>
          <p:nvPr>
            <p:ph type="title"/>
          </p:nvPr>
        </p:nvSpPr>
        <p:spPr>
          <a:xfrm>
            <a:off x="336501" y="1711054"/>
            <a:ext cx="5034657" cy="18142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3200" b="1" dirty="0"/>
              <a:t>Problemas em que este tipo de simulação é necessária</a:t>
            </a:r>
            <a:endParaRPr lang="pt-BR" sz="3200" dirty="0"/>
          </a:p>
        </p:txBody>
      </p:sp>
      <p:sp>
        <p:nvSpPr>
          <p:cNvPr id="1747" name="Google Shape;1747;p55"/>
          <p:cNvSpPr txBox="1">
            <a:spLocks noGrp="1"/>
          </p:cNvSpPr>
          <p:nvPr>
            <p:ph type="subTitle" idx="1"/>
          </p:nvPr>
        </p:nvSpPr>
        <p:spPr>
          <a:xfrm rot="233">
            <a:off x="342831" y="3472979"/>
            <a:ext cx="4431900" cy="3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pt-BR" dirty="0"/>
              <a:t>Identificar </a:t>
            </a:r>
            <a:r>
              <a:rPr lang="pt-BR" b="1" dirty="0"/>
              <a:t>gargalos</a:t>
            </a:r>
            <a:endParaRPr dirty="0"/>
          </a:p>
        </p:txBody>
      </p:sp>
      <p:grpSp>
        <p:nvGrpSpPr>
          <p:cNvPr id="1748" name="Google Shape;1748;p55"/>
          <p:cNvGrpSpPr/>
          <p:nvPr/>
        </p:nvGrpSpPr>
        <p:grpSpPr>
          <a:xfrm rot="1848534">
            <a:off x="6279577" y="2950713"/>
            <a:ext cx="2154190" cy="1714450"/>
            <a:chOff x="1382891" y="1957553"/>
            <a:chExt cx="215970" cy="171877"/>
          </a:xfrm>
        </p:grpSpPr>
        <p:sp>
          <p:nvSpPr>
            <p:cNvPr id="1749" name="Google Shape;1749;p55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5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5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5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5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5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5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5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5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5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5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5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5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5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5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5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55"/>
          <p:cNvGrpSpPr/>
          <p:nvPr/>
        </p:nvGrpSpPr>
        <p:grpSpPr>
          <a:xfrm rot="7663756" flipH="1">
            <a:off x="5642190" y="4198298"/>
            <a:ext cx="738522" cy="1055892"/>
            <a:chOff x="1454195" y="1382913"/>
            <a:chExt cx="73893" cy="105660"/>
          </a:xfrm>
        </p:grpSpPr>
        <p:sp>
          <p:nvSpPr>
            <p:cNvPr id="1766" name="Google Shape;1766;p55"/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5"/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5"/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9" name="Google Shape;1769;p55"/>
          <p:cNvGrpSpPr/>
          <p:nvPr/>
        </p:nvGrpSpPr>
        <p:grpSpPr>
          <a:xfrm rot="-1340052">
            <a:off x="7285433" y="1710730"/>
            <a:ext cx="2133564" cy="1698024"/>
            <a:chOff x="1382891" y="1957553"/>
            <a:chExt cx="215970" cy="171877"/>
          </a:xfrm>
        </p:grpSpPr>
        <p:sp>
          <p:nvSpPr>
            <p:cNvPr id="1770" name="Google Shape;1770;p55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5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5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5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5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5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5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5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5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5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5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5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5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5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5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5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6" name="Google Shape;1786;p55"/>
          <p:cNvGrpSpPr/>
          <p:nvPr/>
        </p:nvGrpSpPr>
        <p:grpSpPr>
          <a:xfrm>
            <a:off x="6612760" y="861657"/>
            <a:ext cx="1017205" cy="702994"/>
            <a:chOff x="1759879" y="1393055"/>
            <a:chExt cx="133651" cy="92367"/>
          </a:xfrm>
        </p:grpSpPr>
        <p:sp>
          <p:nvSpPr>
            <p:cNvPr id="1787" name="Google Shape;1787;p55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5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5"/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5"/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55"/>
          <p:cNvGrpSpPr/>
          <p:nvPr/>
        </p:nvGrpSpPr>
        <p:grpSpPr>
          <a:xfrm rot="3281018">
            <a:off x="4139233" y="566206"/>
            <a:ext cx="2016236" cy="1604637"/>
            <a:chOff x="1382891" y="1957553"/>
            <a:chExt cx="215970" cy="171877"/>
          </a:xfrm>
        </p:grpSpPr>
        <p:sp>
          <p:nvSpPr>
            <p:cNvPr id="1792" name="Google Shape;1792;p55"/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5"/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5"/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5"/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5"/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5"/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5"/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5"/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5"/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5"/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5"/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5"/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5"/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5"/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5"/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5"/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0C5C4048-5399-87A0-7A33-2C06CE00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0">
            <a:extLst>
              <a:ext uri="{FF2B5EF4-FFF2-40B4-BE49-F238E27FC236}">
                <a16:creationId xmlns:a16="http://schemas.microsoft.com/office/drawing/2014/main" id="{D1B7CDC0-1B87-E121-539D-386E3ED6BB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0237" y="1665755"/>
            <a:ext cx="3813256" cy="2466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		A simulação de filas é essencial em </a:t>
            </a:r>
            <a:r>
              <a:rPr lang="pt-BR" b="1" dirty="0"/>
              <a:t>ambientes produtivos e industriais</a:t>
            </a:r>
            <a:r>
              <a:rPr lang="pt-BR" dirty="0"/>
              <a:t> onde há diferentes etapas de processamento e recursos limitados, como máquinas, funcionários ou fornos.</a:t>
            </a:r>
          </a:p>
          <a:p>
            <a:endParaRPr lang="pt-BR" dirty="0"/>
          </a:p>
          <a:p>
            <a:r>
              <a:rPr lang="pt-BR" dirty="0"/>
              <a:t>		No caso da </a:t>
            </a:r>
            <a:r>
              <a:rPr lang="pt-BR" b="1" dirty="0"/>
              <a:t>fábrica de cookies</a:t>
            </a:r>
            <a:r>
              <a:rPr lang="pt-BR" dirty="0"/>
              <a:t>, essa simulação ajuda a:</a:t>
            </a:r>
          </a:p>
          <a:p>
            <a:endParaRPr lang="pt-BR" dirty="0"/>
          </a:p>
        </p:txBody>
      </p:sp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A53FCB55-B46F-EA31-90AC-A996F08C9E5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187699" y="1402486"/>
            <a:ext cx="4409892" cy="3373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/>
              <a:t>Identificar </a:t>
            </a:r>
            <a:r>
              <a:rPr lang="pt-BR" b="1" dirty="0"/>
              <a:t>gargalos</a:t>
            </a:r>
            <a:r>
              <a:rPr lang="pt-BR" dirty="0"/>
              <a:t> (por exemplo, filas longas antes do forno).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/>
              <a:t>Evitar </a:t>
            </a:r>
            <a:r>
              <a:rPr lang="pt-BR" b="1" dirty="0"/>
              <a:t>ociosidade</a:t>
            </a:r>
            <a:r>
              <a:rPr lang="pt-BR" dirty="0"/>
              <a:t> de equipamentos, mantendo os fornos sempre ativos.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b="1" dirty="0"/>
              <a:t>Balancear a capacidade de produção</a:t>
            </a:r>
            <a:r>
              <a:rPr lang="pt-BR" dirty="0"/>
              <a:t>, definindo o número ideal de fornos.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b="1" dirty="0"/>
              <a:t>Otimizar o layout</a:t>
            </a:r>
            <a:r>
              <a:rPr lang="pt-BR" dirty="0"/>
              <a:t> e o fluxo da esteira para reduzir o tempo de espera.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/>
              <a:t>Avaliar o impacto de </a:t>
            </a:r>
            <a:r>
              <a:rPr lang="pt-BR" b="1" dirty="0"/>
              <a:t>variações no tempo de preparo ou assamento</a:t>
            </a:r>
            <a:r>
              <a:rPr lang="pt-BR" dirty="0"/>
              <a:t> sobre a eficiência do sistema.</a:t>
            </a:r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AFFC9944-07CE-5575-F893-F8345347B1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Contextualização do Problema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242F1DB3-1BC3-7449-EB9A-E7B8AF2DC88D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5752A936-D012-B679-2D60-B3590DF5627E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2C15D5C3-EA2B-9CDE-2C75-59950B7B95F8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99624FB4-D323-5FF2-25A8-3E3E02E66EBC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727D46F1-2913-71BB-5A10-35B24FB64E42}"/>
              </a:ext>
            </a:extLst>
          </p:cNvPr>
          <p:cNvGrpSpPr/>
          <p:nvPr/>
        </p:nvGrpSpPr>
        <p:grpSpPr>
          <a:xfrm rot="1848519">
            <a:off x="8203085" y="4348214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82B8EAD7-7988-A8FD-C354-EDF8B6840240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318470EF-B80D-1DB2-5767-7E15F8D3296C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2BF4174A-0D28-E070-89AA-D09BE03126B6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B7FFB0BB-8DDB-BE5B-959D-F78E9904A16F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164514B7-1184-D662-DDA8-DE763862B750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61C1A9A6-55DB-EDB7-C6FE-EEE63FFE2B9D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0E7129CF-DAD0-D09D-A5F6-8ACDBF6314A7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F5D083EE-ECC3-4D49-09FE-1883FAE5C40B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72E3051A-13DB-FE39-AC4F-34C3EA91B150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6B87C092-B699-836C-2EAE-54A9263EEFB8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5A33DC97-C15C-E2CE-86A5-C88E07FF2A57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E5B84741-4450-619C-1C58-A82ABD41E820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D8776387-41EA-C950-3682-FED0F28034E8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24221BC1-8E55-824C-32E7-0D9ADD7374B5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2043AE1B-8143-B52B-9774-03B50ECCC6C0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FE2D3D7C-FFF4-DE74-BC2D-96F5B47BA736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988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88043D15-61A4-F6FB-F788-5341CB36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0">
            <a:extLst>
              <a:ext uri="{FF2B5EF4-FFF2-40B4-BE49-F238E27FC236}">
                <a16:creationId xmlns:a16="http://schemas.microsoft.com/office/drawing/2014/main" id="{C88AE5F5-2F12-193E-5B29-33EAE18C62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67928" y="1204510"/>
            <a:ext cx="7223587" cy="66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		De forma geral, este tipo de estudo é aplicado em:</a:t>
            </a:r>
          </a:p>
          <a:p>
            <a:endParaRPr lang="pt-BR" dirty="0"/>
          </a:p>
        </p:txBody>
      </p:sp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7010BAB2-9657-CA3A-9178-5F352FA6885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692513"/>
            <a:ext cx="4409892" cy="1583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/>
              <a:t>Identificar </a:t>
            </a:r>
            <a:r>
              <a:rPr lang="pt-BR" b="1" dirty="0"/>
              <a:t>gargalos</a:t>
            </a:r>
            <a:r>
              <a:rPr lang="pt-BR" dirty="0"/>
              <a:t> (por exemplo, filas longas antes do forno).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/>
              <a:t>Fábricas e linhas de montagem.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/>
              <a:t>Hospitais e clínicas (filas de atendimento).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/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709CC037-0DBA-56C3-C640-34C7CBDD9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Contextualização do Problema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B195AC99-F8EA-DC7D-C8A1-A5C8C9101B1F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C6FDC7CD-CB4E-F6ED-89B8-467E9192C74A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DC64D395-0B49-0FD3-BF24-C893A68D0931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4C390C4D-8D66-7EF1-6F88-A4F9B0764F9E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0FC47174-51D5-6DC1-0819-D975B36C7F50}"/>
              </a:ext>
            </a:extLst>
          </p:cNvPr>
          <p:cNvGrpSpPr/>
          <p:nvPr/>
        </p:nvGrpSpPr>
        <p:grpSpPr>
          <a:xfrm rot="1848519">
            <a:off x="8203085" y="4348214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EDC76938-646E-6ED7-3F67-D2284D333249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8C215519-6548-088E-A444-EBC9BAA3E01E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8AAA0D49-5FF1-A2DF-0C9A-B2F6F9BCFDB1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D4A4FD9E-5D6C-9794-C82A-63E9A7DFCA2B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F59C0F65-4492-370E-E256-05B02FD02807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FC71995D-1655-5550-F6E3-1C4B2013EA5D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D9BE7CA3-2600-1AC1-9094-B3777A6ACA82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1054E1AA-B86B-4668-85F2-BB76A4ED4DC0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28293E99-6317-DA86-11C8-542C3D3C02E3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8B9F0CE4-0170-A0E7-9EF2-BC4D3FBDF7BB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738C5756-C081-B84E-A306-C3F15565B489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AFD3DCCE-82C7-8D10-FC80-348325D55F78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41BCDA20-B169-F8A5-6E83-11BCA7A2A62E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E913C316-3A21-DDA1-E6C4-CDC3204110E2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A6DFB26D-1C7F-A5ED-58D3-FA374BB7D3A9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A0EAAE98-7D6F-4AD1-B5ED-7FBC41F1367D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56093C-D842-D15A-CB1F-82C5B73F1F63}"/>
              </a:ext>
            </a:extLst>
          </p:cNvPr>
          <p:cNvSpPr txBox="1"/>
          <p:nvPr/>
        </p:nvSpPr>
        <p:spPr>
          <a:xfrm>
            <a:off x="3385445" y="3437847"/>
            <a:ext cx="51166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 err="1">
                <a:solidFill>
                  <a:schemeClr val="dk1"/>
                </a:solidFill>
                <a:latin typeface="Montserrat Medium"/>
                <a:sym typeface="Montserrat Medium"/>
              </a:rPr>
              <a:t>Call</a:t>
            </a: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 centers e centrais de suporte.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Sistemas de transporte e logística.</a:t>
            </a: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Computação em nuvem (processos em servidores).</a:t>
            </a:r>
          </a:p>
        </p:txBody>
      </p:sp>
    </p:spTree>
    <p:extLst>
      <p:ext uri="{BB962C8B-B14F-4D97-AF65-F5344CB8AC3E}">
        <p14:creationId xmlns:p14="http://schemas.microsoft.com/office/powerpoint/2010/main" val="276910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>
          <a:extLst>
            <a:ext uri="{FF2B5EF4-FFF2-40B4-BE49-F238E27FC236}">
              <a16:creationId xmlns:a16="http://schemas.microsoft.com/office/drawing/2014/main" id="{EA0FAC44-2992-3E6D-4348-9B2949D7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55">
            <a:extLst>
              <a:ext uri="{FF2B5EF4-FFF2-40B4-BE49-F238E27FC236}">
                <a16:creationId xmlns:a16="http://schemas.microsoft.com/office/drawing/2014/main" id="{3A2CCA9A-8F18-3973-8249-1995DE443F3F}"/>
              </a:ext>
            </a:extLst>
          </p:cNvPr>
          <p:cNvGrpSpPr/>
          <p:nvPr/>
        </p:nvGrpSpPr>
        <p:grpSpPr>
          <a:xfrm>
            <a:off x="4138502" y="-4653600"/>
            <a:ext cx="8232523" cy="8232452"/>
            <a:chOff x="-3767923" y="-4779325"/>
            <a:chExt cx="8232523" cy="8232452"/>
          </a:xfrm>
        </p:grpSpPr>
        <p:sp>
          <p:nvSpPr>
            <p:cNvPr id="1742" name="Google Shape;1742;p55">
              <a:extLst>
                <a:ext uri="{FF2B5EF4-FFF2-40B4-BE49-F238E27FC236}">
                  <a16:creationId xmlns:a16="http://schemas.microsoft.com/office/drawing/2014/main" id="{B390DE0B-5457-6969-BA6F-FADC40177579}"/>
                </a:ext>
              </a:extLst>
            </p:cNvPr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5">
              <a:extLst>
                <a:ext uri="{FF2B5EF4-FFF2-40B4-BE49-F238E27FC236}">
                  <a16:creationId xmlns:a16="http://schemas.microsoft.com/office/drawing/2014/main" id="{09551F5C-378B-70E1-1772-2013454C3672}"/>
                </a:ext>
              </a:extLst>
            </p:cNvPr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55">
            <a:extLst>
              <a:ext uri="{FF2B5EF4-FFF2-40B4-BE49-F238E27FC236}">
                <a16:creationId xmlns:a16="http://schemas.microsoft.com/office/drawing/2014/main" id="{0A43E2A7-0E09-A2D4-054E-6E4807EB90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482" y="2047943"/>
            <a:ext cx="5034657" cy="18142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b="1" dirty="0"/>
              <a:t>Conceitos Fundamentais</a:t>
            </a:r>
            <a:endParaRPr lang="pt-BR" sz="3200" dirty="0"/>
          </a:p>
        </p:txBody>
      </p:sp>
      <p:grpSp>
        <p:nvGrpSpPr>
          <p:cNvPr id="1748" name="Google Shape;1748;p55">
            <a:extLst>
              <a:ext uri="{FF2B5EF4-FFF2-40B4-BE49-F238E27FC236}">
                <a16:creationId xmlns:a16="http://schemas.microsoft.com/office/drawing/2014/main" id="{0825D95B-4001-8670-C4E7-81D11607247B}"/>
              </a:ext>
            </a:extLst>
          </p:cNvPr>
          <p:cNvGrpSpPr/>
          <p:nvPr/>
        </p:nvGrpSpPr>
        <p:grpSpPr>
          <a:xfrm rot="1848534">
            <a:off x="6646493" y="3737500"/>
            <a:ext cx="2154190" cy="1714450"/>
            <a:chOff x="1382891" y="1957553"/>
            <a:chExt cx="215970" cy="171877"/>
          </a:xfrm>
        </p:grpSpPr>
        <p:sp>
          <p:nvSpPr>
            <p:cNvPr id="1749" name="Google Shape;1749;p55">
              <a:extLst>
                <a:ext uri="{FF2B5EF4-FFF2-40B4-BE49-F238E27FC236}">
                  <a16:creationId xmlns:a16="http://schemas.microsoft.com/office/drawing/2014/main" id="{2D55C4D5-4E9D-52A0-8D20-60ED02876869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5">
              <a:extLst>
                <a:ext uri="{FF2B5EF4-FFF2-40B4-BE49-F238E27FC236}">
                  <a16:creationId xmlns:a16="http://schemas.microsoft.com/office/drawing/2014/main" id="{FC836BF8-3746-E9A1-F3B6-BFD8116F3900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5">
              <a:extLst>
                <a:ext uri="{FF2B5EF4-FFF2-40B4-BE49-F238E27FC236}">
                  <a16:creationId xmlns:a16="http://schemas.microsoft.com/office/drawing/2014/main" id="{3F7C40E5-B367-90DD-E382-229EB58D1BB7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5">
              <a:extLst>
                <a:ext uri="{FF2B5EF4-FFF2-40B4-BE49-F238E27FC236}">
                  <a16:creationId xmlns:a16="http://schemas.microsoft.com/office/drawing/2014/main" id="{2BB25073-017D-B9B4-1CB4-05EF3BAE5A86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5">
              <a:extLst>
                <a:ext uri="{FF2B5EF4-FFF2-40B4-BE49-F238E27FC236}">
                  <a16:creationId xmlns:a16="http://schemas.microsoft.com/office/drawing/2014/main" id="{A815E5B6-855C-FC57-4F7C-F05A751E70EF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5">
              <a:extLst>
                <a:ext uri="{FF2B5EF4-FFF2-40B4-BE49-F238E27FC236}">
                  <a16:creationId xmlns:a16="http://schemas.microsoft.com/office/drawing/2014/main" id="{48B4649C-6FC1-7B90-DB7D-89A807D0C4CC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5">
              <a:extLst>
                <a:ext uri="{FF2B5EF4-FFF2-40B4-BE49-F238E27FC236}">
                  <a16:creationId xmlns:a16="http://schemas.microsoft.com/office/drawing/2014/main" id="{62C49345-71F8-4D29-37FF-131EAA79CF5C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5">
              <a:extLst>
                <a:ext uri="{FF2B5EF4-FFF2-40B4-BE49-F238E27FC236}">
                  <a16:creationId xmlns:a16="http://schemas.microsoft.com/office/drawing/2014/main" id="{E8F58B59-958E-7174-B095-C592F11C3B21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5">
              <a:extLst>
                <a:ext uri="{FF2B5EF4-FFF2-40B4-BE49-F238E27FC236}">
                  <a16:creationId xmlns:a16="http://schemas.microsoft.com/office/drawing/2014/main" id="{D79FB6EA-6241-FAD2-3661-3F1C2AD63CF6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5">
              <a:extLst>
                <a:ext uri="{FF2B5EF4-FFF2-40B4-BE49-F238E27FC236}">
                  <a16:creationId xmlns:a16="http://schemas.microsoft.com/office/drawing/2014/main" id="{AB68CB6B-EBA0-E243-0E69-9095564650B6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5">
              <a:extLst>
                <a:ext uri="{FF2B5EF4-FFF2-40B4-BE49-F238E27FC236}">
                  <a16:creationId xmlns:a16="http://schemas.microsoft.com/office/drawing/2014/main" id="{4D12E257-CEF9-7EAA-8BE2-9CB0F2CDEBB0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5">
              <a:extLst>
                <a:ext uri="{FF2B5EF4-FFF2-40B4-BE49-F238E27FC236}">
                  <a16:creationId xmlns:a16="http://schemas.microsoft.com/office/drawing/2014/main" id="{6C66051A-00DF-B8B9-81FF-EBC20B040212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5">
              <a:extLst>
                <a:ext uri="{FF2B5EF4-FFF2-40B4-BE49-F238E27FC236}">
                  <a16:creationId xmlns:a16="http://schemas.microsoft.com/office/drawing/2014/main" id="{3F364C15-CA10-BA6A-DB6D-4F904EFA25A6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5">
              <a:extLst>
                <a:ext uri="{FF2B5EF4-FFF2-40B4-BE49-F238E27FC236}">
                  <a16:creationId xmlns:a16="http://schemas.microsoft.com/office/drawing/2014/main" id="{5602DEB7-36C0-0244-E2BD-88021E5B5925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5">
              <a:extLst>
                <a:ext uri="{FF2B5EF4-FFF2-40B4-BE49-F238E27FC236}">
                  <a16:creationId xmlns:a16="http://schemas.microsoft.com/office/drawing/2014/main" id="{9458ECCD-035E-1DE6-C7DE-170B4E52C970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5">
              <a:extLst>
                <a:ext uri="{FF2B5EF4-FFF2-40B4-BE49-F238E27FC236}">
                  <a16:creationId xmlns:a16="http://schemas.microsoft.com/office/drawing/2014/main" id="{4B13F278-2179-4901-88D6-E6299270E2AC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55">
            <a:extLst>
              <a:ext uri="{FF2B5EF4-FFF2-40B4-BE49-F238E27FC236}">
                <a16:creationId xmlns:a16="http://schemas.microsoft.com/office/drawing/2014/main" id="{53A52D0D-DC9E-57D1-6BD4-3CFE0FDFE981}"/>
              </a:ext>
            </a:extLst>
          </p:cNvPr>
          <p:cNvGrpSpPr/>
          <p:nvPr/>
        </p:nvGrpSpPr>
        <p:grpSpPr>
          <a:xfrm rot="7663756" flipH="1">
            <a:off x="6671688" y="2913744"/>
            <a:ext cx="738522" cy="1055892"/>
            <a:chOff x="1454195" y="1382913"/>
            <a:chExt cx="73893" cy="105660"/>
          </a:xfrm>
        </p:grpSpPr>
        <p:sp>
          <p:nvSpPr>
            <p:cNvPr id="1766" name="Google Shape;1766;p55">
              <a:extLst>
                <a:ext uri="{FF2B5EF4-FFF2-40B4-BE49-F238E27FC236}">
                  <a16:creationId xmlns:a16="http://schemas.microsoft.com/office/drawing/2014/main" id="{604D1AFF-6360-FB30-8FF0-B3B1FA2A08B0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7" name="Google Shape;1767;p55">
              <a:extLst>
                <a:ext uri="{FF2B5EF4-FFF2-40B4-BE49-F238E27FC236}">
                  <a16:creationId xmlns:a16="http://schemas.microsoft.com/office/drawing/2014/main" id="{43B1B693-B65D-6101-9602-5D2233D65E85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5">
              <a:extLst>
                <a:ext uri="{FF2B5EF4-FFF2-40B4-BE49-F238E27FC236}">
                  <a16:creationId xmlns:a16="http://schemas.microsoft.com/office/drawing/2014/main" id="{ED708D91-4904-779D-6302-D8EC5BF91DAC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9" name="Google Shape;1769;p55">
            <a:extLst>
              <a:ext uri="{FF2B5EF4-FFF2-40B4-BE49-F238E27FC236}">
                <a16:creationId xmlns:a16="http://schemas.microsoft.com/office/drawing/2014/main" id="{7DF0EEA0-5AF2-2B80-CA98-ED7E494AFA94}"/>
              </a:ext>
            </a:extLst>
          </p:cNvPr>
          <p:cNvGrpSpPr/>
          <p:nvPr/>
        </p:nvGrpSpPr>
        <p:grpSpPr>
          <a:xfrm rot="-1340052">
            <a:off x="7701113" y="402540"/>
            <a:ext cx="2133564" cy="1698024"/>
            <a:chOff x="1382891" y="1957553"/>
            <a:chExt cx="215970" cy="171877"/>
          </a:xfrm>
        </p:grpSpPr>
        <p:sp>
          <p:nvSpPr>
            <p:cNvPr id="1770" name="Google Shape;1770;p55">
              <a:extLst>
                <a:ext uri="{FF2B5EF4-FFF2-40B4-BE49-F238E27FC236}">
                  <a16:creationId xmlns:a16="http://schemas.microsoft.com/office/drawing/2014/main" id="{B7EAF4F4-B6EE-A1A0-87E0-FA326FC72F03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5">
              <a:extLst>
                <a:ext uri="{FF2B5EF4-FFF2-40B4-BE49-F238E27FC236}">
                  <a16:creationId xmlns:a16="http://schemas.microsoft.com/office/drawing/2014/main" id="{DB0DED22-6497-0E9C-6063-CD3D9DD8DE5E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5">
              <a:extLst>
                <a:ext uri="{FF2B5EF4-FFF2-40B4-BE49-F238E27FC236}">
                  <a16:creationId xmlns:a16="http://schemas.microsoft.com/office/drawing/2014/main" id="{EC08CECB-DB0D-58EA-5D50-327A4E670A2B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5">
              <a:extLst>
                <a:ext uri="{FF2B5EF4-FFF2-40B4-BE49-F238E27FC236}">
                  <a16:creationId xmlns:a16="http://schemas.microsoft.com/office/drawing/2014/main" id="{BC8D85EF-D87D-44D8-B39C-14A11404DB2A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5">
              <a:extLst>
                <a:ext uri="{FF2B5EF4-FFF2-40B4-BE49-F238E27FC236}">
                  <a16:creationId xmlns:a16="http://schemas.microsoft.com/office/drawing/2014/main" id="{53A5B335-DD38-2DE3-A94F-845F913EA74C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5">
              <a:extLst>
                <a:ext uri="{FF2B5EF4-FFF2-40B4-BE49-F238E27FC236}">
                  <a16:creationId xmlns:a16="http://schemas.microsoft.com/office/drawing/2014/main" id="{5777F0E5-B45B-EA37-4266-E80713BEE391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5">
              <a:extLst>
                <a:ext uri="{FF2B5EF4-FFF2-40B4-BE49-F238E27FC236}">
                  <a16:creationId xmlns:a16="http://schemas.microsoft.com/office/drawing/2014/main" id="{4CBDEF50-9A17-7692-8332-ACBE145989ED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5">
              <a:extLst>
                <a:ext uri="{FF2B5EF4-FFF2-40B4-BE49-F238E27FC236}">
                  <a16:creationId xmlns:a16="http://schemas.microsoft.com/office/drawing/2014/main" id="{7CAFCA04-0C49-342D-0B41-26F8A12F3F34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5">
              <a:extLst>
                <a:ext uri="{FF2B5EF4-FFF2-40B4-BE49-F238E27FC236}">
                  <a16:creationId xmlns:a16="http://schemas.microsoft.com/office/drawing/2014/main" id="{B9B84AE0-D1C2-569F-1CD8-AF7F44AFF4FB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5">
              <a:extLst>
                <a:ext uri="{FF2B5EF4-FFF2-40B4-BE49-F238E27FC236}">
                  <a16:creationId xmlns:a16="http://schemas.microsoft.com/office/drawing/2014/main" id="{5BB6D834-BF8A-F998-42C6-76631DD068AA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5">
              <a:extLst>
                <a:ext uri="{FF2B5EF4-FFF2-40B4-BE49-F238E27FC236}">
                  <a16:creationId xmlns:a16="http://schemas.microsoft.com/office/drawing/2014/main" id="{43F376E2-AEF9-D65E-8A23-33D81BAE8849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5">
              <a:extLst>
                <a:ext uri="{FF2B5EF4-FFF2-40B4-BE49-F238E27FC236}">
                  <a16:creationId xmlns:a16="http://schemas.microsoft.com/office/drawing/2014/main" id="{DF07823C-197C-6A02-5CD9-06B7C2505A8B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5">
              <a:extLst>
                <a:ext uri="{FF2B5EF4-FFF2-40B4-BE49-F238E27FC236}">
                  <a16:creationId xmlns:a16="http://schemas.microsoft.com/office/drawing/2014/main" id="{2F3EB1B2-30FC-EC59-C905-0D69A90C20B5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5">
              <a:extLst>
                <a:ext uri="{FF2B5EF4-FFF2-40B4-BE49-F238E27FC236}">
                  <a16:creationId xmlns:a16="http://schemas.microsoft.com/office/drawing/2014/main" id="{827AF3B3-2E57-0BA1-5229-00D468B97624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5">
              <a:extLst>
                <a:ext uri="{FF2B5EF4-FFF2-40B4-BE49-F238E27FC236}">
                  <a16:creationId xmlns:a16="http://schemas.microsoft.com/office/drawing/2014/main" id="{90288F2D-B4A2-3728-4759-EC3DDDC79DB5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5">
              <a:extLst>
                <a:ext uri="{FF2B5EF4-FFF2-40B4-BE49-F238E27FC236}">
                  <a16:creationId xmlns:a16="http://schemas.microsoft.com/office/drawing/2014/main" id="{F178257A-46E0-05AD-D14A-482EA6F330CD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6" name="Google Shape;1786;p55">
            <a:extLst>
              <a:ext uri="{FF2B5EF4-FFF2-40B4-BE49-F238E27FC236}">
                <a16:creationId xmlns:a16="http://schemas.microsoft.com/office/drawing/2014/main" id="{66767406-D30C-7599-766C-B574E33A578C}"/>
              </a:ext>
            </a:extLst>
          </p:cNvPr>
          <p:cNvGrpSpPr/>
          <p:nvPr/>
        </p:nvGrpSpPr>
        <p:grpSpPr>
          <a:xfrm>
            <a:off x="6612760" y="861657"/>
            <a:ext cx="1017205" cy="702994"/>
            <a:chOff x="1759879" y="1393055"/>
            <a:chExt cx="133651" cy="92367"/>
          </a:xfrm>
        </p:grpSpPr>
        <p:sp>
          <p:nvSpPr>
            <p:cNvPr id="1787" name="Google Shape;1787;p55">
              <a:extLst>
                <a:ext uri="{FF2B5EF4-FFF2-40B4-BE49-F238E27FC236}">
                  <a16:creationId xmlns:a16="http://schemas.microsoft.com/office/drawing/2014/main" id="{C975D806-B4D4-ED60-39D4-3E0FE80769EB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5">
              <a:extLst>
                <a:ext uri="{FF2B5EF4-FFF2-40B4-BE49-F238E27FC236}">
                  <a16:creationId xmlns:a16="http://schemas.microsoft.com/office/drawing/2014/main" id="{719078B3-8F8E-F22E-74FD-984050490790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5">
              <a:extLst>
                <a:ext uri="{FF2B5EF4-FFF2-40B4-BE49-F238E27FC236}">
                  <a16:creationId xmlns:a16="http://schemas.microsoft.com/office/drawing/2014/main" id="{3E667CCE-AED6-FC2C-629C-B5EAB8058944}"/>
                </a:ext>
              </a:extLst>
            </p:cNvPr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5">
              <a:extLst>
                <a:ext uri="{FF2B5EF4-FFF2-40B4-BE49-F238E27FC236}">
                  <a16:creationId xmlns:a16="http://schemas.microsoft.com/office/drawing/2014/main" id="{0E39B889-F989-8BA9-95EA-0495D9E59FA4}"/>
                </a:ext>
              </a:extLst>
            </p:cNvPr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55">
            <a:extLst>
              <a:ext uri="{FF2B5EF4-FFF2-40B4-BE49-F238E27FC236}">
                <a16:creationId xmlns:a16="http://schemas.microsoft.com/office/drawing/2014/main" id="{5D30584C-DE00-0171-0717-FB9D11F08E49}"/>
              </a:ext>
            </a:extLst>
          </p:cNvPr>
          <p:cNvGrpSpPr/>
          <p:nvPr/>
        </p:nvGrpSpPr>
        <p:grpSpPr>
          <a:xfrm rot="3281018">
            <a:off x="4568770" y="972924"/>
            <a:ext cx="2016236" cy="1604637"/>
            <a:chOff x="1382891" y="1957553"/>
            <a:chExt cx="215970" cy="171877"/>
          </a:xfrm>
        </p:grpSpPr>
        <p:sp>
          <p:nvSpPr>
            <p:cNvPr id="1792" name="Google Shape;1792;p55">
              <a:extLst>
                <a:ext uri="{FF2B5EF4-FFF2-40B4-BE49-F238E27FC236}">
                  <a16:creationId xmlns:a16="http://schemas.microsoft.com/office/drawing/2014/main" id="{B5E70427-392B-3CCC-ACCF-205678BCAB1E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5">
              <a:extLst>
                <a:ext uri="{FF2B5EF4-FFF2-40B4-BE49-F238E27FC236}">
                  <a16:creationId xmlns:a16="http://schemas.microsoft.com/office/drawing/2014/main" id="{3A20C737-A39D-DA72-0013-CC2E95E4085B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5">
              <a:extLst>
                <a:ext uri="{FF2B5EF4-FFF2-40B4-BE49-F238E27FC236}">
                  <a16:creationId xmlns:a16="http://schemas.microsoft.com/office/drawing/2014/main" id="{86796073-63C7-BD39-F796-42D11BD79294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5">
              <a:extLst>
                <a:ext uri="{FF2B5EF4-FFF2-40B4-BE49-F238E27FC236}">
                  <a16:creationId xmlns:a16="http://schemas.microsoft.com/office/drawing/2014/main" id="{096EA240-213C-A77B-14B0-E61BA0D760D3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5">
              <a:extLst>
                <a:ext uri="{FF2B5EF4-FFF2-40B4-BE49-F238E27FC236}">
                  <a16:creationId xmlns:a16="http://schemas.microsoft.com/office/drawing/2014/main" id="{F6F34A9F-15E5-817D-6A2F-7564ADF5813A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5">
              <a:extLst>
                <a:ext uri="{FF2B5EF4-FFF2-40B4-BE49-F238E27FC236}">
                  <a16:creationId xmlns:a16="http://schemas.microsoft.com/office/drawing/2014/main" id="{528BF4A9-8D3B-8B2F-3519-A1D62D61B66C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5">
              <a:extLst>
                <a:ext uri="{FF2B5EF4-FFF2-40B4-BE49-F238E27FC236}">
                  <a16:creationId xmlns:a16="http://schemas.microsoft.com/office/drawing/2014/main" id="{00D23D6C-C8AA-2B3F-CD8A-783755A841EA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5">
              <a:extLst>
                <a:ext uri="{FF2B5EF4-FFF2-40B4-BE49-F238E27FC236}">
                  <a16:creationId xmlns:a16="http://schemas.microsoft.com/office/drawing/2014/main" id="{34D07B09-629A-D583-5351-34E739C954F2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5">
              <a:extLst>
                <a:ext uri="{FF2B5EF4-FFF2-40B4-BE49-F238E27FC236}">
                  <a16:creationId xmlns:a16="http://schemas.microsoft.com/office/drawing/2014/main" id="{DD9243A3-B21A-4C30-406D-367C235B7B2C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5">
              <a:extLst>
                <a:ext uri="{FF2B5EF4-FFF2-40B4-BE49-F238E27FC236}">
                  <a16:creationId xmlns:a16="http://schemas.microsoft.com/office/drawing/2014/main" id="{802484C6-3590-3929-B9FB-3A4005D9FC2D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5">
              <a:extLst>
                <a:ext uri="{FF2B5EF4-FFF2-40B4-BE49-F238E27FC236}">
                  <a16:creationId xmlns:a16="http://schemas.microsoft.com/office/drawing/2014/main" id="{45A93582-D46F-C7E2-2535-AC8A9FE9AD29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5">
              <a:extLst>
                <a:ext uri="{FF2B5EF4-FFF2-40B4-BE49-F238E27FC236}">
                  <a16:creationId xmlns:a16="http://schemas.microsoft.com/office/drawing/2014/main" id="{E4DB967E-7EC8-375F-61A2-359893FA2C46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5">
              <a:extLst>
                <a:ext uri="{FF2B5EF4-FFF2-40B4-BE49-F238E27FC236}">
                  <a16:creationId xmlns:a16="http://schemas.microsoft.com/office/drawing/2014/main" id="{FD10D3F6-536C-C797-3BE8-6FBF58CC9B30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5">
              <a:extLst>
                <a:ext uri="{FF2B5EF4-FFF2-40B4-BE49-F238E27FC236}">
                  <a16:creationId xmlns:a16="http://schemas.microsoft.com/office/drawing/2014/main" id="{E921E3BB-07FB-E6EF-9667-52C2AB916A40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5">
              <a:extLst>
                <a:ext uri="{FF2B5EF4-FFF2-40B4-BE49-F238E27FC236}">
                  <a16:creationId xmlns:a16="http://schemas.microsoft.com/office/drawing/2014/main" id="{9F610EFB-0916-581F-0FFA-3D65AE0F2212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5">
              <a:extLst>
                <a:ext uri="{FF2B5EF4-FFF2-40B4-BE49-F238E27FC236}">
                  <a16:creationId xmlns:a16="http://schemas.microsoft.com/office/drawing/2014/main" id="{FC68927E-3669-01F3-0A36-F8E1E9D8892D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765;p55">
            <a:extLst>
              <a:ext uri="{FF2B5EF4-FFF2-40B4-BE49-F238E27FC236}">
                <a16:creationId xmlns:a16="http://schemas.microsoft.com/office/drawing/2014/main" id="{56AA53AD-FEBC-852B-8E8D-E2E246C7003F}"/>
              </a:ext>
            </a:extLst>
          </p:cNvPr>
          <p:cNvGrpSpPr/>
          <p:nvPr/>
        </p:nvGrpSpPr>
        <p:grpSpPr>
          <a:xfrm rot="7663756" flipH="1">
            <a:off x="456898" y="1777028"/>
            <a:ext cx="738522" cy="1055892"/>
            <a:chOff x="1454195" y="1382913"/>
            <a:chExt cx="73893" cy="105660"/>
          </a:xfrm>
        </p:grpSpPr>
        <p:sp>
          <p:nvSpPr>
            <p:cNvPr id="5" name="Google Shape;1766;p55">
              <a:extLst>
                <a:ext uri="{FF2B5EF4-FFF2-40B4-BE49-F238E27FC236}">
                  <a16:creationId xmlns:a16="http://schemas.microsoft.com/office/drawing/2014/main" id="{A613BCE6-1A4F-C6FF-4F34-DC48F643DF15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767;p55">
              <a:extLst>
                <a:ext uri="{FF2B5EF4-FFF2-40B4-BE49-F238E27FC236}">
                  <a16:creationId xmlns:a16="http://schemas.microsoft.com/office/drawing/2014/main" id="{85154631-622D-6201-436B-278AAADB862E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68;p55">
              <a:extLst>
                <a:ext uri="{FF2B5EF4-FFF2-40B4-BE49-F238E27FC236}">
                  <a16:creationId xmlns:a16="http://schemas.microsoft.com/office/drawing/2014/main" id="{BAE26ECA-C7C9-14D7-8D76-E69F11CF0DE6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447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6C1FDB05-0722-F263-D2B9-30D66E04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0">
            <a:extLst>
              <a:ext uri="{FF2B5EF4-FFF2-40B4-BE49-F238E27FC236}">
                <a16:creationId xmlns:a16="http://schemas.microsoft.com/office/drawing/2014/main" id="{B19A4CDB-16E5-1716-FA8E-E0578BF3B3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0582" y="1023248"/>
            <a:ext cx="4211215" cy="40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>
                <a:cs typeface="Arial"/>
              </a:rPr>
              <a:t>Filas e Itens da Fila</a:t>
            </a:r>
            <a:r>
              <a:rPr lang="pt-BR" b="1" dirty="0"/>
              <a:t>:</a:t>
            </a:r>
          </a:p>
        </p:txBody>
      </p:sp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4B59929D-D1DB-9D3A-50DC-85C2CDEB94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27701" y="1449355"/>
            <a:ext cx="4259656" cy="3130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cs typeface="Arial"/>
                <a:sym typeface="Arial"/>
              </a:rPr>
              <a:t>Filas: representam o conjunto de itens (ou clientes) aguardando para serem processados.</a:t>
            </a:r>
          </a:p>
          <a:p>
            <a:pPr marL="139700" indent="0">
              <a:buClr>
                <a:schemeClr val="tx1"/>
              </a:buClr>
              <a:buSzPct val="200000"/>
            </a:pPr>
            <a:endParaRPr lang="pt-BR" dirty="0">
              <a:cs typeface="Arial"/>
              <a:sym typeface="Arial"/>
            </a:endParaRPr>
          </a:p>
          <a:p>
            <a:pPr marL="42545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cs typeface="Arial"/>
                <a:sym typeface="Arial"/>
              </a:rPr>
              <a:t>Itens da fila: no caso da fábrica, cada lote de cookies é um item aguardando para ser assado.</a:t>
            </a:r>
          </a:p>
          <a:p>
            <a:pPr marL="139700" indent="0">
              <a:buClr>
                <a:schemeClr val="tx1"/>
              </a:buClr>
              <a:buSzPct val="200000"/>
            </a:pPr>
            <a:endParaRPr lang="pt-BR" dirty="0">
              <a:cs typeface="Arial"/>
              <a:sym typeface="Arial"/>
            </a:endParaRPr>
          </a:p>
          <a:p>
            <a:pPr marL="42545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cs typeface="Arial"/>
                <a:sym typeface="Arial"/>
              </a:rPr>
              <a:t>As filas possuem características como tamanho máximo, ordem de atendimento (FIFO, prioridade) e taxa de chegada.</a:t>
            </a:r>
          </a:p>
          <a:p>
            <a:pPr marL="139700" indent="0">
              <a:buClr>
                <a:schemeClr val="tx1"/>
              </a:buClr>
              <a:buSzPct val="200000"/>
            </a:pPr>
            <a:endParaRPr lang="pt-BR" dirty="0">
              <a:cs typeface="Arial"/>
              <a:sym typeface="Arial"/>
            </a:endParaRPr>
          </a:p>
          <a:p>
            <a:pPr marL="42545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cs typeface="Arial"/>
                <a:sym typeface="Arial"/>
              </a:rPr>
              <a:t>A esteira funciona como a própria fila, movimentando os lotes até os fornos</a:t>
            </a:r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CD2CBA0C-0BF7-F296-E322-91A27EDC0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Conceitos Fundamentais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26569F0C-A05E-F16E-6B09-666F897E12CB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CA225A2C-A0B2-691D-90ED-2F5746C6D93D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76F9A5E4-FEFA-A82C-365C-F4A861054190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1FA75FBE-B7D4-6149-4CF2-BFADFC2EBE8B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2B264B51-28ED-6871-703F-4C6981F38AF1}"/>
              </a:ext>
            </a:extLst>
          </p:cNvPr>
          <p:cNvGrpSpPr/>
          <p:nvPr/>
        </p:nvGrpSpPr>
        <p:grpSpPr>
          <a:xfrm rot="1848519">
            <a:off x="8203085" y="4348214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D57489CE-740B-DCDE-E658-F7F78A4AABA6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5910F0BC-1DAC-78D1-7EC7-FE32179A74C6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47114E3F-0997-F317-DF7A-27ED2A61F8FA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9D579316-210B-607D-57CB-D84969CACC7F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3775E1AE-4450-0E0D-A188-3B2FEC650750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2E264431-9BFC-7376-AE4F-D7506887C5FB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636B2790-11F3-42B0-47A8-862F05C40B51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3269B1EB-7D36-CD17-A63A-0A6C6C47BF13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8F2604D8-5F07-9C3A-C5BF-47E2AC871B78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40B9D2DB-5DDC-DF11-0CC4-02F56B2E5321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C67AECE5-C514-FD45-8D03-B7C74027C643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00590148-690C-8717-BF51-7F673C9918E9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1D919214-5415-6C2C-F56E-7DF353BD2E45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82E2D52C-650B-F617-A40A-12EA9D9B7546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D59DFF14-6651-99BE-624C-8999E1EF2855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84227E10-D800-08D0-58EF-93F5916EC200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E58A84-FC67-96CB-B016-6FB5B4E6FE7B}"/>
              </a:ext>
            </a:extLst>
          </p:cNvPr>
          <p:cNvSpPr txBox="1"/>
          <p:nvPr/>
        </p:nvSpPr>
        <p:spPr>
          <a:xfrm>
            <a:off x="4567284" y="1460101"/>
            <a:ext cx="4073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Os servidores são os recursos que realizam o processamento dos itens.</a:t>
            </a:r>
          </a:p>
          <a:p>
            <a:pPr marL="139700" lvl="0">
              <a:buClr>
                <a:schemeClr val="tx1"/>
              </a:buClr>
              <a:buSzPct val="200000"/>
            </a:pP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Na simulação, os fornos são os servidores, pois recebem um lote, assam e liberam o produto final.</a:t>
            </a:r>
          </a:p>
          <a:p>
            <a:pPr marL="139700" lvl="0">
              <a:buClr>
                <a:schemeClr val="tx1"/>
              </a:buClr>
              <a:buSzPct val="200000"/>
            </a:pP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Cada servidor possui uma capacidade (quantos lotes pode processar simultaneamente) e um tempo de serviço (tempo necessário para assar).</a:t>
            </a:r>
          </a:p>
          <a:p>
            <a:pPr marL="139700" lvl="0">
              <a:buClr>
                <a:schemeClr val="tx1"/>
              </a:buClr>
              <a:buSzPct val="200000"/>
            </a:pPr>
            <a:endParaRPr lang="pt-BR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425450" lvl="0" indent="-285750">
              <a:buClr>
                <a:schemeClr val="tx1"/>
              </a:buClr>
              <a:buSzPct val="2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pt-BR" dirty="0">
                <a:solidFill>
                  <a:schemeClr val="dk1"/>
                </a:solidFill>
                <a:latin typeface="Montserrat Medium"/>
                <a:sym typeface="Montserrat Medium"/>
              </a:rPr>
              <a:t>O objetivo é equilibrar a taxa de chegada (produção da esteira) e a taxa de serviço (capacidade dos fornos).</a:t>
            </a:r>
          </a:p>
        </p:txBody>
      </p:sp>
      <p:sp>
        <p:nvSpPr>
          <p:cNvPr id="2" name="Google Shape;1560;p50">
            <a:extLst>
              <a:ext uri="{FF2B5EF4-FFF2-40B4-BE49-F238E27FC236}">
                <a16:creationId xmlns:a16="http://schemas.microsoft.com/office/drawing/2014/main" id="{49C912C5-52E8-B48C-B0AE-B51BEAFDB66E}"/>
              </a:ext>
            </a:extLst>
          </p:cNvPr>
          <p:cNvSpPr txBox="1">
            <a:spLocks/>
          </p:cNvSpPr>
          <p:nvPr/>
        </p:nvSpPr>
        <p:spPr>
          <a:xfrm>
            <a:off x="4566846" y="1019334"/>
            <a:ext cx="4211215" cy="40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pt-BR" b="1" dirty="0"/>
              <a:t>Servidores ou Consumidores das Filas: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58546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FBC3177D-0E58-D353-123F-17D50234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50">
            <a:extLst>
              <a:ext uri="{FF2B5EF4-FFF2-40B4-BE49-F238E27FC236}">
                <a16:creationId xmlns:a16="http://schemas.microsoft.com/office/drawing/2014/main" id="{D73824E6-C370-56CF-9BFC-F2A475DDB6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7701" y="1023221"/>
            <a:ext cx="4211215" cy="408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b="1" dirty="0"/>
              <a:t>Possíveis Formatos de Consumo das Filas:</a:t>
            </a:r>
          </a:p>
        </p:txBody>
      </p:sp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A5E486DA-DDCA-151D-C4BA-EC3E6BCD466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27701" y="1449355"/>
            <a:ext cx="4259656" cy="3130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b="1" dirty="0"/>
              <a:t>Fila Única + Múltiplos Fornos</a:t>
            </a:r>
          </a:p>
          <a:p>
            <a:pPr lvl="0"/>
            <a:endParaRPr lang="pt-BR" b="1" dirty="0"/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r>
              <a:rPr lang="pt-BR" dirty="0">
                <a:cs typeface="Arial"/>
                <a:sym typeface="Arial"/>
              </a:rPr>
              <a:t>Todos os lotes formam uma única fila central.</a:t>
            </a:r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endParaRPr lang="pt-BR" dirty="0">
              <a:cs typeface="Arial"/>
              <a:sym typeface="Arial"/>
            </a:endParaRPr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r>
              <a:rPr lang="pt-BR" dirty="0">
                <a:cs typeface="Arial"/>
                <a:sym typeface="Arial"/>
              </a:rPr>
              <a:t>Os fornos compartilham essa fila, pegando o próximo lote disponível.</a:t>
            </a:r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endParaRPr lang="pt-BR" dirty="0">
              <a:cs typeface="Arial"/>
              <a:sym typeface="Arial"/>
            </a:endParaRPr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r>
              <a:rPr lang="pt-BR" dirty="0">
                <a:cs typeface="Arial"/>
                <a:sym typeface="Arial"/>
              </a:rPr>
              <a:t>É o modelo mais eficiente, pois reduz o tempo de espera e evita fornos ociosos.</a:t>
            </a:r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endParaRPr lang="pt-BR" dirty="0">
              <a:cs typeface="Arial"/>
              <a:sym typeface="Arial"/>
            </a:endParaRPr>
          </a:p>
          <a:p>
            <a:pPr>
              <a:buClr>
                <a:schemeClr val="tx1"/>
              </a:buClr>
              <a:buSzPct val="200000"/>
              <a:buFont typeface="Arial"/>
              <a:buChar char="•"/>
            </a:pPr>
            <a:r>
              <a:rPr lang="pt-BR" dirty="0">
                <a:cs typeface="Arial"/>
                <a:sym typeface="Arial"/>
              </a:rPr>
              <a:t>Ideal quando todos os fornos possuem a mesma capacidade.</a:t>
            </a:r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1B15FF43-FBF4-E11C-CA38-298D41E8A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Conceitos Fundamentais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28115B7B-C8DF-6B32-2678-96A1B359A31B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D2C434C5-425B-42DB-2FE3-32A7CD8D1974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4773F4EF-5713-42FD-D711-2518B9BC72B4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03BDCBDC-BE8A-CA1D-B688-2A4C6614ECCD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6F9CF806-51CD-759B-4C03-131A9CF1DB15}"/>
              </a:ext>
            </a:extLst>
          </p:cNvPr>
          <p:cNvGrpSpPr/>
          <p:nvPr/>
        </p:nvGrpSpPr>
        <p:grpSpPr>
          <a:xfrm rot="1848519">
            <a:off x="8203085" y="4348214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1B765BF6-4349-89E9-F636-D427957CA8AD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299E3435-7344-59CD-7F99-E7A6EE3476B9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AABB1955-7585-2C71-EC90-114AB9F0348B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E241FDAD-3175-BDBE-8A0B-E32975F8EC79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F4709E22-36F6-8DED-49D6-65130DF51B30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B19C42A1-6305-3FD8-4D2E-25DE53AB8CF3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030860D6-CAD0-45B1-8C5E-CA61822A206B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DCFB8CE8-9C50-48AB-6B0E-9B00B1BDE7EA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74E7867A-9B44-D096-70FD-B22B9FADD53E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9D40E306-1B1A-3C09-BFA7-60087C23FFA8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22C6B2BD-289D-794C-457B-6D7F35611F54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BFC3A4B8-64E0-7C66-9288-C11896DA899A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B4BCEBF5-FEA1-6978-D18E-0F44993914C6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C45B62E4-6F39-683D-A31E-0F6A3786C7AF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F6CC0FF4-B0AE-17D8-6163-AAA07F1E8589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DD1A474F-8A36-F5D4-416F-23366E7BD3C5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561;p50">
            <a:extLst>
              <a:ext uri="{FF2B5EF4-FFF2-40B4-BE49-F238E27FC236}">
                <a16:creationId xmlns:a16="http://schemas.microsoft.com/office/drawing/2014/main" id="{82EBA68B-27C3-DF77-2FC4-1F0EED217192}"/>
              </a:ext>
            </a:extLst>
          </p:cNvPr>
          <p:cNvSpPr txBox="1">
            <a:spLocks/>
          </p:cNvSpPr>
          <p:nvPr/>
        </p:nvSpPr>
        <p:spPr>
          <a:xfrm>
            <a:off x="4518405" y="1533096"/>
            <a:ext cx="4259656" cy="287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lvl="0"/>
            <a:r>
              <a:rPr lang="pt-BR" b="1" dirty="0"/>
              <a:t>Múltiplas Filas + Múltiplos Fornos</a:t>
            </a:r>
          </a:p>
          <a:p>
            <a:pPr lvl="0"/>
            <a:endParaRPr lang="pt-BR" b="1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Cada forno tem sua própria fila.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Os lotes escolhem para qual fila entrar.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Pode gerar desigualdade entre as filas (um forno pode ficar sobrecarregado enquanto outro está livre).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Representa bem situações reais onde os fornos ficam separados fisicamente.</a:t>
            </a:r>
          </a:p>
        </p:txBody>
      </p:sp>
    </p:spTree>
    <p:extLst>
      <p:ext uri="{BB962C8B-B14F-4D97-AF65-F5344CB8AC3E}">
        <p14:creationId xmlns:p14="http://schemas.microsoft.com/office/powerpoint/2010/main" val="306200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4E0A67AA-1885-FE6D-8415-83E152A4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B2184025-9683-91C8-D77E-2EB4C639D94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76140" y="1538957"/>
            <a:ext cx="5084054" cy="3130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b="1" dirty="0"/>
              <a:t>Múltiplas Filas + Um Forno</a:t>
            </a:r>
          </a:p>
          <a:p>
            <a:pPr lvl="0"/>
            <a:endParaRPr lang="pt-BR" b="1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Diversas filas competem por um único forno.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O forno se torna o </a:t>
            </a:r>
            <a:r>
              <a:rPr lang="pt-BR" b="1" dirty="0"/>
              <a:t>gargalo do sistema</a:t>
            </a:r>
            <a:r>
              <a:rPr lang="pt-BR" dirty="0"/>
              <a:t>, causando acúmulo de lotes na espera.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dirty="0"/>
              <a:t>Serve como modelo comparativo para mostrar como a falta de servidores impacta o desempenho.</a:t>
            </a:r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CDFD310B-6C30-9E70-EC88-F9BE626E2B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Conceitos Fundamentais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2DA57685-23D6-22EB-7980-1C89E5315BCA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3FFF39DA-C03B-77B5-2F7D-82DEF9F0BB8C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2C898C1D-E3AD-6044-FC11-0D1C83F821A2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687C4B9D-6C3A-3F16-6700-D1C59117CF06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D8ECD652-571F-D8D7-3682-F0EA5D1FE158}"/>
              </a:ext>
            </a:extLst>
          </p:cNvPr>
          <p:cNvGrpSpPr/>
          <p:nvPr/>
        </p:nvGrpSpPr>
        <p:grpSpPr>
          <a:xfrm rot="1848519">
            <a:off x="-450724" y="4167822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5FF9F3DF-B9F2-7BD5-562C-103EEF6EFD54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39C4962E-EC81-1327-08BA-85B13EDE370B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120EC79E-B867-5797-2AD9-4962B7CB166C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AC26AEA5-87FA-FEF7-9DC4-A28B2E838A59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78896F95-228E-31DA-BAB5-FF667A4A5380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C37328DB-8FE8-4D41-8153-B846293CB230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20E0A535-8CCE-11B0-E6DF-527DB41FC518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34DBE16E-0610-EDFC-6234-8FE91FEE56B5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DC091AC6-1AE7-A13B-F923-11ED8B20E263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1A6CE184-17A0-CBFB-A774-E8C245AF513C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8170E5D1-3FCC-FF8F-BE85-089A4CD93922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1D7C6825-6FF9-A9D5-808C-74499FAE3243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E7A8127C-6E9F-BCAD-6B5F-0D7444892345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248B63E1-6092-DCB9-D5DC-1443AA978B08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5E85F96E-2BA6-C4D0-7AD7-A788727F7664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B72FC246-C27E-F2EF-CF3B-15327C28B871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Google Shape;3095;p78">
            <a:extLst>
              <a:ext uri="{FF2B5EF4-FFF2-40B4-BE49-F238E27FC236}">
                <a16:creationId xmlns:a16="http://schemas.microsoft.com/office/drawing/2014/main" id="{732A2CB6-835A-D62A-2E4A-CC68AF89EC6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17274" t="-16192" r="17267" b="-16205"/>
          <a:stretch/>
        </p:blipFill>
        <p:spPr>
          <a:xfrm>
            <a:off x="6086627" y="1839116"/>
            <a:ext cx="2812800" cy="379170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Google Shape;3094;p78">
            <a:extLst>
              <a:ext uri="{FF2B5EF4-FFF2-40B4-BE49-F238E27FC236}">
                <a16:creationId xmlns:a16="http://schemas.microsoft.com/office/drawing/2014/main" id="{0398094E-D3E3-18D1-D219-1D625A74EF0F}"/>
              </a:ext>
            </a:extLst>
          </p:cNvPr>
          <p:cNvSpPr/>
          <p:nvPr/>
        </p:nvSpPr>
        <p:spPr>
          <a:xfrm rot="10800000" flipH="1">
            <a:off x="6003490" y="1771166"/>
            <a:ext cx="2979073" cy="39276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3121;p78">
            <a:extLst>
              <a:ext uri="{FF2B5EF4-FFF2-40B4-BE49-F238E27FC236}">
                <a16:creationId xmlns:a16="http://schemas.microsoft.com/office/drawing/2014/main" id="{563E0B3B-A515-807E-59E4-BC55DE379F2F}"/>
              </a:ext>
            </a:extLst>
          </p:cNvPr>
          <p:cNvGrpSpPr/>
          <p:nvPr/>
        </p:nvGrpSpPr>
        <p:grpSpPr>
          <a:xfrm rot="12214414" flipH="1">
            <a:off x="6361308" y="891495"/>
            <a:ext cx="1299698" cy="1944490"/>
            <a:chOff x="2915088" y="1067493"/>
            <a:chExt cx="250763" cy="375147"/>
          </a:xfrm>
        </p:grpSpPr>
        <p:sp>
          <p:nvSpPr>
            <p:cNvPr id="8" name="Google Shape;3122;p78">
              <a:extLst>
                <a:ext uri="{FF2B5EF4-FFF2-40B4-BE49-F238E27FC236}">
                  <a16:creationId xmlns:a16="http://schemas.microsoft.com/office/drawing/2014/main" id="{2DBF64BF-3DF2-0B4E-8B67-492163207964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23;p78">
              <a:extLst>
                <a:ext uri="{FF2B5EF4-FFF2-40B4-BE49-F238E27FC236}">
                  <a16:creationId xmlns:a16="http://schemas.microsoft.com/office/drawing/2014/main" id="{1AAF5E07-4077-7E5D-F7FA-ED9FBFA1CD77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24;p78">
              <a:extLst>
                <a:ext uri="{FF2B5EF4-FFF2-40B4-BE49-F238E27FC236}">
                  <a16:creationId xmlns:a16="http://schemas.microsoft.com/office/drawing/2014/main" id="{F71C07B9-146F-64B4-7EE9-AA06ADF0FF91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25;p78">
              <a:extLst>
                <a:ext uri="{FF2B5EF4-FFF2-40B4-BE49-F238E27FC236}">
                  <a16:creationId xmlns:a16="http://schemas.microsoft.com/office/drawing/2014/main" id="{C76EA02E-8F40-C556-8CC6-0EABB8D2C481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26;p78">
              <a:extLst>
                <a:ext uri="{FF2B5EF4-FFF2-40B4-BE49-F238E27FC236}">
                  <a16:creationId xmlns:a16="http://schemas.microsoft.com/office/drawing/2014/main" id="{3C201FE1-CBDE-6605-F2C2-EEBD1D065D31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27;p78">
              <a:extLst>
                <a:ext uri="{FF2B5EF4-FFF2-40B4-BE49-F238E27FC236}">
                  <a16:creationId xmlns:a16="http://schemas.microsoft.com/office/drawing/2014/main" id="{456F057E-2627-EC33-47D5-677950C70E2D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28;p78">
              <a:extLst>
                <a:ext uri="{FF2B5EF4-FFF2-40B4-BE49-F238E27FC236}">
                  <a16:creationId xmlns:a16="http://schemas.microsoft.com/office/drawing/2014/main" id="{CC3D7826-F434-5D3C-E17A-43F1ACBD2539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29;p78">
              <a:extLst>
                <a:ext uri="{FF2B5EF4-FFF2-40B4-BE49-F238E27FC236}">
                  <a16:creationId xmlns:a16="http://schemas.microsoft.com/office/drawing/2014/main" id="{F4B7EF68-3119-00B2-EA79-09C6C7BE6109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30;p78">
              <a:extLst>
                <a:ext uri="{FF2B5EF4-FFF2-40B4-BE49-F238E27FC236}">
                  <a16:creationId xmlns:a16="http://schemas.microsoft.com/office/drawing/2014/main" id="{D9C98EDC-1A61-10A1-49C7-E7E797B5E0E1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31;p78">
              <a:extLst>
                <a:ext uri="{FF2B5EF4-FFF2-40B4-BE49-F238E27FC236}">
                  <a16:creationId xmlns:a16="http://schemas.microsoft.com/office/drawing/2014/main" id="{F35F7C60-9D2E-60B8-26DB-BDDD4758FF16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32;p78">
              <a:extLst>
                <a:ext uri="{FF2B5EF4-FFF2-40B4-BE49-F238E27FC236}">
                  <a16:creationId xmlns:a16="http://schemas.microsoft.com/office/drawing/2014/main" id="{0A6C1F11-8262-FB1B-0CAF-693337AF48D8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33;p78">
              <a:extLst>
                <a:ext uri="{FF2B5EF4-FFF2-40B4-BE49-F238E27FC236}">
                  <a16:creationId xmlns:a16="http://schemas.microsoft.com/office/drawing/2014/main" id="{8729A5D7-177E-3753-A93E-E2B5B1824865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34;p78">
              <a:extLst>
                <a:ext uri="{FF2B5EF4-FFF2-40B4-BE49-F238E27FC236}">
                  <a16:creationId xmlns:a16="http://schemas.microsoft.com/office/drawing/2014/main" id="{D3964C04-08D2-3A70-2C43-EBC51D7713D2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35;p78">
              <a:extLst>
                <a:ext uri="{FF2B5EF4-FFF2-40B4-BE49-F238E27FC236}">
                  <a16:creationId xmlns:a16="http://schemas.microsoft.com/office/drawing/2014/main" id="{8DFDA720-BE76-2202-5F91-DAF1D5284318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36;p78">
              <a:extLst>
                <a:ext uri="{FF2B5EF4-FFF2-40B4-BE49-F238E27FC236}">
                  <a16:creationId xmlns:a16="http://schemas.microsoft.com/office/drawing/2014/main" id="{5CFAE924-FF00-58D1-5962-8DC668C7D762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37;p78">
              <a:extLst>
                <a:ext uri="{FF2B5EF4-FFF2-40B4-BE49-F238E27FC236}">
                  <a16:creationId xmlns:a16="http://schemas.microsoft.com/office/drawing/2014/main" id="{3B843152-00A3-52B6-B27A-9E1CD9706702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38;p78">
              <a:extLst>
                <a:ext uri="{FF2B5EF4-FFF2-40B4-BE49-F238E27FC236}">
                  <a16:creationId xmlns:a16="http://schemas.microsoft.com/office/drawing/2014/main" id="{127BCC72-27E9-ED6F-5AAF-AB8398E3242D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39;p78">
              <a:extLst>
                <a:ext uri="{FF2B5EF4-FFF2-40B4-BE49-F238E27FC236}">
                  <a16:creationId xmlns:a16="http://schemas.microsoft.com/office/drawing/2014/main" id="{834F4AA4-A349-BEDC-1E6B-44AA88A49E4D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40;p78">
              <a:extLst>
                <a:ext uri="{FF2B5EF4-FFF2-40B4-BE49-F238E27FC236}">
                  <a16:creationId xmlns:a16="http://schemas.microsoft.com/office/drawing/2014/main" id="{11AA0F4C-2228-D973-8261-E047C112B616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41;p78">
              <a:extLst>
                <a:ext uri="{FF2B5EF4-FFF2-40B4-BE49-F238E27FC236}">
                  <a16:creationId xmlns:a16="http://schemas.microsoft.com/office/drawing/2014/main" id="{79991E93-F3CE-51DE-D404-7EC09A6E227D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42;p78">
              <a:extLst>
                <a:ext uri="{FF2B5EF4-FFF2-40B4-BE49-F238E27FC236}">
                  <a16:creationId xmlns:a16="http://schemas.microsoft.com/office/drawing/2014/main" id="{BEFFCABB-AF6A-D00E-08DE-B250D729C574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43;p78">
              <a:extLst>
                <a:ext uri="{FF2B5EF4-FFF2-40B4-BE49-F238E27FC236}">
                  <a16:creationId xmlns:a16="http://schemas.microsoft.com/office/drawing/2014/main" id="{7699F7E6-D050-8312-9559-CB32B81D4BF6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4;p78">
              <a:extLst>
                <a:ext uri="{FF2B5EF4-FFF2-40B4-BE49-F238E27FC236}">
                  <a16:creationId xmlns:a16="http://schemas.microsoft.com/office/drawing/2014/main" id="{4EB3DF14-49A0-72F1-8D0A-F24764D4E3DB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3507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>
          <a:extLst>
            <a:ext uri="{FF2B5EF4-FFF2-40B4-BE49-F238E27FC236}">
              <a16:creationId xmlns:a16="http://schemas.microsoft.com/office/drawing/2014/main" id="{6FFC89E4-EE9D-0BD8-C957-0D5A68B82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374;p49">
            <a:extLst>
              <a:ext uri="{FF2B5EF4-FFF2-40B4-BE49-F238E27FC236}">
                <a16:creationId xmlns:a16="http://schemas.microsoft.com/office/drawing/2014/main" id="{0DA6BCF7-F962-F3B1-23DE-C5D2F3129F03}"/>
              </a:ext>
            </a:extLst>
          </p:cNvPr>
          <p:cNvGrpSpPr/>
          <p:nvPr/>
        </p:nvGrpSpPr>
        <p:grpSpPr>
          <a:xfrm>
            <a:off x="-3767923" y="-4779325"/>
            <a:ext cx="8232523" cy="8232452"/>
            <a:chOff x="-3767923" y="-4779325"/>
            <a:chExt cx="8232523" cy="8232452"/>
          </a:xfrm>
        </p:grpSpPr>
        <p:sp>
          <p:nvSpPr>
            <p:cNvPr id="1375" name="Google Shape;1375;p49">
              <a:extLst>
                <a:ext uri="{FF2B5EF4-FFF2-40B4-BE49-F238E27FC236}">
                  <a16:creationId xmlns:a16="http://schemas.microsoft.com/office/drawing/2014/main" id="{1DB9C354-1D4B-ACDF-A85E-FC124099748C}"/>
                </a:ext>
              </a:extLst>
            </p:cNvPr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9">
              <a:extLst>
                <a:ext uri="{FF2B5EF4-FFF2-40B4-BE49-F238E27FC236}">
                  <a16:creationId xmlns:a16="http://schemas.microsoft.com/office/drawing/2014/main" id="{9A6D614D-B5C8-3357-C08A-FBE2A14C40FD}"/>
                </a:ext>
              </a:extLst>
            </p:cNvPr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7" name="Google Shape;1377;p49">
            <a:extLst>
              <a:ext uri="{FF2B5EF4-FFF2-40B4-BE49-F238E27FC236}">
                <a16:creationId xmlns:a16="http://schemas.microsoft.com/office/drawing/2014/main" id="{F41B0E94-BB21-FDD1-5A20-126A3B6B3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4005" y="2954694"/>
            <a:ext cx="4956037" cy="29247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b="1" dirty="0"/>
              <a:t>Aplicações e Benefícios da Simulação</a:t>
            </a:r>
            <a:br>
              <a:rPr lang="pt-BR" sz="4800" dirty="0"/>
            </a:br>
            <a:endParaRPr sz="4800" dirty="0"/>
          </a:p>
        </p:txBody>
      </p:sp>
      <p:grpSp>
        <p:nvGrpSpPr>
          <p:cNvPr id="1381" name="Google Shape;1381;p49">
            <a:extLst>
              <a:ext uri="{FF2B5EF4-FFF2-40B4-BE49-F238E27FC236}">
                <a16:creationId xmlns:a16="http://schemas.microsoft.com/office/drawing/2014/main" id="{56E494C5-F4DC-A428-D24F-EAF089E7D2BC}"/>
              </a:ext>
            </a:extLst>
          </p:cNvPr>
          <p:cNvGrpSpPr/>
          <p:nvPr/>
        </p:nvGrpSpPr>
        <p:grpSpPr>
          <a:xfrm>
            <a:off x="1078735" y="394407"/>
            <a:ext cx="1017205" cy="702994"/>
            <a:chOff x="1759879" y="1393055"/>
            <a:chExt cx="133651" cy="92367"/>
          </a:xfrm>
        </p:grpSpPr>
        <p:sp>
          <p:nvSpPr>
            <p:cNvPr id="1382" name="Google Shape;1382;p49">
              <a:extLst>
                <a:ext uri="{FF2B5EF4-FFF2-40B4-BE49-F238E27FC236}">
                  <a16:creationId xmlns:a16="http://schemas.microsoft.com/office/drawing/2014/main" id="{8B793F74-B8EB-4559-ED35-EFEC45CDE293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9">
              <a:extLst>
                <a:ext uri="{FF2B5EF4-FFF2-40B4-BE49-F238E27FC236}">
                  <a16:creationId xmlns:a16="http://schemas.microsoft.com/office/drawing/2014/main" id="{F3A1DE2F-F331-563E-A986-C394EFC64C8C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9">
              <a:extLst>
                <a:ext uri="{FF2B5EF4-FFF2-40B4-BE49-F238E27FC236}">
                  <a16:creationId xmlns:a16="http://schemas.microsoft.com/office/drawing/2014/main" id="{B61DEA3F-523F-AE0F-1A5C-CED946742422}"/>
                </a:ext>
              </a:extLst>
            </p:cNvPr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9">
              <a:extLst>
                <a:ext uri="{FF2B5EF4-FFF2-40B4-BE49-F238E27FC236}">
                  <a16:creationId xmlns:a16="http://schemas.microsoft.com/office/drawing/2014/main" id="{46650D2A-CF3A-FC7D-8BBE-1A9E369C57FE}"/>
                </a:ext>
              </a:extLst>
            </p:cNvPr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49">
            <a:extLst>
              <a:ext uri="{FF2B5EF4-FFF2-40B4-BE49-F238E27FC236}">
                <a16:creationId xmlns:a16="http://schemas.microsoft.com/office/drawing/2014/main" id="{CEA0DED8-41DD-5267-D231-A703AB31A115}"/>
              </a:ext>
            </a:extLst>
          </p:cNvPr>
          <p:cNvGrpSpPr/>
          <p:nvPr/>
        </p:nvGrpSpPr>
        <p:grpSpPr>
          <a:xfrm>
            <a:off x="8075046" y="2368344"/>
            <a:ext cx="697909" cy="997823"/>
            <a:chOff x="1454195" y="1382913"/>
            <a:chExt cx="73893" cy="105660"/>
          </a:xfrm>
        </p:grpSpPr>
        <p:sp>
          <p:nvSpPr>
            <p:cNvPr id="1387" name="Google Shape;1387;p49">
              <a:extLst>
                <a:ext uri="{FF2B5EF4-FFF2-40B4-BE49-F238E27FC236}">
                  <a16:creationId xmlns:a16="http://schemas.microsoft.com/office/drawing/2014/main" id="{C6998697-7E26-8589-A790-24E1AF469F43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9">
              <a:extLst>
                <a:ext uri="{FF2B5EF4-FFF2-40B4-BE49-F238E27FC236}">
                  <a16:creationId xmlns:a16="http://schemas.microsoft.com/office/drawing/2014/main" id="{FE479D71-EAFF-4397-3E61-18CB0C450F63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9">
              <a:extLst>
                <a:ext uri="{FF2B5EF4-FFF2-40B4-BE49-F238E27FC236}">
                  <a16:creationId xmlns:a16="http://schemas.microsoft.com/office/drawing/2014/main" id="{4C0FE3A2-AA9E-9892-3A0D-3C8FB4416D1E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0" name="Google Shape;1390;p49">
            <a:extLst>
              <a:ext uri="{FF2B5EF4-FFF2-40B4-BE49-F238E27FC236}">
                <a16:creationId xmlns:a16="http://schemas.microsoft.com/office/drawing/2014/main" id="{989388EF-3E3B-CA93-AABE-BA7427CB9EEA}"/>
              </a:ext>
            </a:extLst>
          </p:cNvPr>
          <p:cNvGrpSpPr/>
          <p:nvPr/>
        </p:nvGrpSpPr>
        <p:grpSpPr>
          <a:xfrm rot="604036">
            <a:off x="5317370" y="-278714"/>
            <a:ext cx="3042704" cy="2960723"/>
            <a:chOff x="4797030" y="968261"/>
            <a:chExt cx="420955" cy="409597"/>
          </a:xfrm>
        </p:grpSpPr>
        <p:sp>
          <p:nvSpPr>
            <p:cNvPr id="1391" name="Google Shape;1391;p49">
              <a:extLst>
                <a:ext uri="{FF2B5EF4-FFF2-40B4-BE49-F238E27FC236}">
                  <a16:creationId xmlns:a16="http://schemas.microsoft.com/office/drawing/2014/main" id="{0DA3801D-F66B-D7E9-6E0E-A9B85DB6E205}"/>
                </a:ext>
              </a:extLst>
            </p:cNvPr>
            <p:cNvSpPr/>
            <p:nvPr/>
          </p:nvSpPr>
          <p:spPr>
            <a:xfrm>
              <a:off x="4797030" y="968261"/>
              <a:ext cx="420955" cy="409597"/>
            </a:xfrm>
            <a:custGeom>
              <a:avLst/>
              <a:gdLst/>
              <a:ahLst/>
              <a:cxnLst/>
              <a:rect l="l" t="t" r="r" b="b"/>
              <a:pathLst>
                <a:path w="13490" h="13126" extrusionOk="0">
                  <a:moveTo>
                    <a:pt x="6277" y="1"/>
                  </a:moveTo>
                  <a:cubicBezTo>
                    <a:pt x="6156" y="1"/>
                    <a:pt x="6036" y="10"/>
                    <a:pt x="5916" y="28"/>
                  </a:cubicBezTo>
                  <a:cubicBezTo>
                    <a:pt x="5865" y="25"/>
                    <a:pt x="5813" y="23"/>
                    <a:pt x="5762" y="23"/>
                  </a:cubicBezTo>
                  <a:cubicBezTo>
                    <a:pt x="5421" y="23"/>
                    <a:pt x="5081" y="102"/>
                    <a:pt x="4774" y="261"/>
                  </a:cubicBezTo>
                  <a:cubicBezTo>
                    <a:pt x="4450" y="430"/>
                    <a:pt x="4197" y="702"/>
                    <a:pt x="3881" y="883"/>
                  </a:cubicBezTo>
                  <a:cubicBezTo>
                    <a:pt x="3595" y="1047"/>
                    <a:pt x="3271" y="1135"/>
                    <a:pt x="2970" y="1262"/>
                  </a:cubicBezTo>
                  <a:cubicBezTo>
                    <a:pt x="2663" y="1392"/>
                    <a:pt x="2365" y="1554"/>
                    <a:pt x="2143" y="1810"/>
                  </a:cubicBezTo>
                  <a:cubicBezTo>
                    <a:pt x="1899" y="2091"/>
                    <a:pt x="1772" y="2441"/>
                    <a:pt x="1587" y="2759"/>
                  </a:cubicBezTo>
                  <a:cubicBezTo>
                    <a:pt x="1257" y="3329"/>
                    <a:pt x="570" y="3627"/>
                    <a:pt x="394" y="4299"/>
                  </a:cubicBezTo>
                  <a:cubicBezTo>
                    <a:pt x="298" y="4665"/>
                    <a:pt x="442" y="5012"/>
                    <a:pt x="452" y="5378"/>
                  </a:cubicBezTo>
                  <a:cubicBezTo>
                    <a:pt x="462" y="5768"/>
                    <a:pt x="314" y="6150"/>
                    <a:pt x="201" y="6517"/>
                  </a:cubicBezTo>
                  <a:cubicBezTo>
                    <a:pt x="86" y="6895"/>
                    <a:pt x="1" y="7276"/>
                    <a:pt x="22" y="7674"/>
                  </a:cubicBezTo>
                  <a:cubicBezTo>
                    <a:pt x="42" y="8056"/>
                    <a:pt x="142" y="8433"/>
                    <a:pt x="269" y="8793"/>
                  </a:cubicBezTo>
                  <a:cubicBezTo>
                    <a:pt x="497" y="9443"/>
                    <a:pt x="750" y="10165"/>
                    <a:pt x="1227" y="10678"/>
                  </a:cubicBezTo>
                  <a:cubicBezTo>
                    <a:pt x="1484" y="10952"/>
                    <a:pt x="1838" y="11087"/>
                    <a:pt x="2115" y="11334"/>
                  </a:cubicBezTo>
                  <a:cubicBezTo>
                    <a:pt x="2414" y="11601"/>
                    <a:pt x="2719" y="11848"/>
                    <a:pt x="3061" y="12059"/>
                  </a:cubicBezTo>
                  <a:cubicBezTo>
                    <a:pt x="3397" y="12266"/>
                    <a:pt x="3750" y="12444"/>
                    <a:pt x="4106" y="12615"/>
                  </a:cubicBezTo>
                  <a:cubicBezTo>
                    <a:pt x="4467" y="12789"/>
                    <a:pt x="4832" y="12979"/>
                    <a:pt x="5222" y="13075"/>
                  </a:cubicBezTo>
                  <a:cubicBezTo>
                    <a:pt x="5370" y="13112"/>
                    <a:pt x="5520" y="13125"/>
                    <a:pt x="5672" y="13125"/>
                  </a:cubicBezTo>
                  <a:cubicBezTo>
                    <a:pt x="6099" y="13125"/>
                    <a:pt x="6540" y="13020"/>
                    <a:pt x="6973" y="13020"/>
                  </a:cubicBezTo>
                  <a:cubicBezTo>
                    <a:pt x="6988" y="13020"/>
                    <a:pt x="7002" y="13020"/>
                    <a:pt x="7017" y="13020"/>
                  </a:cubicBezTo>
                  <a:cubicBezTo>
                    <a:pt x="7379" y="13026"/>
                    <a:pt x="7679" y="13049"/>
                    <a:pt x="7975" y="13049"/>
                  </a:cubicBezTo>
                  <a:cubicBezTo>
                    <a:pt x="8316" y="13049"/>
                    <a:pt x="8653" y="13018"/>
                    <a:pt x="9074" y="12895"/>
                  </a:cubicBezTo>
                  <a:cubicBezTo>
                    <a:pt x="9912" y="12650"/>
                    <a:pt x="11066" y="12243"/>
                    <a:pt x="11602" y="11509"/>
                  </a:cubicBezTo>
                  <a:cubicBezTo>
                    <a:pt x="11842" y="11183"/>
                    <a:pt x="12048" y="10831"/>
                    <a:pt x="12266" y="10491"/>
                  </a:cubicBezTo>
                  <a:cubicBezTo>
                    <a:pt x="12483" y="10153"/>
                    <a:pt x="12734" y="9819"/>
                    <a:pt x="12912" y="9459"/>
                  </a:cubicBezTo>
                  <a:cubicBezTo>
                    <a:pt x="13000" y="9282"/>
                    <a:pt x="13060" y="9092"/>
                    <a:pt x="13058" y="8893"/>
                  </a:cubicBezTo>
                  <a:cubicBezTo>
                    <a:pt x="13057" y="8697"/>
                    <a:pt x="12975" y="8523"/>
                    <a:pt x="12951" y="8332"/>
                  </a:cubicBezTo>
                  <a:cubicBezTo>
                    <a:pt x="12912" y="8007"/>
                    <a:pt x="13217" y="7692"/>
                    <a:pt x="13336" y="7407"/>
                  </a:cubicBezTo>
                  <a:cubicBezTo>
                    <a:pt x="13489" y="7038"/>
                    <a:pt x="13454" y="6668"/>
                    <a:pt x="13408" y="6299"/>
                  </a:cubicBezTo>
                  <a:lnTo>
                    <a:pt x="13408" y="6299"/>
                  </a:lnTo>
                  <a:cubicBezTo>
                    <a:pt x="13095" y="6596"/>
                    <a:pt x="12743" y="6794"/>
                    <a:pt x="12362" y="6794"/>
                  </a:cubicBezTo>
                  <a:cubicBezTo>
                    <a:pt x="12246" y="6794"/>
                    <a:pt x="12127" y="6776"/>
                    <a:pt x="12005" y="6736"/>
                  </a:cubicBezTo>
                  <a:cubicBezTo>
                    <a:pt x="11604" y="7064"/>
                    <a:pt x="11088" y="7302"/>
                    <a:pt x="10629" y="7302"/>
                  </a:cubicBezTo>
                  <a:cubicBezTo>
                    <a:pt x="10270" y="7302"/>
                    <a:pt x="9946" y="7157"/>
                    <a:pt x="9737" y="6796"/>
                  </a:cubicBezTo>
                  <a:cubicBezTo>
                    <a:pt x="9681" y="6800"/>
                    <a:pt x="9625" y="6803"/>
                    <a:pt x="9568" y="6803"/>
                  </a:cubicBezTo>
                  <a:cubicBezTo>
                    <a:pt x="8851" y="6803"/>
                    <a:pt x="8117" y="6425"/>
                    <a:pt x="7997" y="5747"/>
                  </a:cubicBezTo>
                  <a:cubicBezTo>
                    <a:pt x="7489" y="5565"/>
                    <a:pt x="7129" y="5153"/>
                    <a:pt x="7115" y="4653"/>
                  </a:cubicBezTo>
                  <a:cubicBezTo>
                    <a:pt x="5720" y="4173"/>
                    <a:pt x="5503" y="2192"/>
                    <a:pt x="6491" y="1153"/>
                  </a:cubicBezTo>
                  <a:cubicBezTo>
                    <a:pt x="6259" y="801"/>
                    <a:pt x="6200" y="376"/>
                    <a:pt x="6382" y="3"/>
                  </a:cubicBezTo>
                  <a:cubicBezTo>
                    <a:pt x="6347" y="2"/>
                    <a:pt x="6312" y="1"/>
                    <a:pt x="62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9">
              <a:extLst>
                <a:ext uri="{FF2B5EF4-FFF2-40B4-BE49-F238E27FC236}">
                  <a16:creationId xmlns:a16="http://schemas.microsoft.com/office/drawing/2014/main" id="{522CB08B-E495-3A1F-3ED1-EC4CD8A7FAC8}"/>
                </a:ext>
              </a:extLst>
            </p:cNvPr>
            <p:cNvSpPr/>
            <p:nvPr/>
          </p:nvSpPr>
          <p:spPr>
            <a:xfrm>
              <a:off x="4797030" y="978996"/>
              <a:ext cx="406664" cy="398862"/>
            </a:xfrm>
            <a:custGeom>
              <a:avLst/>
              <a:gdLst/>
              <a:ahLst/>
              <a:cxnLst/>
              <a:rect l="l" t="t" r="r" b="b"/>
              <a:pathLst>
                <a:path w="13032" h="12782" extrusionOk="0">
                  <a:moveTo>
                    <a:pt x="4639" y="0"/>
                  </a:moveTo>
                  <a:lnTo>
                    <a:pt x="4639" y="0"/>
                  </a:lnTo>
                  <a:cubicBezTo>
                    <a:pt x="4378" y="167"/>
                    <a:pt x="4151" y="385"/>
                    <a:pt x="3880" y="539"/>
                  </a:cubicBezTo>
                  <a:cubicBezTo>
                    <a:pt x="3595" y="703"/>
                    <a:pt x="3271" y="791"/>
                    <a:pt x="2970" y="918"/>
                  </a:cubicBezTo>
                  <a:cubicBezTo>
                    <a:pt x="2662" y="1048"/>
                    <a:pt x="2365" y="1210"/>
                    <a:pt x="2143" y="1466"/>
                  </a:cubicBezTo>
                  <a:cubicBezTo>
                    <a:pt x="1899" y="1747"/>
                    <a:pt x="1772" y="2097"/>
                    <a:pt x="1587" y="2415"/>
                  </a:cubicBezTo>
                  <a:cubicBezTo>
                    <a:pt x="1257" y="2985"/>
                    <a:pt x="570" y="3283"/>
                    <a:pt x="394" y="3955"/>
                  </a:cubicBezTo>
                  <a:cubicBezTo>
                    <a:pt x="298" y="4321"/>
                    <a:pt x="442" y="4669"/>
                    <a:pt x="452" y="5034"/>
                  </a:cubicBezTo>
                  <a:cubicBezTo>
                    <a:pt x="462" y="5424"/>
                    <a:pt x="313" y="5806"/>
                    <a:pt x="201" y="6173"/>
                  </a:cubicBezTo>
                  <a:cubicBezTo>
                    <a:pt x="86" y="6550"/>
                    <a:pt x="1" y="6932"/>
                    <a:pt x="21" y="7330"/>
                  </a:cubicBezTo>
                  <a:cubicBezTo>
                    <a:pt x="42" y="7712"/>
                    <a:pt x="142" y="8089"/>
                    <a:pt x="269" y="8449"/>
                  </a:cubicBezTo>
                  <a:cubicBezTo>
                    <a:pt x="497" y="9099"/>
                    <a:pt x="750" y="9821"/>
                    <a:pt x="1227" y="10334"/>
                  </a:cubicBezTo>
                  <a:cubicBezTo>
                    <a:pt x="1484" y="10608"/>
                    <a:pt x="1838" y="10743"/>
                    <a:pt x="2115" y="10990"/>
                  </a:cubicBezTo>
                  <a:cubicBezTo>
                    <a:pt x="2414" y="11257"/>
                    <a:pt x="2719" y="11504"/>
                    <a:pt x="3061" y="11715"/>
                  </a:cubicBezTo>
                  <a:cubicBezTo>
                    <a:pt x="3397" y="11922"/>
                    <a:pt x="3750" y="12100"/>
                    <a:pt x="4106" y="12271"/>
                  </a:cubicBezTo>
                  <a:cubicBezTo>
                    <a:pt x="4467" y="12445"/>
                    <a:pt x="4832" y="12635"/>
                    <a:pt x="5222" y="12731"/>
                  </a:cubicBezTo>
                  <a:cubicBezTo>
                    <a:pt x="5370" y="12768"/>
                    <a:pt x="5520" y="12781"/>
                    <a:pt x="5672" y="12781"/>
                  </a:cubicBezTo>
                  <a:cubicBezTo>
                    <a:pt x="6098" y="12781"/>
                    <a:pt x="6539" y="12676"/>
                    <a:pt x="6973" y="12676"/>
                  </a:cubicBezTo>
                  <a:cubicBezTo>
                    <a:pt x="6987" y="12676"/>
                    <a:pt x="7002" y="12676"/>
                    <a:pt x="7017" y="12676"/>
                  </a:cubicBezTo>
                  <a:cubicBezTo>
                    <a:pt x="7379" y="12682"/>
                    <a:pt x="7679" y="12705"/>
                    <a:pt x="7975" y="12705"/>
                  </a:cubicBezTo>
                  <a:cubicBezTo>
                    <a:pt x="8316" y="12705"/>
                    <a:pt x="8653" y="12674"/>
                    <a:pt x="9074" y="12551"/>
                  </a:cubicBezTo>
                  <a:cubicBezTo>
                    <a:pt x="9912" y="12306"/>
                    <a:pt x="11066" y="11899"/>
                    <a:pt x="11602" y="11165"/>
                  </a:cubicBezTo>
                  <a:cubicBezTo>
                    <a:pt x="11842" y="10839"/>
                    <a:pt x="12048" y="10487"/>
                    <a:pt x="12266" y="10147"/>
                  </a:cubicBezTo>
                  <a:cubicBezTo>
                    <a:pt x="12483" y="9808"/>
                    <a:pt x="12734" y="9475"/>
                    <a:pt x="12912" y="9115"/>
                  </a:cubicBezTo>
                  <a:cubicBezTo>
                    <a:pt x="12965" y="9009"/>
                    <a:pt x="13006" y="8897"/>
                    <a:pt x="13031" y="8781"/>
                  </a:cubicBezTo>
                  <a:lnTo>
                    <a:pt x="13031" y="8781"/>
                  </a:lnTo>
                  <a:cubicBezTo>
                    <a:pt x="12408" y="9371"/>
                    <a:pt x="11757" y="9896"/>
                    <a:pt x="10936" y="10092"/>
                  </a:cubicBezTo>
                  <a:cubicBezTo>
                    <a:pt x="10665" y="10157"/>
                    <a:pt x="10388" y="10181"/>
                    <a:pt x="10110" y="10181"/>
                  </a:cubicBezTo>
                  <a:cubicBezTo>
                    <a:pt x="9804" y="10181"/>
                    <a:pt x="9497" y="10152"/>
                    <a:pt x="9194" y="10114"/>
                  </a:cubicBezTo>
                  <a:cubicBezTo>
                    <a:pt x="8540" y="10032"/>
                    <a:pt x="7888" y="9913"/>
                    <a:pt x="7262" y="9706"/>
                  </a:cubicBezTo>
                  <a:cubicBezTo>
                    <a:pt x="6985" y="9615"/>
                    <a:pt x="6705" y="9501"/>
                    <a:pt x="6498" y="9295"/>
                  </a:cubicBezTo>
                  <a:cubicBezTo>
                    <a:pt x="6340" y="9137"/>
                    <a:pt x="6233" y="8936"/>
                    <a:pt x="6096" y="8761"/>
                  </a:cubicBezTo>
                  <a:cubicBezTo>
                    <a:pt x="5503" y="8001"/>
                    <a:pt x="4369" y="7769"/>
                    <a:pt x="3886" y="6935"/>
                  </a:cubicBezTo>
                  <a:cubicBezTo>
                    <a:pt x="3364" y="6036"/>
                    <a:pt x="3834" y="4915"/>
                    <a:pt x="3896" y="3878"/>
                  </a:cubicBezTo>
                  <a:cubicBezTo>
                    <a:pt x="3933" y="3248"/>
                    <a:pt x="3811" y="2615"/>
                    <a:pt x="3856" y="1985"/>
                  </a:cubicBezTo>
                  <a:cubicBezTo>
                    <a:pt x="3908" y="1264"/>
                    <a:pt x="4191" y="566"/>
                    <a:pt x="4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9">
              <a:extLst>
                <a:ext uri="{FF2B5EF4-FFF2-40B4-BE49-F238E27FC236}">
                  <a16:creationId xmlns:a16="http://schemas.microsoft.com/office/drawing/2014/main" id="{B3B8ED52-7570-080F-BED1-C56151BB16F4}"/>
                </a:ext>
              </a:extLst>
            </p:cNvPr>
            <p:cNvSpPr/>
            <p:nvPr/>
          </p:nvSpPr>
          <p:spPr>
            <a:xfrm>
              <a:off x="4797030" y="1003179"/>
              <a:ext cx="370809" cy="374678"/>
            </a:xfrm>
            <a:custGeom>
              <a:avLst/>
              <a:gdLst/>
              <a:ahLst/>
              <a:cxnLst/>
              <a:rect l="l" t="t" r="r" b="b"/>
              <a:pathLst>
                <a:path w="11883" h="12007" extrusionOk="0">
                  <a:moveTo>
                    <a:pt x="3342" y="1"/>
                  </a:moveTo>
                  <a:lnTo>
                    <a:pt x="3342" y="1"/>
                  </a:lnTo>
                  <a:cubicBezTo>
                    <a:pt x="3217" y="46"/>
                    <a:pt x="3091" y="92"/>
                    <a:pt x="2970" y="143"/>
                  </a:cubicBezTo>
                  <a:cubicBezTo>
                    <a:pt x="2662" y="273"/>
                    <a:pt x="2365" y="435"/>
                    <a:pt x="2143" y="691"/>
                  </a:cubicBezTo>
                  <a:cubicBezTo>
                    <a:pt x="1899" y="972"/>
                    <a:pt x="1772" y="1322"/>
                    <a:pt x="1587" y="1640"/>
                  </a:cubicBezTo>
                  <a:cubicBezTo>
                    <a:pt x="1257" y="2210"/>
                    <a:pt x="570" y="2508"/>
                    <a:pt x="394" y="3180"/>
                  </a:cubicBezTo>
                  <a:cubicBezTo>
                    <a:pt x="298" y="3546"/>
                    <a:pt x="442" y="3894"/>
                    <a:pt x="452" y="4259"/>
                  </a:cubicBezTo>
                  <a:cubicBezTo>
                    <a:pt x="462" y="4649"/>
                    <a:pt x="314" y="5031"/>
                    <a:pt x="201" y="5398"/>
                  </a:cubicBezTo>
                  <a:cubicBezTo>
                    <a:pt x="86" y="5775"/>
                    <a:pt x="1" y="6157"/>
                    <a:pt x="22" y="6555"/>
                  </a:cubicBezTo>
                  <a:cubicBezTo>
                    <a:pt x="42" y="6937"/>
                    <a:pt x="142" y="7314"/>
                    <a:pt x="269" y="7674"/>
                  </a:cubicBezTo>
                  <a:cubicBezTo>
                    <a:pt x="497" y="8324"/>
                    <a:pt x="750" y="9046"/>
                    <a:pt x="1227" y="9559"/>
                  </a:cubicBezTo>
                  <a:cubicBezTo>
                    <a:pt x="1484" y="9833"/>
                    <a:pt x="1838" y="9968"/>
                    <a:pt x="2115" y="10215"/>
                  </a:cubicBezTo>
                  <a:cubicBezTo>
                    <a:pt x="2414" y="10482"/>
                    <a:pt x="2719" y="10729"/>
                    <a:pt x="3061" y="10940"/>
                  </a:cubicBezTo>
                  <a:cubicBezTo>
                    <a:pt x="3397" y="11148"/>
                    <a:pt x="3750" y="11325"/>
                    <a:pt x="4106" y="11497"/>
                  </a:cubicBezTo>
                  <a:cubicBezTo>
                    <a:pt x="4467" y="11670"/>
                    <a:pt x="4832" y="11860"/>
                    <a:pt x="5222" y="11956"/>
                  </a:cubicBezTo>
                  <a:cubicBezTo>
                    <a:pt x="5370" y="11993"/>
                    <a:pt x="5520" y="12006"/>
                    <a:pt x="5672" y="12006"/>
                  </a:cubicBezTo>
                  <a:cubicBezTo>
                    <a:pt x="6099" y="12006"/>
                    <a:pt x="6540" y="11901"/>
                    <a:pt x="6973" y="11901"/>
                  </a:cubicBezTo>
                  <a:cubicBezTo>
                    <a:pt x="6988" y="11901"/>
                    <a:pt x="7002" y="11901"/>
                    <a:pt x="7017" y="11901"/>
                  </a:cubicBezTo>
                  <a:cubicBezTo>
                    <a:pt x="7379" y="11907"/>
                    <a:pt x="7679" y="11930"/>
                    <a:pt x="7975" y="11930"/>
                  </a:cubicBezTo>
                  <a:cubicBezTo>
                    <a:pt x="8316" y="11930"/>
                    <a:pt x="8653" y="11899"/>
                    <a:pt x="9074" y="11776"/>
                  </a:cubicBezTo>
                  <a:cubicBezTo>
                    <a:pt x="9912" y="11533"/>
                    <a:pt x="11066" y="11124"/>
                    <a:pt x="11602" y="10390"/>
                  </a:cubicBezTo>
                  <a:cubicBezTo>
                    <a:pt x="11701" y="10256"/>
                    <a:pt x="11793" y="10117"/>
                    <a:pt x="11883" y="9977"/>
                  </a:cubicBezTo>
                  <a:lnTo>
                    <a:pt x="11883" y="9977"/>
                  </a:lnTo>
                  <a:cubicBezTo>
                    <a:pt x="11047" y="10437"/>
                    <a:pt x="10086" y="10617"/>
                    <a:pt x="9144" y="10786"/>
                  </a:cubicBezTo>
                  <a:cubicBezTo>
                    <a:pt x="8290" y="10939"/>
                    <a:pt x="7423" y="11092"/>
                    <a:pt x="6560" y="11092"/>
                  </a:cubicBezTo>
                  <a:cubicBezTo>
                    <a:pt x="6237" y="11092"/>
                    <a:pt x="5916" y="11070"/>
                    <a:pt x="5596" y="11020"/>
                  </a:cubicBezTo>
                  <a:cubicBezTo>
                    <a:pt x="5126" y="10944"/>
                    <a:pt x="4632" y="10784"/>
                    <a:pt x="4349" y="10402"/>
                  </a:cubicBezTo>
                  <a:cubicBezTo>
                    <a:pt x="4251" y="10269"/>
                    <a:pt x="4182" y="10114"/>
                    <a:pt x="4064" y="10000"/>
                  </a:cubicBezTo>
                  <a:cubicBezTo>
                    <a:pt x="3904" y="9845"/>
                    <a:pt x="3678" y="9785"/>
                    <a:pt x="3471" y="9702"/>
                  </a:cubicBezTo>
                  <a:cubicBezTo>
                    <a:pt x="2704" y="9395"/>
                    <a:pt x="2110" y="8691"/>
                    <a:pt x="1936" y="7883"/>
                  </a:cubicBezTo>
                  <a:cubicBezTo>
                    <a:pt x="1879" y="7618"/>
                    <a:pt x="1865" y="7343"/>
                    <a:pt x="1780" y="7085"/>
                  </a:cubicBezTo>
                  <a:cubicBezTo>
                    <a:pt x="1661" y="6723"/>
                    <a:pt x="1411" y="6418"/>
                    <a:pt x="1271" y="6063"/>
                  </a:cubicBezTo>
                  <a:cubicBezTo>
                    <a:pt x="1032" y="5450"/>
                    <a:pt x="1148" y="4759"/>
                    <a:pt x="1320" y="4123"/>
                  </a:cubicBezTo>
                  <a:cubicBezTo>
                    <a:pt x="1719" y="2635"/>
                    <a:pt x="2413" y="1230"/>
                    <a:pt x="3342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9">
              <a:extLst>
                <a:ext uri="{FF2B5EF4-FFF2-40B4-BE49-F238E27FC236}">
                  <a16:creationId xmlns:a16="http://schemas.microsoft.com/office/drawing/2014/main" id="{93DF8390-7FF8-B9B8-0DC4-B8BD04B2D8DD}"/>
                </a:ext>
              </a:extLst>
            </p:cNvPr>
            <p:cNvSpPr/>
            <p:nvPr/>
          </p:nvSpPr>
          <p:spPr>
            <a:xfrm>
              <a:off x="4901505" y="1022589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1" y="0"/>
                    <a:pt x="1431" y="22"/>
                    <a:pt x="1346" y="57"/>
                  </a:cubicBezTo>
                  <a:cubicBezTo>
                    <a:pt x="1112" y="139"/>
                    <a:pt x="889" y="309"/>
                    <a:pt x="718" y="459"/>
                  </a:cubicBezTo>
                  <a:cubicBezTo>
                    <a:pt x="494" y="653"/>
                    <a:pt x="301" y="903"/>
                    <a:pt x="171" y="1169"/>
                  </a:cubicBezTo>
                  <a:cubicBezTo>
                    <a:pt x="62" y="1394"/>
                    <a:pt x="1" y="1634"/>
                    <a:pt x="48" y="1884"/>
                  </a:cubicBezTo>
                  <a:cubicBezTo>
                    <a:pt x="96" y="2135"/>
                    <a:pt x="253" y="2364"/>
                    <a:pt x="486" y="2478"/>
                  </a:cubicBezTo>
                  <a:cubicBezTo>
                    <a:pt x="597" y="2532"/>
                    <a:pt x="706" y="2555"/>
                    <a:pt x="813" y="2555"/>
                  </a:cubicBezTo>
                  <a:cubicBezTo>
                    <a:pt x="1150" y="2555"/>
                    <a:pt x="1461" y="2323"/>
                    <a:pt x="1690" y="2071"/>
                  </a:cubicBezTo>
                  <a:cubicBezTo>
                    <a:pt x="1916" y="1823"/>
                    <a:pt x="2087" y="1533"/>
                    <a:pt x="2200" y="1218"/>
                  </a:cubicBezTo>
                  <a:cubicBezTo>
                    <a:pt x="2282" y="991"/>
                    <a:pt x="2336" y="769"/>
                    <a:pt x="2273" y="526"/>
                  </a:cubicBezTo>
                  <a:cubicBezTo>
                    <a:pt x="2206" y="268"/>
                    <a:pt x="1994" y="69"/>
                    <a:pt x="1734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9">
              <a:extLst>
                <a:ext uri="{FF2B5EF4-FFF2-40B4-BE49-F238E27FC236}">
                  <a16:creationId xmlns:a16="http://schemas.microsoft.com/office/drawing/2014/main" id="{12A88CCE-8D3A-7CBC-49A4-9168ECA96DB9}"/>
                </a:ext>
              </a:extLst>
            </p:cNvPr>
            <p:cNvSpPr/>
            <p:nvPr/>
          </p:nvSpPr>
          <p:spPr>
            <a:xfrm>
              <a:off x="4956831" y="1136487"/>
              <a:ext cx="61318" cy="62441"/>
            </a:xfrm>
            <a:custGeom>
              <a:avLst/>
              <a:gdLst/>
              <a:ahLst/>
              <a:cxnLst/>
              <a:rect l="l" t="t" r="r" b="b"/>
              <a:pathLst>
                <a:path w="1965" h="2001" extrusionOk="0">
                  <a:moveTo>
                    <a:pt x="1286" y="1"/>
                  </a:moveTo>
                  <a:cubicBezTo>
                    <a:pt x="1223" y="1"/>
                    <a:pt x="1160" y="9"/>
                    <a:pt x="1098" y="26"/>
                  </a:cubicBezTo>
                  <a:cubicBezTo>
                    <a:pt x="1027" y="46"/>
                    <a:pt x="960" y="81"/>
                    <a:pt x="895" y="121"/>
                  </a:cubicBezTo>
                  <a:cubicBezTo>
                    <a:pt x="888" y="123"/>
                    <a:pt x="882" y="124"/>
                    <a:pt x="876" y="127"/>
                  </a:cubicBezTo>
                  <a:cubicBezTo>
                    <a:pt x="767" y="168"/>
                    <a:pt x="661" y="216"/>
                    <a:pt x="570" y="289"/>
                  </a:cubicBezTo>
                  <a:cubicBezTo>
                    <a:pt x="481" y="361"/>
                    <a:pt x="389" y="435"/>
                    <a:pt x="316" y="523"/>
                  </a:cubicBezTo>
                  <a:cubicBezTo>
                    <a:pt x="135" y="739"/>
                    <a:pt x="1" y="1005"/>
                    <a:pt x="1" y="1293"/>
                  </a:cubicBezTo>
                  <a:cubicBezTo>
                    <a:pt x="2" y="1483"/>
                    <a:pt x="97" y="1687"/>
                    <a:pt x="244" y="1810"/>
                  </a:cubicBezTo>
                  <a:cubicBezTo>
                    <a:pt x="397" y="1937"/>
                    <a:pt x="582" y="2000"/>
                    <a:pt x="780" y="2000"/>
                  </a:cubicBezTo>
                  <a:cubicBezTo>
                    <a:pt x="783" y="2000"/>
                    <a:pt x="787" y="2000"/>
                    <a:pt x="790" y="2000"/>
                  </a:cubicBezTo>
                  <a:cubicBezTo>
                    <a:pt x="946" y="1998"/>
                    <a:pt x="1106" y="1933"/>
                    <a:pt x="1236" y="1851"/>
                  </a:cubicBezTo>
                  <a:cubicBezTo>
                    <a:pt x="1340" y="1785"/>
                    <a:pt x="1436" y="1696"/>
                    <a:pt x="1528" y="1616"/>
                  </a:cubicBezTo>
                  <a:cubicBezTo>
                    <a:pt x="1593" y="1561"/>
                    <a:pt x="1654" y="1502"/>
                    <a:pt x="1706" y="1434"/>
                  </a:cubicBezTo>
                  <a:cubicBezTo>
                    <a:pt x="1813" y="1294"/>
                    <a:pt x="1873" y="1181"/>
                    <a:pt x="1927" y="1013"/>
                  </a:cubicBezTo>
                  <a:cubicBezTo>
                    <a:pt x="1945" y="956"/>
                    <a:pt x="1950" y="899"/>
                    <a:pt x="1955" y="839"/>
                  </a:cubicBezTo>
                  <a:cubicBezTo>
                    <a:pt x="1959" y="776"/>
                    <a:pt x="1964" y="718"/>
                    <a:pt x="1954" y="656"/>
                  </a:cubicBezTo>
                  <a:cubicBezTo>
                    <a:pt x="1923" y="470"/>
                    <a:pt x="1860" y="301"/>
                    <a:pt x="1718" y="168"/>
                  </a:cubicBezTo>
                  <a:cubicBezTo>
                    <a:pt x="1598" y="55"/>
                    <a:pt x="1444" y="1"/>
                    <a:pt x="128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9">
              <a:extLst>
                <a:ext uri="{FF2B5EF4-FFF2-40B4-BE49-F238E27FC236}">
                  <a16:creationId xmlns:a16="http://schemas.microsoft.com/office/drawing/2014/main" id="{A7CE7C7B-ABCC-D178-A88E-0FF02E1C283A}"/>
                </a:ext>
              </a:extLst>
            </p:cNvPr>
            <p:cNvSpPr/>
            <p:nvPr/>
          </p:nvSpPr>
          <p:spPr>
            <a:xfrm>
              <a:off x="5046639" y="1270138"/>
              <a:ext cx="45310" cy="40161"/>
            </a:xfrm>
            <a:custGeom>
              <a:avLst/>
              <a:gdLst/>
              <a:ahLst/>
              <a:cxnLst/>
              <a:rect l="l" t="t" r="r" b="b"/>
              <a:pathLst>
                <a:path w="1452" h="1287" extrusionOk="0">
                  <a:moveTo>
                    <a:pt x="946" y="1"/>
                  </a:moveTo>
                  <a:cubicBezTo>
                    <a:pt x="919" y="1"/>
                    <a:pt x="892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1"/>
                  </a:cubicBezTo>
                  <a:cubicBezTo>
                    <a:pt x="648" y="24"/>
                    <a:pt x="636" y="27"/>
                    <a:pt x="625" y="30"/>
                  </a:cubicBezTo>
                  <a:cubicBezTo>
                    <a:pt x="549" y="52"/>
                    <a:pt x="476" y="88"/>
                    <a:pt x="409" y="127"/>
                  </a:cubicBezTo>
                  <a:cubicBezTo>
                    <a:pt x="341" y="165"/>
                    <a:pt x="279" y="220"/>
                    <a:pt x="224" y="273"/>
                  </a:cubicBezTo>
                  <a:cubicBezTo>
                    <a:pt x="167" y="326"/>
                    <a:pt x="120" y="396"/>
                    <a:pt x="81" y="461"/>
                  </a:cubicBezTo>
                  <a:cubicBezTo>
                    <a:pt x="53" y="508"/>
                    <a:pt x="38" y="563"/>
                    <a:pt x="22" y="613"/>
                  </a:cubicBezTo>
                  <a:cubicBezTo>
                    <a:pt x="4" y="667"/>
                    <a:pt x="3" y="724"/>
                    <a:pt x="1" y="780"/>
                  </a:cubicBezTo>
                  <a:cubicBezTo>
                    <a:pt x="1" y="789"/>
                    <a:pt x="1" y="798"/>
                    <a:pt x="2" y="809"/>
                  </a:cubicBezTo>
                  <a:cubicBezTo>
                    <a:pt x="5" y="847"/>
                    <a:pt x="14" y="897"/>
                    <a:pt x="26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8" y="1248"/>
                    <a:pt x="400" y="1286"/>
                    <a:pt x="536" y="1286"/>
                  </a:cubicBezTo>
                  <a:cubicBezTo>
                    <a:pt x="634" y="1286"/>
                    <a:pt x="735" y="1266"/>
                    <a:pt x="828" y="1235"/>
                  </a:cubicBezTo>
                  <a:cubicBezTo>
                    <a:pt x="989" y="1182"/>
                    <a:pt x="1128" y="1094"/>
                    <a:pt x="1254" y="980"/>
                  </a:cubicBezTo>
                  <a:cubicBezTo>
                    <a:pt x="1272" y="963"/>
                    <a:pt x="1287" y="944"/>
                    <a:pt x="1302" y="925"/>
                  </a:cubicBezTo>
                  <a:cubicBezTo>
                    <a:pt x="1336" y="879"/>
                    <a:pt x="1373" y="833"/>
                    <a:pt x="1394" y="780"/>
                  </a:cubicBezTo>
                  <a:cubicBezTo>
                    <a:pt x="1414" y="729"/>
                    <a:pt x="1437" y="679"/>
                    <a:pt x="1442" y="625"/>
                  </a:cubicBezTo>
                  <a:cubicBezTo>
                    <a:pt x="1452" y="527"/>
                    <a:pt x="1452" y="464"/>
                    <a:pt x="1428" y="367"/>
                  </a:cubicBezTo>
                  <a:cubicBezTo>
                    <a:pt x="1415" y="319"/>
                    <a:pt x="1391" y="270"/>
                    <a:pt x="1365" y="227"/>
                  </a:cubicBezTo>
                  <a:cubicBezTo>
                    <a:pt x="1322" y="157"/>
                    <a:pt x="1255" y="98"/>
                    <a:pt x="1183" y="60"/>
                  </a:cubicBezTo>
                  <a:cubicBezTo>
                    <a:pt x="1107" y="18"/>
                    <a:pt x="1027" y="1"/>
                    <a:pt x="946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9">
              <a:extLst>
                <a:ext uri="{FF2B5EF4-FFF2-40B4-BE49-F238E27FC236}">
                  <a16:creationId xmlns:a16="http://schemas.microsoft.com/office/drawing/2014/main" id="{A76D9E93-780B-B76D-C453-B83D5D2C9928}"/>
                </a:ext>
              </a:extLst>
            </p:cNvPr>
            <p:cNvSpPr/>
            <p:nvPr/>
          </p:nvSpPr>
          <p:spPr>
            <a:xfrm>
              <a:off x="5044673" y="1176430"/>
              <a:ext cx="51051" cy="45840"/>
            </a:xfrm>
            <a:custGeom>
              <a:avLst/>
              <a:gdLst/>
              <a:ahLst/>
              <a:cxnLst/>
              <a:rect l="l" t="t" r="r" b="b"/>
              <a:pathLst>
                <a:path w="1636" h="1469" extrusionOk="0">
                  <a:moveTo>
                    <a:pt x="914" y="0"/>
                  </a:moveTo>
                  <a:cubicBezTo>
                    <a:pt x="852" y="2"/>
                    <a:pt x="797" y="16"/>
                    <a:pt x="719" y="31"/>
                  </a:cubicBezTo>
                  <a:cubicBezTo>
                    <a:pt x="668" y="40"/>
                    <a:pt x="615" y="46"/>
                    <a:pt x="565" y="64"/>
                  </a:cubicBezTo>
                  <a:cubicBezTo>
                    <a:pt x="525" y="78"/>
                    <a:pt x="487" y="98"/>
                    <a:pt x="448" y="115"/>
                  </a:cubicBezTo>
                  <a:cubicBezTo>
                    <a:pt x="411" y="133"/>
                    <a:pt x="370" y="150"/>
                    <a:pt x="336" y="174"/>
                  </a:cubicBezTo>
                  <a:cubicBezTo>
                    <a:pt x="228" y="252"/>
                    <a:pt x="126" y="349"/>
                    <a:pt x="73" y="474"/>
                  </a:cubicBezTo>
                  <a:cubicBezTo>
                    <a:pt x="17" y="611"/>
                    <a:pt x="4" y="662"/>
                    <a:pt x="1" y="809"/>
                  </a:cubicBezTo>
                  <a:cubicBezTo>
                    <a:pt x="0" y="873"/>
                    <a:pt x="12" y="941"/>
                    <a:pt x="33" y="1000"/>
                  </a:cubicBezTo>
                  <a:cubicBezTo>
                    <a:pt x="93" y="1167"/>
                    <a:pt x="202" y="1303"/>
                    <a:pt x="361" y="1389"/>
                  </a:cubicBezTo>
                  <a:cubicBezTo>
                    <a:pt x="468" y="1446"/>
                    <a:pt x="585" y="1468"/>
                    <a:pt x="703" y="1468"/>
                  </a:cubicBezTo>
                  <a:cubicBezTo>
                    <a:pt x="803" y="1468"/>
                    <a:pt x="904" y="1452"/>
                    <a:pt x="1000" y="1427"/>
                  </a:cubicBezTo>
                  <a:cubicBezTo>
                    <a:pt x="1020" y="1421"/>
                    <a:pt x="1038" y="1411"/>
                    <a:pt x="1057" y="1403"/>
                  </a:cubicBezTo>
                  <a:cubicBezTo>
                    <a:pt x="1115" y="1376"/>
                    <a:pt x="1172" y="1350"/>
                    <a:pt x="1228" y="1320"/>
                  </a:cubicBezTo>
                  <a:cubicBezTo>
                    <a:pt x="1300" y="1280"/>
                    <a:pt x="1367" y="1223"/>
                    <a:pt x="1425" y="1164"/>
                  </a:cubicBezTo>
                  <a:cubicBezTo>
                    <a:pt x="1528" y="1059"/>
                    <a:pt x="1599" y="909"/>
                    <a:pt x="1619" y="762"/>
                  </a:cubicBezTo>
                  <a:cubicBezTo>
                    <a:pt x="1633" y="654"/>
                    <a:pt x="1636" y="552"/>
                    <a:pt x="1597" y="446"/>
                  </a:cubicBezTo>
                  <a:cubicBezTo>
                    <a:pt x="1581" y="397"/>
                    <a:pt x="1559" y="347"/>
                    <a:pt x="1528" y="304"/>
                  </a:cubicBezTo>
                  <a:cubicBezTo>
                    <a:pt x="1467" y="216"/>
                    <a:pt x="1415" y="174"/>
                    <a:pt x="1326" y="117"/>
                  </a:cubicBezTo>
                  <a:cubicBezTo>
                    <a:pt x="1316" y="111"/>
                    <a:pt x="1304" y="107"/>
                    <a:pt x="1294" y="103"/>
                  </a:cubicBezTo>
                  <a:cubicBezTo>
                    <a:pt x="1163" y="81"/>
                    <a:pt x="1035" y="47"/>
                    <a:pt x="91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9">
              <a:extLst>
                <a:ext uri="{FF2B5EF4-FFF2-40B4-BE49-F238E27FC236}">
                  <a16:creationId xmlns:a16="http://schemas.microsoft.com/office/drawing/2014/main" id="{C6A2ED0F-D913-97A3-1335-A9B0CE4ABBC7}"/>
                </a:ext>
              </a:extLst>
            </p:cNvPr>
            <p:cNvSpPr/>
            <p:nvPr/>
          </p:nvSpPr>
          <p:spPr>
            <a:xfrm>
              <a:off x="5128615" y="1221084"/>
              <a:ext cx="44748" cy="52580"/>
            </a:xfrm>
            <a:custGeom>
              <a:avLst/>
              <a:gdLst/>
              <a:ahLst/>
              <a:cxnLst/>
              <a:rect l="l" t="t" r="r" b="b"/>
              <a:pathLst>
                <a:path w="1434" h="1685" extrusionOk="0">
                  <a:moveTo>
                    <a:pt x="776" y="1"/>
                  </a:moveTo>
                  <a:cubicBezTo>
                    <a:pt x="708" y="1"/>
                    <a:pt x="642" y="12"/>
                    <a:pt x="576" y="33"/>
                  </a:cubicBezTo>
                  <a:cubicBezTo>
                    <a:pt x="573" y="34"/>
                    <a:pt x="571" y="35"/>
                    <a:pt x="569" y="35"/>
                  </a:cubicBezTo>
                  <a:cubicBezTo>
                    <a:pt x="519" y="60"/>
                    <a:pt x="469" y="84"/>
                    <a:pt x="420" y="108"/>
                  </a:cubicBezTo>
                  <a:cubicBezTo>
                    <a:pt x="414" y="111"/>
                    <a:pt x="409" y="115"/>
                    <a:pt x="404" y="119"/>
                  </a:cubicBezTo>
                  <a:cubicBezTo>
                    <a:pt x="354" y="158"/>
                    <a:pt x="301" y="199"/>
                    <a:pt x="256" y="243"/>
                  </a:cubicBezTo>
                  <a:cubicBezTo>
                    <a:pt x="204" y="294"/>
                    <a:pt x="160" y="365"/>
                    <a:pt x="126" y="433"/>
                  </a:cubicBezTo>
                  <a:cubicBezTo>
                    <a:pt x="91" y="504"/>
                    <a:pt x="68" y="582"/>
                    <a:pt x="43" y="655"/>
                  </a:cubicBezTo>
                  <a:cubicBezTo>
                    <a:pt x="34" y="678"/>
                    <a:pt x="28" y="701"/>
                    <a:pt x="23" y="725"/>
                  </a:cubicBezTo>
                  <a:cubicBezTo>
                    <a:pt x="16" y="763"/>
                    <a:pt x="15" y="801"/>
                    <a:pt x="11" y="840"/>
                  </a:cubicBezTo>
                  <a:cubicBezTo>
                    <a:pt x="7" y="893"/>
                    <a:pt x="1" y="917"/>
                    <a:pt x="8" y="959"/>
                  </a:cubicBezTo>
                  <a:cubicBezTo>
                    <a:pt x="21" y="1031"/>
                    <a:pt x="30" y="1107"/>
                    <a:pt x="53" y="1177"/>
                  </a:cubicBezTo>
                  <a:cubicBezTo>
                    <a:pt x="56" y="1188"/>
                    <a:pt x="61" y="1197"/>
                    <a:pt x="64" y="1207"/>
                  </a:cubicBezTo>
                  <a:cubicBezTo>
                    <a:pt x="87" y="1262"/>
                    <a:pt x="113" y="1321"/>
                    <a:pt x="142" y="1372"/>
                  </a:cubicBezTo>
                  <a:cubicBezTo>
                    <a:pt x="145" y="1376"/>
                    <a:pt x="148" y="1380"/>
                    <a:pt x="151" y="1385"/>
                  </a:cubicBezTo>
                  <a:lnTo>
                    <a:pt x="250" y="1503"/>
                  </a:lnTo>
                  <a:cubicBezTo>
                    <a:pt x="251" y="1504"/>
                    <a:pt x="253" y="1506"/>
                    <a:pt x="254" y="1508"/>
                  </a:cubicBezTo>
                  <a:cubicBezTo>
                    <a:pt x="262" y="1516"/>
                    <a:pt x="270" y="1524"/>
                    <a:pt x="278" y="1531"/>
                  </a:cubicBezTo>
                  <a:cubicBezTo>
                    <a:pt x="356" y="1601"/>
                    <a:pt x="446" y="1647"/>
                    <a:pt x="547" y="1669"/>
                  </a:cubicBezTo>
                  <a:cubicBezTo>
                    <a:pt x="586" y="1679"/>
                    <a:pt x="623" y="1684"/>
                    <a:pt x="661" y="1684"/>
                  </a:cubicBezTo>
                  <a:cubicBezTo>
                    <a:pt x="699" y="1684"/>
                    <a:pt x="737" y="1679"/>
                    <a:pt x="775" y="1668"/>
                  </a:cubicBezTo>
                  <a:cubicBezTo>
                    <a:pt x="850" y="1660"/>
                    <a:pt x="919" y="1635"/>
                    <a:pt x="982" y="1591"/>
                  </a:cubicBezTo>
                  <a:cubicBezTo>
                    <a:pt x="1067" y="1535"/>
                    <a:pt x="1133" y="1462"/>
                    <a:pt x="1181" y="1372"/>
                  </a:cubicBezTo>
                  <a:cubicBezTo>
                    <a:pt x="1191" y="1349"/>
                    <a:pt x="1201" y="1326"/>
                    <a:pt x="1211" y="1303"/>
                  </a:cubicBezTo>
                  <a:cubicBezTo>
                    <a:pt x="1221" y="1287"/>
                    <a:pt x="1233" y="1273"/>
                    <a:pt x="1243" y="1257"/>
                  </a:cubicBezTo>
                  <a:cubicBezTo>
                    <a:pt x="1256" y="1239"/>
                    <a:pt x="1266" y="1220"/>
                    <a:pt x="1277" y="1200"/>
                  </a:cubicBezTo>
                  <a:cubicBezTo>
                    <a:pt x="1286" y="1182"/>
                    <a:pt x="1295" y="1163"/>
                    <a:pt x="1302" y="1144"/>
                  </a:cubicBezTo>
                  <a:cubicBezTo>
                    <a:pt x="1325" y="1082"/>
                    <a:pt x="1350" y="1020"/>
                    <a:pt x="1367" y="957"/>
                  </a:cubicBezTo>
                  <a:cubicBezTo>
                    <a:pt x="1375" y="926"/>
                    <a:pt x="1378" y="895"/>
                    <a:pt x="1383" y="862"/>
                  </a:cubicBezTo>
                  <a:cubicBezTo>
                    <a:pt x="1392" y="837"/>
                    <a:pt x="1400" y="811"/>
                    <a:pt x="1410" y="784"/>
                  </a:cubicBezTo>
                  <a:cubicBezTo>
                    <a:pt x="1434" y="670"/>
                    <a:pt x="1429" y="558"/>
                    <a:pt x="1392" y="447"/>
                  </a:cubicBezTo>
                  <a:cubicBezTo>
                    <a:pt x="1356" y="339"/>
                    <a:pt x="1297" y="247"/>
                    <a:pt x="1214" y="170"/>
                  </a:cubicBezTo>
                  <a:cubicBezTo>
                    <a:pt x="1128" y="92"/>
                    <a:pt x="1028" y="41"/>
                    <a:pt x="914" y="16"/>
                  </a:cubicBezTo>
                  <a:cubicBezTo>
                    <a:pt x="867" y="6"/>
                    <a:pt x="821" y="1"/>
                    <a:pt x="77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9">
              <a:extLst>
                <a:ext uri="{FF2B5EF4-FFF2-40B4-BE49-F238E27FC236}">
                  <a16:creationId xmlns:a16="http://schemas.microsoft.com/office/drawing/2014/main" id="{E8467C0F-19A0-0402-A361-3DBA72BEDF7D}"/>
                </a:ext>
              </a:extLst>
            </p:cNvPr>
            <p:cNvSpPr/>
            <p:nvPr/>
          </p:nvSpPr>
          <p:spPr>
            <a:xfrm>
              <a:off x="5188528" y="1179363"/>
              <a:ext cx="12513" cy="7021"/>
            </a:xfrm>
            <a:custGeom>
              <a:avLst/>
              <a:gdLst/>
              <a:ahLst/>
              <a:cxnLst/>
              <a:rect l="l" t="t" r="r" b="b"/>
              <a:pathLst>
                <a:path w="401" h="225" extrusionOk="0">
                  <a:moveTo>
                    <a:pt x="400" y="0"/>
                  </a:moveTo>
                  <a:lnTo>
                    <a:pt x="0" y="125"/>
                  </a:lnTo>
                  <a:cubicBezTo>
                    <a:pt x="49" y="194"/>
                    <a:pt x="112" y="225"/>
                    <a:pt x="174" y="225"/>
                  </a:cubicBezTo>
                  <a:cubicBezTo>
                    <a:pt x="279" y="225"/>
                    <a:pt x="380" y="136"/>
                    <a:pt x="400" y="0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9">
              <a:extLst>
                <a:ext uri="{FF2B5EF4-FFF2-40B4-BE49-F238E27FC236}">
                  <a16:creationId xmlns:a16="http://schemas.microsoft.com/office/drawing/2014/main" id="{B0E1F4F3-17A2-3531-D266-CDB61E94D8CD}"/>
                </a:ext>
              </a:extLst>
            </p:cNvPr>
            <p:cNvSpPr/>
            <p:nvPr/>
          </p:nvSpPr>
          <p:spPr>
            <a:xfrm>
              <a:off x="4908089" y="1016878"/>
              <a:ext cx="72895" cy="79760"/>
            </a:xfrm>
            <a:custGeom>
              <a:avLst/>
              <a:gdLst/>
              <a:ahLst/>
              <a:cxnLst/>
              <a:rect l="l" t="t" r="r" b="b"/>
              <a:pathLst>
                <a:path w="2336" h="2556" extrusionOk="0">
                  <a:moveTo>
                    <a:pt x="1613" y="0"/>
                  </a:moveTo>
                  <a:cubicBezTo>
                    <a:pt x="1520" y="0"/>
                    <a:pt x="1431" y="22"/>
                    <a:pt x="1345" y="58"/>
                  </a:cubicBezTo>
                  <a:cubicBezTo>
                    <a:pt x="1112" y="139"/>
                    <a:pt x="889" y="309"/>
                    <a:pt x="717" y="459"/>
                  </a:cubicBezTo>
                  <a:cubicBezTo>
                    <a:pt x="493" y="654"/>
                    <a:pt x="301" y="903"/>
                    <a:pt x="171" y="1169"/>
                  </a:cubicBezTo>
                  <a:cubicBezTo>
                    <a:pt x="61" y="1394"/>
                    <a:pt x="0" y="1634"/>
                    <a:pt x="47" y="1883"/>
                  </a:cubicBezTo>
                  <a:cubicBezTo>
                    <a:pt x="95" y="2135"/>
                    <a:pt x="252" y="2364"/>
                    <a:pt x="486" y="2478"/>
                  </a:cubicBezTo>
                  <a:cubicBezTo>
                    <a:pt x="596" y="2532"/>
                    <a:pt x="706" y="2555"/>
                    <a:pt x="813" y="2555"/>
                  </a:cubicBezTo>
                  <a:cubicBezTo>
                    <a:pt x="1149" y="2555"/>
                    <a:pt x="1460" y="2323"/>
                    <a:pt x="1689" y="2071"/>
                  </a:cubicBezTo>
                  <a:cubicBezTo>
                    <a:pt x="1916" y="1823"/>
                    <a:pt x="2086" y="1533"/>
                    <a:pt x="2200" y="1218"/>
                  </a:cubicBezTo>
                  <a:cubicBezTo>
                    <a:pt x="2282" y="991"/>
                    <a:pt x="2335" y="769"/>
                    <a:pt x="2272" y="527"/>
                  </a:cubicBezTo>
                  <a:cubicBezTo>
                    <a:pt x="2205" y="267"/>
                    <a:pt x="1993" y="69"/>
                    <a:pt x="1733" y="13"/>
                  </a:cubicBezTo>
                  <a:cubicBezTo>
                    <a:pt x="1693" y="4"/>
                    <a:pt x="1653" y="0"/>
                    <a:pt x="1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9">
              <a:extLst>
                <a:ext uri="{FF2B5EF4-FFF2-40B4-BE49-F238E27FC236}">
                  <a16:creationId xmlns:a16="http://schemas.microsoft.com/office/drawing/2014/main" id="{ABE81D6C-0652-F725-1563-91EBD06C5140}"/>
                </a:ext>
              </a:extLst>
            </p:cNvPr>
            <p:cNvSpPr/>
            <p:nvPr/>
          </p:nvSpPr>
          <p:spPr>
            <a:xfrm>
              <a:off x="4855041" y="1125004"/>
              <a:ext cx="35730" cy="45809"/>
            </a:xfrm>
            <a:custGeom>
              <a:avLst/>
              <a:gdLst/>
              <a:ahLst/>
              <a:cxnLst/>
              <a:rect l="l" t="t" r="r" b="b"/>
              <a:pathLst>
                <a:path w="1145" h="1468" extrusionOk="0">
                  <a:moveTo>
                    <a:pt x="513" y="1"/>
                  </a:moveTo>
                  <a:cubicBezTo>
                    <a:pt x="503" y="1"/>
                    <a:pt x="492" y="1"/>
                    <a:pt x="482" y="2"/>
                  </a:cubicBezTo>
                  <a:cubicBezTo>
                    <a:pt x="334" y="14"/>
                    <a:pt x="200" y="96"/>
                    <a:pt x="131" y="229"/>
                  </a:cubicBezTo>
                  <a:cubicBezTo>
                    <a:pt x="97" y="297"/>
                    <a:pt x="81" y="376"/>
                    <a:pt x="72" y="452"/>
                  </a:cubicBezTo>
                  <a:cubicBezTo>
                    <a:pt x="58" y="499"/>
                    <a:pt x="45" y="547"/>
                    <a:pt x="34" y="595"/>
                  </a:cubicBezTo>
                  <a:cubicBezTo>
                    <a:pt x="3" y="741"/>
                    <a:pt x="1" y="886"/>
                    <a:pt x="39" y="1030"/>
                  </a:cubicBezTo>
                  <a:cubicBezTo>
                    <a:pt x="82" y="1188"/>
                    <a:pt x="195" y="1316"/>
                    <a:pt x="334" y="1397"/>
                  </a:cubicBezTo>
                  <a:cubicBezTo>
                    <a:pt x="373" y="1419"/>
                    <a:pt x="418" y="1433"/>
                    <a:pt x="459" y="1446"/>
                  </a:cubicBezTo>
                  <a:cubicBezTo>
                    <a:pt x="478" y="1452"/>
                    <a:pt x="497" y="1457"/>
                    <a:pt x="517" y="1460"/>
                  </a:cubicBezTo>
                  <a:cubicBezTo>
                    <a:pt x="547" y="1463"/>
                    <a:pt x="581" y="1468"/>
                    <a:pt x="615" y="1468"/>
                  </a:cubicBezTo>
                  <a:cubicBezTo>
                    <a:pt x="630" y="1468"/>
                    <a:pt x="644" y="1467"/>
                    <a:pt x="658" y="1465"/>
                  </a:cubicBezTo>
                  <a:cubicBezTo>
                    <a:pt x="738" y="1454"/>
                    <a:pt x="790" y="1437"/>
                    <a:pt x="864" y="1399"/>
                  </a:cubicBezTo>
                  <a:cubicBezTo>
                    <a:pt x="1001" y="1328"/>
                    <a:pt x="1099" y="1173"/>
                    <a:pt x="1123" y="1021"/>
                  </a:cubicBezTo>
                  <a:cubicBezTo>
                    <a:pt x="1144" y="882"/>
                    <a:pt x="1130" y="749"/>
                    <a:pt x="1089" y="614"/>
                  </a:cubicBezTo>
                  <a:cubicBezTo>
                    <a:pt x="1074" y="567"/>
                    <a:pt x="1058" y="520"/>
                    <a:pt x="1039" y="474"/>
                  </a:cubicBezTo>
                  <a:cubicBezTo>
                    <a:pt x="1009" y="403"/>
                    <a:pt x="980" y="328"/>
                    <a:pt x="938" y="265"/>
                  </a:cubicBezTo>
                  <a:cubicBezTo>
                    <a:pt x="847" y="124"/>
                    <a:pt x="687" y="1"/>
                    <a:pt x="5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9">
              <a:extLst>
                <a:ext uri="{FF2B5EF4-FFF2-40B4-BE49-F238E27FC236}">
                  <a16:creationId xmlns:a16="http://schemas.microsoft.com/office/drawing/2014/main" id="{2785FC6F-75BC-6117-70C4-D783F0634DDF}"/>
                </a:ext>
              </a:extLst>
            </p:cNvPr>
            <p:cNvSpPr/>
            <p:nvPr/>
          </p:nvSpPr>
          <p:spPr>
            <a:xfrm>
              <a:off x="4963416" y="1130808"/>
              <a:ext cx="61287" cy="62410"/>
            </a:xfrm>
            <a:custGeom>
              <a:avLst/>
              <a:gdLst/>
              <a:ahLst/>
              <a:cxnLst/>
              <a:rect l="l" t="t" r="r" b="b"/>
              <a:pathLst>
                <a:path w="1964" h="2000" extrusionOk="0">
                  <a:moveTo>
                    <a:pt x="1287" y="0"/>
                  </a:moveTo>
                  <a:cubicBezTo>
                    <a:pt x="1223" y="0"/>
                    <a:pt x="1159" y="9"/>
                    <a:pt x="1097" y="26"/>
                  </a:cubicBezTo>
                  <a:cubicBezTo>
                    <a:pt x="1026" y="45"/>
                    <a:pt x="959" y="81"/>
                    <a:pt x="894" y="119"/>
                  </a:cubicBezTo>
                  <a:cubicBezTo>
                    <a:pt x="888" y="121"/>
                    <a:pt x="881" y="124"/>
                    <a:pt x="875" y="126"/>
                  </a:cubicBezTo>
                  <a:cubicBezTo>
                    <a:pt x="766" y="166"/>
                    <a:pt x="661" y="216"/>
                    <a:pt x="570" y="289"/>
                  </a:cubicBezTo>
                  <a:cubicBezTo>
                    <a:pt x="481" y="360"/>
                    <a:pt x="388" y="434"/>
                    <a:pt x="315" y="522"/>
                  </a:cubicBezTo>
                  <a:cubicBezTo>
                    <a:pt x="135" y="739"/>
                    <a:pt x="0" y="1004"/>
                    <a:pt x="0" y="1292"/>
                  </a:cubicBezTo>
                  <a:cubicBezTo>
                    <a:pt x="1" y="1482"/>
                    <a:pt x="96" y="1686"/>
                    <a:pt x="243" y="1809"/>
                  </a:cubicBezTo>
                  <a:cubicBezTo>
                    <a:pt x="395" y="1936"/>
                    <a:pt x="578" y="1999"/>
                    <a:pt x="775" y="1999"/>
                  </a:cubicBezTo>
                  <a:cubicBezTo>
                    <a:pt x="780" y="1999"/>
                    <a:pt x="785" y="1999"/>
                    <a:pt x="789" y="1999"/>
                  </a:cubicBezTo>
                  <a:cubicBezTo>
                    <a:pt x="945" y="1997"/>
                    <a:pt x="1105" y="1932"/>
                    <a:pt x="1235" y="1849"/>
                  </a:cubicBezTo>
                  <a:cubicBezTo>
                    <a:pt x="1340" y="1783"/>
                    <a:pt x="1435" y="1695"/>
                    <a:pt x="1527" y="1615"/>
                  </a:cubicBezTo>
                  <a:cubicBezTo>
                    <a:pt x="1592" y="1560"/>
                    <a:pt x="1654" y="1501"/>
                    <a:pt x="1705" y="1433"/>
                  </a:cubicBezTo>
                  <a:cubicBezTo>
                    <a:pt x="1812" y="1294"/>
                    <a:pt x="1873" y="1180"/>
                    <a:pt x="1926" y="1012"/>
                  </a:cubicBezTo>
                  <a:cubicBezTo>
                    <a:pt x="1945" y="956"/>
                    <a:pt x="1949" y="898"/>
                    <a:pt x="1954" y="838"/>
                  </a:cubicBezTo>
                  <a:cubicBezTo>
                    <a:pt x="1958" y="776"/>
                    <a:pt x="1964" y="717"/>
                    <a:pt x="1953" y="655"/>
                  </a:cubicBezTo>
                  <a:cubicBezTo>
                    <a:pt x="1923" y="469"/>
                    <a:pt x="1859" y="299"/>
                    <a:pt x="1718" y="166"/>
                  </a:cubicBezTo>
                  <a:cubicBezTo>
                    <a:pt x="1598" y="55"/>
                    <a:pt x="1444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9">
              <a:extLst>
                <a:ext uri="{FF2B5EF4-FFF2-40B4-BE49-F238E27FC236}">
                  <a16:creationId xmlns:a16="http://schemas.microsoft.com/office/drawing/2014/main" id="{8710EBDA-799F-A784-C7F1-E3168899582B}"/>
                </a:ext>
              </a:extLst>
            </p:cNvPr>
            <p:cNvSpPr/>
            <p:nvPr/>
          </p:nvSpPr>
          <p:spPr>
            <a:xfrm>
              <a:off x="4933240" y="1250167"/>
              <a:ext cx="54172" cy="70867"/>
            </a:xfrm>
            <a:custGeom>
              <a:avLst/>
              <a:gdLst/>
              <a:ahLst/>
              <a:cxnLst/>
              <a:rect l="l" t="t" r="r" b="b"/>
              <a:pathLst>
                <a:path w="1736" h="2271" extrusionOk="0">
                  <a:moveTo>
                    <a:pt x="912" y="1"/>
                  </a:moveTo>
                  <a:cubicBezTo>
                    <a:pt x="788" y="1"/>
                    <a:pt x="663" y="34"/>
                    <a:pt x="563" y="106"/>
                  </a:cubicBezTo>
                  <a:cubicBezTo>
                    <a:pt x="444" y="193"/>
                    <a:pt x="352" y="280"/>
                    <a:pt x="276" y="410"/>
                  </a:cubicBezTo>
                  <a:cubicBezTo>
                    <a:pt x="261" y="437"/>
                    <a:pt x="245" y="465"/>
                    <a:pt x="230" y="492"/>
                  </a:cubicBezTo>
                  <a:cubicBezTo>
                    <a:pt x="169" y="611"/>
                    <a:pt x="126" y="732"/>
                    <a:pt x="82" y="858"/>
                  </a:cubicBezTo>
                  <a:cubicBezTo>
                    <a:pt x="0" y="1088"/>
                    <a:pt x="21" y="1309"/>
                    <a:pt x="69" y="1541"/>
                  </a:cubicBezTo>
                  <a:cubicBezTo>
                    <a:pt x="81" y="1597"/>
                    <a:pt x="97" y="1648"/>
                    <a:pt x="122" y="1699"/>
                  </a:cubicBezTo>
                  <a:cubicBezTo>
                    <a:pt x="155" y="1769"/>
                    <a:pt x="182" y="1839"/>
                    <a:pt x="231" y="1899"/>
                  </a:cubicBezTo>
                  <a:cubicBezTo>
                    <a:pt x="280" y="1959"/>
                    <a:pt x="331" y="2028"/>
                    <a:pt x="392" y="2077"/>
                  </a:cubicBezTo>
                  <a:cubicBezTo>
                    <a:pt x="526" y="2189"/>
                    <a:pt x="694" y="2271"/>
                    <a:pt x="872" y="2271"/>
                  </a:cubicBezTo>
                  <a:cubicBezTo>
                    <a:pt x="896" y="2271"/>
                    <a:pt x="920" y="2269"/>
                    <a:pt x="944" y="2266"/>
                  </a:cubicBezTo>
                  <a:cubicBezTo>
                    <a:pt x="1135" y="2242"/>
                    <a:pt x="1301" y="2164"/>
                    <a:pt x="1436" y="2024"/>
                  </a:cubicBezTo>
                  <a:cubicBezTo>
                    <a:pt x="1499" y="1958"/>
                    <a:pt x="1554" y="1877"/>
                    <a:pt x="1590" y="1792"/>
                  </a:cubicBezTo>
                  <a:cubicBezTo>
                    <a:pt x="1633" y="1689"/>
                    <a:pt x="1675" y="1572"/>
                    <a:pt x="1696" y="1460"/>
                  </a:cubicBezTo>
                  <a:cubicBezTo>
                    <a:pt x="1735" y="1239"/>
                    <a:pt x="1724" y="1037"/>
                    <a:pt x="1676" y="818"/>
                  </a:cubicBezTo>
                  <a:cubicBezTo>
                    <a:pt x="1656" y="727"/>
                    <a:pt x="1616" y="642"/>
                    <a:pt x="1568" y="561"/>
                  </a:cubicBezTo>
                  <a:cubicBezTo>
                    <a:pt x="1553" y="469"/>
                    <a:pt x="1526" y="382"/>
                    <a:pt x="1475" y="303"/>
                  </a:cubicBezTo>
                  <a:cubicBezTo>
                    <a:pt x="1411" y="206"/>
                    <a:pt x="1328" y="130"/>
                    <a:pt x="1226" y="76"/>
                  </a:cubicBezTo>
                  <a:cubicBezTo>
                    <a:pt x="1132" y="27"/>
                    <a:pt x="1022" y="1"/>
                    <a:pt x="9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9">
              <a:extLst>
                <a:ext uri="{FF2B5EF4-FFF2-40B4-BE49-F238E27FC236}">
                  <a16:creationId xmlns:a16="http://schemas.microsoft.com/office/drawing/2014/main" id="{48BB2C9E-A878-A736-3B3C-213C1D2DAF68}"/>
                </a:ext>
              </a:extLst>
            </p:cNvPr>
            <p:cNvSpPr/>
            <p:nvPr/>
          </p:nvSpPr>
          <p:spPr>
            <a:xfrm>
              <a:off x="5053224" y="1264428"/>
              <a:ext cx="45278" cy="40161"/>
            </a:xfrm>
            <a:custGeom>
              <a:avLst/>
              <a:gdLst/>
              <a:ahLst/>
              <a:cxnLst/>
              <a:rect l="l" t="t" r="r" b="b"/>
              <a:pathLst>
                <a:path w="1451" h="1287" extrusionOk="0">
                  <a:moveTo>
                    <a:pt x="945" y="1"/>
                  </a:moveTo>
                  <a:cubicBezTo>
                    <a:pt x="918" y="1"/>
                    <a:pt x="891" y="3"/>
                    <a:pt x="864" y="6"/>
                  </a:cubicBezTo>
                  <a:cubicBezTo>
                    <a:pt x="842" y="4"/>
                    <a:pt x="822" y="3"/>
                    <a:pt x="802" y="3"/>
                  </a:cubicBezTo>
                  <a:cubicBezTo>
                    <a:pt x="757" y="3"/>
                    <a:pt x="715" y="9"/>
                    <a:pt x="659" y="22"/>
                  </a:cubicBezTo>
                  <a:cubicBezTo>
                    <a:pt x="647" y="24"/>
                    <a:pt x="636" y="27"/>
                    <a:pt x="624" y="30"/>
                  </a:cubicBezTo>
                  <a:cubicBezTo>
                    <a:pt x="549" y="52"/>
                    <a:pt x="476" y="89"/>
                    <a:pt x="409" y="127"/>
                  </a:cubicBezTo>
                  <a:cubicBezTo>
                    <a:pt x="341" y="165"/>
                    <a:pt x="279" y="220"/>
                    <a:pt x="223" y="273"/>
                  </a:cubicBezTo>
                  <a:cubicBezTo>
                    <a:pt x="167" y="326"/>
                    <a:pt x="120" y="395"/>
                    <a:pt x="80" y="462"/>
                  </a:cubicBezTo>
                  <a:cubicBezTo>
                    <a:pt x="53" y="508"/>
                    <a:pt x="37" y="563"/>
                    <a:pt x="21" y="614"/>
                  </a:cubicBezTo>
                  <a:cubicBezTo>
                    <a:pt x="4" y="666"/>
                    <a:pt x="2" y="724"/>
                    <a:pt x="0" y="779"/>
                  </a:cubicBezTo>
                  <a:cubicBezTo>
                    <a:pt x="0" y="790"/>
                    <a:pt x="0" y="799"/>
                    <a:pt x="1" y="809"/>
                  </a:cubicBezTo>
                  <a:cubicBezTo>
                    <a:pt x="5" y="846"/>
                    <a:pt x="13" y="897"/>
                    <a:pt x="25" y="933"/>
                  </a:cubicBezTo>
                  <a:cubicBezTo>
                    <a:pt x="53" y="1014"/>
                    <a:pt x="99" y="1090"/>
                    <a:pt x="162" y="1149"/>
                  </a:cubicBezTo>
                  <a:cubicBezTo>
                    <a:pt x="267" y="1249"/>
                    <a:pt x="400" y="1287"/>
                    <a:pt x="536" y="1287"/>
                  </a:cubicBezTo>
                  <a:cubicBezTo>
                    <a:pt x="634" y="1287"/>
                    <a:pt x="734" y="1267"/>
                    <a:pt x="827" y="1236"/>
                  </a:cubicBezTo>
                  <a:cubicBezTo>
                    <a:pt x="988" y="1181"/>
                    <a:pt x="1128" y="1093"/>
                    <a:pt x="1253" y="979"/>
                  </a:cubicBezTo>
                  <a:cubicBezTo>
                    <a:pt x="1271" y="963"/>
                    <a:pt x="1287" y="945"/>
                    <a:pt x="1302" y="925"/>
                  </a:cubicBezTo>
                  <a:cubicBezTo>
                    <a:pt x="1336" y="880"/>
                    <a:pt x="1372" y="833"/>
                    <a:pt x="1393" y="779"/>
                  </a:cubicBezTo>
                  <a:cubicBezTo>
                    <a:pt x="1413" y="730"/>
                    <a:pt x="1436" y="679"/>
                    <a:pt x="1442" y="626"/>
                  </a:cubicBezTo>
                  <a:cubicBezTo>
                    <a:pt x="1451" y="527"/>
                    <a:pt x="1451" y="463"/>
                    <a:pt x="1427" y="368"/>
                  </a:cubicBezTo>
                  <a:cubicBezTo>
                    <a:pt x="1414" y="319"/>
                    <a:pt x="1390" y="270"/>
                    <a:pt x="1364" y="228"/>
                  </a:cubicBezTo>
                  <a:cubicBezTo>
                    <a:pt x="1321" y="158"/>
                    <a:pt x="1254" y="99"/>
                    <a:pt x="1182" y="59"/>
                  </a:cubicBezTo>
                  <a:cubicBezTo>
                    <a:pt x="1106" y="18"/>
                    <a:pt x="1026" y="1"/>
                    <a:pt x="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9">
              <a:extLst>
                <a:ext uri="{FF2B5EF4-FFF2-40B4-BE49-F238E27FC236}">
                  <a16:creationId xmlns:a16="http://schemas.microsoft.com/office/drawing/2014/main" id="{0EC2189E-5BFB-68D4-BCF6-2100B9390719}"/>
                </a:ext>
              </a:extLst>
            </p:cNvPr>
            <p:cNvSpPr/>
            <p:nvPr/>
          </p:nvSpPr>
          <p:spPr>
            <a:xfrm>
              <a:off x="4877290" y="1219118"/>
              <a:ext cx="34232" cy="36728"/>
            </a:xfrm>
            <a:custGeom>
              <a:avLst/>
              <a:gdLst/>
              <a:ahLst/>
              <a:cxnLst/>
              <a:rect l="l" t="t" r="r" b="b"/>
              <a:pathLst>
                <a:path w="1097" h="1177" extrusionOk="0">
                  <a:moveTo>
                    <a:pt x="618" y="1"/>
                  </a:moveTo>
                  <a:cubicBezTo>
                    <a:pt x="610" y="1"/>
                    <a:pt x="602" y="1"/>
                    <a:pt x="594" y="1"/>
                  </a:cubicBezTo>
                  <a:cubicBezTo>
                    <a:pt x="553" y="8"/>
                    <a:pt x="513" y="16"/>
                    <a:pt x="473" y="24"/>
                  </a:cubicBezTo>
                  <a:cubicBezTo>
                    <a:pt x="396" y="50"/>
                    <a:pt x="329" y="93"/>
                    <a:pt x="272" y="153"/>
                  </a:cubicBezTo>
                  <a:cubicBezTo>
                    <a:pt x="248" y="177"/>
                    <a:pt x="224" y="203"/>
                    <a:pt x="204" y="231"/>
                  </a:cubicBezTo>
                  <a:cubicBezTo>
                    <a:pt x="170" y="277"/>
                    <a:pt x="136" y="324"/>
                    <a:pt x="106" y="372"/>
                  </a:cubicBezTo>
                  <a:cubicBezTo>
                    <a:pt x="96" y="387"/>
                    <a:pt x="87" y="403"/>
                    <a:pt x="79" y="419"/>
                  </a:cubicBezTo>
                  <a:cubicBezTo>
                    <a:pt x="75" y="427"/>
                    <a:pt x="70" y="434"/>
                    <a:pt x="67" y="443"/>
                  </a:cubicBezTo>
                  <a:cubicBezTo>
                    <a:pt x="65" y="446"/>
                    <a:pt x="63" y="450"/>
                    <a:pt x="61" y="454"/>
                  </a:cubicBezTo>
                  <a:cubicBezTo>
                    <a:pt x="61" y="455"/>
                    <a:pt x="60" y="457"/>
                    <a:pt x="59" y="459"/>
                  </a:cubicBezTo>
                  <a:cubicBezTo>
                    <a:pt x="25" y="518"/>
                    <a:pt x="9" y="581"/>
                    <a:pt x="10" y="648"/>
                  </a:cubicBezTo>
                  <a:cubicBezTo>
                    <a:pt x="0" y="691"/>
                    <a:pt x="2" y="734"/>
                    <a:pt x="16" y="776"/>
                  </a:cubicBezTo>
                  <a:cubicBezTo>
                    <a:pt x="16" y="800"/>
                    <a:pt x="21" y="822"/>
                    <a:pt x="30" y="842"/>
                  </a:cubicBezTo>
                  <a:cubicBezTo>
                    <a:pt x="47" y="879"/>
                    <a:pt x="65" y="917"/>
                    <a:pt x="83" y="955"/>
                  </a:cubicBezTo>
                  <a:cubicBezTo>
                    <a:pt x="116" y="1009"/>
                    <a:pt x="158" y="1052"/>
                    <a:pt x="211" y="1083"/>
                  </a:cubicBezTo>
                  <a:lnTo>
                    <a:pt x="211" y="1083"/>
                  </a:lnTo>
                  <a:cubicBezTo>
                    <a:pt x="230" y="1097"/>
                    <a:pt x="260" y="1118"/>
                    <a:pt x="268" y="1123"/>
                  </a:cubicBezTo>
                  <a:cubicBezTo>
                    <a:pt x="347" y="1168"/>
                    <a:pt x="376" y="1165"/>
                    <a:pt x="451" y="1171"/>
                  </a:cubicBezTo>
                  <a:cubicBezTo>
                    <a:pt x="450" y="1171"/>
                    <a:pt x="450" y="1171"/>
                    <a:pt x="449" y="1171"/>
                  </a:cubicBezTo>
                  <a:lnTo>
                    <a:pt x="449" y="1171"/>
                  </a:lnTo>
                  <a:cubicBezTo>
                    <a:pt x="446" y="1171"/>
                    <a:pt x="499" y="1176"/>
                    <a:pt x="517" y="1176"/>
                  </a:cubicBezTo>
                  <a:cubicBezTo>
                    <a:pt x="606" y="1174"/>
                    <a:pt x="632" y="1158"/>
                    <a:pt x="699" y="1126"/>
                  </a:cubicBezTo>
                  <a:cubicBezTo>
                    <a:pt x="720" y="1118"/>
                    <a:pt x="740" y="1108"/>
                    <a:pt x="759" y="1097"/>
                  </a:cubicBezTo>
                  <a:cubicBezTo>
                    <a:pt x="792" y="1070"/>
                    <a:pt x="823" y="1044"/>
                    <a:pt x="855" y="1016"/>
                  </a:cubicBezTo>
                  <a:cubicBezTo>
                    <a:pt x="879" y="982"/>
                    <a:pt x="904" y="947"/>
                    <a:pt x="928" y="912"/>
                  </a:cubicBezTo>
                  <a:cubicBezTo>
                    <a:pt x="940" y="884"/>
                    <a:pt x="950" y="855"/>
                    <a:pt x="958" y="827"/>
                  </a:cubicBezTo>
                  <a:cubicBezTo>
                    <a:pt x="970" y="799"/>
                    <a:pt x="984" y="771"/>
                    <a:pt x="1000" y="745"/>
                  </a:cubicBezTo>
                  <a:cubicBezTo>
                    <a:pt x="1026" y="711"/>
                    <a:pt x="1047" y="672"/>
                    <a:pt x="1058" y="629"/>
                  </a:cubicBezTo>
                  <a:cubicBezTo>
                    <a:pt x="1086" y="572"/>
                    <a:pt x="1096" y="510"/>
                    <a:pt x="1090" y="444"/>
                  </a:cubicBezTo>
                  <a:cubicBezTo>
                    <a:pt x="1089" y="381"/>
                    <a:pt x="1072" y="324"/>
                    <a:pt x="1042" y="270"/>
                  </a:cubicBezTo>
                  <a:cubicBezTo>
                    <a:pt x="1020" y="213"/>
                    <a:pt x="985" y="164"/>
                    <a:pt x="938" y="124"/>
                  </a:cubicBezTo>
                  <a:cubicBezTo>
                    <a:pt x="905" y="101"/>
                    <a:pt x="871" y="78"/>
                    <a:pt x="838" y="53"/>
                  </a:cubicBezTo>
                  <a:cubicBezTo>
                    <a:pt x="768" y="18"/>
                    <a:pt x="695" y="1"/>
                    <a:pt x="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9">
              <a:extLst>
                <a:ext uri="{FF2B5EF4-FFF2-40B4-BE49-F238E27FC236}">
                  <a16:creationId xmlns:a16="http://schemas.microsoft.com/office/drawing/2014/main" id="{D00078A1-2BAA-4092-6498-EF0C303A89E6}"/>
                </a:ext>
              </a:extLst>
            </p:cNvPr>
            <p:cNvSpPr/>
            <p:nvPr/>
          </p:nvSpPr>
          <p:spPr>
            <a:xfrm>
              <a:off x="5051226" y="1173590"/>
              <a:ext cx="51083" cy="42969"/>
            </a:xfrm>
            <a:custGeom>
              <a:avLst/>
              <a:gdLst/>
              <a:ahLst/>
              <a:cxnLst/>
              <a:rect l="l" t="t" r="r" b="b"/>
              <a:pathLst>
                <a:path w="1637" h="1377" extrusionOk="0">
                  <a:moveTo>
                    <a:pt x="503" y="0"/>
                  </a:moveTo>
                  <a:cubicBezTo>
                    <a:pt x="485" y="9"/>
                    <a:pt x="467" y="15"/>
                    <a:pt x="450" y="24"/>
                  </a:cubicBezTo>
                  <a:cubicBezTo>
                    <a:pt x="413" y="41"/>
                    <a:pt x="371" y="58"/>
                    <a:pt x="336" y="82"/>
                  </a:cubicBezTo>
                  <a:cubicBezTo>
                    <a:pt x="230" y="160"/>
                    <a:pt x="126" y="257"/>
                    <a:pt x="74" y="382"/>
                  </a:cubicBezTo>
                  <a:cubicBezTo>
                    <a:pt x="17" y="519"/>
                    <a:pt x="5" y="569"/>
                    <a:pt x="2" y="717"/>
                  </a:cubicBezTo>
                  <a:cubicBezTo>
                    <a:pt x="1" y="781"/>
                    <a:pt x="13" y="849"/>
                    <a:pt x="34" y="908"/>
                  </a:cubicBezTo>
                  <a:cubicBezTo>
                    <a:pt x="95" y="1075"/>
                    <a:pt x="204" y="1211"/>
                    <a:pt x="363" y="1297"/>
                  </a:cubicBezTo>
                  <a:cubicBezTo>
                    <a:pt x="469" y="1354"/>
                    <a:pt x="586" y="1377"/>
                    <a:pt x="704" y="1377"/>
                  </a:cubicBezTo>
                  <a:cubicBezTo>
                    <a:pt x="804" y="1377"/>
                    <a:pt x="904" y="1360"/>
                    <a:pt x="1000" y="1335"/>
                  </a:cubicBezTo>
                  <a:cubicBezTo>
                    <a:pt x="1021" y="1329"/>
                    <a:pt x="1040" y="1319"/>
                    <a:pt x="1059" y="1310"/>
                  </a:cubicBezTo>
                  <a:cubicBezTo>
                    <a:pt x="1115" y="1284"/>
                    <a:pt x="1174" y="1258"/>
                    <a:pt x="1229" y="1228"/>
                  </a:cubicBezTo>
                  <a:cubicBezTo>
                    <a:pt x="1301" y="1188"/>
                    <a:pt x="1368" y="1130"/>
                    <a:pt x="1425" y="1073"/>
                  </a:cubicBezTo>
                  <a:cubicBezTo>
                    <a:pt x="1529" y="967"/>
                    <a:pt x="1601" y="816"/>
                    <a:pt x="1620" y="670"/>
                  </a:cubicBezTo>
                  <a:cubicBezTo>
                    <a:pt x="1634" y="562"/>
                    <a:pt x="1636" y="460"/>
                    <a:pt x="1599" y="354"/>
                  </a:cubicBezTo>
                  <a:cubicBezTo>
                    <a:pt x="1582" y="307"/>
                    <a:pt x="1560" y="261"/>
                    <a:pt x="1532" y="219"/>
                  </a:cubicBezTo>
                  <a:cubicBezTo>
                    <a:pt x="1496" y="221"/>
                    <a:pt x="1460" y="222"/>
                    <a:pt x="1424" y="222"/>
                  </a:cubicBezTo>
                  <a:cubicBezTo>
                    <a:pt x="1101" y="222"/>
                    <a:pt x="775" y="146"/>
                    <a:pt x="5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9">
              <a:extLst>
                <a:ext uri="{FF2B5EF4-FFF2-40B4-BE49-F238E27FC236}">
                  <a16:creationId xmlns:a16="http://schemas.microsoft.com/office/drawing/2014/main" id="{DE884453-AC82-7594-CEAD-2952BE44625E}"/>
                </a:ext>
              </a:extLst>
            </p:cNvPr>
            <p:cNvSpPr/>
            <p:nvPr/>
          </p:nvSpPr>
          <p:spPr>
            <a:xfrm>
              <a:off x="5135199" y="1215405"/>
              <a:ext cx="44748" cy="52549"/>
            </a:xfrm>
            <a:custGeom>
              <a:avLst/>
              <a:gdLst/>
              <a:ahLst/>
              <a:cxnLst/>
              <a:rect l="l" t="t" r="r" b="b"/>
              <a:pathLst>
                <a:path w="1434" h="1684" extrusionOk="0">
                  <a:moveTo>
                    <a:pt x="777" y="0"/>
                  </a:moveTo>
                  <a:cubicBezTo>
                    <a:pt x="709" y="0"/>
                    <a:pt x="642" y="11"/>
                    <a:pt x="575" y="32"/>
                  </a:cubicBezTo>
                  <a:cubicBezTo>
                    <a:pt x="573" y="33"/>
                    <a:pt x="571" y="34"/>
                    <a:pt x="569" y="35"/>
                  </a:cubicBezTo>
                  <a:cubicBezTo>
                    <a:pt x="518" y="59"/>
                    <a:pt x="468" y="82"/>
                    <a:pt x="419" y="107"/>
                  </a:cubicBezTo>
                  <a:cubicBezTo>
                    <a:pt x="414" y="111"/>
                    <a:pt x="409" y="115"/>
                    <a:pt x="403" y="118"/>
                  </a:cubicBezTo>
                  <a:cubicBezTo>
                    <a:pt x="353" y="157"/>
                    <a:pt x="301" y="198"/>
                    <a:pt x="256" y="242"/>
                  </a:cubicBezTo>
                  <a:cubicBezTo>
                    <a:pt x="203" y="293"/>
                    <a:pt x="159" y="365"/>
                    <a:pt x="125" y="433"/>
                  </a:cubicBezTo>
                  <a:cubicBezTo>
                    <a:pt x="89" y="503"/>
                    <a:pt x="67" y="581"/>
                    <a:pt x="41" y="655"/>
                  </a:cubicBezTo>
                  <a:cubicBezTo>
                    <a:pt x="34" y="678"/>
                    <a:pt x="28" y="701"/>
                    <a:pt x="22" y="724"/>
                  </a:cubicBezTo>
                  <a:cubicBezTo>
                    <a:pt x="15" y="763"/>
                    <a:pt x="14" y="799"/>
                    <a:pt x="11" y="839"/>
                  </a:cubicBezTo>
                  <a:cubicBezTo>
                    <a:pt x="7" y="892"/>
                    <a:pt x="0" y="916"/>
                    <a:pt x="8" y="958"/>
                  </a:cubicBezTo>
                  <a:cubicBezTo>
                    <a:pt x="20" y="1031"/>
                    <a:pt x="30" y="1107"/>
                    <a:pt x="53" y="1177"/>
                  </a:cubicBezTo>
                  <a:cubicBezTo>
                    <a:pt x="56" y="1187"/>
                    <a:pt x="60" y="1196"/>
                    <a:pt x="63" y="1205"/>
                  </a:cubicBezTo>
                  <a:cubicBezTo>
                    <a:pt x="86" y="1261"/>
                    <a:pt x="112" y="1320"/>
                    <a:pt x="142" y="1372"/>
                  </a:cubicBezTo>
                  <a:cubicBezTo>
                    <a:pt x="145" y="1376"/>
                    <a:pt x="147" y="1380"/>
                    <a:pt x="150" y="1384"/>
                  </a:cubicBezTo>
                  <a:lnTo>
                    <a:pt x="249" y="1502"/>
                  </a:lnTo>
                  <a:cubicBezTo>
                    <a:pt x="250" y="1504"/>
                    <a:pt x="252" y="1505"/>
                    <a:pt x="254" y="1507"/>
                  </a:cubicBezTo>
                  <a:cubicBezTo>
                    <a:pt x="261" y="1515"/>
                    <a:pt x="269" y="1523"/>
                    <a:pt x="278" y="1531"/>
                  </a:cubicBezTo>
                  <a:cubicBezTo>
                    <a:pt x="355" y="1600"/>
                    <a:pt x="444" y="1647"/>
                    <a:pt x="547" y="1669"/>
                  </a:cubicBezTo>
                  <a:cubicBezTo>
                    <a:pt x="584" y="1679"/>
                    <a:pt x="621" y="1683"/>
                    <a:pt x="657" y="1683"/>
                  </a:cubicBezTo>
                  <a:cubicBezTo>
                    <a:pt x="697" y="1683"/>
                    <a:pt x="736" y="1678"/>
                    <a:pt x="775" y="1667"/>
                  </a:cubicBezTo>
                  <a:cubicBezTo>
                    <a:pt x="849" y="1660"/>
                    <a:pt x="918" y="1634"/>
                    <a:pt x="981" y="1590"/>
                  </a:cubicBezTo>
                  <a:cubicBezTo>
                    <a:pt x="1067" y="1534"/>
                    <a:pt x="1133" y="1462"/>
                    <a:pt x="1180" y="1372"/>
                  </a:cubicBezTo>
                  <a:cubicBezTo>
                    <a:pt x="1189" y="1348"/>
                    <a:pt x="1201" y="1326"/>
                    <a:pt x="1210" y="1302"/>
                  </a:cubicBezTo>
                  <a:cubicBezTo>
                    <a:pt x="1221" y="1287"/>
                    <a:pt x="1232" y="1271"/>
                    <a:pt x="1243" y="1257"/>
                  </a:cubicBezTo>
                  <a:cubicBezTo>
                    <a:pt x="1254" y="1238"/>
                    <a:pt x="1266" y="1219"/>
                    <a:pt x="1276" y="1199"/>
                  </a:cubicBezTo>
                  <a:cubicBezTo>
                    <a:pt x="1286" y="1180"/>
                    <a:pt x="1293" y="1162"/>
                    <a:pt x="1301" y="1143"/>
                  </a:cubicBezTo>
                  <a:cubicBezTo>
                    <a:pt x="1324" y="1081"/>
                    <a:pt x="1349" y="1019"/>
                    <a:pt x="1366" y="956"/>
                  </a:cubicBezTo>
                  <a:cubicBezTo>
                    <a:pt x="1374" y="925"/>
                    <a:pt x="1378" y="894"/>
                    <a:pt x="1382" y="862"/>
                  </a:cubicBezTo>
                  <a:cubicBezTo>
                    <a:pt x="1391" y="836"/>
                    <a:pt x="1400" y="810"/>
                    <a:pt x="1409" y="784"/>
                  </a:cubicBezTo>
                  <a:cubicBezTo>
                    <a:pt x="1433" y="670"/>
                    <a:pt x="1428" y="557"/>
                    <a:pt x="1391" y="446"/>
                  </a:cubicBezTo>
                  <a:cubicBezTo>
                    <a:pt x="1356" y="339"/>
                    <a:pt x="1296" y="247"/>
                    <a:pt x="1213" y="170"/>
                  </a:cubicBezTo>
                  <a:cubicBezTo>
                    <a:pt x="1127" y="92"/>
                    <a:pt x="1027" y="40"/>
                    <a:pt x="913" y="14"/>
                  </a:cubicBezTo>
                  <a:cubicBezTo>
                    <a:pt x="867" y="5"/>
                    <a:pt x="822" y="0"/>
                    <a:pt x="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9">
              <a:extLst>
                <a:ext uri="{FF2B5EF4-FFF2-40B4-BE49-F238E27FC236}">
                  <a16:creationId xmlns:a16="http://schemas.microsoft.com/office/drawing/2014/main" id="{9E588406-60ED-FBF9-7D1C-0CA91FB36568}"/>
                </a:ext>
              </a:extLst>
            </p:cNvPr>
            <p:cNvSpPr/>
            <p:nvPr/>
          </p:nvSpPr>
          <p:spPr>
            <a:xfrm>
              <a:off x="4908089" y="1023837"/>
              <a:ext cx="60007" cy="72801"/>
            </a:xfrm>
            <a:custGeom>
              <a:avLst/>
              <a:gdLst/>
              <a:ahLst/>
              <a:cxnLst/>
              <a:rect l="l" t="t" r="r" b="b"/>
              <a:pathLst>
                <a:path w="1923" h="2333" extrusionOk="0">
                  <a:moveTo>
                    <a:pt x="1041" y="0"/>
                  </a:moveTo>
                  <a:lnTo>
                    <a:pt x="1021" y="3"/>
                  </a:lnTo>
                  <a:cubicBezTo>
                    <a:pt x="910" y="76"/>
                    <a:pt x="806" y="158"/>
                    <a:pt x="717" y="236"/>
                  </a:cubicBezTo>
                  <a:cubicBezTo>
                    <a:pt x="493" y="431"/>
                    <a:pt x="301" y="680"/>
                    <a:pt x="171" y="946"/>
                  </a:cubicBezTo>
                  <a:cubicBezTo>
                    <a:pt x="61" y="1171"/>
                    <a:pt x="0" y="1411"/>
                    <a:pt x="47" y="1660"/>
                  </a:cubicBezTo>
                  <a:cubicBezTo>
                    <a:pt x="95" y="1912"/>
                    <a:pt x="252" y="2141"/>
                    <a:pt x="486" y="2255"/>
                  </a:cubicBezTo>
                  <a:cubicBezTo>
                    <a:pt x="596" y="2309"/>
                    <a:pt x="706" y="2332"/>
                    <a:pt x="813" y="2332"/>
                  </a:cubicBezTo>
                  <a:cubicBezTo>
                    <a:pt x="1149" y="2332"/>
                    <a:pt x="1460" y="2100"/>
                    <a:pt x="1689" y="1848"/>
                  </a:cubicBezTo>
                  <a:cubicBezTo>
                    <a:pt x="1776" y="1752"/>
                    <a:pt x="1852" y="1649"/>
                    <a:pt x="1923" y="1542"/>
                  </a:cubicBezTo>
                  <a:lnTo>
                    <a:pt x="1923" y="1542"/>
                  </a:lnTo>
                  <a:cubicBezTo>
                    <a:pt x="1790" y="1630"/>
                    <a:pt x="1650" y="1705"/>
                    <a:pt x="1497" y="1751"/>
                  </a:cubicBezTo>
                  <a:cubicBezTo>
                    <a:pt x="1402" y="1780"/>
                    <a:pt x="1302" y="1794"/>
                    <a:pt x="1201" y="1794"/>
                  </a:cubicBezTo>
                  <a:cubicBezTo>
                    <a:pt x="956" y="1794"/>
                    <a:pt x="714" y="1706"/>
                    <a:pt x="572" y="1511"/>
                  </a:cubicBezTo>
                  <a:cubicBezTo>
                    <a:pt x="401" y="1279"/>
                    <a:pt x="414" y="953"/>
                    <a:pt x="528" y="689"/>
                  </a:cubicBezTo>
                  <a:cubicBezTo>
                    <a:pt x="642" y="425"/>
                    <a:pt x="843" y="210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9">
              <a:extLst>
                <a:ext uri="{FF2B5EF4-FFF2-40B4-BE49-F238E27FC236}">
                  <a16:creationId xmlns:a16="http://schemas.microsoft.com/office/drawing/2014/main" id="{DE2F6B84-46E4-D1CD-4A09-09F0F3D0DA7E}"/>
                </a:ext>
              </a:extLst>
            </p:cNvPr>
            <p:cNvSpPr/>
            <p:nvPr/>
          </p:nvSpPr>
          <p:spPr>
            <a:xfrm>
              <a:off x="5135199" y="1215935"/>
              <a:ext cx="34950" cy="52019"/>
            </a:xfrm>
            <a:custGeom>
              <a:avLst/>
              <a:gdLst/>
              <a:ahLst/>
              <a:cxnLst/>
              <a:rect l="l" t="t" r="r" b="b"/>
              <a:pathLst>
                <a:path w="1120" h="1667" extrusionOk="0">
                  <a:moveTo>
                    <a:pt x="634" y="1"/>
                  </a:moveTo>
                  <a:lnTo>
                    <a:pt x="634" y="1"/>
                  </a:lnTo>
                  <a:cubicBezTo>
                    <a:pt x="615" y="5"/>
                    <a:pt x="595" y="9"/>
                    <a:pt x="575" y="15"/>
                  </a:cubicBezTo>
                  <a:cubicBezTo>
                    <a:pt x="573" y="16"/>
                    <a:pt x="571" y="17"/>
                    <a:pt x="569" y="18"/>
                  </a:cubicBezTo>
                  <a:cubicBezTo>
                    <a:pt x="518" y="42"/>
                    <a:pt x="469" y="65"/>
                    <a:pt x="419" y="90"/>
                  </a:cubicBezTo>
                  <a:cubicBezTo>
                    <a:pt x="414" y="94"/>
                    <a:pt x="409" y="98"/>
                    <a:pt x="403" y="101"/>
                  </a:cubicBezTo>
                  <a:cubicBezTo>
                    <a:pt x="353" y="140"/>
                    <a:pt x="301" y="181"/>
                    <a:pt x="257" y="225"/>
                  </a:cubicBezTo>
                  <a:cubicBezTo>
                    <a:pt x="204" y="276"/>
                    <a:pt x="159" y="348"/>
                    <a:pt x="126" y="416"/>
                  </a:cubicBezTo>
                  <a:cubicBezTo>
                    <a:pt x="90" y="486"/>
                    <a:pt x="67" y="564"/>
                    <a:pt x="42" y="638"/>
                  </a:cubicBezTo>
                  <a:cubicBezTo>
                    <a:pt x="34" y="661"/>
                    <a:pt x="28" y="684"/>
                    <a:pt x="22" y="707"/>
                  </a:cubicBezTo>
                  <a:cubicBezTo>
                    <a:pt x="15" y="746"/>
                    <a:pt x="14" y="782"/>
                    <a:pt x="11" y="822"/>
                  </a:cubicBezTo>
                  <a:cubicBezTo>
                    <a:pt x="7" y="875"/>
                    <a:pt x="0" y="899"/>
                    <a:pt x="8" y="941"/>
                  </a:cubicBezTo>
                  <a:cubicBezTo>
                    <a:pt x="20" y="1014"/>
                    <a:pt x="30" y="1090"/>
                    <a:pt x="53" y="1160"/>
                  </a:cubicBezTo>
                  <a:cubicBezTo>
                    <a:pt x="56" y="1170"/>
                    <a:pt x="60" y="1179"/>
                    <a:pt x="64" y="1188"/>
                  </a:cubicBezTo>
                  <a:cubicBezTo>
                    <a:pt x="87" y="1244"/>
                    <a:pt x="112" y="1303"/>
                    <a:pt x="143" y="1355"/>
                  </a:cubicBezTo>
                  <a:cubicBezTo>
                    <a:pt x="145" y="1359"/>
                    <a:pt x="147" y="1363"/>
                    <a:pt x="150" y="1367"/>
                  </a:cubicBezTo>
                  <a:lnTo>
                    <a:pt x="249" y="1485"/>
                  </a:lnTo>
                  <a:cubicBezTo>
                    <a:pt x="250" y="1487"/>
                    <a:pt x="253" y="1488"/>
                    <a:pt x="254" y="1490"/>
                  </a:cubicBezTo>
                  <a:cubicBezTo>
                    <a:pt x="262" y="1498"/>
                    <a:pt x="269" y="1506"/>
                    <a:pt x="279" y="1514"/>
                  </a:cubicBezTo>
                  <a:cubicBezTo>
                    <a:pt x="355" y="1583"/>
                    <a:pt x="445" y="1630"/>
                    <a:pt x="547" y="1652"/>
                  </a:cubicBezTo>
                  <a:cubicBezTo>
                    <a:pt x="584" y="1662"/>
                    <a:pt x="621" y="1666"/>
                    <a:pt x="657" y="1666"/>
                  </a:cubicBezTo>
                  <a:cubicBezTo>
                    <a:pt x="697" y="1666"/>
                    <a:pt x="736" y="1661"/>
                    <a:pt x="775" y="1650"/>
                  </a:cubicBezTo>
                  <a:cubicBezTo>
                    <a:pt x="849" y="1643"/>
                    <a:pt x="918" y="1617"/>
                    <a:pt x="982" y="1573"/>
                  </a:cubicBezTo>
                  <a:cubicBezTo>
                    <a:pt x="1035" y="1537"/>
                    <a:pt x="1079" y="1492"/>
                    <a:pt x="1119" y="1443"/>
                  </a:cubicBezTo>
                  <a:lnTo>
                    <a:pt x="1119" y="1443"/>
                  </a:lnTo>
                  <a:cubicBezTo>
                    <a:pt x="1087" y="1446"/>
                    <a:pt x="1054" y="1447"/>
                    <a:pt x="1022" y="1447"/>
                  </a:cubicBezTo>
                  <a:cubicBezTo>
                    <a:pt x="898" y="1447"/>
                    <a:pt x="777" y="1423"/>
                    <a:pt x="671" y="1357"/>
                  </a:cubicBezTo>
                  <a:cubicBezTo>
                    <a:pt x="443" y="1214"/>
                    <a:pt x="355" y="913"/>
                    <a:pt x="389" y="646"/>
                  </a:cubicBezTo>
                  <a:cubicBezTo>
                    <a:pt x="418" y="416"/>
                    <a:pt x="522" y="205"/>
                    <a:pt x="6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9">
              <a:extLst>
                <a:ext uri="{FF2B5EF4-FFF2-40B4-BE49-F238E27FC236}">
                  <a16:creationId xmlns:a16="http://schemas.microsoft.com/office/drawing/2014/main" id="{829E9EFA-14BD-B016-3B01-BA6A0383584C}"/>
                </a:ext>
              </a:extLst>
            </p:cNvPr>
            <p:cNvSpPr/>
            <p:nvPr/>
          </p:nvSpPr>
          <p:spPr>
            <a:xfrm>
              <a:off x="5051226" y="1173652"/>
              <a:ext cx="41565" cy="42907"/>
            </a:xfrm>
            <a:custGeom>
              <a:avLst/>
              <a:gdLst/>
              <a:ahLst/>
              <a:cxnLst/>
              <a:rect l="l" t="t" r="r" b="b"/>
              <a:pathLst>
                <a:path w="1332" h="1375" extrusionOk="0">
                  <a:moveTo>
                    <a:pt x="498" y="0"/>
                  </a:moveTo>
                  <a:lnTo>
                    <a:pt x="498" y="0"/>
                  </a:lnTo>
                  <a:cubicBezTo>
                    <a:pt x="482" y="8"/>
                    <a:pt x="465" y="14"/>
                    <a:pt x="450" y="22"/>
                  </a:cubicBezTo>
                  <a:cubicBezTo>
                    <a:pt x="413" y="39"/>
                    <a:pt x="371" y="56"/>
                    <a:pt x="336" y="80"/>
                  </a:cubicBezTo>
                  <a:cubicBezTo>
                    <a:pt x="230" y="158"/>
                    <a:pt x="126" y="255"/>
                    <a:pt x="75" y="381"/>
                  </a:cubicBezTo>
                  <a:cubicBezTo>
                    <a:pt x="18" y="517"/>
                    <a:pt x="5" y="567"/>
                    <a:pt x="2" y="716"/>
                  </a:cubicBezTo>
                  <a:cubicBezTo>
                    <a:pt x="1" y="779"/>
                    <a:pt x="13" y="847"/>
                    <a:pt x="34" y="906"/>
                  </a:cubicBezTo>
                  <a:cubicBezTo>
                    <a:pt x="95" y="1074"/>
                    <a:pt x="204" y="1209"/>
                    <a:pt x="363" y="1295"/>
                  </a:cubicBezTo>
                  <a:cubicBezTo>
                    <a:pt x="469" y="1352"/>
                    <a:pt x="586" y="1375"/>
                    <a:pt x="704" y="1375"/>
                  </a:cubicBezTo>
                  <a:cubicBezTo>
                    <a:pt x="804" y="1375"/>
                    <a:pt x="904" y="1358"/>
                    <a:pt x="1000" y="1333"/>
                  </a:cubicBezTo>
                  <a:cubicBezTo>
                    <a:pt x="1021" y="1327"/>
                    <a:pt x="1040" y="1318"/>
                    <a:pt x="1059" y="1308"/>
                  </a:cubicBezTo>
                  <a:cubicBezTo>
                    <a:pt x="1115" y="1282"/>
                    <a:pt x="1174" y="1257"/>
                    <a:pt x="1229" y="1226"/>
                  </a:cubicBezTo>
                  <a:cubicBezTo>
                    <a:pt x="1265" y="1206"/>
                    <a:pt x="1299" y="1182"/>
                    <a:pt x="1332" y="1156"/>
                  </a:cubicBezTo>
                  <a:lnTo>
                    <a:pt x="1332" y="1156"/>
                  </a:lnTo>
                  <a:cubicBezTo>
                    <a:pt x="1289" y="1159"/>
                    <a:pt x="1247" y="1162"/>
                    <a:pt x="1204" y="1162"/>
                  </a:cubicBezTo>
                  <a:cubicBezTo>
                    <a:pt x="1188" y="1162"/>
                    <a:pt x="1171" y="1162"/>
                    <a:pt x="1155" y="1161"/>
                  </a:cubicBezTo>
                  <a:cubicBezTo>
                    <a:pt x="857" y="1143"/>
                    <a:pt x="557" y="987"/>
                    <a:pt x="418" y="723"/>
                  </a:cubicBezTo>
                  <a:cubicBezTo>
                    <a:pt x="297" y="494"/>
                    <a:pt x="327" y="188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9">
              <a:extLst>
                <a:ext uri="{FF2B5EF4-FFF2-40B4-BE49-F238E27FC236}">
                  <a16:creationId xmlns:a16="http://schemas.microsoft.com/office/drawing/2014/main" id="{6296D98C-3CD6-8CBB-7DE4-1E5F33C04A35}"/>
                </a:ext>
              </a:extLst>
            </p:cNvPr>
            <p:cNvSpPr/>
            <p:nvPr/>
          </p:nvSpPr>
          <p:spPr>
            <a:xfrm>
              <a:off x="4963416" y="1149562"/>
              <a:ext cx="61006" cy="43656"/>
            </a:xfrm>
            <a:custGeom>
              <a:avLst/>
              <a:gdLst/>
              <a:ahLst/>
              <a:cxnLst/>
              <a:rect l="l" t="t" r="r" b="b"/>
              <a:pathLst>
                <a:path w="1955" h="1399" extrusionOk="0">
                  <a:moveTo>
                    <a:pt x="253" y="1"/>
                  </a:moveTo>
                  <a:cubicBezTo>
                    <a:pt x="105" y="202"/>
                    <a:pt x="0" y="437"/>
                    <a:pt x="1" y="691"/>
                  </a:cubicBezTo>
                  <a:cubicBezTo>
                    <a:pt x="1" y="881"/>
                    <a:pt x="96" y="1086"/>
                    <a:pt x="244" y="1209"/>
                  </a:cubicBezTo>
                  <a:cubicBezTo>
                    <a:pt x="395" y="1335"/>
                    <a:pt x="578" y="1398"/>
                    <a:pt x="775" y="1398"/>
                  </a:cubicBezTo>
                  <a:cubicBezTo>
                    <a:pt x="780" y="1398"/>
                    <a:pt x="785" y="1398"/>
                    <a:pt x="789" y="1398"/>
                  </a:cubicBezTo>
                  <a:cubicBezTo>
                    <a:pt x="945" y="1396"/>
                    <a:pt x="1105" y="1332"/>
                    <a:pt x="1236" y="1248"/>
                  </a:cubicBezTo>
                  <a:cubicBezTo>
                    <a:pt x="1340" y="1182"/>
                    <a:pt x="1435" y="1094"/>
                    <a:pt x="1527" y="1014"/>
                  </a:cubicBezTo>
                  <a:cubicBezTo>
                    <a:pt x="1592" y="959"/>
                    <a:pt x="1654" y="900"/>
                    <a:pt x="1705" y="833"/>
                  </a:cubicBezTo>
                  <a:cubicBezTo>
                    <a:pt x="1812" y="693"/>
                    <a:pt x="1873" y="580"/>
                    <a:pt x="1926" y="412"/>
                  </a:cubicBezTo>
                  <a:cubicBezTo>
                    <a:pt x="1945" y="355"/>
                    <a:pt x="1949" y="297"/>
                    <a:pt x="1954" y="237"/>
                  </a:cubicBezTo>
                  <a:cubicBezTo>
                    <a:pt x="1954" y="233"/>
                    <a:pt x="1954" y="229"/>
                    <a:pt x="1954" y="225"/>
                  </a:cubicBezTo>
                  <a:cubicBezTo>
                    <a:pt x="1768" y="414"/>
                    <a:pt x="1542" y="564"/>
                    <a:pt x="1292" y="656"/>
                  </a:cubicBezTo>
                  <a:cubicBezTo>
                    <a:pt x="1156" y="707"/>
                    <a:pt x="1007" y="739"/>
                    <a:pt x="862" y="739"/>
                  </a:cubicBezTo>
                  <a:cubicBezTo>
                    <a:pt x="719" y="739"/>
                    <a:pt x="580" y="708"/>
                    <a:pt x="460" y="632"/>
                  </a:cubicBezTo>
                  <a:cubicBezTo>
                    <a:pt x="255" y="502"/>
                    <a:pt x="155" y="209"/>
                    <a:pt x="2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9">
              <a:extLst>
                <a:ext uri="{FF2B5EF4-FFF2-40B4-BE49-F238E27FC236}">
                  <a16:creationId xmlns:a16="http://schemas.microsoft.com/office/drawing/2014/main" id="{001CB560-D781-3E37-31D2-CD3790DD554F}"/>
                </a:ext>
              </a:extLst>
            </p:cNvPr>
            <p:cNvSpPr/>
            <p:nvPr/>
          </p:nvSpPr>
          <p:spPr>
            <a:xfrm>
              <a:off x="5053224" y="1280280"/>
              <a:ext cx="45029" cy="24309"/>
            </a:xfrm>
            <a:custGeom>
              <a:avLst/>
              <a:gdLst/>
              <a:ahLst/>
              <a:cxnLst/>
              <a:rect l="l" t="t" r="r" b="b"/>
              <a:pathLst>
                <a:path w="1443" h="779" extrusionOk="0">
                  <a:moveTo>
                    <a:pt x="59" y="0"/>
                  </a:moveTo>
                  <a:cubicBezTo>
                    <a:pt x="44" y="35"/>
                    <a:pt x="32" y="71"/>
                    <a:pt x="20" y="106"/>
                  </a:cubicBezTo>
                  <a:cubicBezTo>
                    <a:pt x="4" y="158"/>
                    <a:pt x="2" y="217"/>
                    <a:pt x="0" y="271"/>
                  </a:cubicBezTo>
                  <a:cubicBezTo>
                    <a:pt x="0" y="282"/>
                    <a:pt x="0" y="291"/>
                    <a:pt x="1" y="301"/>
                  </a:cubicBezTo>
                  <a:cubicBezTo>
                    <a:pt x="5" y="338"/>
                    <a:pt x="13" y="390"/>
                    <a:pt x="24" y="425"/>
                  </a:cubicBezTo>
                  <a:cubicBezTo>
                    <a:pt x="53" y="506"/>
                    <a:pt x="99" y="582"/>
                    <a:pt x="162" y="641"/>
                  </a:cubicBezTo>
                  <a:cubicBezTo>
                    <a:pt x="267" y="741"/>
                    <a:pt x="400" y="779"/>
                    <a:pt x="536" y="779"/>
                  </a:cubicBezTo>
                  <a:cubicBezTo>
                    <a:pt x="634" y="779"/>
                    <a:pt x="734" y="759"/>
                    <a:pt x="827" y="728"/>
                  </a:cubicBezTo>
                  <a:cubicBezTo>
                    <a:pt x="988" y="673"/>
                    <a:pt x="1128" y="585"/>
                    <a:pt x="1252" y="471"/>
                  </a:cubicBezTo>
                  <a:cubicBezTo>
                    <a:pt x="1271" y="455"/>
                    <a:pt x="1287" y="437"/>
                    <a:pt x="1301" y="417"/>
                  </a:cubicBezTo>
                  <a:cubicBezTo>
                    <a:pt x="1336" y="371"/>
                    <a:pt x="1372" y="325"/>
                    <a:pt x="1393" y="271"/>
                  </a:cubicBezTo>
                  <a:cubicBezTo>
                    <a:pt x="1413" y="222"/>
                    <a:pt x="1436" y="171"/>
                    <a:pt x="1442" y="117"/>
                  </a:cubicBezTo>
                  <a:cubicBezTo>
                    <a:pt x="1442" y="110"/>
                    <a:pt x="1443" y="104"/>
                    <a:pt x="1443" y="98"/>
                  </a:cubicBezTo>
                  <a:lnTo>
                    <a:pt x="1443" y="98"/>
                  </a:lnTo>
                  <a:cubicBezTo>
                    <a:pt x="1318" y="175"/>
                    <a:pt x="1189" y="246"/>
                    <a:pt x="1051" y="296"/>
                  </a:cubicBezTo>
                  <a:cubicBezTo>
                    <a:pt x="933" y="337"/>
                    <a:pt x="807" y="363"/>
                    <a:pt x="682" y="363"/>
                  </a:cubicBezTo>
                  <a:cubicBezTo>
                    <a:pt x="575" y="363"/>
                    <a:pt x="470" y="344"/>
                    <a:pt x="372" y="302"/>
                  </a:cubicBezTo>
                  <a:cubicBezTo>
                    <a:pt x="236" y="243"/>
                    <a:pt x="121" y="132"/>
                    <a:pt x="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9">
              <a:extLst>
                <a:ext uri="{FF2B5EF4-FFF2-40B4-BE49-F238E27FC236}">
                  <a16:creationId xmlns:a16="http://schemas.microsoft.com/office/drawing/2014/main" id="{0301FA7C-DA98-BFA4-BD2D-4A49A9C39D6A}"/>
                </a:ext>
              </a:extLst>
            </p:cNvPr>
            <p:cNvSpPr/>
            <p:nvPr/>
          </p:nvSpPr>
          <p:spPr>
            <a:xfrm>
              <a:off x="4933240" y="1251290"/>
              <a:ext cx="47151" cy="69743"/>
            </a:xfrm>
            <a:custGeom>
              <a:avLst/>
              <a:gdLst/>
              <a:ahLst/>
              <a:cxnLst/>
              <a:rect l="l" t="t" r="r" b="b"/>
              <a:pathLst>
                <a:path w="1511" h="223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653" y="17"/>
                    <a:pt x="606" y="40"/>
                    <a:pt x="563" y="70"/>
                  </a:cubicBezTo>
                  <a:cubicBezTo>
                    <a:pt x="443" y="157"/>
                    <a:pt x="352" y="244"/>
                    <a:pt x="276" y="374"/>
                  </a:cubicBezTo>
                  <a:cubicBezTo>
                    <a:pt x="261" y="401"/>
                    <a:pt x="245" y="429"/>
                    <a:pt x="230" y="457"/>
                  </a:cubicBezTo>
                  <a:cubicBezTo>
                    <a:pt x="169" y="575"/>
                    <a:pt x="126" y="696"/>
                    <a:pt x="81" y="822"/>
                  </a:cubicBezTo>
                  <a:cubicBezTo>
                    <a:pt x="0" y="1052"/>
                    <a:pt x="21" y="1273"/>
                    <a:pt x="69" y="1505"/>
                  </a:cubicBezTo>
                  <a:cubicBezTo>
                    <a:pt x="81" y="1561"/>
                    <a:pt x="97" y="1612"/>
                    <a:pt x="122" y="1663"/>
                  </a:cubicBezTo>
                  <a:cubicBezTo>
                    <a:pt x="155" y="1733"/>
                    <a:pt x="182" y="1803"/>
                    <a:pt x="231" y="1864"/>
                  </a:cubicBezTo>
                  <a:cubicBezTo>
                    <a:pt x="280" y="1923"/>
                    <a:pt x="330" y="1992"/>
                    <a:pt x="392" y="2041"/>
                  </a:cubicBezTo>
                  <a:cubicBezTo>
                    <a:pt x="526" y="2153"/>
                    <a:pt x="694" y="2235"/>
                    <a:pt x="872" y="2235"/>
                  </a:cubicBezTo>
                  <a:cubicBezTo>
                    <a:pt x="896" y="2235"/>
                    <a:pt x="920" y="2233"/>
                    <a:pt x="944" y="2230"/>
                  </a:cubicBezTo>
                  <a:cubicBezTo>
                    <a:pt x="1135" y="2206"/>
                    <a:pt x="1301" y="2128"/>
                    <a:pt x="1436" y="1988"/>
                  </a:cubicBezTo>
                  <a:cubicBezTo>
                    <a:pt x="1462" y="1959"/>
                    <a:pt x="1487" y="1928"/>
                    <a:pt x="1510" y="1895"/>
                  </a:cubicBezTo>
                  <a:lnTo>
                    <a:pt x="1510" y="1895"/>
                  </a:lnTo>
                  <a:cubicBezTo>
                    <a:pt x="1459" y="1905"/>
                    <a:pt x="1406" y="1910"/>
                    <a:pt x="1353" y="1910"/>
                  </a:cubicBezTo>
                  <a:cubicBezTo>
                    <a:pt x="1251" y="1910"/>
                    <a:pt x="1149" y="1891"/>
                    <a:pt x="1055" y="1851"/>
                  </a:cubicBezTo>
                  <a:cubicBezTo>
                    <a:pt x="706" y="1704"/>
                    <a:pt x="484" y="1328"/>
                    <a:pt x="455" y="949"/>
                  </a:cubicBezTo>
                  <a:cubicBezTo>
                    <a:pt x="430" y="618"/>
                    <a:pt x="535" y="289"/>
                    <a:pt x="7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9">
              <a:extLst>
                <a:ext uri="{FF2B5EF4-FFF2-40B4-BE49-F238E27FC236}">
                  <a16:creationId xmlns:a16="http://schemas.microsoft.com/office/drawing/2014/main" id="{13416FFC-B0B8-95C3-566B-22D13485CB4C}"/>
                </a:ext>
              </a:extLst>
            </p:cNvPr>
            <p:cNvSpPr/>
            <p:nvPr/>
          </p:nvSpPr>
          <p:spPr>
            <a:xfrm>
              <a:off x="4877290" y="1224797"/>
              <a:ext cx="28521" cy="31018"/>
            </a:xfrm>
            <a:custGeom>
              <a:avLst/>
              <a:gdLst/>
              <a:ahLst/>
              <a:cxnLst/>
              <a:rect l="l" t="t" r="r" b="b"/>
              <a:pathLst>
                <a:path w="914" h="994" extrusionOk="0">
                  <a:moveTo>
                    <a:pt x="247" y="0"/>
                  </a:moveTo>
                  <a:lnTo>
                    <a:pt x="247" y="0"/>
                  </a:lnTo>
                  <a:cubicBezTo>
                    <a:pt x="233" y="16"/>
                    <a:pt x="217" y="32"/>
                    <a:pt x="203" y="49"/>
                  </a:cubicBezTo>
                  <a:cubicBezTo>
                    <a:pt x="170" y="94"/>
                    <a:pt x="136" y="142"/>
                    <a:pt x="106" y="190"/>
                  </a:cubicBezTo>
                  <a:cubicBezTo>
                    <a:pt x="96" y="205"/>
                    <a:pt x="87" y="221"/>
                    <a:pt x="78" y="237"/>
                  </a:cubicBezTo>
                  <a:cubicBezTo>
                    <a:pt x="75" y="245"/>
                    <a:pt x="70" y="252"/>
                    <a:pt x="66" y="261"/>
                  </a:cubicBezTo>
                  <a:cubicBezTo>
                    <a:pt x="65" y="264"/>
                    <a:pt x="63" y="268"/>
                    <a:pt x="61" y="272"/>
                  </a:cubicBezTo>
                  <a:cubicBezTo>
                    <a:pt x="61" y="273"/>
                    <a:pt x="60" y="275"/>
                    <a:pt x="59" y="277"/>
                  </a:cubicBezTo>
                  <a:cubicBezTo>
                    <a:pt x="25" y="336"/>
                    <a:pt x="9" y="399"/>
                    <a:pt x="10" y="466"/>
                  </a:cubicBezTo>
                  <a:cubicBezTo>
                    <a:pt x="0" y="509"/>
                    <a:pt x="2" y="552"/>
                    <a:pt x="16" y="594"/>
                  </a:cubicBezTo>
                  <a:cubicBezTo>
                    <a:pt x="16" y="617"/>
                    <a:pt x="21" y="640"/>
                    <a:pt x="30" y="660"/>
                  </a:cubicBezTo>
                  <a:cubicBezTo>
                    <a:pt x="47" y="697"/>
                    <a:pt x="65" y="735"/>
                    <a:pt x="83" y="773"/>
                  </a:cubicBezTo>
                  <a:cubicBezTo>
                    <a:pt x="116" y="827"/>
                    <a:pt x="159" y="870"/>
                    <a:pt x="212" y="902"/>
                  </a:cubicBezTo>
                  <a:lnTo>
                    <a:pt x="212" y="902"/>
                  </a:lnTo>
                  <a:cubicBezTo>
                    <a:pt x="231" y="915"/>
                    <a:pt x="260" y="935"/>
                    <a:pt x="268" y="940"/>
                  </a:cubicBezTo>
                  <a:cubicBezTo>
                    <a:pt x="347" y="986"/>
                    <a:pt x="376" y="983"/>
                    <a:pt x="450" y="989"/>
                  </a:cubicBezTo>
                  <a:cubicBezTo>
                    <a:pt x="449" y="989"/>
                    <a:pt x="449" y="989"/>
                    <a:pt x="448" y="989"/>
                  </a:cubicBezTo>
                  <a:lnTo>
                    <a:pt x="448" y="989"/>
                  </a:lnTo>
                  <a:cubicBezTo>
                    <a:pt x="446" y="989"/>
                    <a:pt x="490" y="994"/>
                    <a:pt x="512" y="994"/>
                  </a:cubicBezTo>
                  <a:cubicBezTo>
                    <a:pt x="514" y="994"/>
                    <a:pt x="516" y="994"/>
                    <a:pt x="517" y="993"/>
                  </a:cubicBezTo>
                  <a:cubicBezTo>
                    <a:pt x="606" y="992"/>
                    <a:pt x="632" y="976"/>
                    <a:pt x="699" y="944"/>
                  </a:cubicBezTo>
                  <a:cubicBezTo>
                    <a:pt x="720" y="936"/>
                    <a:pt x="740" y="926"/>
                    <a:pt x="759" y="915"/>
                  </a:cubicBezTo>
                  <a:cubicBezTo>
                    <a:pt x="790" y="888"/>
                    <a:pt x="823" y="862"/>
                    <a:pt x="854" y="834"/>
                  </a:cubicBezTo>
                  <a:cubicBezTo>
                    <a:pt x="874" y="806"/>
                    <a:pt x="894" y="778"/>
                    <a:pt x="914" y="750"/>
                  </a:cubicBezTo>
                  <a:lnTo>
                    <a:pt x="914" y="750"/>
                  </a:lnTo>
                  <a:cubicBezTo>
                    <a:pt x="889" y="752"/>
                    <a:pt x="864" y="754"/>
                    <a:pt x="839" y="754"/>
                  </a:cubicBezTo>
                  <a:cubicBezTo>
                    <a:pt x="689" y="754"/>
                    <a:pt x="539" y="705"/>
                    <a:pt x="428" y="604"/>
                  </a:cubicBezTo>
                  <a:cubicBezTo>
                    <a:pt x="263" y="457"/>
                    <a:pt x="200" y="215"/>
                    <a:pt x="2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9">
              <a:extLst>
                <a:ext uri="{FF2B5EF4-FFF2-40B4-BE49-F238E27FC236}">
                  <a16:creationId xmlns:a16="http://schemas.microsoft.com/office/drawing/2014/main" id="{303520E2-C50C-7EDF-8D5C-92368631726A}"/>
                </a:ext>
              </a:extLst>
            </p:cNvPr>
            <p:cNvSpPr/>
            <p:nvPr/>
          </p:nvSpPr>
          <p:spPr>
            <a:xfrm>
              <a:off x="4855041" y="1125815"/>
              <a:ext cx="33764" cy="44998"/>
            </a:xfrm>
            <a:custGeom>
              <a:avLst/>
              <a:gdLst/>
              <a:ahLst/>
              <a:cxnLst/>
              <a:rect l="l" t="t" r="r" b="b"/>
              <a:pathLst>
                <a:path w="1082" h="1442" extrusionOk="0">
                  <a:moveTo>
                    <a:pt x="369" y="1"/>
                  </a:moveTo>
                  <a:lnTo>
                    <a:pt x="369" y="1"/>
                  </a:lnTo>
                  <a:cubicBezTo>
                    <a:pt x="268" y="37"/>
                    <a:pt x="183" y="106"/>
                    <a:pt x="131" y="203"/>
                  </a:cubicBezTo>
                  <a:cubicBezTo>
                    <a:pt x="97" y="271"/>
                    <a:pt x="81" y="350"/>
                    <a:pt x="72" y="426"/>
                  </a:cubicBezTo>
                  <a:cubicBezTo>
                    <a:pt x="58" y="473"/>
                    <a:pt x="45" y="521"/>
                    <a:pt x="34" y="569"/>
                  </a:cubicBezTo>
                  <a:cubicBezTo>
                    <a:pt x="4" y="715"/>
                    <a:pt x="1" y="860"/>
                    <a:pt x="40" y="1004"/>
                  </a:cubicBezTo>
                  <a:cubicBezTo>
                    <a:pt x="82" y="1162"/>
                    <a:pt x="195" y="1290"/>
                    <a:pt x="335" y="1371"/>
                  </a:cubicBezTo>
                  <a:cubicBezTo>
                    <a:pt x="373" y="1393"/>
                    <a:pt x="418" y="1407"/>
                    <a:pt x="460" y="1420"/>
                  </a:cubicBezTo>
                  <a:cubicBezTo>
                    <a:pt x="479" y="1426"/>
                    <a:pt x="497" y="1431"/>
                    <a:pt x="517" y="1434"/>
                  </a:cubicBezTo>
                  <a:cubicBezTo>
                    <a:pt x="547" y="1437"/>
                    <a:pt x="582" y="1442"/>
                    <a:pt x="616" y="1442"/>
                  </a:cubicBezTo>
                  <a:cubicBezTo>
                    <a:pt x="630" y="1442"/>
                    <a:pt x="644" y="1441"/>
                    <a:pt x="658" y="1439"/>
                  </a:cubicBezTo>
                  <a:cubicBezTo>
                    <a:pt x="738" y="1428"/>
                    <a:pt x="791" y="1411"/>
                    <a:pt x="864" y="1373"/>
                  </a:cubicBezTo>
                  <a:cubicBezTo>
                    <a:pt x="960" y="1323"/>
                    <a:pt x="1036" y="1231"/>
                    <a:pt x="1082" y="1128"/>
                  </a:cubicBezTo>
                  <a:lnTo>
                    <a:pt x="1082" y="1128"/>
                  </a:lnTo>
                  <a:cubicBezTo>
                    <a:pt x="1062" y="1130"/>
                    <a:pt x="1042" y="1131"/>
                    <a:pt x="1022" y="1131"/>
                  </a:cubicBezTo>
                  <a:cubicBezTo>
                    <a:pt x="770" y="1131"/>
                    <a:pt x="517" y="1004"/>
                    <a:pt x="380" y="791"/>
                  </a:cubicBezTo>
                  <a:cubicBezTo>
                    <a:pt x="230" y="558"/>
                    <a:pt x="231" y="240"/>
                    <a:pt x="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9">
              <a:extLst>
                <a:ext uri="{FF2B5EF4-FFF2-40B4-BE49-F238E27FC236}">
                  <a16:creationId xmlns:a16="http://schemas.microsoft.com/office/drawing/2014/main" id="{1BE16536-606F-984A-7EC1-579ECA3A3991}"/>
                </a:ext>
              </a:extLst>
            </p:cNvPr>
            <p:cNvSpPr/>
            <p:nvPr/>
          </p:nvSpPr>
          <p:spPr>
            <a:xfrm>
              <a:off x="4949529" y="1025709"/>
              <a:ext cx="23310" cy="20065"/>
            </a:xfrm>
            <a:custGeom>
              <a:avLst/>
              <a:gdLst/>
              <a:ahLst/>
              <a:cxnLst/>
              <a:rect l="l" t="t" r="r" b="b"/>
              <a:pathLst>
                <a:path w="747" h="643" extrusionOk="0">
                  <a:moveTo>
                    <a:pt x="333" y="574"/>
                  </a:moveTo>
                  <a:lnTo>
                    <a:pt x="333" y="574"/>
                  </a:lnTo>
                  <a:cubicBezTo>
                    <a:pt x="334" y="574"/>
                    <a:pt x="335" y="575"/>
                    <a:pt x="335" y="575"/>
                  </a:cubicBezTo>
                  <a:lnTo>
                    <a:pt x="335" y="575"/>
                  </a:lnTo>
                  <a:cubicBezTo>
                    <a:pt x="335" y="575"/>
                    <a:pt x="334" y="574"/>
                    <a:pt x="333" y="574"/>
                  </a:cubicBezTo>
                  <a:close/>
                  <a:moveTo>
                    <a:pt x="266" y="1"/>
                  </a:moveTo>
                  <a:cubicBezTo>
                    <a:pt x="254" y="1"/>
                    <a:pt x="245" y="4"/>
                    <a:pt x="230" y="6"/>
                  </a:cubicBezTo>
                  <a:cubicBezTo>
                    <a:pt x="212" y="10"/>
                    <a:pt x="203" y="11"/>
                    <a:pt x="189" y="17"/>
                  </a:cubicBezTo>
                  <a:cubicBezTo>
                    <a:pt x="145" y="37"/>
                    <a:pt x="89" y="61"/>
                    <a:pt x="58" y="101"/>
                  </a:cubicBezTo>
                  <a:cubicBezTo>
                    <a:pt x="18" y="152"/>
                    <a:pt x="0" y="204"/>
                    <a:pt x="12" y="268"/>
                  </a:cubicBezTo>
                  <a:cubicBezTo>
                    <a:pt x="23" y="330"/>
                    <a:pt x="59" y="374"/>
                    <a:pt x="112" y="405"/>
                  </a:cubicBezTo>
                  <a:cubicBezTo>
                    <a:pt x="123" y="412"/>
                    <a:pt x="135" y="416"/>
                    <a:pt x="147" y="422"/>
                  </a:cubicBezTo>
                  <a:cubicBezTo>
                    <a:pt x="152" y="426"/>
                    <a:pt x="158" y="430"/>
                    <a:pt x="164" y="433"/>
                  </a:cubicBezTo>
                  <a:cubicBezTo>
                    <a:pt x="173" y="439"/>
                    <a:pt x="184" y="443"/>
                    <a:pt x="194" y="446"/>
                  </a:cubicBezTo>
                  <a:cubicBezTo>
                    <a:pt x="207" y="451"/>
                    <a:pt x="218" y="457"/>
                    <a:pt x="231" y="465"/>
                  </a:cubicBezTo>
                  <a:cubicBezTo>
                    <a:pt x="239" y="472"/>
                    <a:pt x="247" y="480"/>
                    <a:pt x="256" y="488"/>
                  </a:cubicBezTo>
                  <a:cubicBezTo>
                    <a:pt x="258" y="492"/>
                    <a:pt x="262" y="496"/>
                    <a:pt x="264" y="500"/>
                  </a:cubicBezTo>
                  <a:cubicBezTo>
                    <a:pt x="290" y="548"/>
                    <a:pt x="328" y="572"/>
                    <a:pt x="369" y="600"/>
                  </a:cubicBezTo>
                  <a:lnTo>
                    <a:pt x="369" y="600"/>
                  </a:lnTo>
                  <a:cubicBezTo>
                    <a:pt x="393" y="617"/>
                    <a:pt x="417" y="630"/>
                    <a:pt x="449" y="637"/>
                  </a:cubicBezTo>
                  <a:cubicBezTo>
                    <a:pt x="464" y="641"/>
                    <a:pt x="479" y="642"/>
                    <a:pt x="494" y="642"/>
                  </a:cubicBezTo>
                  <a:cubicBezTo>
                    <a:pt x="535" y="642"/>
                    <a:pt x="574" y="630"/>
                    <a:pt x="608" y="608"/>
                  </a:cubicBezTo>
                  <a:cubicBezTo>
                    <a:pt x="671" y="568"/>
                    <a:pt x="700" y="505"/>
                    <a:pt x="716" y="435"/>
                  </a:cubicBezTo>
                  <a:cubicBezTo>
                    <a:pt x="747" y="316"/>
                    <a:pt x="668" y="192"/>
                    <a:pt x="581" y="114"/>
                  </a:cubicBezTo>
                  <a:cubicBezTo>
                    <a:pt x="520" y="60"/>
                    <a:pt x="443" y="20"/>
                    <a:pt x="360" y="8"/>
                  </a:cubicBezTo>
                  <a:cubicBezTo>
                    <a:pt x="331" y="4"/>
                    <a:pt x="302" y="2"/>
                    <a:pt x="271" y="1"/>
                  </a:cubicBezTo>
                  <a:cubicBezTo>
                    <a:pt x="269" y="1"/>
                    <a:pt x="268" y="1"/>
                    <a:pt x="2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9">
              <a:extLst>
                <a:ext uri="{FF2B5EF4-FFF2-40B4-BE49-F238E27FC236}">
                  <a16:creationId xmlns:a16="http://schemas.microsoft.com/office/drawing/2014/main" id="{56A2F93A-2C5D-0AD5-DDEF-90403C39C24B}"/>
                </a:ext>
              </a:extLst>
            </p:cNvPr>
            <p:cNvSpPr/>
            <p:nvPr/>
          </p:nvSpPr>
          <p:spPr>
            <a:xfrm>
              <a:off x="4985758" y="1136643"/>
              <a:ext cx="21563" cy="16819"/>
            </a:xfrm>
            <a:custGeom>
              <a:avLst/>
              <a:gdLst/>
              <a:ahLst/>
              <a:cxnLst/>
              <a:rect l="l" t="t" r="r" b="b"/>
              <a:pathLst>
                <a:path w="691" h="539" extrusionOk="0">
                  <a:moveTo>
                    <a:pt x="471" y="487"/>
                  </a:moveTo>
                  <a:lnTo>
                    <a:pt x="471" y="487"/>
                  </a:lnTo>
                  <a:cubicBezTo>
                    <a:pt x="469" y="487"/>
                    <a:pt x="468" y="488"/>
                    <a:pt x="466" y="488"/>
                  </a:cubicBezTo>
                  <a:lnTo>
                    <a:pt x="466" y="488"/>
                  </a:lnTo>
                  <a:cubicBezTo>
                    <a:pt x="468" y="488"/>
                    <a:pt x="469" y="487"/>
                    <a:pt x="471" y="487"/>
                  </a:cubicBezTo>
                  <a:close/>
                  <a:moveTo>
                    <a:pt x="427" y="1"/>
                  </a:moveTo>
                  <a:cubicBezTo>
                    <a:pt x="420" y="1"/>
                    <a:pt x="414" y="1"/>
                    <a:pt x="407" y="1"/>
                  </a:cubicBezTo>
                  <a:cubicBezTo>
                    <a:pt x="371" y="5"/>
                    <a:pt x="333" y="14"/>
                    <a:pt x="298" y="26"/>
                  </a:cubicBezTo>
                  <a:cubicBezTo>
                    <a:pt x="235" y="46"/>
                    <a:pt x="183" y="85"/>
                    <a:pt x="133" y="127"/>
                  </a:cubicBezTo>
                  <a:cubicBezTo>
                    <a:pt x="96" y="158"/>
                    <a:pt x="76" y="178"/>
                    <a:pt x="49" y="222"/>
                  </a:cubicBezTo>
                  <a:cubicBezTo>
                    <a:pt x="33" y="248"/>
                    <a:pt x="17" y="278"/>
                    <a:pt x="9" y="309"/>
                  </a:cubicBezTo>
                  <a:cubicBezTo>
                    <a:pt x="0" y="349"/>
                    <a:pt x="4" y="412"/>
                    <a:pt x="21" y="455"/>
                  </a:cubicBezTo>
                  <a:cubicBezTo>
                    <a:pt x="23" y="462"/>
                    <a:pt x="26" y="469"/>
                    <a:pt x="30" y="477"/>
                  </a:cubicBezTo>
                  <a:cubicBezTo>
                    <a:pt x="46" y="503"/>
                    <a:pt x="71" y="521"/>
                    <a:pt x="104" y="526"/>
                  </a:cubicBezTo>
                  <a:cubicBezTo>
                    <a:pt x="106" y="526"/>
                    <a:pt x="109" y="526"/>
                    <a:pt x="112" y="527"/>
                  </a:cubicBezTo>
                  <a:cubicBezTo>
                    <a:pt x="115" y="527"/>
                    <a:pt x="117" y="528"/>
                    <a:pt x="120" y="528"/>
                  </a:cubicBezTo>
                  <a:cubicBezTo>
                    <a:pt x="116" y="528"/>
                    <a:pt x="111" y="527"/>
                    <a:pt x="107" y="527"/>
                  </a:cubicBezTo>
                  <a:cubicBezTo>
                    <a:pt x="117" y="528"/>
                    <a:pt x="128" y="529"/>
                    <a:pt x="138" y="531"/>
                  </a:cubicBezTo>
                  <a:cubicBezTo>
                    <a:pt x="156" y="535"/>
                    <a:pt x="175" y="539"/>
                    <a:pt x="193" y="539"/>
                  </a:cubicBezTo>
                  <a:cubicBezTo>
                    <a:pt x="196" y="539"/>
                    <a:pt x="198" y="538"/>
                    <a:pt x="200" y="538"/>
                  </a:cubicBezTo>
                  <a:cubicBezTo>
                    <a:pt x="221" y="537"/>
                    <a:pt x="242" y="532"/>
                    <a:pt x="263" y="528"/>
                  </a:cubicBezTo>
                  <a:cubicBezTo>
                    <a:pt x="283" y="525"/>
                    <a:pt x="303" y="523"/>
                    <a:pt x="322" y="516"/>
                  </a:cubicBezTo>
                  <a:cubicBezTo>
                    <a:pt x="332" y="513"/>
                    <a:pt x="342" y="512"/>
                    <a:pt x="352" y="509"/>
                  </a:cubicBezTo>
                  <a:cubicBezTo>
                    <a:pt x="357" y="509"/>
                    <a:pt x="362" y="508"/>
                    <a:pt x="367" y="507"/>
                  </a:cubicBezTo>
                  <a:cubicBezTo>
                    <a:pt x="384" y="505"/>
                    <a:pt x="400" y="502"/>
                    <a:pt x="416" y="498"/>
                  </a:cubicBezTo>
                  <a:cubicBezTo>
                    <a:pt x="422" y="497"/>
                    <a:pt x="427" y="497"/>
                    <a:pt x="432" y="495"/>
                  </a:cubicBezTo>
                  <a:cubicBezTo>
                    <a:pt x="439" y="494"/>
                    <a:pt x="444" y="492"/>
                    <a:pt x="449" y="491"/>
                  </a:cubicBezTo>
                  <a:cubicBezTo>
                    <a:pt x="451" y="491"/>
                    <a:pt x="453" y="491"/>
                    <a:pt x="455" y="490"/>
                  </a:cubicBezTo>
                  <a:lnTo>
                    <a:pt x="455" y="490"/>
                  </a:lnTo>
                  <a:cubicBezTo>
                    <a:pt x="454" y="491"/>
                    <a:pt x="453" y="491"/>
                    <a:pt x="451" y="491"/>
                  </a:cubicBezTo>
                  <a:cubicBezTo>
                    <a:pt x="489" y="484"/>
                    <a:pt x="520" y="476"/>
                    <a:pt x="558" y="454"/>
                  </a:cubicBezTo>
                  <a:cubicBezTo>
                    <a:pt x="584" y="439"/>
                    <a:pt x="610" y="420"/>
                    <a:pt x="628" y="396"/>
                  </a:cubicBezTo>
                  <a:cubicBezTo>
                    <a:pt x="650" y="374"/>
                    <a:pt x="665" y="348"/>
                    <a:pt x="672" y="319"/>
                  </a:cubicBezTo>
                  <a:cubicBezTo>
                    <a:pt x="686" y="290"/>
                    <a:pt x="691" y="261"/>
                    <a:pt x="688" y="230"/>
                  </a:cubicBezTo>
                  <a:cubicBezTo>
                    <a:pt x="681" y="170"/>
                    <a:pt x="658" y="114"/>
                    <a:pt x="614" y="74"/>
                  </a:cubicBezTo>
                  <a:cubicBezTo>
                    <a:pt x="566" y="30"/>
                    <a:pt x="494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9">
              <a:extLst>
                <a:ext uri="{FF2B5EF4-FFF2-40B4-BE49-F238E27FC236}">
                  <a16:creationId xmlns:a16="http://schemas.microsoft.com/office/drawing/2014/main" id="{E94044B1-1E08-048C-7DD7-7997A1071344}"/>
                </a:ext>
              </a:extLst>
            </p:cNvPr>
            <p:cNvSpPr/>
            <p:nvPr/>
          </p:nvSpPr>
          <p:spPr>
            <a:xfrm>
              <a:off x="5080622" y="1192126"/>
              <a:ext cx="62" cy="94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0" y="1"/>
                  </a:moveTo>
                  <a:cubicBezTo>
                    <a:pt x="0" y="2"/>
                    <a:pt x="2" y="2"/>
                    <a:pt x="2" y="3"/>
                  </a:cubicBezTo>
                  <a:cubicBezTo>
                    <a:pt x="2" y="2"/>
                    <a:pt x="2" y="2"/>
                    <a:pt x="0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9">
              <a:extLst>
                <a:ext uri="{FF2B5EF4-FFF2-40B4-BE49-F238E27FC236}">
                  <a16:creationId xmlns:a16="http://schemas.microsoft.com/office/drawing/2014/main" id="{72892DBD-D127-C323-1DB7-674B7366D56A}"/>
                </a:ext>
              </a:extLst>
            </p:cNvPr>
            <p:cNvSpPr/>
            <p:nvPr/>
          </p:nvSpPr>
          <p:spPr>
            <a:xfrm>
              <a:off x="5077875" y="1178801"/>
              <a:ext cx="20346" cy="19035"/>
            </a:xfrm>
            <a:custGeom>
              <a:avLst/>
              <a:gdLst/>
              <a:ahLst/>
              <a:cxnLst/>
              <a:rect l="l" t="t" r="r" b="b"/>
              <a:pathLst>
                <a:path w="652" h="610" extrusionOk="0">
                  <a:moveTo>
                    <a:pt x="62" y="372"/>
                  </a:moveTo>
                  <a:lnTo>
                    <a:pt x="66" y="379"/>
                  </a:lnTo>
                  <a:cubicBezTo>
                    <a:pt x="72" y="391"/>
                    <a:pt x="77" y="403"/>
                    <a:pt x="83" y="415"/>
                  </a:cubicBezTo>
                  <a:lnTo>
                    <a:pt x="83" y="415"/>
                  </a:lnTo>
                  <a:cubicBezTo>
                    <a:pt x="76" y="401"/>
                    <a:pt x="69" y="387"/>
                    <a:pt x="62" y="372"/>
                  </a:cubicBezTo>
                  <a:close/>
                  <a:moveTo>
                    <a:pt x="100" y="1"/>
                  </a:moveTo>
                  <a:cubicBezTo>
                    <a:pt x="97" y="3"/>
                    <a:pt x="93" y="4"/>
                    <a:pt x="90" y="6"/>
                  </a:cubicBezTo>
                  <a:lnTo>
                    <a:pt x="52" y="38"/>
                  </a:lnTo>
                  <a:cubicBezTo>
                    <a:pt x="33" y="56"/>
                    <a:pt x="20" y="78"/>
                    <a:pt x="14" y="103"/>
                  </a:cubicBezTo>
                  <a:cubicBezTo>
                    <a:pt x="6" y="119"/>
                    <a:pt x="3" y="136"/>
                    <a:pt x="4" y="153"/>
                  </a:cubicBezTo>
                  <a:cubicBezTo>
                    <a:pt x="3" y="161"/>
                    <a:pt x="6" y="167"/>
                    <a:pt x="6" y="174"/>
                  </a:cubicBezTo>
                  <a:cubicBezTo>
                    <a:pt x="5" y="179"/>
                    <a:pt x="4" y="184"/>
                    <a:pt x="4" y="188"/>
                  </a:cubicBezTo>
                  <a:cubicBezTo>
                    <a:pt x="4" y="187"/>
                    <a:pt x="3" y="186"/>
                    <a:pt x="3" y="185"/>
                  </a:cubicBezTo>
                  <a:lnTo>
                    <a:pt x="3" y="185"/>
                  </a:lnTo>
                  <a:cubicBezTo>
                    <a:pt x="3" y="186"/>
                    <a:pt x="3" y="187"/>
                    <a:pt x="4" y="189"/>
                  </a:cubicBezTo>
                  <a:cubicBezTo>
                    <a:pt x="1" y="248"/>
                    <a:pt x="20" y="305"/>
                    <a:pt x="53" y="356"/>
                  </a:cubicBezTo>
                  <a:cubicBezTo>
                    <a:pt x="56" y="361"/>
                    <a:pt x="58" y="366"/>
                    <a:pt x="61" y="370"/>
                  </a:cubicBezTo>
                  <a:cubicBezTo>
                    <a:pt x="70" y="390"/>
                    <a:pt x="79" y="409"/>
                    <a:pt x="88" y="428"/>
                  </a:cubicBezTo>
                  <a:cubicBezTo>
                    <a:pt x="95" y="440"/>
                    <a:pt x="101" y="453"/>
                    <a:pt x="109" y="463"/>
                  </a:cubicBezTo>
                  <a:cubicBezTo>
                    <a:pt x="111" y="465"/>
                    <a:pt x="114" y="468"/>
                    <a:pt x="115" y="471"/>
                  </a:cubicBezTo>
                  <a:cubicBezTo>
                    <a:pt x="116" y="473"/>
                    <a:pt x="118" y="475"/>
                    <a:pt x="119" y="477"/>
                  </a:cubicBezTo>
                  <a:cubicBezTo>
                    <a:pt x="135" y="496"/>
                    <a:pt x="150" y="513"/>
                    <a:pt x="166" y="532"/>
                  </a:cubicBezTo>
                  <a:cubicBezTo>
                    <a:pt x="181" y="546"/>
                    <a:pt x="213" y="567"/>
                    <a:pt x="230" y="577"/>
                  </a:cubicBezTo>
                  <a:cubicBezTo>
                    <a:pt x="264" y="596"/>
                    <a:pt x="298" y="601"/>
                    <a:pt x="332" y="604"/>
                  </a:cubicBezTo>
                  <a:lnTo>
                    <a:pt x="304" y="602"/>
                  </a:lnTo>
                  <a:lnTo>
                    <a:pt x="304" y="602"/>
                  </a:lnTo>
                  <a:cubicBezTo>
                    <a:pt x="307" y="603"/>
                    <a:pt x="311" y="603"/>
                    <a:pt x="315" y="603"/>
                  </a:cubicBezTo>
                  <a:cubicBezTo>
                    <a:pt x="334" y="608"/>
                    <a:pt x="353" y="610"/>
                    <a:pt x="372" y="610"/>
                  </a:cubicBezTo>
                  <a:cubicBezTo>
                    <a:pt x="399" y="610"/>
                    <a:pt x="425" y="606"/>
                    <a:pt x="452" y="597"/>
                  </a:cubicBezTo>
                  <a:cubicBezTo>
                    <a:pt x="495" y="583"/>
                    <a:pt x="532" y="558"/>
                    <a:pt x="564" y="524"/>
                  </a:cubicBezTo>
                  <a:cubicBezTo>
                    <a:pt x="601" y="485"/>
                    <a:pt x="626" y="438"/>
                    <a:pt x="638" y="385"/>
                  </a:cubicBezTo>
                  <a:cubicBezTo>
                    <a:pt x="652" y="326"/>
                    <a:pt x="645" y="266"/>
                    <a:pt x="624" y="210"/>
                  </a:cubicBezTo>
                  <a:cubicBezTo>
                    <a:pt x="601" y="149"/>
                    <a:pt x="578" y="113"/>
                    <a:pt x="532" y="68"/>
                  </a:cubicBezTo>
                  <a:cubicBezTo>
                    <a:pt x="527" y="62"/>
                    <a:pt x="521" y="58"/>
                    <a:pt x="514" y="54"/>
                  </a:cubicBezTo>
                  <a:cubicBezTo>
                    <a:pt x="375" y="50"/>
                    <a:pt x="235" y="32"/>
                    <a:pt x="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9">
              <a:extLst>
                <a:ext uri="{FF2B5EF4-FFF2-40B4-BE49-F238E27FC236}">
                  <a16:creationId xmlns:a16="http://schemas.microsoft.com/office/drawing/2014/main" id="{6F041453-209D-D362-2DC8-DAFC27AD1C9B}"/>
                </a:ext>
              </a:extLst>
            </p:cNvPr>
            <p:cNvSpPr/>
            <p:nvPr/>
          </p:nvSpPr>
          <p:spPr>
            <a:xfrm>
              <a:off x="5161692" y="1222613"/>
              <a:ext cx="16320" cy="19815"/>
            </a:xfrm>
            <a:custGeom>
              <a:avLst/>
              <a:gdLst/>
              <a:ahLst/>
              <a:cxnLst/>
              <a:rect l="l" t="t" r="r" b="b"/>
              <a:pathLst>
                <a:path w="523" h="635" extrusionOk="0">
                  <a:moveTo>
                    <a:pt x="214" y="0"/>
                  </a:moveTo>
                  <a:cubicBezTo>
                    <a:pt x="195" y="0"/>
                    <a:pt x="176" y="3"/>
                    <a:pt x="157" y="11"/>
                  </a:cubicBezTo>
                  <a:cubicBezTo>
                    <a:pt x="140" y="18"/>
                    <a:pt x="124" y="26"/>
                    <a:pt x="107" y="35"/>
                  </a:cubicBezTo>
                  <a:cubicBezTo>
                    <a:pt x="59" y="62"/>
                    <a:pt x="23" y="119"/>
                    <a:pt x="12" y="172"/>
                  </a:cubicBezTo>
                  <a:cubicBezTo>
                    <a:pt x="11" y="178"/>
                    <a:pt x="12" y="184"/>
                    <a:pt x="11" y="191"/>
                  </a:cubicBezTo>
                  <a:cubicBezTo>
                    <a:pt x="11" y="193"/>
                    <a:pt x="11" y="195"/>
                    <a:pt x="11" y="197"/>
                  </a:cubicBezTo>
                  <a:cubicBezTo>
                    <a:pt x="4" y="218"/>
                    <a:pt x="0" y="240"/>
                    <a:pt x="2" y="268"/>
                  </a:cubicBezTo>
                  <a:cubicBezTo>
                    <a:pt x="2" y="272"/>
                    <a:pt x="2" y="276"/>
                    <a:pt x="3" y="281"/>
                  </a:cubicBezTo>
                  <a:cubicBezTo>
                    <a:pt x="3" y="290"/>
                    <a:pt x="4" y="300"/>
                    <a:pt x="4" y="310"/>
                  </a:cubicBezTo>
                  <a:cubicBezTo>
                    <a:pt x="3" y="320"/>
                    <a:pt x="2" y="331"/>
                    <a:pt x="2" y="340"/>
                  </a:cubicBezTo>
                  <a:cubicBezTo>
                    <a:pt x="2" y="365"/>
                    <a:pt x="10" y="390"/>
                    <a:pt x="16" y="416"/>
                  </a:cubicBezTo>
                  <a:cubicBezTo>
                    <a:pt x="22" y="450"/>
                    <a:pt x="26" y="457"/>
                    <a:pt x="52" y="508"/>
                  </a:cubicBezTo>
                  <a:cubicBezTo>
                    <a:pt x="54" y="511"/>
                    <a:pt x="56" y="515"/>
                    <a:pt x="58" y="518"/>
                  </a:cubicBezTo>
                  <a:lnTo>
                    <a:pt x="99" y="567"/>
                  </a:lnTo>
                  <a:cubicBezTo>
                    <a:pt x="116" y="581"/>
                    <a:pt x="134" y="595"/>
                    <a:pt x="154" y="605"/>
                  </a:cubicBezTo>
                  <a:cubicBezTo>
                    <a:pt x="187" y="625"/>
                    <a:pt x="227" y="634"/>
                    <a:pt x="267" y="634"/>
                  </a:cubicBezTo>
                  <a:cubicBezTo>
                    <a:pt x="316" y="634"/>
                    <a:pt x="365" y="620"/>
                    <a:pt x="402" y="594"/>
                  </a:cubicBezTo>
                  <a:cubicBezTo>
                    <a:pt x="411" y="587"/>
                    <a:pt x="420" y="580"/>
                    <a:pt x="428" y="572"/>
                  </a:cubicBezTo>
                  <a:cubicBezTo>
                    <a:pt x="447" y="560"/>
                    <a:pt x="461" y="544"/>
                    <a:pt x="471" y="524"/>
                  </a:cubicBezTo>
                  <a:cubicBezTo>
                    <a:pt x="484" y="508"/>
                    <a:pt x="488" y="505"/>
                    <a:pt x="493" y="491"/>
                  </a:cubicBezTo>
                  <a:cubicBezTo>
                    <a:pt x="501" y="468"/>
                    <a:pt x="513" y="444"/>
                    <a:pt x="518" y="419"/>
                  </a:cubicBezTo>
                  <a:cubicBezTo>
                    <a:pt x="519" y="396"/>
                    <a:pt x="521" y="373"/>
                    <a:pt x="522" y="350"/>
                  </a:cubicBezTo>
                  <a:cubicBezTo>
                    <a:pt x="522" y="349"/>
                    <a:pt x="522" y="348"/>
                    <a:pt x="522" y="345"/>
                  </a:cubicBezTo>
                  <a:cubicBezTo>
                    <a:pt x="522" y="338"/>
                    <a:pt x="522" y="331"/>
                    <a:pt x="521" y="323"/>
                  </a:cubicBezTo>
                  <a:cubicBezTo>
                    <a:pt x="519" y="299"/>
                    <a:pt x="515" y="271"/>
                    <a:pt x="508" y="249"/>
                  </a:cubicBezTo>
                  <a:cubicBezTo>
                    <a:pt x="500" y="226"/>
                    <a:pt x="488" y="205"/>
                    <a:pt x="477" y="183"/>
                  </a:cubicBezTo>
                  <a:cubicBezTo>
                    <a:pt x="471" y="171"/>
                    <a:pt x="465" y="159"/>
                    <a:pt x="458" y="148"/>
                  </a:cubicBezTo>
                  <a:cubicBezTo>
                    <a:pt x="453" y="141"/>
                    <a:pt x="449" y="135"/>
                    <a:pt x="446" y="130"/>
                  </a:cubicBezTo>
                  <a:cubicBezTo>
                    <a:pt x="444" y="128"/>
                    <a:pt x="443" y="126"/>
                    <a:pt x="442" y="125"/>
                  </a:cubicBezTo>
                  <a:cubicBezTo>
                    <a:pt x="428" y="109"/>
                    <a:pt x="416" y="93"/>
                    <a:pt x="402" y="78"/>
                  </a:cubicBezTo>
                  <a:cubicBezTo>
                    <a:pt x="385" y="66"/>
                    <a:pt x="369" y="53"/>
                    <a:pt x="352" y="42"/>
                  </a:cubicBezTo>
                  <a:cubicBezTo>
                    <a:pt x="351" y="42"/>
                    <a:pt x="350" y="42"/>
                    <a:pt x="350" y="41"/>
                  </a:cubicBezTo>
                  <a:cubicBezTo>
                    <a:pt x="341" y="36"/>
                    <a:pt x="334" y="30"/>
                    <a:pt x="326" y="25"/>
                  </a:cubicBezTo>
                  <a:cubicBezTo>
                    <a:pt x="299" y="10"/>
                    <a:pt x="271" y="2"/>
                    <a:pt x="242" y="2"/>
                  </a:cubicBezTo>
                  <a:cubicBezTo>
                    <a:pt x="233" y="1"/>
                    <a:pt x="223" y="0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9">
              <a:extLst>
                <a:ext uri="{FF2B5EF4-FFF2-40B4-BE49-F238E27FC236}">
                  <a16:creationId xmlns:a16="http://schemas.microsoft.com/office/drawing/2014/main" id="{39489EBF-241E-B8D1-6278-A92B3B3E5D70}"/>
                </a:ext>
              </a:extLst>
            </p:cNvPr>
            <p:cNvSpPr/>
            <p:nvPr/>
          </p:nvSpPr>
          <p:spPr>
            <a:xfrm>
              <a:off x="5073850" y="1269733"/>
              <a:ext cx="13605" cy="10953"/>
            </a:xfrm>
            <a:custGeom>
              <a:avLst/>
              <a:gdLst/>
              <a:ahLst/>
              <a:cxnLst/>
              <a:rect l="l" t="t" r="r" b="b"/>
              <a:pathLst>
                <a:path w="436" h="351" extrusionOk="0">
                  <a:moveTo>
                    <a:pt x="221" y="0"/>
                  </a:moveTo>
                  <a:cubicBezTo>
                    <a:pt x="184" y="0"/>
                    <a:pt x="159" y="15"/>
                    <a:pt x="126" y="31"/>
                  </a:cubicBezTo>
                  <a:cubicBezTo>
                    <a:pt x="121" y="34"/>
                    <a:pt x="117" y="36"/>
                    <a:pt x="112" y="39"/>
                  </a:cubicBezTo>
                  <a:cubicBezTo>
                    <a:pt x="84" y="55"/>
                    <a:pt x="57" y="77"/>
                    <a:pt x="38" y="104"/>
                  </a:cubicBezTo>
                  <a:cubicBezTo>
                    <a:pt x="22" y="122"/>
                    <a:pt x="11" y="143"/>
                    <a:pt x="6" y="166"/>
                  </a:cubicBezTo>
                  <a:cubicBezTo>
                    <a:pt x="1" y="190"/>
                    <a:pt x="2" y="213"/>
                    <a:pt x="10" y="236"/>
                  </a:cubicBezTo>
                  <a:cubicBezTo>
                    <a:pt x="24" y="280"/>
                    <a:pt x="64" y="317"/>
                    <a:pt x="110" y="326"/>
                  </a:cubicBezTo>
                  <a:cubicBezTo>
                    <a:pt x="121" y="328"/>
                    <a:pt x="133" y="332"/>
                    <a:pt x="145" y="334"/>
                  </a:cubicBezTo>
                  <a:cubicBezTo>
                    <a:pt x="158" y="336"/>
                    <a:pt x="170" y="339"/>
                    <a:pt x="182" y="344"/>
                  </a:cubicBezTo>
                  <a:cubicBezTo>
                    <a:pt x="185" y="345"/>
                    <a:pt x="188" y="347"/>
                    <a:pt x="191" y="347"/>
                  </a:cubicBezTo>
                  <a:cubicBezTo>
                    <a:pt x="207" y="349"/>
                    <a:pt x="223" y="350"/>
                    <a:pt x="238" y="351"/>
                  </a:cubicBezTo>
                  <a:lnTo>
                    <a:pt x="242" y="351"/>
                  </a:lnTo>
                  <a:lnTo>
                    <a:pt x="249" y="350"/>
                  </a:lnTo>
                  <a:cubicBezTo>
                    <a:pt x="256" y="349"/>
                    <a:pt x="265" y="349"/>
                    <a:pt x="272" y="349"/>
                  </a:cubicBezTo>
                  <a:cubicBezTo>
                    <a:pt x="295" y="348"/>
                    <a:pt x="316" y="343"/>
                    <a:pt x="336" y="331"/>
                  </a:cubicBezTo>
                  <a:cubicBezTo>
                    <a:pt x="357" y="323"/>
                    <a:pt x="374" y="310"/>
                    <a:pt x="389" y="293"/>
                  </a:cubicBezTo>
                  <a:lnTo>
                    <a:pt x="414" y="257"/>
                  </a:lnTo>
                  <a:cubicBezTo>
                    <a:pt x="427" y="236"/>
                    <a:pt x="432" y="214"/>
                    <a:pt x="432" y="191"/>
                  </a:cubicBezTo>
                  <a:cubicBezTo>
                    <a:pt x="435" y="176"/>
                    <a:pt x="434" y="160"/>
                    <a:pt x="429" y="146"/>
                  </a:cubicBezTo>
                  <a:cubicBezTo>
                    <a:pt x="427" y="124"/>
                    <a:pt x="419" y="103"/>
                    <a:pt x="406" y="84"/>
                  </a:cubicBezTo>
                  <a:cubicBezTo>
                    <a:pt x="396" y="74"/>
                    <a:pt x="387" y="62"/>
                    <a:pt x="378" y="51"/>
                  </a:cubicBezTo>
                  <a:cubicBezTo>
                    <a:pt x="356" y="30"/>
                    <a:pt x="328" y="16"/>
                    <a:pt x="298" y="10"/>
                  </a:cubicBezTo>
                  <a:cubicBezTo>
                    <a:pt x="293" y="9"/>
                    <a:pt x="288" y="8"/>
                    <a:pt x="281" y="7"/>
                  </a:cubicBezTo>
                  <a:cubicBezTo>
                    <a:pt x="279" y="6"/>
                    <a:pt x="276" y="6"/>
                    <a:pt x="274" y="5"/>
                  </a:cubicBezTo>
                  <a:cubicBezTo>
                    <a:pt x="256" y="2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9">
              <a:extLst>
                <a:ext uri="{FF2B5EF4-FFF2-40B4-BE49-F238E27FC236}">
                  <a16:creationId xmlns:a16="http://schemas.microsoft.com/office/drawing/2014/main" id="{3601046A-C668-B80A-BEA4-D5DEC1585294}"/>
                </a:ext>
              </a:extLst>
            </p:cNvPr>
            <p:cNvSpPr/>
            <p:nvPr/>
          </p:nvSpPr>
          <p:spPr>
            <a:xfrm>
              <a:off x="4961231" y="1260902"/>
              <a:ext cx="17912" cy="21282"/>
            </a:xfrm>
            <a:custGeom>
              <a:avLst/>
              <a:gdLst/>
              <a:ahLst/>
              <a:cxnLst/>
              <a:rect l="l" t="t" r="r" b="b"/>
              <a:pathLst>
                <a:path w="574" h="682" extrusionOk="0">
                  <a:moveTo>
                    <a:pt x="182" y="0"/>
                  </a:moveTo>
                  <a:cubicBezTo>
                    <a:pt x="149" y="0"/>
                    <a:pt x="117" y="9"/>
                    <a:pt x="87" y="28"/>
                  </a:cubicBezTo>
                  <a:cubicBezTo>
                    <a:pt x="60" y="46"/>
                    <a:pt x="39" y="69"/>
                    <a:pt x="24" y="97"/>
                  </a:cubicBezTo>
                  <a:cubicBezTo>
                    <a:pt x="8" y="127"/>
                    <a:pt x="2" y="159"/>
                    <a:pt x="3" y="192"/>
                  </a:cubicBezTo>
                  <a:cubicBezTo>
                    <a:pt x="2" y="207"/>
                    <a:pt x="0" y="223"/>
                    <a:pt x="1" y="236"/>
                  </a:cubicBezTo>
                  <a:cubicBezTo>
                    <a:pt x="2" y="249"/>
                    <a:pt x="6" y="261"/>
                    <a:pt x="8" y="274"/>
                  </a:cubicBezTo>
                  <a:cubicBezTo>
                    <a:pt x="16" y="314"/>
                    <a:pt x="20" y="334"/>
                    <a:pt x="34" y="367"/>
                  </a:cubicBezTo>
                  <a:cubicBezTo>
                    <a:pt x="40" y="381"/>
                    <a:pt x="45" y="395"/>
                    <a:pt x="51" y="409"/>
                  </a:cubicBezTo>
                  <a:cubicBezTo>
                    <a:pt x="92" y="508"/>
                    <a:pt x="161" y="619"/>
                    <a:pt x="267" y="658"/>
                  </a:cubicBezTo>
                  <a:cubicBezTo>
                    <a:pt x="298" y="674"/>
                    <a:pt x="329" y="681"/>
                    <a:pt x="362" y="681"/>
                  </a:cubicBezTo>
                  <a:cubicBezTo>
                    <a:pt x="366" y="681"/>
                    <a:pt x="371" y="681"/>
                    <a:pt x="375" y="681"/>
                  </a:cubicBezTo>
                  <a:cubicBezTo>
                    <a:pt x="403" y="681"/>
                    <a:pt x="428" y="674"/>
                    <a:pt x="452" y="660"/>
                  </a:cubicBezTo>
                  <a:cubicBezTo>
                    <a:pt x="507" y="634"/>
                    <a:pt x="557" y="582"/>
                    <a:pt x="566" y="518"/>
                  </a:cubicBezTo>
                  <a:cubicBezTo>
                    <a:pt x="569" y="490"/>
                    <a:pt x="574" y="455"/>
                    <a:pt x="573" y="425"/>
                  </a:cubicBezTo>
                  <a:cubicBezTo>
                    <a:pt x="572" y="374"/>
                    <a:pt x="547" y="327"/>
                    <a:pt x="527" y="284"/>
                  </a:cubicBezTo>
                  <a:cubicBezTo>
                    <a:pt x="512" y="255"/>
                    <a:pt x="498" y="227"/>
                    <a:pt x="477" y="202"/>
                  </a:cubicBezTo>
                  <a:cubicBezTo>
                    <a:pt x="467" y="190"/>
                    <a:pt x="457" y="178"/>
                    <a:pt x="447" y="166"/>
                  </a:cubicBezTo>
                  <a:cubicBezTo>
                    <a:pt x="427" y="141"/>
                    <a:pt x="408" y="113"/>
                    <a:pt x="384" y="92"/>
                  </a:cubicBezTo>
                  <a:cubicBezTo>
                    <a:pt x="362" y="74"/>
                    <a:pt x="332" y="50"/>
                    <a:pt x="309" y="37"/>
                  </a:cubicBezTo>
                  <a:cubicBezTo>
                    <a:pt x="296" y="31"/>
                    <a:pt x="284" y="26"/>
                    <a:pt x="270" y="20"/>
                  </a:cubicBezTo>
                  <a:cubicBezTo>
                    <a:pt x="241" y="7"/>
                    <a:pt x="212" y="0"/>
                    <a:pt x="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9">
              <a:extLst>
                <a:ext uri="{FF2B5EF4-FFF2-40B4-BE49-F238E27FC236}">
                  <a16:creationId xmlns:a16="http://schemas.microsoft.com/office/drawing/2014/main" id="{69B31E68-547E-A453-C323-4D1BCE38A6D7}"/>
                </a:ext>
              </a:extLst>
            </p:cNvPr>
            <p:cNvSpPr/>
            <p:nvPr/>
          </p:nvSpPr>
          <p:spPr>
            <a:xfrm>
              <a:off x="4974525" y="1292231"/>
              <a:ext cx="406" cy="374"/>
            </a:xfrm>
            <a:custGeom>
              <a:avLst/>
              <a:gdLst/>
              <a:ahLst/>
              <a:cxnLst/>
              <a:rect l="l" t="t" r="r" b="b"/>
              <a:pathLst>
                <a:path w="13" h="12" extrusionOk="0">
                  <a:moveTo>
                    <a:pt x="13" y="0"/>
                  </a:moveTo>
                  <a:cubicBezTo>
                    <a:pt x="11" y="2"/>
                    <a:pt x="9" y="3"/>
                    <a:pt x="7" y="4"/>
                  </a:cubicBezTo>
                  <a:cubicBezTo>
                    <a:pt x="5" y="5"/>
                    <a:pt x="4" y="8"/>
                    <a:pt x="2" y="10"/>
                  </a:cubicBezTo>
                  <a:lnTo>
                    <a:pt x="2" y="10"/>
                  </a:lnTo>
                  <a:cubicBezTo>
                    <a:pt x="6" y="7"/>
                    <a:pt x="9" y="4"/>
                    <a:pt x="13" y="0"/>
                  </a:cubicBezTo>
                  <a:close/>
                  <a:moveTo>
                    <a:pt x="2" y="10"/>
                  </a:moveTo>
                  <a:lnTo>
                    <a:pt x="2" y="10"/>
                  </a:lnTo>
                  <a:cubicBezTo>
                    <a:pt x="2" y="11"/>
                    <a:pt x="1" y="11"/>
                    <a:pt x="0" y="12"/>
                  </a:cubicBezTo>
                  <a:cubicBezTo>
                    <a:pt x="1" y="11"/>
                    <a:pt x="2" y="11"/>
                    <a:pt x="2" y="1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9">
              <a:extLst>
                <a:ext uri="{FF2B5EF4-FFF2-40B4-BE49-F238E27FC236}">
                  <a16:creationId xmlns:a16="http://schemas.microsoft.com/office/drawing/2014/main" id="{D25BE6E7-05F8-FC71-27F0-248145711378}"/>
                </a:ext>
              </a:extLst>
            </p:cNvPr>
            <p:cNvSpPr/>
            <p:nvPr/>
          </p:nvSpPr>
          <p:spPr>
            <a:xfrm>
              <a:off x="4972995" y="1291732"/>
              <a:ext cx="8113" cy="8893"/>
            </a:xfrm>
            <a:custGeom>
              <a:avLst/>
              <a:gdLst/>
              <a:ahLst/>
              <a:cxnLst/>
              <a:rect l="l" t="t" r="r" b="b"/>
              <a:pathLst>
                <a:path w="260" h="285" extrusionOk="0">
                  <a:moveTo>
                    <a:pt x="119" y="1"/>
                  </a:moveTo>
                  <a:cubicBezTo>
                    <a:pt x="112" y="1"/>
                    <a:pt x="104" y="2"/>
                    <a:pt x="97" y="4"/>
                  </a:cubicBezTo>
                  <a:lnTo>
                    <a:pt x="97" y="4"/>
                  </a:lnTo>
                  <a:cubicBezTo>
                    <a:pt x="93" y="4"/>
                    <a:pt x="90" y="5"/>
                    <a:pt x="87" y="6"/>
                  </a:cubicBezTo>
                  <a:lnTo>
                    <a:pt x="84" y="6"/>
                  </a:lnTo>
                  <a:lnTo>
                    <a:pt x="83" y="7"/>
                  </a:lnTo>
                  <a:lnTo>
                    <a:pt x="80" y="7"/>
                  </a:lnTo>
                  <a:cubicBezTo>
                    <a:pt x="68" y="11"/>
                    <a:pt x="57" y="19"/>
                    <a:pt x="48" y="28"/>
                  </a:cubicBezTo>
                  <a:cubicBezTo>
                    <a:pt x="35" y="38"/>
                    <a:pt x="23" y="49"/>
                    <a:pt x="16" y="65"/>
                  </a:cubicBezTo>
                  <a:cubicBezTo>
                    <a:pt x="5" y="83"/>
                    <a:pt x="1" y="104"/>
                    <a:pt x="2" y="126"/>
                  </a:cubicBezTo>
                  <a:cubicBezTo>
                    <a:pt x="3" y="135"/>
                    <a:pt x="4" y="144"/>
                    <a:pt x="5" y="153"/>
                  </a:cubicBezTo>
                  <a:cubicBezTo>
                    <a:pt x="5" y="153"/>
                    <a:pt x="5" y="154"/>
                    <a:pt x="5" y="154"/>
                  </a:cubicBezTo>
                  <a:cubicBezTo>
                    <a:pt x="7" y="165"/>
                    <a:pt x="9" y="176"/>
                    <a:pt x="11" y="186"/>
                  </a:cubicBezTo>
                  <a:cubicBezTo>
                    <a:pt x="16" y="196"/>
                    <a:pt x="21" y="206"/>
                    <a:pt x="25" y="215"/>
                  </a:cubicBezTo>
                  <a:cubicBezTo>
                    <a:pt x="32" y="224"/>
                    <a:pt x="40" y="232"/>
                    <a:pt x="46" y="240"/>
                  </a:cubicBezTo>
                  <a:cubicBezTo>
                    <a:pt x="48" y="241"/>
                    <a:pt x="49" y="244"/>
                    <a:pt x="50" y="245"/>
                  </a:cubicBezTo>
                  <a:cubicBezTo>
                    <a:pt x="53" y="248"/>
                    <a:pt x="56" y="252"/>
                    <a:pt x="61" y="254"/>
                  </a:cubicBezTo>
                  <a:cubicBezTo>
                    <a:pt x="76" y="269"/>
                    <a:pt x="94" y="278"/>
                    <a:pt x="115" y="282"/>
                  </a:cubicBezTo>
                  <a:cubicBezTo>
                    <a:pt x="123" y="284"/>
                    <a:pt x="132" y="285"/>
                    <a:pt x="140" y="285"/>
                  </a:cubicBezTo>
                  <a:cubicBezTo>
                    <a:pt x="152" y="285"/>
                    <a:pt x="165" y="283"/>
                    <a:pt x="177" y="279"/>
                  </a:cubicBezTo>
                  <a:cubicBezTo>
                    <a:pt x="215" y="267"/>
                    <a:pt x="249" y="232"/>
                    <a:pt x="256" y="191"/>
                  </a:cubicBezTo>
                  <a:cubicBezTo>
                    <a:pt x="256" y="191"/>
                    <a:pt x="256" y="191"/>
                    <a:pt x="256" y="190"/>
                  </a:cubicBezTo>
                  <a:cubicBezTo>
                    <a:pt x="257" y="180"/>
                    <a:pt x="258" y="169"/>
                    <a:pt x="259" y="159"/>
                  </a:cubicBezTo>
                  <a:lnTo>
                    <a:pt x="259" y="156"/>
                  </a:lnTo>
                  <a:lnTo>
                    <a:pt x="259" y="148"/>
                  </a:lnTo>
                  <a:lnTo>
                    <a:pt x="259" y="142"/>
                  </a:lnTo>
                  <a:cubicBezTo>
                    <a:pt x="258" y="136"/>
                    <a:pt x="257" y="131"/>
                    <a:pt x="256" y="123"/>
                  </a:cubicBezTo>
                  <a:cubicBezTo>
                    <a:pt x="255" y="113"/>
                    <a:pt x="252" y="102"/>
                    <a:pt x="246" y="93"/>
                  </a:cubicBezTo>
                  <a:cubicBezTo>
                    <a:pt x="244" y="87"/>
                    <a:pt x="242" y="81"/>
                    <a:pt x="237" y="77"/>
                  </a:cubicBezTo>
                  <a:cubicBezTo>
                    <a:pt x="232" y="69"/>
                    <a:pt x="226" y="63"/>
                    <a:pt x="221" y="55"/>
                  </a:cubicBezTo>
                  <a:cubicBezTo>
                    <a:pt x="214" y="47"/>
                    <a:pt x="208" y="39"/>
                    <a:pt x="201" y="31"/>
                  </a:cubicBezTo>
                  <a:cubicBezTo>
                    <a:pt x="189" y="21"/>
                    <a:pt x="176" y="12"/>
                    <a:pt x="161" y="8"/>
                  </a:cubicBezTo>
                  <a:cubicBezTo>
                    <a:pt x="153" y="4"/>
                    <a:pt x="145" y="2"/>
                    <a:pt x="135" y="2"/>
                  </a:cubicBezTo>
                  <a:cubicBezTo>
                    <a:pt x="133" y="2"/>
                    <a:pt x="132" y="2"/>
                    <a:pt x="130" y="2"/>
                  </a:cubicBezTo>
                  <a:cubicBezTo>
                    <a:pt x="126" y="1"/>
                    <a:pt x="122" y="1"/>
                    <a:pt x="119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9">
              <a:extLst>
                <a:ext uri="{FF2B5EF4-FFF2-40B4-BE49-F238E27FC236}">
                  <a16:creationId xmlns:a16="http://schemas.microsoft.com/office/drawing/2014/main" id="{345B041E-CE69-13DA-C259-41238EB47019}"/>
                </a:ext>
              </a:extLst>
            </p:cNvPr>
            <p:cNvSpPr/>
            <p:nvPr/>
          </p:nvSpPr>
          <p:spPr>
            <a:xfrm>
              <a:off x="4974368" y="1292637"/>
              <a:ext cx="125" cy="94"/>
            </a:xfrm>
            <a:custGeom>
              <a:avLst/>
              <a:gdLst/>
              <a:ahLst/>
              <a:cxnLst/>
              <a:rect l="l" t="t" r="r" b="b"/>
              <a:pathLst>
                <a:path w="4" h="3" extrusionOk="0">
                  <a:moveTo>
                    <a:pt x="3" y="0"/>
                  </a:moveTo>
                  <a:cubicBezTo>
                    <a:pt x="2" y="1"/>
                    <a:pt x="2" y="1"/>
                    <a:pt x="1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9">
              <a:extLst>
                <a:ext uri="{FF2B5EF4-FFF2-40B4-BE49-F238E27FC236}">
                  <a16:creationId xmlns:a16="http://schemas.microsoft.com/office/drawing/2014/main" id="{528DDE74-6707-98CA-92A5-104FE397EF93}"/>
                </a:ext>
              </a:extLst>
            </p:cNvPr>
            <p:cNvSpPr/>
            <p:nvPr/>
          </p:nvSpPr>
          <p:spPr>
            <a:xfrm>
              <a:off x="4974462" y="129257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9">
              <a:extLst>
                <a:ext uri="{FF2B5EF4-FFF2-40B4-BE49-F238E27FC236}">
                  <a16:creationId xmlns:a16="http://schemas.microsoft.com/office/drawing/2014/main" id="{F3D19023-DC40-70A6-EF8A-D8E6E5D961DB}"/>
                </a:ext>
              </a:extLst>
            </p:cNvPr>
            <p:cNvSpPr/>
            <p:nvPr/>
          </p:nvSpPr>
          <p:spPr>
            <a:xfrm>
              <a:off x="4893984" y="1225297"/>
              <a:ext cx="14136" cy="13730"/>
            </a:xfrm>
            <a:custGeom>
              <a:avLst/>
              <a:gdLst/>
              <a:ahLst/>
              <a:cxnLst/>
              <a:rect l="l" t="t" r="r" b="b"/>
              <a:pathLst>
                <a:path w="453" h="440" extrusionOk="0">
                  <a:moveTo>
                    <a:pt x="186" y="1"/>
                  </a:moveTo>
                  <a:cubicBezTo>
                    <a:pt x="185" y="1"/>
                    <a:pt x="184" y="2"/>
                    <a:pt x="183" y="2"/>
                  </a:cubicBezTo>
                  <a:cubicBezTo>
                    <a:pt x="167" y="4"/>
                    <a:pt x="150" y="7"/>
                    <a:pt x="133" y="11"/>
                  </a:cubicBezTo>
                  <a:cubicBezTo>
                    <a:pt x="99" y="20"/>
                    <a:pt x="70" y="43"/>
                    <a:pt x="50" y="71"/>
                  </a:cubicBezTo>
                  <a:lnTo>
                    <a:pt x="50" y="71"/>
                  </a:lnTo>
                  <a:cubicBezTo>
                    <a:pt x="52" y="68"/>
                    <a:pt x="55" y="64"/>
                    <a:pt x="58" y="61"/>
                  </a:cubicBezTo>
                  <a:lnTo>
                    <a:pt x="58" y="61"/>
                  </a:lnTo>
                  <a:cubicBezTo>
                    <a:pt x="57" y="62"/>
                    <a:pt x="57" y="62"/>
                    <a:pt x="56" y="63"/>
                  </a:cubicBezTo>
                  <a:cubicBezTo>
                    <a:pt x="26" y="104"/>
                    <a:pt x="30" y="94"/>
                    <a:pt x="17" y="131"/>
                  </a:cubicBezTo>
                  <a:cubicBezTo>
                    <a:pt x="7" y="157"/>
                    <a:pt x="0" y="176"/>
                    <a:pt x="4" y="208"/>
                  </a:cubicBezTo>
                  <a:cubicBezTo>
                    <a:pt x="4" y="210"/>
                    <a:pt x="5" y="211"/>
                    <a:pt x="5" y="212"/>
                  </a:cubicBezTo>
                  <a:cubicBezTo>
                    <a:pt x="8" y="231"/>
                    <a:pt x="12" y="250"/>
                    <a:pt x="16" y="269"/>
                  </a:cubicBezTo>
                  <a:cubicBezTo>
                    <a:pt x="17" y="274"/>
                    <a:pt x="18" y="279"/>
                    <a:pt x="20" y="285"/>
                  </a:cubicBezTo>
                  <a:lnTo>
                    <a:pt x="21" y="287"/>
                  </a:lnTo>
                  <a:cubicBezTo>
                    <a:pt x="27" y="301"/>
                    <a:pt x="38" y="323"/>
                    <a:pt x="45" y="337"/>
                  </a:cubicBezTo>
                  <a:cubicBezTo>
                    <a:pt x="46" y="338"/>
                    <a:pt x="46" y="339"/>
                    <a:pt x="47" y="340"/>
                  </a:cubicBezTo>
                  <a:cubicBezTo>
                    <a:pt x="59" y="354"/>
                    <a:pt x="70" y="367"/>
                    <a:pt x="82" y="381"/>
                  </a:cubicBezTo>
                  <a:cubicBezTo>
                    <a:pt x="95" y="396"/>
                    <a:pt x="110" y="406"/>
                    <a:pt x="127" y="413"/>
                  </a:cubicBezTo>
                  <a:cubicBezTo>
                    <a:pt x="135" y="416"/>
                    <a:pt x="153" y="423"/>
                    <a:pt x="156" y="423"/>
                  </a:cubicBezTo>
                  <a:cubicBezTo>
                    <a:pt x="156" y="423"/>
                    <a:pt x="156" y="423"/>
                    <a:pt x="156" y="423"/>
                  </a:cubicBezTo>
                  <a:cubicBezTo>
                    <a:pt x="163" y="426"/>
                    <a:pt x="175" y="431"/>
                    <a:pt x="185" y="433"/>
                  </a:cubicBezTo>
                  <a:cubicBezTo>
                    <a:pt x="202" y="438"/>
                    <a:pt x="245" y="439"/>
                    <a:pt x="246" y="439"/>
                  </a:cubicBezTo>
                  <a:lnTo>
                    <a:pt x="246" y="439"/>
                  </a:lnTo>
                  <a:cubicBezTo>
                    <a:pt x="267" y="438"/>
                    <a:pt x="288" y="434"/>
                    <a:pt x="307" y="428"/>
                  </a:cubicBezTo>
                  <a:cubicBezTo>
                    <a:pt x="312" y="426"/>
                    <a:pt x="352" y="407"/>
                    <a:pt x="355" y="405"/>
                  </a:cubicBezTo>
                  <a:cubicBezTo>
                    <a:pt x="369" y="393"/>
                    <a:pt x="382" y="382"/>
                    <a:pt x="396" y="371"/>
                  </a:cubicBezTo>
                  <a:cubicBezTo>
                    <a:pt x="405" y="357"/>
                    <a:pt x="416" y="342"/>
                    <a:pt x="426" y="328"/>
                  </a:cubicBezTo>
                  <a:cubicBezTo>
                    <a:pt x="430" y="319"/>
                    <a:pt x="433" y="311"/>
                    <a:pt x="435" y="301"/>
                  </a:cubicBezTo>
                  <a:cubicBezTo>
                    <a:pt x="444" y="285"/>
                    <a:pt x="447" y="267"/>
                    <a:pt x="447" y="249"/>
                  </a:cubicBezTo>
                  <a:cubicBezTo>
                    <a:pt x="449" y="217"/>
                    <a:pt x="452" y="204"/>
                    <a:pt x="439" y="168"/>
                  </a:cubicBezTo>
                  <a:cubicBezTo>
                    <a:pt x="438" y="166"/>
                    <a:pt x="418" y="124"/>
                    <a:pt x="417" y="122"/>
                  </a:cubicBezTo>
                  <a:cubicBezTo>
                    <a:pt x="412" y="115"/>
                    <a:pt x="407" y="108"/>
                    <a:pt x="399" y="102"/>
                  </a:cubicBezTo>
                  <a:cubicBezTo>
                    <a:pt x="392" y="92"/>
                    <a:pt x="379" y="86"/>
                    <a:pt x="369" y="77"/>
                  </a:cubicBezTo>
                  <a:lnTo>
                    <a:pt x="369" y="77"/>
                  </a:lnTo>
                  <a:lnTo>
                    <a:pt x="373" y="81"/>
                  </a:lnTo>
                  <a:cubicBezTo>
                    <a:pt x="371" y="78"/>
                    <a:pt x="367" y="76"/>
                    <a:pt x="365" y="73"/>
                  </a:cubicBezTo>
                  <a:cubicBezTo>
                    <a:pt x="363" y="72"/>
                    <a:pt x="361" y="71"/>
                    <a:pt x="360" y="70"/>
                  </a:cubicBezTo>
                  <a:cubicBezTo>
                    <a:pt x="353" y="65"/>
                    <a:pt x="348" y="56"/>
                    <a:pt x="339" y="52"/>
                  </a:cubicBezTo>
                  <a:cubicBezTo>
                    <a:pt x="338" y="52"/>
                    <a:pt x="334" y="50"/>
                    <a:pt x="329" y="48"/>
                  </a:cubicBezTo>
                  <a:cubicBezTo>
                    <a:pt x="322" y="45"/>
                    <a:pt x="316" y="41"/>
                    <a:pt x="309" y="38"/>
                  </a:cubicBezTo>
                  <a:lnTo>
                    <a:pt x="309" y="38"/>
                  </a:lnTo>
                  <a:lnTo>
                    <a:pt x="315" y="40"/>
                  </a:lnTo>
                  <a:cubicBezTo>
                    <a:pt x="310" y="38"/>
                    <a:pt x="306" y="34"/>
                    <a:pt x="302" y="31"/>
                  </a:cubicBezTo>
                  <a:cubicBezTo>
                    <a:pt x="283" y="20"/>
                    <a:pt x="262" y="10"/>
                    <a:pt x="240" y="5"/>
                  </a:cubicBezTo>
                  <a:cubicBezTo>
                    <a:pt x="222" y="3"/>
                    <a:pt x="204" y="2"/>
                    <a:pt x="186" y="1"/>
                  </a:cubicBezTo>
                  <a:close/>
                  <a:moveTo>
                    <a:pt x="246" y="439"/>
                  </a:moveTo>
                  <a:cubicBezTo>
                    <a:pt x="246" y="439"/>
                    <a:pt x="246" y="439"/>
                    <a:pt x="246" y="439"/>
                  </a:cubicBezTo>
                  <a:cubicBezTo>
                    <a:pt x="246" y="439"/>
                    <a:pt x="247" y="439"/>
                    <a:pt x="246" y="4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9">
              <a:extLst>
                <a:ext uri="{FF2B5EF4-FFF2-40B4-BE49-F238E27FC236}">
                  <a16:creationId xmlns:a16="http://schemas.microsoft.com/office/drawing/2014/main" id="{35412DBF-ED02-E1F7-3523-DDBFBD08C63B}"/>
                </a:ext>
              </a:extLst>
            </p:cNvPr>
            <p:cNvSpPr/>
            <p:nvPr/>
          </p:nvSpPr>
          <p:spPr>
            <a:xfrm>
              <a:off x="4871673" y="1131245"/>
              <a:ext cx="12794" cy="13730"/>
            </a:xfrm>
            <a:custGeom>
              <a:avLst/>
              <a:gdLst/>
              <a:ahLst/>
              <a:cxnLst/>
              <a:rect l="l" t="t" r="r" b="b"/>
              <a:pathLst>
                <a:path w="410" h="440" extrusionOk="0">
                  <a:moveTo>
                    <a:pt x="154" y="1"/>
                  </a:moveTo>
                  <a:cubicBezTo>
                    <a:pt x="152" y="1"/>
                    <a:pt x="149" y="1"/>
                    <a:pt x="147" y="1"/>
                  </a:cubicBezTo>
                  <a:cubicBezTo>
                    <a:pt x="132" y="2"/>
                    <a:pt x="115" y="5"/>
                    <a:pt x="101" y="11"/>
                  </a:cubicBezTo>
                  <a:cubicBezTo>
                    <a:pt x="67" y="25"/>
                    <a:pt x="40" y="43"/>
                    <a:pt x="23" y="75"/>
                  </a:cubicBezTo>
                  <a:cubicBezTo>
                    <a:pt x="22" y="77"/>
                    <a:pt x="21" y="79"/>
                    <a:pt x="20" y="81"/>
                  </a:cubicBezTo>
                  <a:cubicBezTo>
                    <a:pt x="7" y="109"/>
                    <a:pt x="0" y="138"/>
                    <a:pt x="1" y="168"/>
                  </a:cubicBezTo>
                  <a:cubicBezTo>
                    <a:pt x="1" y="172"/>
                    <a:pt x="1" y="178"/>
                    <a:pt x="1" y="183"/>
                  </a:cubicBezTo>
                  <a:cubicBezTo>
                    <a:pt x="3" y="222"/>
                    <a:pt x="16" y="246"/>
                    <a:pt x="33" y="279"/>
                  </a:cubicBezTo>
                  <a:cubicBezTo>
                    <a:pt x="25" y="266"/>
                    <a:pt x="19" y="252"/>
                    <a:pt x="13" y="238"/>
                  </a:cubicBezTo>
                  <a:lnTo>
                    <a:pt x="13" y="238"/>
                  </a:lnTo>
                  <a:cubicBezTo>
                    <a:pt x="17" y="248"/>
                    <a:pt x="21" y="257"/>
                    <a:pt x="25" y="267"/>
                  </a:cubicBezTo>
                  <a:cubicBezTo>
                    <a:pt x="42" y="302"/>
                    <a:pt x="53" y="325"/>
                    <a:pt x="82" y="352"/>
                  </a:cubicBezTo>
                  <a:cubicBezTo>
                    <a:pt x="86" y="356"/>
                    <a:pt x="90" y="359"/>
                    <a:pt x="94" y="363"/>
                  </a:cubicBezTo>
                  <a:cubicBezTo>
                    <a:pt x="98" y="366"/>
                    <a:pt x="102" y="370"/>
                    <a:pt x="106" y="373"/>
                  </a:cubicBezTo>
                  <a:cubicBezTo>
                    <a:pt x="130" y="394"/>
                    <a:pt x="146" y="403"/>
                    <a:pt x="173" y="413"/>
                  </a:cubicBezTo>
                  <a:cubicBezTo>
                    <a:pt x="180" y="415"/>
                    <a:pt x="188" y="418"/>
                    <a:pt x="195" y="420"/>
                  </a:cubicBezTo>
                  <a:cubicBezTo>
                    <a:pt x="196" y="421"/>
                    <a:pt x="197" y="421"/>
                    <a:pt x="198" y="421"/>
                  </a:cubicBezTo>
                  <a:cubicBezTo>
                    <a:pt x="200" y="423"/>
                    <a:pt x="203" y="424"/>
                    <a:pt x="205" y="425"/>
                  </a:cubicBezTo>
                  <a:cubicBezTo>
                    <a:pt x="241" y="438"/>
                    <a:pt x="233" y="437"/>
                    <a:pt x="262" y="439"/>
                  </a:cubicBezTo>
                  <a:cubicBezTo>
                    <a:pt x="265" y="439"/>
                    <a:pt x="269" y="440"/>
                    <a:pt x="272" y="440"/>
                  </a:cubicBezTo>
                  <a:cubicBezTo>
                    <a:pt x="304" y="440"/>
                    <a:pt x="333" y="431"/>
                    <a:pt x="358" y="410"/>
                  </a:cubicBezTo>
                  <a:cubicBezTo>
                    <a:pt x="381" y="390"/>
                    <a:pt x="396" y="364"/>
                    <a:pt x="403" y="335"/>
                  </a:cubicBezTo>
                  <a:cubicBezTo>
                    <a:pt x="409" y="312"/>
                    <a:pt x="407" y="286"/>
                    <a:pt x="407" y="262"/>
                  </a:cubicBezTo>
                  <a:cubicBezTo>
                    <a:pt x="407" y="257"/>
                    <a:pt x="407" y="251"/>
                    <a:pt x="407" y="246"/>
                  </a:cubicBezTo>
                  <a:cubicBezTo>
                    <a:pt x="407" y="229"/>
                    <a:pt x="402" y="210"/>
                    <a:pt x="399" y="194"/>
                  </a:cubicBezTo>
                  <a:cubicBezTo>
                    <a:pt x="394" y="178"/>
                    <a:pt x="384" y="163"/>
                    <a:pt x="377" y="147"/>
                  </a:cubicBezTo>
                  <a:cubicBezTo>
                    <a:pt x="364" y="121"/>
                    <a:pt x="353" y="95"/>
                    <a:pt x="329" y="76"/>
                  </a:cubicBezTo>
                  <a:cubicBezTo>
                    <a:pt x="312" y="62"/>
                    <a:pt x="294" y="50"/>
                    <a:pt x="277" y="38"/>
                  </a:cubicBezTo>
                  <a:cubicBezTo>
                    <a:pt x="254" y="22"/>
                    <a:pt x="232" y="11"/>
                    <a:pt x="203" y="6"/>
                  </a:cubicBezTo>
                  <a:cubicBezTo>
                    <a:pt x="187" y="3"/>
                    <a:pt x="171" y="1"/>
                    <a:pt x="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9">
              <a:extLst>
                <a:ext uri="{FF2B5EF4-FFF2-40B4-BE49-F238E27FC236}">
                  <a16:creationId xmlns:a16="http://schemas.microsoft.com/office/drawing/2014/main" id="{1D62E0D2-B3F9-7AB5-38FE-6AEBC25B1154}"/>
                </a:ext>
              </a:extLst>
            </p:cNvPr>
            <p:cNvSpPr/>
            <p:nvPr/>
          </p:nvSpPr>
          <p:spPr>
            <a:xfrm>
              <a:off x="5015185" y="1229790"/>
              <a:ext cx="19066" cy="23747"/>
            </a:xfrm>
            <a:custGeom>
              <a:avLst/>
              <a:gdLst/>
              <a:ahLst/>
              <a:cxnLst/>
              <a:rect l="l" t="t" r="r" b="b"/>
              <a:pathLst>
                <a:path w="611" h="761" extrusionOk="0">
                  <a:moveTo>
                    <a:pt x="520" y="381"/>
                  </a:moveTo>
                  <a:cubicBezTo>
                    <a:pt x="520" y="382"/>
                    <a:pt x="521" y="382"/>
                    <a:pt x="521" y="382"/>
                  </a:cubicBezTo>
                  <a:lnTo>
                    <a:pt x="521" y="382"/>
                  </a:lnTo>
                  <a:cubicBezTo>
                    <a:pt x="521" y="382"/>
                    <a:pt x="520" y="382"/>
                    <a:pt x="520" y="381"/>
                  </a:cubicBezTo>
                  <a:close/>
                  <a:moveTo>
                    <a:pt x="24" y="400"/>
                  </a:moveTo>
                  <a:cubicBezTo>
                    <a:pt x="25" y="404"/>
                    <a:pt x="25" y="408"/>
                    <a:pt x="26" y="412"/>
                  </a:cubicBezTo>
                  <a:cubicBezTo>
                    <a:pt x="25" y="408"/>
                    <a:pt x="25" y="404"/>
                    <a:pt x="24" y="400"/>
                  </a:cubicBezTo>
                  <a:close/>
                  <a:moveTo>
                    <a:pt x="150" y="1"/>
                  </a:moveTo>
                  <a:cubicBezTo>
                    <a:pt x="129" y="1"/>
                    <a:pt x="107" y="8"/>
                    <a:pt x="89" y="18"/>
                  </a:cubicBezTo>
                  <a:cubicBezTo>
                    <a:pt x="45" y="40"/>
                    <a:pt x="30" y="88"/>
                    <a:pt x="18" y="131"/>
                  </a:cubicBezTo>
                  <a:cubicBezTo>
                    <a:pt x="7" y="165"/>
                    <a:pt x="2" y="197"/>
                    <a:pt x="2" y="233"/>
                  </a:cubicBezTo>
                  <a:cubicBezTo>
                    <a:pt x="0" y="282"/>
                    <a:pt x="10" y="329"/>
                    <a:pt x="19" y="377"/>
                  </a:cubicBezTo>
                  <a:lnTo>
                    <a:pt x="19" y="377"/>
                  </a:lnTo>
                  <a:cubicBezTo>
                    <a:pt x="26" y="419"/>
                    <a:pt x="34" y="461"/>
                    <a:pt x="47" y="502"/>
                  </a:cubicBezTo>
                  <a:cubicBezTo>
                    <a:pt x="67" y="559"/>
                    <a:pt x="97" y="600"/>
                    <a:pt x="135" y="645"/>
                  </a:cubicBezTo>
                  <a:cubicBezTo>
                    <a:pt x="162" y="678"/>
                    <a:pt x="181" y="696"/>
                    <a:pt x="221" y="719"/>
                  </a:cubicBezTo>
                  <a:cubicBezTo>
                    <a:pt x="248" y="734"/>
                    <a:pt x="281" y="744"/>
                    <a:pt x="308" y="753"/>
                  </a:cubicBezTo>
                  <a:cubicBezTo>
                    <a:pt x="325" y="758"/>
                    <a:pt x="345" y="761"/>
                    <a:pt x="364" y="761"/>
                  </a:cubicBezTo>
                  <a:cubicBezTo>
                    <a:pt x="419" y="761"/>
                    <a:pt x="477" y="741"/>
                    <a:pt x="519" y="712"/>
                  </a:cubicBezTo>
                  <a:cubicBezTo>
                    <a:pt x="570" y="675"/>
                    <a:pt x="601" y="626"/>
                    <a:pt x="606" y="563"/>
                  </a:cubicBezTo>
                  <a:cubicBezTo>
                    <a:pt x="610" y="506"/>
                    <a:pt x="591" y="443"/>
                    <a:pt x="545" y="405"/>
                  </a:cubicBezTo>
                  <a:cubicBezTo>
                    <a:pt x="536" y="398"/>
                    <a:pt x="528" y="391"/>
                    <a:pt x="521" y="382"/>
                  </a:cubicBezTo>
                  <a:lnTo>
                    <a:pt x="521" y="382"/>
                  </a:lnTo>
                  <a:cubicBezTo>
                    <a:pt x="525" y="387"/>
                    <a:pt x="528" y="391"/>
                    <a:pt x="532" y="396"/>
                  </a:cubicBezTo>
                  <a:lnTo>
                    <a:pt x="532" y="396"/>
                  </a:lnTo>
                  <a:cubicBezTo>
                    <a:pt x="513" y="374"/>
                    <a:pt x="492" y="356"/>
                    <a:pt x="465" y="342"/>
                  </a:cubicBezTo>
                  <a:cubicBezTo>
                    <a:pt x="458" y="338"/>
                    <a:pt x="451" y="335"/>
                    <a:pt x="445" y="332"/>
                  </a:cubicBezTo>
                  <a:cubicBezTo>
                    <a:pt x="442" y="330"/>
                    <a:pt x="439" y="328"/>
                    <a:pt x="435" y="326"/>
                  </a:cubicBezTo>
                  <a:cubicBezTo>
                    <a:pt x="430" y="322"/>
                    <a:pt x="425" y="317"/>
                    <a:pt x="421" y="314"/>
                  </a:cubicBezTo>
                  <a:cubicBezTo>
                    <a:pt x="397" y="293"/>
                    <a:pt x="371" y="276"/>
                    <a:pt x="344" y="257"/>
                  </a:cubicBezTo>
                  <a:lnTo>
                    <a:pt x="344" y="257"/>
                  </a:lnTo>
                  <a:lnTo>
                    <a:pt x="389" y="288"/>
                  </a:lnTo>
                  <a:cubicBezTo>
                    <a:pt x="368" y="274"/>
                    <a:pt x="351" y="257"/>
                    <a:pt x="332" y="239"/>
                  </a:cubicBezTo>
                  <a:cubicBezTo>
                    <a:pt x="318" y="220"/>
                    <a:pt x="306" y="200"/>
                    <a:pt x="295" y="178"/>
                  </a:cubicBezTo>
                  <a:cubicBezTo>
                    <a:pt x="284" y="154"/>
                    <a:pt x="272" y="130"/>
                    <a:pt x="261" y="106"/>
                  </a:cubicBezTo>
                  <a:lnTo>
                    <a:pt x="261" y="106"/>
                  </a:lnTo>
                  <a:cubicBezTo>
                    <a:pt x="266" y="117"/>
                    <a:pt x="271" y="127"/>
                    <a:pt x="276" y="137"/>
                  </a:cubicBezTo>
                  <a:cubicBezTo>
                    <a:pt x="270" y="124"/>
                    <a:pt x="264" y="109"/>
                    <a:pt x="259" y="96"/>
                  </a:cubicBezTo>
                  <a:cubicBezTo>
                    <a:pt x="245" y="58"/>
                    <a:pt x="226" y="35"/>
                    <a:pt x="193" y="13"/>
                  </a:cubicBezTo>
                  <a:cubicBezTo>
                    <a:pt x="179" y="4"/>
                    <a:pt x="165" y="1"/>
                    <a:pt x="15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9">
              <a:extLst>
                <a:ext uri="{FF2B5EF4-FFF2-40B4-BE49-F238E27FC236}">
                  <a16:creationId xmlns:a16="http://schemas.microsoft.com/office/drawing/2014/main" id="{93DA9385-74C3-2D09-47D9-75336F72F76D}"/>
                </a:ext>
              </a:extLst>
            </p:cNvPr>
            <p:cNvSpPr/>
            <p:nvPr/>
          </p:nvSpPr>
          <p:spPr>
            <a:xfrm>
              <a:off x="5043456" y="1243520"/>
              <a:ext cx="9830" cy="7832"/>
            </a:xfrm>
            <a:custGeom>
              <a:avLst/>
              <a:gdLst/>
              <a:ahLst/>
              <a:cxnLst/>
              <a:rect l="l" t="t" r="r" b="b"/>
              <a:pathLst>
                <a:path w="315" h="251" extrusionOk="0">
                  <a:moveTo>
                    <a:pt x="87" y="1"/>
                  </a:moveTo>
                  <a:cubicBezTo>
                    <a:pt x="86" y="1"/>
                    <a:pt x="84" y="1"/>
                    <a:pt x="83" y="1"/>
                  </a:cubicBezTo>
                  <a:cubicBezTo>
                    <a:pt x="68" y="3"/>
                    <a:pt x="53" y="7"/>
                    <a:pt x="40" y="16"/>
                  </a:cubicBezTo>
                  <a:cubicBezTo>
                    <a:pt x="21" y="29"/>
                    <a:pt x="11" y="46"/>
                    <a:pt x="5" y="68"/>
                  </a:cubicBezTo>
                  <a:cubicBezTo>
                    <a:pt x="0" y="82"/>
                    <a:pt x="3" y="101"/>
                    <a:pt x="7" y="114"/>
                  </a:cubicBezTo>
                  <a:cubicBezTo>
                    <a:pt x="9" y="122"/>
                    <a:pt x="14" y="131"/>
                    <a:pt x="19" y="139"/>
                  </a:cubicBezTo>
                  <a:cubicBezTo>
                    <a:pt x="21" y="144"/>
                    <a:pt x="25" y="149"/>
                    <a:pt x="28" y="154"/>
                  </a:cubicBezTo>
                  <a:cubicBezTo>
                    <a:pt x="39" y="172"/>
                    <a:pt x="54" y="184"/>
                    <a:pt x="70" y="197"/>
                  </a:cubicBezTo>
                  <a:cubicBezTo>
                    <a:pt x="81" y="205"/>
                    <a:pt x="93" y="213"/>
                    <a:pt x="105" y="221"/>
                  </a:cubicBezTo>
                  <a:cubicBezTo>
                    <a:pt x="118" y="230"/>
                    <a:pt x="131" y="235"/>
                    <a:pt x="146" y="240"/>
                  </a:cubicBezTo>
                  <a:cubicBezTo>
                    <a:pt x="167" y="246"/>
                    <a:pt x="189" y="250"/>
                    <a:pt x="212" y="250"/>
                  </a:cubicBezTo>
                  <a:cubicBezTo>
                    <a:pt x="221" y="249"/>
                    <a:pt x="230" y="247"/>
                    <a:pt x="239" y="245"/>
                  </a:cubicBezTo>
                  <a:cubicBezTo>
                    <a:pt x="254" y="241"/>
                    <a:pt x="265" y="234"/>
                    <a:pt x="275" y="224"/>
                  </a:cubicBezTo>
                  <a:cubicBezTo>
                    <a:pt x="292" y="209"/>
                    <a:pt x="308" y="188"/>
                    <a:pt x="312" y="164"/>
                  </a:cubicBezTo>
                  <a:cubicBezTo>
                    <a:pt x="314" y="145"/>
                    <a:pt x="314" y="127"/>
                    <a:pt x="309" y="108"/>
                  </a:cubicBezTo>
                  <a:cubicBezTo>
                    <a:pt x="301" y="81"/>
                    <a:pt x="279" y="60"/>
                    <a:pt x="256" y="45"/>
                  </a:cubicBezTo>
                  <a:cubicBezTo>
                    <a:pt x="250" y="42"/>
                    <a:pt x="243" y="40"/>
                    <a:pt x="237" y="38"/>
                  </a:cubicBezTo>
                  <a:cubicBezTo>
                    <a:pt x="228" y="33"/>
                    <a:pt x="217" y="29"/>
                    <a:pt x="208" y="26"/>
                  </a:cubicBezTo>
                  <a:cubicBezTo>
                    <a:pt x="191" y="20"/>
                    <a:pt x="174" y="18"/>
                    <a:pt x="157" y="14"/>
                  </a:cubicBezTo>
                  <a:cubicBezTo>
                    <a:pt x="145" y="10"/>
                    <a:pt x="134" y="7"/>
                    <a:pt x="122" y="5"/>
                  </a:cubicBezTo>
                  <a:cubicBezTo>
                    <a:pt x="111" y="4"/>
                    <a:pt x="98" y="1"/>
                    <a:pt x="8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9">
              <a:extLst>
                <a:ext uri="{FF2B5EF4-FFF2-40B4-BE49-F238E27FC236}">
                  <a16:creationId xmlns:a16="http://schemas.microsoft.com/office/drawing/2014/main" id="{28A3726F-4B6D-C70F-8217-4532E75E7326}"/>
                </a:ext>
              </a:extLst>
            </p:cNvPr>
            <p:cNvSpPr/>
            <p:nvPr/>
          </p:nvSpPr>
          <p:spPr>
            <a:xfrm>
              <a:off x="4933584" y="1118451"/>
              <a:ext cx="24340" cy="28428"/>
            </a:xfrm>
            <a:custGeom>
              <a:avLst/>
              <a:gdLst/>
              <a:ahLst/>
              <a:cxnLst/>
              <a:rect l="l" t="t" r="r" b="b"/>
              <a:pathLst>
                <a:path w="780" h="911" extrusionOk="0">
                  <a:moveTo>
                    <a:pt x="747" y="240"/>
                  </a:moveTo>
                  <a:cubicBezTo>
                    <a:pt x="746" y="243"/>
                    <a:pt x="745" y="246"/>
                    <a:pt x="744" y="249"/>
                  </a:cubicBezTo>
                  <a:lnTo>
                    <a:pt x="744" y="249"/>
                  </a:lnTo>
                  <a:cubicBezTo>
                    <a:pt x="745" y="246"/>
                    <a:pt x="746" y="243"/>
                    <a:pt x="747" y="240"/>
                  </a:cubicBezTo>
                  <a:close/>
                  <a:moveTo>
                    <a:pt x="536" y="0"/>
                  </a:moveTo>
                  <a:cubicBezTo>
                    <a:pt x="526" y="0"/>
                    <a:pt x="515" y="1"/>
                    <a:pt x="505" y="3"/>
                  </a:cubicBezTo>
                  <a:cubicBezTo>
                    <a:pt x="445" y="12"/>
                    <a:pt x="415" y="20"/>
                    <a:pt x="363" y="47"/>
                  </a:cubicBezTo>
                  <a:cubicBezTo>
                    <a:pt x="346" y="55"/>
                    <a:pt x="330" y="63"/>
                    <a:pt x="316" y="73"/>
                  </a:cubicBezTo>
                  <a:cubicBezTo>
                    <a:pt x="220" y="131"/>
                    <a:pt x="148" y="223"/>
                    <a:pt x="92" y="319"/>
                  </a:cubicBezTo>
                  <a:cubicBezTo>
                    <a:pt x="63" y="367"/>
                    <a:pt x="46" y="422"/>
                    <a:pt x="31" y="476"/>
                  </a:cubicBezTo>
                  <a:cubicBezTo>
                    <a:pt x="11" y="549"/>
                    <a:pt x="1" y="635"/>
                    <a:pt x="27" y="707"/>
                  </a:cubicBezTo>
                  <a:cubicBezTo>
                    <a:pt x="61" y="798"/>
                    <a:pt x="129" y="882"/>
                    <a:pt x="225" y="906"/>
                  </a:cubicBezTo>
                  <a:cubicBezTo>
                    <a:pt x="239" y="909"/>
                    <a:pt x="254" y="910"/>
                    <a:pt x="268" y="910"/>
                  </a:cubicBezTo>
                  <a:cubicBezTo>
                    <a:pt x="291" y="910"/>
                    <a:pt x="313" y="907"/>
                    <a:pt x="336" y="899"/>
                  </a:cubicBezTo>
                  <a:cubicBezTo>
                    <a:pt x="353" y="892"/>
                    <a:pt x="371" y="884"/>
                    <a:pt x="388" y="874"/>
                  </a:cubicBezTo>
                  <a:cubicBezTo>
                    <a:pt x="411" y="861"/>
                    <a:pt x="430" y="842"/>
                    <a:pt x="443" y="819"/>
                  </a:cubicBezTo>
                  <a:lnTo>
                    <a:pt x="443" y="819"/>
                  </a:lnTo>
                  <a:cubicBezTo>
                    <a:pt x="444" y="818"/>
                    <a:pt x="445" y="817"/>
                    <a:pt x="445" y="817"/>
                  </a:cubicBezTo>
                  <a:cubicBezTo>
                    <a:pt x="446" y="816"/>
                    <a:pt x="446" y="816"/>
                    <a:pt x="448" y="815"/>
                  </a:cubicBezTo>
                  <a:lnTo>
                    <a:pt x="450" y="812"/>
                  </a:lnTo>
                  <a:cubicBezTo>
                    <a:pt x="466" y="791"/>
                    <a:pt x="484" y="770"/>
                    <a:pt x="496" y="746"/>
                  </a:cubicBezTo>
                  <a:cubicBezTo>
                    <a:pt x="512" y="715"/>
                    <a:pt x="523" y="678"/>
                    <a:pt x="531" y="643"/>
                  </a:cubicBezTo>
                  <a:cubicBezTo>
                    <a:pt x="537" y="618"/>
                    <a:pt x="543" y="594"/>
                    <a:pt x="550" y="570"/>
                  </a:cubicBezTo>
                  <a:cubicBezTo>
                    <a:pt x="565" y="530"/>
                    <a:pt x="585" y="493"/>
                    <a:pt x="608" y="458"/>
                  </a:cubicBezTo>
                  <a:cubicBezTo>
                    <a:pt x="641" y="412"/>
                    <a:pt x="678" y="369"/>
                    <a:pt x="710" y="322"/>
                  </a:cubicBezTo>
                  <a:lnTo>
                    <a:pt x="710" y="322"/>
                  </a:lnTo>
                  <a:cubicBezTo>
                    <a:pt x="700" y="337"/>
                    <a:pt x="689" y="352"/>
                    <a:pt x="678" y="368"/>
                  </a:cubicBezTo>
                  <a:cubicBezTo>
                    <a:pt x="688" y="354"/>
                    <a:pt x="699" y="340"/>
                    <a:pt x="709" y="325"/>
                  </a:cubicBezTo>
                  <a:cubicBezTo>
                    <a:pt x="722" y="306"/>
                    <a:pt x="729" y="291"/>
                    <a:pt x="736" y="272"/>
                  </a:cubicBezTo>
                  <a:lnTo>
                    <a:pt x="736" y="272"/>
                  </a:lnTo>
                  <a:cubicBezTo>
                    <a:pt x="739" y="265"/>
                    <a:pt x="742" y="259"/>
                    <a:pt x="745" y="252"/>
                  </a:cubicBezTo>
                  <a:cubicBezTo>
                    <a:pt x="779" y="175"/>
                    <a:pt x="758" y="78"/>
                    <a:pt x="678" y="39"/>
                  </a:cubicBezTo>
                  <a:cubicBezTo>
                    <a:pt x="633" y="17"/>
                    <a:pt x="585" y="0"/>
                    <a:pt x="536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9">
              <a:extLst>
                <a:ext uri="{FF2B5EF4-FFF2-40B4-BE49-F238E27FC236}">
                  <a16:creationId xmlns:a16="http://schemas.microsoft.com/office/drawing/2014/main" id="{542440BA-E3D9-62B7-2CD5-421F8BEB435D}"/>
                </a:ext>
              </a:extLst>
            </p:cNvPr>
            <p:cNvSpPr/>
            <p:nvPr/>
          </p:nvSpPr>
          <p:spPr>
            <a:xfrm>
              <a:off x="5143718" y="1182390"/>
              <a:ext cx="22686" cy="14386"/>
            </a:xfrm>
            <a:custGeom>
              <a:avLst/>
              <a:gdLst/>
              <a:ahLst/>
              <a:cxnLst/>
              <a:rect l="l" t="t" r="r" b="b"/>
              <a:pathLst>
                <a:path w="727" h="461" extrusionOk="0">
                  <a:moveTo>
                    <a:pt x="727" y="1"/>
                  </a:moveTo>
                  <a:lnTo>
                    <a:pt x="727" y="1"/>
                  </a:lnTo>
                  <a:cubicBezTo>
                    <a:pt x="502" y="159"/>
                    <a:pt x="252" y="286"/>
                    <a:pt x="1" y="363"/>
                  </a:cubicBezTo>
                  <a:cubicBezTo>
                    <a:pt x="47" y="423"/>
                    <a:pt x="123" y="461"/>
                    <a:pt x="199" y="461"/>
                  </a:cubicBezTo>
                  <a:cubicBezTo>
                    <a:pt x="203" y="461"/>
                    <a:pt x="208" y="460"/>
                    <a:pt x="213" y="460"/>
                  </a:cubicBezTo>
                  <a:cubicBezTo>
                    <a:pt x="342" y="452"/>
                    <a:pt x="439" y="376"/>
                    <a:pt x="531" y="295"/>
                  </a:cubicBezTo>
                  <a:cubicBezTo>
                    <a:pt x="592" y="241"/>
                    <a:pt x="648" y="171"/>
                    <a:pt x="685" y="100"/>
                  </a:cubicBezTo>
                  <a:cubicBezTo>
                    <a:pt x="702" y="69"/>
                    <a:pt x="715" y="34"/>
                    <a:pt x="727" y="1"/>
                  </a:cubicBezTo>
                  <a:close/>
                </a:path>
              </a:pathLst>
            </a:custGeom>
            <a:solidFill>
              <a:srgbClr val="FFA9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9">
              <a:extLst>
                <a:ext uri="{FF2B5EF4-FFF2-40B4-BE49-F238E27FC236}">
                  <a16:creationId xmlns:a16="http://schemas.microsoft.com/office/drawing/2014/main" id="{D7324759-DB5D-E3B7-1886-A8A7DB43DE69}"/>
                </a:ext>
              </a:extLst>
            </p:cNvPr>
            <p:cNvSpPr/>
            <p:nvPr/>
          </p:nvSpPr>
          <p:spPr>
            <a:xfrm>
              <a:off x="5036872" y="1158830"/>
              <a:ext cx="11639" cy="11952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259" y="1"/>
                  </a:moveTo>
                  <a:cubicBezTo>
                    <a:pt x="242" y="1"/>
                    <a:pt x="225" y="2"/>
                    <a:pt x="208" y="6"/>
                  </a:cubicBezTo>
                  <a:cubicBezTo>
                    <a:pt x="196" y="9"/>
                    <a:pt x="183" y="16"/>
                    <a:pt x="172" y="21"/>
                  </a:cubicBezTo>
                  <a:cubicBezTo>
                    <a:pt x="152" y="30"/>
                    <a:pt x="131" y="40"/>
                    <a:pt x="111" y="51"/>
                  </a:cubicBezTo>
                  <a:cubicBezTo>
                    <a:pt x="66" y="79"/>
                    <a:pt x="25" y="136"/>
                    <a:pt x="14" y="188"/>
                  </a:cubicBezTo>
                  <a:cubicBezTo>
                    <a:pt x="4" y="229"/>
                    <a:pt x="0" y="274"/>
                    <a:pt x="9" y="315"/>
                  </a:cubicBezTo>
                  <a:cubicBezTo>
                    <a:pt x="17" y="344"/>
                    <a:pt x="43" y="366"/>
                    <a:pt x="70" y="376"/>
                  </a:cubicBezTo>
                  <a:cubicBezTo>
                    <a:pt x="82" y="380"/>
                    <a:pt x="93" y="382"/>
                    <a:pt x="104" y="382"/>
                  </a:cubicBezTo>
                  <a:cubicBezTo>
                    <a:pt x="122" y="382"/>
                    <a:pt x="139" y="377"/>
                    <a:pt x="157" y="367"/>
                  </a:cubicBezTo>
                  <a:cubicBezTo>
                    <a:pt x="175" y="358"/>
                    <a:pt x="189" y="341"/>
                    <a:pt x="206" y="330"/>
                  </a:cubicBezTo>
                  <a:cubicBezTo>
                    <a:pt x="239" y="307"/>
                    <a:pt x="271" y="273"/>
                    <a:pt x="291" y="239"/>
                  </a:cubicBezTo>
                  <a:cubicBezTo>
                    <a:pt x="301" y="221"/>
                    <a:pt x="309" y="201"/>
                    <a:pt x="319" y="182"/>
                  </a:cubicBezTo>
                  <a:cubicBezTo>
                    <a:pt x="323" y="173"/>
                    <a:pt x="330" y="164"/>
                    <a:pt x="334" y="155"/>
                  </a:cubicBezTo>
                  <a:cubicBezTo>
                    <a:pt x="339" y="144"/>
                    <a:pt x="342" y="133"/>
                    <a:pt x="345" y="121"/>
                  </a:cubicBezTo>
                  <a:cubicBezTo>
                    <a:pt x="350" y="111"/>
                    <a:pt x="354" y="102"/>
                    <a:pt x="358" y="92"/>
                  </a:cubicBezTo>
                  <a:cubicBezTo>
                    <a:pt x="373" y="61"/>
                    <a:pt x="358" y="8"/>
                    <a:pt x="316" y="4"/>
                  </a:cubicBezTo>
                  <a:cubicBezTo>
                    <a:pt x="298" y="3"/>
                    <a:pt x="278" y="1"/>
                    <a:pt x="25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9">
              <a:extLst>
                <a:ext uri="{FF2B5EF4-FFF2-40B4-BE49-F238E27FC236}">
                  <a16:creationId xmlns:a16="http://schemas.microsoft.com/office/drawing/2014/main" id="{D06A3C0D-7FCC-E611-86E5-C9202B78A68E}"/>
                </a:ext>
              </a:extLst>
            </p:cNvPr>
            <p:cNvSpPr/>
            <p:nvPr/>
          </p:nvSpPr>
          <p:spPr>
            <a:xfrm>
              <a:off x="4875573" y="1064903"/>
              <a:ext cx="12919" cy="19659"/>
            </a:xfrm>
            <a:custGeom>
              <a:avLst/>
              <a:gdLst/>
              <a:ahLst/>
              <a:cxnLst/>
              <a:rect l="l" t="t" r="r" b="b"/>
              <a:pathLst>
                <a:path w="414" h="630" extrusionOk="0">
                  <a:moveTo>
                    <a:pt x="309" y="1"/>
                  </a:moveTo>
                  <a:cubicBezTo>
                    <a:pt x="264" y="1"/>
                    <a:pt x="226" y="33"/>
                    <a:pt x="191" y="62"/>
                  </a:cubicBezTo>
                  <a:cubicBezTo>
                    <a:pt x="177" y="74"/>
                    <a:pt x="162" y="87"/>
                    <a:pt x="147" y="99"/>
                  </a:cubicBezTo>
                  <a:cubicBezTo>
                    <a:pt x="131" y="114"/>
                    <a:pt x="122" y="128"/>
                    <a:pt x="109" y="148"/>
                  </a:cubicBezTo>
                  <a:cubicBezTo>
                    <a:pt x="97" y="164"/>
                    <a:pt x="87" y="181"/>
                    <a:pt x="76" y="198"/>
                  </a:cubicBezTo>
                  <a:cubicBezTo>
                    <a:pt x="48" y="245"/>
                    <a:pt x="29" y="293"/>
                    <a:pt x="12" y="345"/>
                  </a:cubicBezTo>
                  <a:cubicBezTo>
                    <a:pt x="2" y="379"/>
                    <a:pt x="1" y="412"/>
                    <a:pt x="4" y="447"/>
                  </a:cubicBezTo>
                  <a:cubicBezTo>
                    <a:pt x="6" y="469"/>
                    <a:pt x="9" y="490"/>
                    <a:pt x="17" y="511"/>
                  </a:cubicBezTo>
                  <a:cubicBezTo>
                    <a:pt x="22" y="528"/>
                    <a:pt x="33" y="547"/>
                    <a:pt x="42" y="564"/>
                  </a:cubicBezTo>
                  <a:cubicBezTo>
                    <a:pt x="63" y="605"/>
                    <a:pt x="112" y="626"/>
                    <a:pt x="154" y="629"/>
                  </a:cubicBezTo>
                  <a:cubicBezTo>
                    <a:pt x="159" y="629"/>
                    <a:pt x="163" y="630"/>
                    <a:pt x="168" y="630"/>
                  </a:cubicBezTo>
                  <a:cubicBezTo>
                    <a:pt x="208" y="630"/>
                    <a:pt x="248" y="615"/>
                    <a:pt x="273" y="583"/>
                  </a:cubicBezTo>
                  <a:cubicBezTo>
                    <a:pt x="293" y="560"/>
                    <a:pt x="311" y="536"/>
                    <a:pt x="323" y="508"/>
                  </a:cubicBezTo>
                  <a:cubicBezTo>
                    <a:pt x="338" y="476"/>
                    <a:pt x="348" y="445"/>
                    <a:pt x="355" y="410"/>
                  </a:cubicBezTo>
                  <a:cubicBezTo>
                    <a:pt x="361" y="372"/>
                    <a:pt x="367" y="333"/>
                    <a:pt x="377" y="294"/>
                  </a:cubicBezTo>
                  <a:cubicBezTo>
                    <a:pt x="381" y="273"/>
                    <a:pt x="388" y="253"/>
                    <a:pt x="391" y="233"/>
                  </a:cubicBezTo>
                  <a:cubicBezTo>
                    <a:pt x="393" y="216"/>
                    <a:pt x="395" y="198"/>
                    <a:pt x="399" y="180"/>
                  </a:cubicBezTo>
                  <a:cubicBezTo>
                    <a:pt x="404" y="155"/>
                    <a:pt x="413" y="127"/>
                    <a:pt x="412" y="100"/>
                  </a:cubicBezTo>
                  <a:cubicBezTo>
                    <a:pt x="410" y="55"/>
                    <a:pt x="381" y="19"/>
                    <a:pt x="338" y="5"/>
                  </a:cubicBezTo>
                  <a:cubicBezTo>
                    <a:pt x="328" y="2"/>
                    <a:pt x="319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9">
              <a:extLst>
                <a:ext uri="{FF2B5EF4-FFF2-40B4-BE49-F238E27FC236}">
                  <a16:creationId xmlns:a16="http://schemas.microsoft.com/office/drawing/2014/main" id="{EC55525E-47AE-8D5C-466D-8C1DEBD5072F}"/>
                </a:ext>
              </a:extLst>
            </p:cNvPr>
            <p:cNvSpPr/>
            <p:nvPr/>
          </p:nvSpPr>
          <p:spPr>
            <a:xfrm>
              <a:off x="4883749" y="1091458"/>
              <a:ext cx="5711" cy="7645"/>
            </a:xfrm>
            <a:custGeom>
              <a:avLst/>
              <a:gdLst/>
              <a:ahLst/>
              <a:cxnLst/>
              <a:rect l="l" t="t" r="r" b="b"/>
              <a:pathLst>
                <a:path w="183" h="245" extrusionOk="0">
                  <a:moveTo>
                    <a:pt x="116" y="0"/>
                  </a:moveTo>
                  <a:cubicBezTo>
                    <a:pt x="113" y="0"/>
                    <a:pt x="111" y="1"/>
                    <a:pt x="108" y="2"/>
                  </a:cubicBezTo>
                  <a:cubicBezTo>
                    <a:pt x="106" y="2"/>
                    <a:pt x="103" y="1"/>
                    <a:pt x="100" y="1"/>
                  </a:cubicBezTo>
                  <a:cubicBezTo>
                    <a:pt x="88" y="2"/>
                    <a:pt x="78" y="5"/>
                    <a:pt x="69" y="11"/>
                  </a:cubicBezTo>
                  <a:cubicBezTo>
                    <a:pt x="58" y="18"/>
                    <a:pt x="51" y="26"/>
                    <a:pt x="46" y="37"/>
                  </a:cubicBezTo>
                  <a:cubicBezTo>
                    <a:pt x="31" y="57"/>
                    <a:pt x="13" y="77"/>
                    <a:pt x="8" y="102"/>
                  </a:cubicBezTo>
                  <a:cubicBezTo>
                    <a:pt x="7" y="111"/>
                    <a:pt x="5" y="120"/>
                    <a:pt x="4" y="130"/>
                  </a:cubicBezTo>
                  <a:cubicBezTo>
                    <a:pt x="2" y="146"/>
                    <a:pt x="1" y="163"/>
                    <a:pt x="7" y="180"/>
                  </a:cubicBezTo>
                  <a:cubicBezTo>
                    <a:pt x="8" y="184"/>
                    <a:pt x="10" y="188"/>
                    <a:pt x="12" y="192"/>
                  </a:cubicBezTo>
                  <a:cubicBezTo>
                    <a:pt x="16" y="205"/>
                    <a:pt x="22" y="216"/>
                    <a:pt x="32" y="225"/>
                  </a:cubicBezTo>
                  <a:cubicBezTo>
                    <a:pt x="42" y="233"/>
                    <a:pt x="53" y="240"/>
                    <a:pt x="66" y="243"/>
                  </a:cubicBezTo>
                  <a:cubicBezTo>
                    <a:pt x="72" y="244"/>
                    <a:pt x="77" y="244"/>
                    <a:pt x="82" y="244"/>
                  </a:cubicBezTo>
                  <a:cubicBezTo>
                    <a:pt x="90" y="244"/>
                    <a:pt x="98" y="243"/>
                    <a:pt x="105" y="241"/>
                  </a:cubicBezTo>
                  <a:cubicBezTo>
                    <a:pt x="118" y="236"/>
                    <a:pt x="128" y="229"/>
                    <a:pt x="137" y="220"/>
                  </a:cubicBezTo>
                  <a:cubicBezTo>
                    <a:pt x="140" y="218"/>
                    <a:pt x="143" y="214"/>
                    <a:pt x="146" y="211"/>
                  </a:cubicBezTo>
                  <a:cubicBezTo>
                    <a:pt x="158" y="199"/>
                    <a:pt x="165" y="183"/>
                    <a:pt x="170" y="167"/>
                  </a:cubicBezTo>
                  <a:cubicBezTo>
                    <a:pt x="172" y="158"/>
                    <a:pt x="175" y="149"/>
                    <a:pt x="177" y="138"/>
                  </a:cubicBezTo>
                  <a:cubicBezTo>
                    <a:pt x="183" y="114"/>
                    <a:pt x="174" y="88"/>
                    <a:pt x="170" y="64"/>
                  </a:cubicBezTo>
                  <a:cubicBezTo>
                    <a:pt x="170" y="52"/>
                    <a:pt x="166" y="42"/>
                    <a:pt x="160" y="31"/>
                  </a:cubicBezTo>
                  <a:cubicBezTo>
                    <a:pt x="153" y="22"/>
                    <a:pt x="145" y="15"/>
                    <a:pt x="134" y="8"/>
                  </a:cubicBezTo>
                  <a:cubicBezTo>
                    <a:pt x="132" y="7"/>
                    <a:pt x="129" y="7"/>
                    <a:pt x="127" y="6"/>
                  </a:cubicBezTo>
                  <a:cubicBezTo>
                    <a:pt x="124" y="2"/>
                    <a:pt x="120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9">
              <a:extLst>
                <a:ext uri="{FF2B5EF4-FFF2-40B4-BE49-F238E27FC236}">
                  <a16:creationId xmlns:a16="http://schemas.microsoft.com/office/drawing/2014/main" id="{A4D84C46-86F8-5D71-62BF-5CCDC42529D5}"/>
                </a:ext>
              </a:extLst>
            </p:cNvPr>
            <p:cNvSpPr/>
            <p:nvPr/>
          </p:nvSpPr>
          <p:spPr>
            <a:xfrm>
              <a:off x="4866462" y="1202860"/>
              <a:ext cx="94" cy="62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1"/>
                  </a:moveTo>
                  <a:cubicBezTo>
                    <a:pt x="2" y="1"/>
                    <a:pt x="2" y="1"/>
                    <a:pt x="1" y="2"/>
                  </a:cubicBezTo>
                  <a:cubicBezTo>
                    <a:pt x="2" y="1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>
              <a:extLst>
                <a:ext uri="{FF2B5EF4-FFF2-40B4-BE49-F238E27FC236}">
                  <a16:creationId xmlns:a16="http://schemas.microsoft.com/office/drawing/2014/main" id="{F1110F42-0762-E144-8B61-6DB0DA3B1A53}"/>
                </a:ext>
              </a:extLst>
            </p:cNvPr>
            <p:cNvSpPr/>
            <p:nvPr/>
          </p:nvSpPr>
          <p:spPr>
            <a:xfrm>
              <a:off x="4862811" y="1201987"/>
              <a:ext cx="13387" cy="14042"/>
            </a:xfrm>
            <a:custGeom>
              <a:avLst/>
              <a:gdLst/>
              <a:ahLst/>
              <a:cxnLst/>
              <a:rect l="l" t="t" r="r" b="b"/>
              <a:pathLst>
                <a:path w="429" h="450" extrusionOk="0">
                  <a:moveTo>
                    <a:pt x="211" y="1"/>
                  </a:moveTo>
                  <a:cubicBezTo>
                    <a:pt x="202" y="1"/>
                    <a:pt x="192" y="2"/>
                    <a:pt x="183" y="5"/>
                  </a:cubicBezTo>
                  <a:cubicBezTo>
                    <a:pt x="160" y="8"/>
                    <a:pt x="139" y="15"/>
                    <a:pt x="120" y="29"/>
                  </a:cubicBezTo>
                  <a:cubicBezTo>
                    <a:pt x="117" y="31"/>
                    <a:pt x="113" y="32"/>
                    <a:pt x="109" y="34"/>
                  </a:cubicBezTo>
                  <a:cubicBezTo>
                    <a:pt x="77" y="52"/>
                    <a:pt x="53" y="84"/>
                    <a:pt x="36" y="117"/>
                  </a:cubicBezTo>
                  <a:cubicBezTo>
                    <a:pt x="11" y="167"/>
                    <a:pt x="1" y="232"/>
                    <a:pt x="22" y="286"/>
                  </a:cubicBezTo>
                  <a:cubicBezTo>
                    <a:pt x="30" y="307"/>
                    <a:pt x="40" y="327"/>
                    <a:pt x="51" y="347"/>
                  </a:cubicBezTo>
                  <a:cubicBezTo>
                    <a:pt x="52" y="350"/>
                    <a:pt x="54" y="352"/>
                    <a:pt x="55" y="355"/>
                  </a:cubicBezTo>
                  <a:cubicBezTo>
                    <a:pt x="66" y="370"/>
                    <a:pt x="77" y="384"/>
                    <a:pt x="90" y="396"/>
                  </a:cubicBezTo>
                  <a:cubicBezTo>
                    <a:pt x="117" y="420"/>
                    <a:pt x="148" y="437"/>
                    <a:pt x="183" y="444"/>
                  </a:cubicBezTo>
                  <a:cubicBezTo>
                    <a:pt x="203" y="447"/>
                    <a:pt x="224" y="450"/>
                    <a:pt x="243" y="450"/>
                  </a:cubicBezTo>
                  <a:lnTo>
                    <a:pt x="248" y="450"/>
                  </a:lnTo>
                  <a:cubicBezTo>
                    <a:pt x="279" y="448"/>
                    <a:pt x="308" y="438"/>
                    <a:pt x="335" y="420"/>
                  </a:cubicBezTo>
                  <a:cubicBezTo>
                    <a:pt x="355" y="407"/>
                    <a:pt x="372" y="389"/>
                    <a:pt x="386" y="368"/>
                  </a:cubicBezTo>
                  <a:cubicBezTo>
                    <a:pt x="393" y="358"/>
                    <a:pt x="398" y="351"/>
                    <a:pt x="401" y="345"/>
                  </a:cubicBezTo>
                  <a:cubicBezTo>
                    <a:pt x="405" y="338"/>
                    <a:pt x="408" y="330"/>
                    <a:pt x="413" y="316"/>
                  </a:cubicBezTo>
                  <a:cubicBezTo>
                    <a:pt x="421" y="299"/>
                    <a:pt x="426" y="281"/>
                    <a:pt x="425" y="263"/>
                  </a:cubicBezTo>
                  <a:cubicBezTo>
                    <a:pt x="428" y="254"/>
                    <a:pt x="429" y="245"/>
                    <a:pt x="427" y="235"/>
                  </a:cubicBezTo>
                  <a:cubicBezTo>
                    <a:pt x="427" y="234"/>
                    <a:pt x="426" y="232"/>
                    <a:pt x="426" y="230"/>
                  </a:cubicBezTo>
                  <a:cubicBezTo>
                    <a:pt x="425" y="225"/>
                    <a:pt x="425" y="219"/>
                    <a:pt x="423" y="213"/>
                  </a:cubicBezTo>
                  <a:cubicBezTo>
                    <a:pt x="423" y="212"/>
                    <a:pt x="423" y="210"/>
                    <a:pt x="423" y="209"/>
                  </a:cubicBezTo>
                  <a:cubicBezTo>
                    <a:pt x="423" y="201"/>
                    <a:pt x="416" y="162"/>
                    <a:pt x="413" y="155"/>
                  </a:cubicBezTo>
                  <a:cubicBezTo>
                    <a:pt x="411" y="145"/>
                    <a:pt x="407" y="137"/>
                    <a:pt x="401" y="129"/>
                  </a:cubicBezTo>
                  <a:cubicBezTo>
                    <a:pt x="396" y="113"/>
                    <a:pt x="387" y="98"/>
                    <a:pt x="374" y="85"/>
                  </a:cubicBezTo>
                  <a:lnTo>
                    <a:pt x="374" y="85"/>
                  </a:lnTo>
                  <a:cubicBezTo>
                    <a:pt x="378" y="92"/>
                    <a:pt x="383" y="97"/>
                    <a:pt x="388" y="102"/>
                  </a:cubicBezTo>
                  <a:cubicBezTo>
                    <a:pt x="383" y="97"/>
                    <a:pt x="378" y="92"/>
                    <a:pt x="373" y="85"/>
                  </a:cubicBezTo>
                  <a:cubicBezTo>
                    <a:pt x="370" y="81"/>
                    <a:pt x="367" y="77"/>
                    <a:pt x="364" y="74"/>
                  </a:cubicBezTo>
                  <a:cubicBezTo>
                    <a:pt x="358" y="67"/>
                    <a:pt x="353" y="59"/>
                    <a:pt x="346" y="53"/>
                  </a:cubicBezTo>
                  <a:cubicBezTo>
                    <a:pt x="322" y="32"/>
                    <a:pt x="317" y="32"/>
                    <a:pt x="300" y="22"/>
                  </a:cubicBezTo>
                  <a:cubicBezTo>
                    <a:pt x="300" y="22"/>
                    <a:pt x="299" y="21"/>
                    <a:pt x="299" y="21"/>
                  </a:cubicBezTo>
                  <a:cubicBezTo>
                    <a:pt x="277" y="8"/>
                    <a:pt x="254" y="3"/>
                    <a:pt x="230" y="3"/>
                  </a:cubicBezTo>
                  <a:cubicBezTo>
                    <a:pt x="224" y="2"/>
                    <a:pt x="217" y="1"/>
                    <a:pt x="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9">
              <a:extLst>
                <a:ext uri="{FF2B5EF4-FFF2-40B4-BE49-F238E27FC236}">
                  <a16:creationId xmlns:a16="http://schemas.microsoft.com/office/drawing/2014/main" id="{E3BA945C-C36B-59F5-CAAB-1ED3EAE00B98}"/>
                </a:ext>
              </a:extLst>
            </p:cNvPr>
            <p:cNvSpPr/>
            <p:nvPr/>
          </p:nvSpPr>
          <p:spPr>
            <a:xfrm>
              <a:off x="4866524" y="1202299"/>
              <a:ext cx="1279" cy="593"/>
            </a:xfrm>
            <a:custGeom>
              <a:avLst/>
              <a:gdLst/>
              <a:ahLst/>
              <a:cxnLst/>
              <a:rect l="l" t="t" r="r" b="b"/>
              <a:pathLst>
                <a:path w="41" h="19" extrusionOk="0">
                  <a:moveTo>
                    <a:pt x="41" y="0"/>
                  </a:moveTo>
                  <a:lnTo>
                    <a:pt x="41" y="0"/>
                  </a:lnTo>
                  <a:cubicBezTo>
                    <a:pt x="27" y="5"/>
                    <a:pt x="14" y="12"/>
                    <a:pt x="1" y="19"/>
                  </a:cubicBezTo>
                  <a:cubicBezTo>
                    <a:pt x="15" y="13"/>
                    <a:pt x="27" y="6"/>
                    <a:pt x="4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9">
              <a:extLst>
                <a:ext uri="{FF2B5EF4-FFF2-40B4-BE49-F238E27FC236}">
                  <a16:creationId xmlns:a16="http://schemas.microsoft.com/office/drawing/2014/main" id="{54E6F885-8F50-E90C-B346-FF3D9D34ED56}"/>
                </a:ext>
              </a:extLst>
            </p:cNvPr>
            <p:cNvSpPr/>
            <p:nvPr/>
          </p:nvSpPr>
          <p:spPr>
            <a:xfrm>
              <a:off x="5009911" y="1309956"/>
              <a:ext cx="21594" cy="17631"/>
            </a:xfrm>
            <a:custGeom>
              <a:avLst/>
              <a:gdLst/>
              <a:ahLst/>
              <a:cxnLst/>
              <a:rect l="l" t="t" r="r" b="b"/>
              <a:pathLst>
                <a:path w="692" h="565" extrusionOk="0">
                  <a:moveTo>
                    <a:pt x="427" y="113"/>
                  </a:moveTo>
                  <a:lnTo>
                    <a:pt x="427" y="113"/>
                  </a:lnTo>
                  <a:cubicBezTo>
                    <a:pt x="429" y="113"/>
                    <a:pt x="431" y="114"/>
                    <a:pt x="433" y="115"/>
                  </a:cubicBezTo>
                  <a:cubicBezTo>
                    <a:pt x="431" y="114"/>
                    <a:pt x="429" y="113"/>
                    <a:pt x="427" y="113"/>
                  </a:cubicBezTo>
                  <a:close/>
                  <a:moveTo>
                    <a:pt x="167" y="0"/>
                  </a:moveTo>
                  <a:cubicBezTo>
                    <a:pt x="142" y="0"/>
                    <a:pt x="120" y="4"/>
                    <a:pt x="96" y="15"/>
                  </a:cubicBezTo>
                  <a:cubicBezTo>
                    <a:pt x="67" y="29"/>
                    <a:pt x="32" y="54"/>
                    <a:pt x="20" y="86"/>
                  </a:cubicBezTo>
                  <a:cubicBezTo>
                    <a:pt x="9" y="119"/>
                    <a:pt x="2" y="140"/>
                    <a:pt x="1" y="177"/>
                  </a:cubicBezTo>
                  <a:cubicBezTo>
                    <a:pt x="1" y="181"/>
                    <a:pt x="1" y="184"/>
                    <a:pt x="1" y="188"/>
                  </a:cubicBezTo>
                  <a:cubicBezTo>
                    <a:pt x="1" y="214"/>
                    <a:pt x="6" y="239"/>
                    <a:pt x="15" y="262"/>
                  </a:cubicBezTo>
                  <a:cubicBezTo>
                    <a:pt x="36" y="316"/>
                    <a:pt x="60" y="357"/>
                    <a:pt x="97" y="400"/>
                  </a:cubicBezTo>
                  <a:cubicBezTo>
                    <a:pt x="113" y="417"/>
                    <a:pt x="129" y="434"/>
                    <a:pt x="147" y="450"/>
                  </a:cubicBezTo>
                  <a:cubicBezTo>
                    <a:pt x="177" y="476"/>
                    <a:pt x="212" y="503"/>
                    <a:pt x="248" y="522"/>
                  </a:cubicBezTo>
                  <a:cubicBezTo>
                    <a:pt x="273" y="536"/>
                    <a:pt x="303" y="544"/>
                    <a:pt x="330" y="552"/>
                  </a:cubicBezTo>
                  <a:cubicBezTo>
                    <a:pt x="353" y="560"/>
                    <a:pt x="378" y="564"/>
                    <a:pt x="402" y="564"/>
                  </a:cubicBezTo>
                  <a:cubicBezTo>
                    <a:pt x="407" y="564"/>
                    <a:pt x="412" y="564"/>
                    <a:pt x="417" y="564"/>
                  </a:cubicBezTo>
                  <a:cubicBezTo>
                    <a:pt x="455" y="563"/>
                    <a:pt x="495" y="555"/>
                    <a:pt x="529" y="541"/>
                  </a:cubicBezTo>
                  <a:cubicBezTo>
                    <a:pt x="586" y="519"/>
                    <a:pt x="625" y="484"/>
                    <a:pt x="654" y="432"/>
                  </a:cubicBezTo>
                  <a:cubicBezTo>
                    <a:pt x="660" y="420"/>
                    <a:pt x="666" y="408"/>
                    <a:pt x="674" y="396"/>
                  </a:cubicBezTo>
                  <a:cubicBezTo>
                    <a:pt x="691" y="362"/>
                    <a:pt x="683" y="316"/>
                    <a:pt x="655" y="291"/>
                  </a:cubicBezTo>
                  <a:cubicBezTo>
                    <a:pt x="655" y="291"/>
                    <a:pt x="654" y="291"/>
                    <a:pt x="654" y="290"/>
                  </a:cubicBezTo>
                  <a:cubicBezTo>
                    <a:pt x="648" y="279"/>
                    <a:pt x="643" y="269"/>
                    <a:pt x="638" y="259"/>
                  </a:cubicBezTo>
                  <a:cubicBezTo>
                    <a:pt x="625" y="238"/>
                    <a:pt x="608" y="221"/>
                    <a:pt x="589" y="205"/>
                  </a:cubicBezTo>
                  <a:cubicBezTo>
                    <a:pt x="559" y="182"/>
                    <a:pt x="528" y="154"/>
                    <a:pt x="495" y="140"/>
                  </a:cubicBezTo>
                  <a:cubicBezTo>
                    <a:pt x="461" y="127"/>
                    <a:pt x="429" y="114"/>
                    <a:pt x="396" y="101"/>
                  </a:cubicBezTo>
                  <a:lnTo>
                    <a:pt x="396" y="101"/>
                  </a:lnTo>
                  <a:cubicBezTo>
                    <a:pt x="406" y="105"/>
                    <a:pt x="417" y="109"/>
                    <a:pt x="427" y="113"/>
                  </a:cubicBezTo>
                  <a:lnTo>
                    <a:pt x="427" y="113"/>
                  </a:lnTo>
                  <a:cubicBezTo>
                    <a:pt x="396" y="100"/>
                    <a:pt x="367" y="85"/>
                    <a:pt x="339" y="67"/>
                  </a:cubicBezTo>
                  <a:cubicBezTo>
                    <a:pt x="326" y="58"/>
                    <a:pt x="311" y="52"/>
                    <a:pt x="298" y="44"/>
                  </a:cubicBezTo>
                  <a:cubicBezTo>
                    <a:pt x="271" y="27"/>
                    <a:pt x="244" y="18"/>
                    <a:pt x="214" y="6"/>
                  </a:cubicBezTo>
                  <a:lnTo>
                    <a:pt x="214" y="6"/>
                  </a:lnTo>
                  <a:lnTo>
                    <a:pt x="258" y="22"/>
                  </a:lnTo>
                  <a:cubicBezTo>
                    <a:pt x="239" y="14"/>
                    <a:pt x="220" y="4"/>
                    <a:pt x="199" y="2"/>
                  </a:cubicBezTo>
                  <a:cubicBezTo>
                    <a:pt x="188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9">
              <a:extLst>
                <a:ext uri="{FF2B5EF4-FFF2-40B4-BE49-F238E27FC236}">
                  <a16:creationId xmlns:a16="http://schemas.microsoft.com/office/drawing/2014/main" id="{66CACE8E-58EF-3102-763F-DA98878B93C2}"/>
                </a:ext>
              </a:extLst>
            </p:cNvPr>
            <p:cNvSpPr/>
            <p:nvPr/>
          </p:nvSpPr>
          <p:spPr>
            <a:xfrm>
              <a:off x="5047388" y="1321876"/>
              <a:ext cx="10703" cy="8145"/>
            </a:xfrm>
            <a:custGeom>
              <a:avLst/>
              <a:gdLst/>
              <a:ahLst/>
              <a:cxnLst/>
              <a:rect l="l" t="t" r="r" b="b"/>
              <a:pathLst>
                <a:path w="343" h="261" extrusionOk="0">
                  <a:moveTo>
                    <a:pt x="142" y="2"/>
                  </a:moveTo>
                  <a:cubicBezTo>
                    <a:pt x="150" y="2"/>
                    <a:pt x="158" y="3"/>
                    <a:pt x="166" y="4"/>
                  </a:cubicBezTo>
                  <a:cubicBezTo>
                    <a:pt x="159" y="3"/>
                    <a:pt x="150" y="3"/>
                    <a:pt x="142" y="2"/>
                  </a:cubicBezTo>
                  <a:close/>
                  <a:moveTo>
                    <a:pt x="106" y="1"/>
                  </a:moveTo>
                  <a:cubicBezTo>
                    <a:pt x="106" y="1"/>
                    <a:pt x="107" y="1"/>
                    <a:pt x="108" y="1"/>
                  </a:cubicBezTo>
                  <a:lnTo>
                    <a:pt x="108" y="1"/>
                  </a:lnTo>
                  <a:cubicBezTo>
                    <a:pt x="106" y="1"/>
                    <a:pt x="104" y="1"/>
                    <a:pt x="102" y="1"/>
                  </a:cubicBezTo>
                  <a:cubicBezTo>
                    <a:pt x="75" y="1"/>
                    <a:pt x="50" y="9"/>
                    <a:pt x="31" y="30"/>
                  </a:cubicBezTo>
                  <a:cubicBezTo>
                    <a:pt x="8" y="54"/>
                    <a:pt x="0" y="92"/>
                    <a:pt x="12" y="122"/>
                  </a:cubicBezTo>
                  <a:cubicBezTo>
                    <a:pt x="18" y="141"/>
                    <a:pt x="26" y="159"/>
                    <a:pt x="37" y="176"/>
                  </a:cubicBezTo>
                  <a:cubicBezTo>
                    <a:pt x="51" y="200"/>
                    <a:pt x="81" y="226"/>
                    <a:pt x="106" y="239"/>
                  </a:cubicBezTo>
                  <a:cubicBezTo>
                    <a:pt x="131" y="252"/>
                    <a:pt x="167" y="261"/>
                    <a:pt x="197" y="261"/>
                  </a:cubicBezTo>
                  <a:cubicBezTo>
                    <a:pt x="200" y="261"/>
                    <a:pt x="203" y="261"/>
                    <a:pt x="206" y="260"/>
                  </a:cubicBezTo>
                  <a:cubicBezTo>
                    <a:pt x="225" y="259"/>
                    <a:pt x="238" y="255"/>
                    <a:pt x="253" y="248"/>
                  </a:cubicBezTo>
                  <a:cubicBezTo>
                    <a:pt x="264" y="243"/>
                    <a:pt x="275" y="238"/>
                    <a:pt x="286" y="232"/>
                  </a:cubicBezTo>
                  <a:cubicBezTo>
                    <a:pt x="307" y="222"/>
                    <a:pt x="315" y="205"/>
                    <a:pt x="329" y="186"/>
                  </a:cubicBezTo>
                  <a:cubicBezTo>
                    <a:pt x="332" y="177"/>
                    <a:pt x="335" y="167"/>
                    <a:pt x="339" y="158"/>
                  </a:cubicBezTo>
                  <a:cubicBezTo>
                    <a:pt x="342" y="143"/>
                    <a:pt x="342" y="127"/>
                    <a:pt x="338" y="113"/>
                  </a:cubicBezTo>
                  <a:cubicBezTo>
                    <a:pt x="338" y="103"/>
                    <a:pt x="335" y="94"/>
                    <a:pt x="329" y="86"/>
                  </a:cubicBezTo>
                  <a:cubicBezTo>
                    <a:pt x="324" y="72"/>
                    <a:pt x="316" y="60"/>
                    <a:pt x="305" y="50"/>
                  </a:cubicBezTo>
                  <a:cubicBezTo>
                    <a:pt x="299" y="45"/>
                    <a:pt x="285" y="35"/>
                    <a:pt x="278" y="31"/>
                  </a:cubicBezTo>
                  <a:cubicBezTo>
                    <a:pt x="276" y="31"/>
                    <a:pt x="275" y="30"/>
                    <a:pt x="273" y="30"/>
                  </a:cubicBezTo>
                  <a:cubicBezTo>
                    <a:pt x="270" y="28"/>
                    <a:pt x="267" y="27"/>
                    <a:pt x="264" y="25"/>
                  </a:cubicBezTo>
                  <a:cubicBezTo>
                    <a:pt x="248" y="16"/>
                    <a:pt x="230" y="11"/>
                    <a:pt x="212" y="8"/>
                  </a:cubicBezTo>
                  <a:cubicBezTo>
                    <a:pt x="196" y="5"/>
                    <a:pt x="181" y="2"/>
                    <a:pt x="164" y="2"/>
                  </a:cubicBezTo>
                  <a:cubicBezTo>
                    <a:pt x="162" y="2"/>
                    <a:pt x="160" y="2"/>
                    <a:pt x="158" y="2"/>
                  </a:cubicBezTo>
                  <a:lnTo>
                    <a:pt x="140" y="2"/>
                  </a:lnTo>
                  <a:cubicBezTo>
                    <a:pt x="136" y="2"/>
                    <a:pt x="133" y="2"/>
                    <a:pt x="130" y="2"/>
                  </a:cubicBezTo>
                  <a:cubicBezTo>
                    <a:pt x="127" y="2"/>
                    <a:pt x="124" y="2"/>
                    <a:pt x="121" y="2"/>
                  </a:cubicBezTo>
                  <a:cubicBezTo>
                    <a:pt x="119" y="2"/>
                    <a:pt x="116" y="2"/>
                    <a:pt x="114" y="2"/>
                  </a:cubicBezTo>
                  <a:lnTo>
                    <a:pt x="114" y="2"/>
                  </a:lnTo>
                  <a:cubicBezTo>
                    <a:pt x="113" y="2"/>
                    <a:pt x="111" y="1"/>
                    <a:pt x="110" y="1"/>
                  </a:cubicBezTo>
                  <a:lnTo>
                    <a:pt x="110" y="1"/>
                  </a:lnTo>
                  <a:cubicBezTo>
                    <a:pt x="108" y="1"/>
                    <a:pt x="107" y="1"/>
                    <a:pt x="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9">
              <a:extLst>
                <a:ext uri="{FF2B5EF4-FFF2-40B4-BE49-F238E27FC236}">
                  <a16:creationId xmlns:a16="http://schemas.microsoft.com/office/drawing/2014/main" id="{E066DE2D-F716-55FC-3965-D04770174F4E}"/>
                </a:ext>
              </a:extLst>
            </p:cNvPr>
            <p:cNvSpPr/>
            <p:nvPr/>
          </p:nvSpPr>
          <p:spPr>
            <a:xfrm>
              <a:off x="5111858" y="1304308"/>
              <a:ext cx="14604" cy="13824"/>
            </a:xfrm>
            <a:custGeom>
              <a:avLst/>
              <a:gdLst/>
              <a:ahLst/>
              <a:cxnLst/>
              <a:rect l="l" t="t" r="r" b="b"/>
              <a:pathLst>
                <a:path w="468" h="443" extrusionOk="0">
                  <a:moveTo>
                    <a:pt x="7" y="187"/>
                  </a:moveTo>
                  <a:cubicBezTo>
                    <a:pt x="7" y="187"/>
                    <a:pt x="7" y="187"/>
                    <a:pt x="7" y="187"/>
                  </a:cubicBezTo>
                  <a:cubicBezTo>
                    <a:pt x="7" y="188"/>
                    <a:pt x="7" y="188"/>
                    <a:pt x="7" y="189"/>
                  </a:cubicBezTo>
                  <a:lnTo>
                    <a:pt x="7" y="189"/>
                  </a:lnTo>
                  <a:cubicBezTo>
                    <a:pt x="7" y="188"/>
                    <a:pt x="7" y="187"/>
                    <a:pt x="7" y="187"/>
                  </a:cubicBezTo>
                  <a:close/>
                  <a:moveTo>
                    <a:pt x="233" y="1"/>
                  </a:moveTo>
                  <a:cubicBezTo>
                    <a:pt x="216" y="5"/>
                    <a:pt x="197" y="8"/>
                    <a:pt x="178" y="11"/>
                  </a:cubicBezTo>
                  <a:cubicBezTo>
                    <a:pt x="174" y="12"/>
                    <a:pt x="169" y="13"/>
                    <a:pt x="164" y="14"/>
                  </a:cubicBezTo>
                  <a:cubicBezTo>
                    <a:pt x="148" y="23"/>
                    <a:pt x="131" y="31"/>
                    <a:pt x="114" y="39"/>
                  </a:cubicBezTo>
                  <a:cubicBezTo>
                    <a:pt x="97" y="50"/>
                    <a:pt x="83" y="62"/>
                    <a:pt x="69" y="77"/>
                  </a:cubicBezTo>
                  <a:cubicBezTo>
                    <a:pt x="68" y="78"/>
                    <a:pt x="67" y="79"/>
                    <a:pt x="66" y="80"/>
                  </a:cubicBezTo>
                  <a:cubicBezTo>
                    <a:pt x="64" y="83"/>
                    <a:pt x="61" y="85"/>
                    <a:pt x="59" y="88"/>
                  </a:cubicBezTo>
                  <a:cubicBezTo>
                    <a:pt x="51" y="94"/>
                    <a:pt x="46" y="101"/>
                    <a:pt x="42" y="111"/>
                  </a:cubicBezTo>
                  <a:cubicBezTo>
                    <a:pt x="24" y="131"/>
                    <a:pt x="13" y="156"/>
                    <a:pt x="8" y="183"/>
                  </a:cubicBezTo>
                  <a:lnTo>
                    <a:pt x="8" y="183"/>
                  </a:lnTo>
                  <a:cubicBezTo>
                    <a:pt x="5" y="193"/>
                    <a:pt x="4" y="204"/>
                    <a:pt x="4" y="214"/>
                  </a:cubicBezTo>
                  <a:cubicBezTo>
                    <a:pt x="0" y="238"/>
                    <a:pt x="2" y="261"/>
                    <a:pt x="10" y="284"/>
                  </a:cubicBezTo>
                  <a:cubicBezTo>
                    <a:pt x="24" y="337"/>
                    <a:pt x="66" y="386"/>
                    <a:pt x="113" y="410"/>
                  </a:cubicBezTo>
                  <a:cubicBezTo>
                    <a:pt x="151" y="429"/>
                    <a:pt x="193" y="442"/>
                    <a:pt x="236" y="442"/>
                  </a:cubicBezTo>
                  <a:cubicBezTo>
                    <a:pt x="258" y="442"/>
                    <a:pt x="281" y="439"/>
                    <a:pt x="302" y="430"/>
                  </a:cubicBezTo>
                  <a:cubicBezTo>
                    <a:pt x="341" y="415"/>
                    <a:pt x="379" y="397"/>
                    <a:pt x="406" y="365"/>
                  </a:cubicBezTo>
                  <a:cubicBezTo>
                    <a:pt x="432" y="336"/>
                    <a:pt x="452" y="302"/>
                    <a:pt x="461" y="263"/>
                  </a:cubicBezTo>
                  <a:cubicBezTo>
                    <a:pt x="461" y="261"/>
                    <a:pt x="461" y="259"/>
                    <a:pt x="462" y="257"/>
                  </a:cubicBezTo>
                  <a:cubicBezTo>
                    <a:pt x="465" y="234"/>
                    <a:pt x="468" y="210"/>
                    <a:pt x="467" y="187"/>
                  </a:cubicBezTo>
                  <a:cubicBezTo>
                    <a:pt x="464" y="171"/>
                    <a:pt x="461" y="156"/>
                    <a:pt x="457" y="140"/>
                  </a:cubicBezTo>
                  <a:cubicBezTo>
                    <a:pt x="451" y="117"/>
                    <a:pt x="440" y="96"/>
                    <a:pt x="422" y="79"/>
                  </a:cubicBezTo>
                  <a:cubicBezTo>
                    <a:pt x="413" y="66"/>
                    <a:pt x="402" y="55"/>
                    <a:pt x="387" y="48"/>
                  </a:cubicBezTo>
                  <a:cubicBezTo>
                    <a:pt x="376" y="38"/>
                    <a:pt x="364" y="31"/>
                    <a:pt x="351" y="26"/>
                  </a:cubicBezTo>
                  <a:lnTo>
                    <a:pt x="351" y="26"/>
                  </a:lnTo>
                  <a:cubicBezTo>
                    <a:pt x="316" y="7"/>
                    <a:pt x="298" y="6"/>
                    <a:pt x="265" y="3"/>
                  </a:cubicBezTo>
                  <a:cubicBezTo>
                    <a:pt x="254" y="1"/>
                    <a:pt x="244" y="1"/>
                    <a:pt x="2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9">
              <a:extLst>
                <a:ext uri="{FF2B5EF4-FFF2-40B4-BE49-F238E27FC236}">
                  <a16:creationId xmlns:a16="http://schemas.microsoft.com/office/drawing/2014/main" id="{F33ADBA5-59AB-9B9D-DFA2-2F2A90E969D5}"/>
                </a:ext>
              </a:extLst>
            </p:cNvPr>
            <p:cNvSpPr/>
            <p:nvPr/>
          </p:nvSpPr>
          <p:spPr>
            <a:xfrm>
              <a:off x="5022299" y="1006955"/>
              <a:ext cx="18442" cy="23716"/>
            </a:xfrm>
            <a:custGeom>
              <a:avLst/>
              <a:gdLst/>
              <a:ahLst/>
              <a:cxnLst/>
              <a:rect l="l" t="t" r="r" b="b"/>
              <a:pathLst>
                <a:path w="591" h="760" extrusionOk="0">
                  <a:moveTo>
                    <a:pt x="312" y="0"/>
                  </a:moveTo>
                  <a:cubicBezTo>
                    <a:pt x="295" y="0"/>
                    <a:pt x="279" y="3"/>
                    <a:pt x="262" y="8"/>
                  </a:cubicBezTo>
                  <a:cubicBezTo>
                    <a:pt x="222" y="18"/>
                    <a:pt x="189" y="38"/>
                    <a:pt x="160" y="66"/>
                  </a:cubicBezTo>
                  <a:cubicBezTo>
                    <a:pt x="146" y="82"/>
                    <a:pt x="132" y="99"/>
                    <a:pt x="118" y="114"/>
                  </a:cubicBezTo>
                  <a:cubicBezTo>
                    <a:pt x="110" y="125"/>
                    <a:pt x="102" y="135"/>
                    <a:pt x="94" y="146"/>
                  </a:cubicBezTo>
                  <a:cubicBezTo>
                    <a:pt x="70" y="172"/>
                    <a:pt x="54" y="203"/>
                    <a:pt x="45" y="238"/>
                  </a:cubicBezTo>
                  <a:cubicBezTo>
                    <a:pt x="43" y="244"/>
                    <a:pt x="41" y="250"/>
                    <a:pt x="39" y="257"/>
                  </a:cubicBezTo>
                  <a:cubicBezTo>
                    <a:pt x="35" y="269"/>
                    <a:pt x="31" y="282"/>
                    <a:pt x="26" y="295"/>
                  </a:cubicBezTo>
                  <a:cubicBezTo>
                    <a:pt x="12" y="342"/>
                    <a:pt x="0" y="389"/>
                    <a:pt x="4" y="438"/>
                  </a:cubicBezTo>
                  <a:cubicBezTo>
                    <a:pt x="7" y="463"/>
                    <a:pt x="10" y="487"/>
                    <a:pt x="13" y="512"/>
                  </a:cubicBezTo>
                  <a:cubicBezTo>
                    <a:pt x="14" y="551"/>
                    <a:pt x="25" y="586"/>
                    <a:pt x="46" y="620"/>
                  </a:cubicBezTo>
                  <a:cubicBezTo>
                    <a:pt x="64" y="652"/>
                    <a:pt x="88" y="680"/>
                    <a:pt x="118" y="699"/>
                  </a:cubicBezTo>
                  <a:cubicBezTo>
                    <a:pt x="128" y="708"/>
                    <a:pt x="138" y="716"/>
                    <a:pt x="150" y="722"/>
                  </a:cubicBezTo>
                  <a:cubicBezTo>
                    <a:pt x="180" y="742"/>
                    <a:pt x="214" y="753"/>
                    <a:pt x="250" y="755"/>
                  </a:cubicBezTo>
                  <a:cubicBezTo>
                    <a:pt x="270" y="758"/>
                    <a:pt x="284" y="760"/>
                    <a:pt x="299" y="760"/>
                  </a:cubicBezTo>
                  <a:cubicBezTo>
                    <a:pt x="316" y="760"/>
                    <a:pt x="334" y="757"/>
                    <a:pt x="360" y="750"/>
                  </a:cubicBezTo>
                  <a:cubicBezTo>
                    <a:pt x="435" y="730"/>
                    <a:pt x="491" y="683"/>
                    <a:pt x="532" y="620"/>
                  </a:cubicBezTo>
                  <a:cubicBezTo>
                    <a:pt x="550" y="593"/>
                    <a:pt x="560" y="554"/>
                    <a:pt x="571" y="523"/>
                  </a:cubicBezTo>
                  <a:cubicBezTo>
                    <a:pt x="573" y="516"/>
                    <a:pt x="575" y="510"/>
                    <a:pt x="577" y="504"/>
                  </a:cubicBezTo>
                  <a:cubicBezTo>
                    <a:pt x="582" y="489"/>
                    <a:pt x="584" y="474"/>
                    <a:pt x="584" y="460"/>
                  </a:cubicBezTo>
                  <a:cubicBezTo>
                    <a:pt x="588" y="445"/>
                    <a:pt x="591" y="429"/>
                    <a:pt x="589" y="415"/>
                  </a:cubicBezTo>
                  <a:cubicBezTo>
                    <a:pt x="589" y="401"/>
                    <a:pt x="587" y="389"/>
                    <a:pt x="586" y="375"/>
                  </a:cubicBezTo>
                  <a:lnTo>
                    <a:pt x="583" y="335"/>
                  </a:lnTo>
                  <a:cubicBezTo>
                    <a:pt x="581" y="306"/>
                    <a:pt x="580" y="276"/>
                    <a:pt x="574" y="248"/>
                  </a:cubicBezTo>
                  <a:cubicBezTo>
                    <a:pt x="566" y="221"/>
                    <a:pt x="555" y="195"/>
                    <a:pt x="542" y="170"/>
                  </a:cubicBezTo>
                  <a:cubicBezTo>
                    <a:pt x="533" y="150"/>
                    <a:pt x="522" y="131"/>
                    <a:pt x="513" y="112"/>
                  </a:cubicBezTo>
                  <a:cubicBezTo>
                    <a:pt x="493" y="79"/>
                    <a:pt x="466" y="52"/>
                    <a:pt x="431" y="32"/>
                  </a:cubicBezTo>
                  <a:cubicBezTo>
                    <a:pt x="406" y="15"/>
                    <a:pt x="379" y="7"/>
                    <a:pt x="350" y="5"/>
                  </a:cubicBezTo>
                  <a:cubicBezTo>
                    <a:pt x="337" y="2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9">
              <a:extLst>
                <a:ext uri="{FF2B5EF4-FFF2-40B4-BE49-F238E27FC236}">
                  <a16:creationId xmlns:a16="http://schemas.microsoft.com/office/drawing/2014/main" id="{3471AA26-B972-7A49-7458-3C06E4005E1A}"/>
                </a:ext>
              </a:extLst>
            </p:cNvPr>
            <p:cNvSpPr/>
            <p:nvPr/>
          </p:nvSpPr>
          <p:spPr>
            <a:xfrm>
              <a:off x="5013843" y="1048988"/>
              <a:ext cx="9892" cy="9767"/>
            </a:xfrm>
            <a:custGeom>
              <a:avLst/>
              <a:gdLst/>
              <a:ahLst/>
              <a:cxnLst/>
              <a:rect l="l" t="t" r="r" b="b"/>
              <a:pathLst>
                <a:path w="317" h="313" extrusionOk="0">
                  <a:moveTo>
                    <a:pt x="140" y="0"/>
                  </a:moveTo>
                  <a:cubicBezTo>
                    <a:pt x="115" y="0"/>
                    <a:pt x="92" y="7"/>
                    <a:pt x="71" y="18"/>
                  </a:cubicBezTo>
                  <a:cubicBezTo>
                    <a:pt x="66" y="22"/>
                    <a:pt x="61" y="25"/>
                    <a:pt x="57" y="30"/>
                  </a:cubicBezTo>
                  <a:cubicBezTo>
                    <a:pt x="46" y="36"/>
                    <a:pt x="38" y="43"/>
                    <a:pt x="33" y="54"/>
                  </a:cubicBezTo>
                  <a:cubicBezTo>
                    <a:pt x="20" y="67"/>
                    <a:pt x="13" y="82"/>
                    <a:pt x="9" y="100"/>
                  </a:cubicBezTo>
                  <a:cubicBezTo>
                    <a:pt x="9" y="100"/>
                    <a:pt x="7" y="100"/>
                    <a:pt x="7" y="101"/>
                  </a:cubicBezTo>
                  <a:cubicBezTo>
                    <a:pt x="7" y="102"/>
                    <a:pt x="6" y="104"/>
                    <a:pt x="6" y="106"/>
                  </a:cubicBezTo>
                  <a:cubicBezTo>
                    <a:pt x="6" y="107"/>
                    <a:pt x="5" y="107"/>
                    <a:pt x="5" y="108"/>
                  </a:cubicBezTo>
                  <a:cubicBezTo>
                    <a:pt x="3" y="121"/>
                    <a:pt x="1" y="134"/>
                    <a:pt x="0" y="146"/>
                  </a:cubicBezTo>
                  <a:cubicBezTo>
                    <a:pt x="0" y="148"/>
                    <a:pt x="0" y="149"/>
                    <a:pt x="0" y="150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1" y="165"/>
                    <a:pt x="3" y="177"/>
                    <a:pt x="5" y="190"/>
                  </a:cubicBezTo>
                  <a:cubicBezTo>
                    <a:pt x="5" y="191"/>
                    <a:pt x="5" y="191"/>
                    <a:pt x="5" y="191"/>
                  </a:cubicBezTo>
                  <a:cubicBezTo>
                    <a:pt x="5" y="192"/>
                    <a:pt x="5" y="193"/>
                    <a:pt x="5" y="194"/>
                  </a:cubicBezTo>
                  <a:cubicBezTo>
                    <a:pt x="10" y="209"/>
                    <a:pt x="17" y="223"/>
                    <a:pt x="23" y="237"/>
                  </a:cubicBezTo>
                  <a:cubicBezTo>
                    <a:pt x="32" y="247"/>
                    <a:pt x="39" y="258"/>
                    <a:pt x="47" y="268"/>
                  </a:cubicBezTo>
                  <a:cubicBezTo>
                    <a:pt x="61" y="283"/>
                    <a:pt x="78" y="293"/>
                    <a:pt x="95" y="300"/>
                  </a:cubicBezTo>
                  <a:cubicBezTo>
                    <a:pt x="108" y="306"/>
                    <a:pt x="119" y="309"/>
                    <a:pt x="133" y="309"/>
                  </a:cubicBezTo>
                  <a:cubicBezTo>
                    <a:pt x="142" y="311"/>
                    <a:pt x="150" y="312"/>
                    <a:pt x="159" y="312"/>
                  </a:cubicBezTo>
                  <a:cubicBezTo>
                    <a:pt x="170" y="312"/>
                    <a:pt x="182" y="311"/>
                    <a:pt x="194" y="307"/>
                  </a:cubicBezTo>
                  <a:cubicBezTo>
                    <a:pt x="221" y="299"/>
                    <a:pt x="251" y="284"/>
                    <a:pt x="270" y="261"/>
                  </a:cubicBezTo>
                  <a:cubicBezTo>
                    <a:pt x="279" y="252"/>
                    <a:pt x="287" y="242"/>
                    <a:pt x="293" y="232"/>
                  </a:cubicBezTo>
                  <a:cubicBezTo>
                    <a:pt x="312" y="202"/>
                    <a:pt x="316" y="164"/>
                    <a:pt x="308" y="130"/>
                  </a:cubicBezTo>
                  <a:cubicBezTo>
                    <a:pt x="304" y="116"/>
                    <a:pt x="297" y="104"/>
                    <a:pt x="290" y="92"/>
                  </a:cubicBezTo>
                  <a:cubicBezTo>
                    <a:pt x="289" y="91"/>
                    <a:pt x="289" y="90"/>
                    <a:pt x="288" y="88"/>
                  </a:cubicBezTo>
                  <a:lnTo>
                    <a:pt x="288" y="88"/>
                  </a:lnTo>
                  <a:cubicBezTo>
                    <a:pt x="288" y="89"/>
                    <a:pt x="289" y="90"/>
                    <a:pt x="289" y="91"/>
                  </a:cubicBezTo>
                  <a:cubicBezTo>
                    <a:pt x="286" y="87"/>
                    <a:pt x="283" y="83"/>
                    <a:pt x="281" y="80"/>
                  </a:cubicBezTo>
                  <a:cubicBezTo>
                    <a:pt x="278" y="77"/>
                    <a:pt x="278" y="71"/>
                    <a:pt x="274" y="68"/>
                  </a:cubicBezTo>
                  <a:cubicBezTo>
                    <a:pt x="264" y="52"/>
                    <a:pt x="249" y="39"/>
                    <a:pt x="231" y="29"/>
                  </a:cubicBezTo>
                  <a:cubicBezTo>
                    <a:pt x="220" y="24"/>
                    <a:pt x="207" y="19"/>
                    <a:pt x="196" y="14"/>
                  </a:cubicBezTo>
                  <a:lnTo>
                    <a:pt x="194" y="14"/>
                  </a:lnTo>
                  <a:cubicBezTo>
                    <a:pt x="187" y="11"/>
                    <a:pt x="181" y="8"/>
                    <a:pt x="175" y="6"/>
                  </a:cubicBezTo>
                  <a:cubicBezTo>
                    <a:pt x="163" y="3"/>
                    <a:pt x="152" y="2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9">
              <a:extLst>
                <a:ext uri="{FF2B5EF4-FFF2-40B4-BE49-F238E27FC236}">
                  <a16:creationId xmlns:a16="http://schemas.microsoft.com/office/drawing/2014/main" id="{202ED047-F24D-B073-E636-713AADFEBF05}"/>
                </a:ext>
              </a:extLst>
            </p:cNvPr>
            <p:cNvSpPr/>
            <p:nvPr/>
          </p:nvSpPr>
          <p:spPr>
            <a:xfrm>
              <a:off x="5162441" y="1127812"/>
              <a:ext cx="34357" cy="32484"/>
            </a:xfrm>
            <a:custGeom>
              <a:avLst/>
              <a:gdLst/>
              <a:ahLst/>
              <a:cxnLst/>
              <a:rect l="l" t="t" r="r" b="b"/>
              <a:pathLst>
                <a:path w="1101" h="1041" extrusionOk="0">
                  <a:moveTo>
                    <a:pt x="572" y="1"/>
                  </a:moveTo>
                  <a:cubicBezTo>
                    <a:pt x="571" y="1"/>
                    <a:pt x="570" y="1"/>
                    <a:pt x="570" y="1"/>
                  </a:cubicBezTo>
                  <a:cubicBezTo>
                    <a:pt x="524" y="6"/>
                    <a:pt x="477" y="12"/>
                    <a:pt x="431" y="18"/>
                  </a:cubicBezTo>
                  <a:cubicBezTo>
                    <a:pt x="383" y="27"/>
                    <a:pt x="340" y="46"/>
                    <a:pt x="301" y="72"/>
                  </a:cubicBezTo>
                  <a:cubicBezTo>
                    <a:pt x="261" y="95"/>
                    <a:pt x="222" y="124"/>
                    <a:pt x="191" y="158"/>
                  </a:cubicBezTo>
                  <a:cubicBezTo>
                    <a:pt x="185" y="163"/>
                    <a:pt x="180" y="168"/>
                    <a:pt x="175" y="174"/>
                  </a:cubicBezTo>
                  <a:cubicBezTo>
                    <a:pt x="46" y="294"/>
                    <a:pt x="0" y="491"/>
                    <a:pt x="44" y="658"/>
                  </a:cubicBezTo>
                  <a:cubicBezTo>
                    <a:pt x="90" y="832"/>
                    <a:pt x="225" y="965"/>
                    <a:pt x="396" y="1015"/>
                  </a:cubicBezTo>
                  <a:cubicBezTo>
                    <a:pt x="403" y="1017"/>
                    <a:pt x="410" y="1019"/>
                    <a:pt x="417" y="1020"/>
                  </a:cubicBezTo>
                  <a:cubicBezTo>
                    <a:pt x="440" y="1025"/>
                    <a:pt x="464" y="1029"/>
                    <a:pt x="487" y="1031"/>
                  </a:cubicBezTo>
                  <a:cubicBezTo>
                    <a:pt x="506" y="1037"/>
                    <a:pt x="525" y="1041"/>
                    <a:pt x="544" y="1041"/>
                  </a:cubicBezTo>
                  <a:cubicBezTo>
                    <a:pt x="548" y="1041"/>
                    <a:pt x="553" y="1041"/>
                    <a:pt x="558" y="1040"/>
                  </a:cubicBezTo>
                  <a:cubicBezTo>
                    <a:pt x="564" y="1040"/>
                    <a:pt x="571" y="1041"/>
                    <a:pt x="577" y="1041"/>
                  </a:cubicBezTo>
                  <a:cubicBezTo>
                    <a:pt x="642" y="1041"/>
                    <a:pt x="703" y="1026"/>
                    <a:pt x="760" y="996"/>
                  </a:cubicBezTo>
                  <a:cubicBezTo>
                    <a:pt x="826" y="975"/>
                    <a:pt x="884" y="940"/>
                    <a:pt x="932" y="887"/>
                  </a:cubicBezTo>
                  <a:cubicBezTo>
                    <a:pt x="959" y="853"/>
                    <a:pt x="985" y="817"/>
                    <a:pt x="1012" y="782"/>
                  </a:cubicBezTo>
                  <a:cubicBezTo>
                    <a:pt x="1013" y="781"/>
                    <a:pt x="1015" y="778"/>
                    <a:pt x="1016" y="776"/>
                  </a:cubicBezTo>
                  <a:cubicBezTo>
                    <a:pt x="1018" y="773"/>
                    <a:pt x="1020" y="770"/>
                    <a:pt x="1021" y="768"/>
                  </a:cubicBezTo>
                  <a:cubicBezTo>
                    <a:pt x="1042" y="725"/>
                    <a:pt x="1067" y="681"/>
                    <a:pt x="1077" y="635"/>
                  </a:cubicBezTo>
                  <a:cubicBezTo>
                    <a:pt x="1097" y="571"/>
                    <a:pt x="1100" y="507"/>
                    <a:pt x="1087" y="444"/>
                  </a:cubicBezTo>
                  <a:cubicBezTo>
                    <a:pt x="1085" y="377"/>
                    <a:pt x="1065" y="314"/>
                    <a:pt x="1028" y="256"/>
                  </a:cubicBezTo>
                  <a:cubicBezTo>
                    <a:pt x="1003" y="223"/>
                    <a:pt x="977" y="188"/>
                    <a:pt x="951" y="155"/>
                  </a:cubicBezTo>
                  <a:cubicBezTo>
                    <a:pt x="889" y="94"/>
                    <a:pt x="818" y="52"/>
                    <a:pt x="735" y="29"/>
                  </a:cubicBezTo>
                  <a:cubicBezTo>
                    <a:pt x="692" y="11"/>
                    <a:pt x="594" y="1"/>
                    <a:pt x="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9">
              <a:extLst>
                <a:ext uri="{FF2B5EF4-FFF2-40B4-BE49-F238E27FC236}">
                  <a16:creationId xmlns:a16="http://schemas.microsoft.com/office/drawing/2014/main" id="{728DF863-3526-B53C-053E-9A82EA772078}"/>
                </a:ext>
              </a:extLst>
            </p:cNvPr>
            <p:cNvSpPr/>
            <p:nvPr/>
          </p:nvSpPr>
          <p:spPr>
            <a:xfrm>
              <a:off x="5184940" y="1097793"/>
              <a:ext cx="14635" cy="12420"/>
            </a:xfrm>
            <a:custGeom>
              <a:avLst/>
              <a:gdLst/>
              <a:ahLst/>
              <a:cxnLst/>
              <a:rect l="l" t="t" r="r" b="b"/>
              <a:pathLst>
                <a:path w="469" h="398" extrusionOk="0">
                  <a:moveTo>
                    <a:pt x="242" y="0"/>
                  </a:moveTo>
                  <a:cubicBezTo>
                    <a:pt x="223" y="0"/>
                    <a:pt x="205" y="2"/>
                    <a:pt x="187" y="6"/>
                  </a:cubicBezTo>
                  <a:cubicBezTo>
                    <a:pt x="180" y="7"/>
                    <a:pt x="174" y="9"/>
                    <a:pt x="168" y="10"/>
                  </a:cubicBezTo>
                  <a:cubicBezTo>
                    <a:pt x="163" y="13"/>
                    <a:pt x="157" y="14"/>
                    <a:pt x="151" y="15"/>
                  </a:cubicBezTo>
                  <a:cubicBezTo>
                    <a:pt x="150" y="16"/>
                    <a:pt x="149" y="16"/>
                    <a:pt x="147" y="16"/>
                  </a:cubicBezTo>
                  <a:cubicBezTo>
                    <a:pt x="131" y="22"/>
                    <a:pt x="115" y="29"/>
                    <a:pt x="100" y="36"/>
                  </a:cubicBezTo>
                  <a:cubicBezTo>
                    <a:pt x="72" y="50"/>
                    <a:pt x="61" y="64"/>
                    <a:pt x="44" y="86"/>
                  </a:cubicBezTo>
                  <a:cubicBezTo>
                    <a:pt x="35" y="98"/>
                    <a:pt x="31" y="101"/>
                    <a:pt x="25" y="113"/>
                  </a:cubicBezTo>
                  <a:cubicBezTo>
                    <a:pt x="13" y="140"/>
                    <a:pt x="0" y="166"/>
                    <a:pt x="1" y="198"/>
                  </a:cubicBezTo>
                  <a:cubicBezTo>
                    <a:pt x="3" y="212"/>
                    <a:pt x="5" y="227"/>
                    <a:pt x="7" y="242"/>
                  </a:cubicBezTo>
                  <a:cubicBezTo>
                    <a:pt x="12" y="255"/>
                    <a:pt x="18" y="269"/>
                    <a:pt x="23" y="283"/>
                  </a:cubicBezTo>
                  <a:cubicBezTo>
                    <a:pt x="23" y="284"/>
                    <a:pt x="24" y="285"/>
                    <a:pt x="25" y="286"/>
                  </a:cubicBezTo>
                  <a:cubicBezTo>
                    <a:pt x="27" y="289"/>
                    <a:pt x="28" y="291"/>
                    <a:pt x="29" y="293"/>
                  </a:cubicBezTo>
                  <a:cubicBezTo>
                    <a:pt x="39" y="307"/>
                    <a:pt x="48" y="319"/>
                    <a:pt x="59" y="332"/>
                  </a:cubicBezTo>
                  <a:cubicBezTo>
                    <a:pt x="72" y="342"/>
                    <a:pt x="84" y="353"/>
                    <a:pt x="98" y="362"/>
                  </a:cubicBezTo>
                  <a:cubicBezTo>
                    <a:pt x="109" y="368"/>
                    <a:pt x="133" y="380"/>
                    <a:pt x="146" y="383"/>
                  </a:cubicBezTo>
                  <a:cubicBezTo>
                    <a:pt x="152" y="384"/>
                    <a:pt x="157" y="384"/>
                    <a:pt x="163" y="385"/>
                  </a:cubicBezTo>
                  <a:cubicBezTo>
                    <a:pt x="169" y="387"/>
                    <a:pt x="175" y="388"/>
                    <a:pt x="181" y="389"/>
                  </a:cubicBezTo>
                  <a:cubicBezTo>
                    <a:pt x="198" y="392"/>
                    <a:pt x="219" y="397"/>
                    <a:pt x="237" y="398"/>
                  </a:cubicBezTo>
                  <a:cubicBezTo>
                    <a:pt x="238" y="397"/>
                    <a:pt x="240" y="397"/>
                    <a:pt x="241" y="397"/>
                  </a:cubicBezTo>
                  <a:cubicBezTo>
                    <a:pt x="259" y="395"/>
                    <a:pt x="277" y="392"/>
                    <a:pt x="294" y="390"/>
                  </a:cubicBezTo>
                  <a:cubicBezTo>
                    <a:pt x="322" y="383"/>
                    <a:pt x="349" y="373"/>
                    <a:pt x="374" y="360"/>
                  </a:cubicBezTo>
                  <a:cubicBezTo>
                    <a:pt x="432" y="331"/>
                    <a:pt x="467" y="262"/>
                    <a:pt x="468" y="199"/>
                  </a:cubicBezTo>
                  <a:cubicBezTo>
                    <a:pt x="468" y="164"/>
                    <a:pt x="460" y="133"/>
                    <a:pt x="442" y="103"/>
                  </a:cubicBezTo>
                  <a:cubicBezTo>
                    <a:pt x="425" y="74"/>
                    <a:pt x="402" y="51"/>
                    <a:pt x="374" y="34"/>
                  </a:cubicBezTo>
                  <a:cubicBezTo>
                    <a:pt x="349" y="23"/>
                    <a:pt x="326" y="14"/>
                    <a:pt x="300" y="7"/>
                  </a:cubicBezTo>
                  <a:cubicBezTo>
                    <a:pt x="280" y="2"/>
                    <a:pt x="261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9">
              <a:extLst>
                <a:ext uri="{FF2B5EF4-FFF2-40B4-BE49-F238E27FC236}">
                  <a16:creationId xmlns:a16="http://schemas.microsoft.com/office/drawing/2014/main" id="{59522CE4-1A5F-255D-E074-E9D26A2DF777}"/>
                </a:ext>
              </a:extLst>
            </p:cNvPr>
            <p:cNvSpPr/>
            <p:nvPr/>
          </p:nvSpPr>
          <p:spPr>
            <a:xfrm>
              <a:off x="5122779" y="1137486"/>
              <a:ext cx="12388" cy="12544"/>
            </a:xfrm>
            <a:custGeom>
              <a:avLst/>
              <a:gdLst/>
              <a:ahLst/>
              <a:cxnLst/>
              <a:rect l="l" t="t" r="r" b="b"/>
              <a:pathLst>
                <a:path w="397" h="402" extrusionOk="0">
                  <a:moveTo>
                    <a:pt x="211" y="0"/>
                  </a:moveTo>
                  <a:cubicBezTo>
                    <a:pt x="196" y="0"/>
                    <a:pt x="180" y="2"/>
                    <a:pt x="165" y="6"/>
                  </a:cubicBezTo>
                  <a:cubicBezTo>
                    <a:pt x="157" y="8"/>
                    <a:pt x="149" y="11"/>
                    <a:pt x="141" y="16"/>
                  </a:cubicBezTo>
                  <a:cubicBezTo>
                    <a:pt x="118" y="24"/>
                    <a:pt x="98" y="36"/>
                    <a:pt x="81" y="54"/>
                  </a:cubicBezTo>
                  <a:cubicBezTo>
                    <a:pt x="80" y="55"/>
                    <a:pt x="80" y="56"/>
                    <a:pt x="79" y="57"/>
                  </a:cubicBezTo>
                  <a:cubicBezTo>
                    <a:pt x="77" y="59"/>
                    <a:pt x="75" y="61"/>
                    <a:pt x="73" y="63"/>
                  </a:cubicBezTo>
                  <a:cubicBezTo>
                    <a:pt x="69" y="68"/>
                    <a:pt x="63" y="72"/>
                    <a:pt x="59" y="76"/>
                  </a:cubicBezTo>
                  <a:cubicBezTo>
                    <a:pt x="47" y="87"/>
                    <a:pt x="35" y="101"/>
                    <a:pt x="26" y="117"/>
                  </a:cubicBezTo>
                  <a:cubicBezTo>
                    <a:pt x="9" y="145"/>
                    <a:pt x="1" y="176"/>
                    <a:pt x="1" y="210"/>
                  </a:cubicBezTo>
                  <a:cubicBezTo>
                    <a:pt x="3" y="227"/>
                    <a:pt x="4" y="243"/>
                    <a:pt x="6" y="260"/>
                  </a:cubicBezTo>
                  <a:cubicBezTo>
                    <a:pt x="15" y="293"/>
                    <a:pt x="32" y="322"/>
                    <a:pt x="56" y="346"/>
                  </a:cubicBezTo>
                  <a:cubicBezTo>
                    <a:pt x="73" y="364"/>
                    <a:pt x="93" y="377"/>
                    <a:pt x="116" y="385"/>
                  </a:cubicBezTo>
                  <a:cubicBezTo>
                    <a:pt x="138" y="396"/>
                    <a:pt x="162" y="401"/>
                    <a:pt x="187" y="401"/>
                  </a:cubicBezTo>
                  <a:cubicBezTo>
                    <a:pt x="221" y="401"/>
                    <a:pt x="254" y="393"/>
                    <a:pt x="284" y="375"/>
                  </a:cubicBezTo>
                  <a:cubicBezTo>
                    <a:pt x="314" y="359"/>
                    <a:pt x="336" y="336"/>
                    <a:pt x="352" y="307"/>
                  </a:cubicBezTo>
                  <a:cubicBezTo>
                    <a:pt x="356" y="301"/>
                    <a:pt x="360" y="296"/>
                    <a:pt x="363" y="288"/>
                  </a:cubicBezTo>
                  <a:cubicBezTo>
                    <a:pt x="370" y="272"/>
                    <a:pt x="378" y="255"/>
                    <a:pt x="385" y="237"/>
                  </a:cubicBezTo>
                  <a:cubicBezTo>
                    <a:pt x="396" y="208"/>
                    <a:pt x="396" y="166"/>
                    <a:pt x="387" y="136"/>
                  </a:cubicBezTo>
                  <a:cubicBezTo>
                    <a:pt x="382" y="112"/>
                    <a:pt x="370" y="91"/>
                    <a:pt x="353" y="72"/>
                  </a:cubicBezTo>
                  <a:cubicBezTo>
                    <a:pt x="341" y="52"/>
                    <a:pt x="324" y="36"/>
                    <a:pt x="303" y="25"/>
                  </a:cubicBezTo>
                  <a:cubicBezTo>
                    <a:pt x="288" y="19"/>
                    <a:pt x="274" y="13"/>
                    <a:pt x="260" y="7"/>
                  </a:cubicBezTo>
                  <a:cubicBezTo>
                    <a:pt x="244" y="3"/>
                    <a:pt x="227" y="0"/>
                    <a:pt x="211" y="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9">
              <a:extLst>
                <a:ext uri="{FF2B5EF4-FFF2-40B4-BE49-F238E27FC236}">
                  <a16:creationId xmlns:a16="http://schemas.microsoft.com/office/drawing/2014/main" id="{AF349618-DE76-DD48-04FC-5A289F41ECDC}"/>
                </a:ext>
              </a:extLst>
            </p:cNvPr>
            <p:cNvSpPr/>
            <p:nvPr/>
          </p:nvSpPr>
          <p:spPr>
            <a:xfrm>
              <a:off x="5061618" y="1099728"/>
              <a:ext cx="26150" cy="23185"/>
            </a:xfrm>
            <a:custGeom>
              <a:avLst/>
              <a:gdLst/>
              <a:ahLst/>
              <a:cxnLst/>
              <a:rect l="l" t="t" r="r" b="b"/>
              <a:pathLst>
                <a:path w="838" h="743" extrusionOk="0">
                  <a:moveTo>
                    <a:pt x="439" y="0"/>
                  </a:moveTo>
                  <a:cubicBezTo>
                    <a:pt x="433" y="0"/>
                    <a:pt x="428" y="0"/>
                    <a:pt x="423" y="1"/>
                  </a:cubicBezTo>
                  <a:cubicBezTo>
                    <a:pt x="378" y="2"/>
                    <a:pt x="330" y="3"/>
                    <a:pt x="286" y="14"/>
                  </a:cubicBezTo>
                  <a:cubicBezTo>
                    <a:pt x="213" y="33"/>
                    <a:pt x="154" y="72"/>
                    <a:pt x="102" y="124"/>
                  </a:cubicBezTo>
                  <a:cubicBezTo>
                    <a:pt x="84" y="147"/>
                    <a:pt x="66" y="170"/>
                    <a:pt x="48" y="193"/>
                  </a:cubicBezTo>
                  <a:cubicBezTo>
                    <a:pt x="24" y="231"/>
                    <a:pt x="11" y="273"/>
                    <a:pt x="9" y="317"/>
                  </a:cubicBezTo>
                  <a:cubicBezTo>
                    <a:pt x="0" y="346"/>
                    <a:pt x="0" y="376"/>
                    <a:pt x="8" y="406"/>
                  </a:cubicBezTo>
                  <a:cubicBezTo>
                    <a:pt x="10" y="452"/>
                    <a:pt x="22" y="496"/>
                    <a:pt x="48" y="536"/>
                  </a:cubicBezTo>
                  <a:cubicBezTo>
                    <a:pt x="51" y="540"/>
                    <a:pt x="54" y="543"/>
                    <a:pt x="57" y="547"/>
                  </a:cubicBezTo>
                  <a:cubicBezTo>
                    <a:pt x="77" y="573"/>
                    <a:pt x="97" y="598"/>
                    <a:pt x="117" y="625"/>
                  </a:cubicBezTo>
                  <a:cubicBezTo>
                    <a:pt x="162" y="668"/>
                    <a:pt x="215" y="700"/>
                    <a:pt x="276" y="718"/>
                  </a:cubicBezTo>
                  <a:cubicBezTo>
                    <a:pt x="290" y="722"/>
                    <a:pt x="305" y="724"/>
                    <a:pt x="320" y="727"/>
                  </a:cubicBezTo>
                  <a:cubicBezTo>
                    <a:pt x="363" y="736"/>
                    <a:pt x="398" y="742"/>
                    <a:pt x="434" y="742"/>
                  </a:cubicBezTo>
                  <a:cubicBezTo>
                    <a:pt x="462" y="742"/>
                    <a:pt x="490" y="739"/>
                    <a:pt x="523" y="730"/>
                  </a:cubicBezTo>
                  <a:cubicBezTo>
                    <a:pt x="560" y="721"/>
                    <a:pt x="595" y="704"/>
                    <a:pt x="629" y="686"/>
                  </a:cubicBezTo>
                  <a:cubicBezTo>
                    <a:pt x="641" y="680"/>
                    <a:pt x="653" y="675"/>
                    <a:pt x="665" y="668"/>
                  </a:cubicBezTo>
                  <a:cubicBezTo>
                    <a:pt x="716" y="638"/>
                    <a:pt x="757" y="597"/>
                    <a:pt x="787" y="546"/>
                  </a:cubicBezTo>
                  <a:cubicBezTo>
                    <a:pt x="811" y="508"/>
                    <a:pt x="824" y="468"/>
                    <a:pt x="827" y="424"/>
                  </a:cubicBezTo>
                  <a:cubicBezTo>
                    <a:pt x="838" y="380"/>
                    <a:pt x="836" y="335"/>
                    <a:pt x="822" y="291"/>
                  </a:cubicBezTo>
                  <a:cubicBezTo>
                    <a:pt x="806" y="232"/>
                    <a:pt x="777" y="181"/>
                    <a:pt x="734" y="138"/>
                  </a:cubicBezTo>
                  <a:cubicBezTo>
                    <a:pt x="702" y="112"/>
                    <a:pt x="668" y="87"/>
                    <a:pt x="635" y="62"/>
                  </a:cubicBezTo>
                  <a:cubicBezTo>
                    <a:pt x="581" y="25"/>
                    <a:pt x="505" y="0"/>
                    <a:pt x="4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9">
              <a:extLst>
                <a:ext uri="{FF2B5EF4-FFF2-40B4-BE49-F238E27FC236}">
                  <a16:creationId xmlns:a16="http://schemas.microsoft.com/office/drawing/2014/main" id="{86D3BC5C-7197-11ED-25F3-AAD8B3C2BA9C}"/>
                </a:ext>
              </a:extLst>
            </p:cNvPr>
            <p:cNvSpPr/>
            <p:nvPr/>
          </p:nvSpPr>
          <p:spPr>
            <a:xfrm>
              <a:off x="5154359" y="1044120"/>
              <a:ext cx="15977" cy="19784"/>
            </a:xfrm>
            <a:custGeom>
              <a:avLst/>
              <a:gdLst/>
              <a:ahLst/>
              <a:cxnLst/>
              <a:rect l="l" t="t" r="r" b="b"/>
              <a:pathLst>
                <a:path w="512" h="634" extrusionOk="0">
                  <a:moveTo>
                    <a:pt x="284" y="1"/>
                  </a:moveTo>
                  <a:cubicBezTo>
                    <a:pt x="248" y="1"/>
                    <a:pt x="213" y="14"/>
                    <a:pt x="186" y="40"/>
                  </a:cubicBezTo>
                  <a:cubicBezTo>
                    <a:pt x="172" y="53"/>
                    <a:pt x="163" y="68"/>
                    <a:pt x="156" y="84"/>
                  </a:cubicBezTo>
                  <a:lnTo>
                    <a:pt x="156" y="84"/>
                  </a:lnTo>
                  <a:cubicBezTo>
                    <a:pt x="156" y="82"/>
                    <a:pt x="157" y="81"/>
                    <a:pt x="158" y="79"/>
                  </a:cubicBezTo>
                  <a:lnTo>
                    <a:pt x="158" y="79"/>
                  </a:lnTo>
                  <a:cubicBezTo>
                    <a:pt x="148" y="103"/>
                    <a:pt x="134" y="124"/>
                    <a:pt x="119" y="145"/>
                  </a:cubicBezTo>
                  <a:cubicBezTo>
                    <a:pt x="116" y="149"/>
                    <a:pt x="113" y="153"/>
                    <a:pt x="109" y="156"/>
                  </a:cubicBezTo>
                  <a:cubicBezTo>
                    <a:pt x="106" y="159"/>
                    <a:pt x="103" y="162"/>
                    <a:pt x="101" y="164"/>
                  </a:cubicBezTo>
                  <a:cubicBezTo>
                    <a:pt x="72" y="193"/>
                    <a:pt x="54" y="227"/>
                    <a:pt x="39" y="266"/>
                  </a:cubicBezTo>
                  <a:cubicBezTo>
                    <a:pt x="29" y="288"/>
                    <a:pt x="15" y="311"/>
                    <a:pt x="10" y="335"/>
                  </a:cubicBezTo>
                  <a:cubicBezTo>
                    <a:pt x="8" y="355"/>
                    <a:pt x="5" y="375"/>
                    <a:pt x="2" y="395"/>
                  </a:cubicBezTo>
                  <a:cubicBezTo>
                    <a:pt x="1" y="427"/>
                    <a:pt x="7" y="459"/>
                    <a:pt x="22" y="487"/>
                  </a:cubicBezTo>
                  <a:cubicBezTo>
                    <a:pt x="27" y="507"/>
                    <a:pt x="37" y="525"/>
                    <a:pt x="52" y="540"/>
                  </a:cubicBezTo>
                  <a:cubicBezTo>
                    <a:pt x="69" y="566"/>
                    <a:pt x="91" y="586"/>
                    <a:pt x="119" y="601"/>
                  </a:cubicBezTo>
                  <a:cubicBezTo>
                    <a:pt x="155" y="620"/>
                    <a:pt x="193" y="630"/>
                    <a:pt x="234" y="634"/>
                  </a:cubicBezTo>
                  <a:cubicBezTo>
                    <a:pt x="236" y="634"/>
                    <a:pt x="239" y="634"/>
                    <a:pt x="241" y="634"/>
                  </a:cubicBezTo>
                  <a:cubicBezTo>
                    <a:pt x="271" y="634"/>
                    <a:pt x="300" y="627"/>
                    <a:pt x="326" y="614"/>
                  </a:cubicBezTo>
                  <a:cubicBezTo>
                    <a:pt x="356" y="604"/>
                    <a:pt x="382" y="588"/>
                    <a:pt x="404" y="564"/>
                  </a:cubicBezTo>
                  <a:cubicBezTo>
                    <a:pt x="447" y="519"/>
                    <a:pt x="471" y="461"/>
                    <a:pt x="492" y="402"/>
                  </a:cubicBezTo>
                  <a:cubicBezTo>
                    <a:pt x="511" y="345"/>
                    <a:pt x="500" y="279"/>
                    <a:pt x="481" y="222"/>
                  </a:cubicBezTo>
                  <a:cubicBezTo>
                    <a:pt x="470" y="187"/>
                    <a:pt x="455" y="151"/>
                    <a:pt x="437" y="119"/>
                  </a:cubicBezTo>
                  <a:cubicBezTo>
                    <a:pt x="418" y="81"/>
                    <a:pt x="391" y="38"/>
                    <a:pt x="354" y="18"/>
                  </a:cubicBezTo>
                  <a:cubicBezTo>
                    <a:pt x="332" y="6"/>
                    <a:pt x="308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49">
            <a:extLst>
              <a:ext uri="{FF2B5EF4-FFF2-40B4-BE49-F238E27FC236}">
                <a16:creationId xmlns:a16="http://schemas.microsoft.com/office/drawing/2014/main" id="{FFF1DEA4-3236-54B1-98CC-8716553B85C3}"/>
              </a:ext>
            </a:extLst>
          </p:cNvPr>
          <p:cNvGrpSpPr/>
          <p:nvPr/>
        </p:nvGrpSpPr>
        <p:grpSpPr>
          <a:xfrm>
            <a:off x="-614816" y="1469536"/>
            <a:ext cx="3195833" cy="3150119"/>
            <a:chOff x="6065139" y="854051"/>
            <a:chExt cx="462240" cy="455562"/>
          </a:xfrm>
        </p:grpSpPr>
        <p:sp>
          <p:nvSpPr>
            <p:cNvPr id="1450" name="Google Shape;1450;p49">
              <a:extLst>
                <a:ext uri="{FF2B5EF4-FFF2-40B4-BE49-F238E27FC236}">
                  <a16:creationId xmlns:a16="http://schemas.microsoft.com/office/drawing/2014/main" id="{DFCC59CB-04E5-D15B-4225-6D166E7FDE93}"/>
                </a:ext>
              </a:extLst>
            </p:cNvPr>
            <p:cNvSpPr/>
            <p:nvPr/>
          </p:nvSpPr>
          <p:spPr>
            <a:xfrm>
              <a:off x="6065170" y="854051"/>
              <a:ext cx="462208" cy="455562"/>
            </a:xfrm>
            <a:custGeom>
              <a:avLst/>
              <a:gdLst/>
              <a:ahLst/>
              <a:cxnLst/>
              <a:rect l="l" t="t" r="r" b="b"/>
              <a:pathLst>
                <a:path w="14812" h="14599" extrusionOk="0">
                  <a:moveTo>
                    <a:pt x="8340" y="1"/>
                  </a:moveTo>
                  <a:cubicBezTo>
                    <a:pt x="7895" y="1"/>
                    <a:pt x="7457" y="125"/>
                    <a:pt x="7038" y="335"/>
                  </a:cubicBezTo>
                  <a:cubicBezTo>
                    <a:pt x="6942" y="383"/>
                    <a:pt x="6867" y="402"/>
                    <a:pt x="6793" y="402"/>
                  </a:cubicBezTo>
                  <a:cubicBezTo>
                    <a:pt x="6701" y="402"/>
                    <a:pt x="6611" y="373"/>
                    <a:pt x="6486" y="336"/>
                  </a:cubicBezTo>
                  <a:cubicBezTo>
                    <a:pt x="6299" y="281"/>
                    <a:pt x="6103" y="248"/>
                    <a:pt x="5908" y="241"/>
                  </a:cubicBezTo>
                  <a:cubicBezTo>
                    <a:pt x="5881" y="240"/>
                    <a:pt x="5854" y="239"/>
                    <a:pt x="5827" y="239"/>
                  </a:cubicBezTo>
                  <a:cubicBezTo>
                    <a:pt x="5532" y="239"/>
                    <a:pt x="5242" y="302"/>
                    <a:pt x="4968" y="406"/>
                  </a:cubicBezTo>
                  <a:cubicBezTo>
                    <a:pt x="4542" y="468"/>
                    <a:pt x="4131" y="642"/>
                    <a:pt x="3794" y="921"/>
                  </a:cubicBezTo>
                  <a:cubicBezTo>
                    <a:pt x="3485" y="1178"/>
                    <a:pt x="3275" y="1529"/>
                    <a:pt x="2977" y="1798"/>
                  </a:cubicBezTo>
                  <a:cubicBezTo>
                    <a:pt x="2708" y="2040"/>
                    <a:pt x="2380" y="2208"/>
                    <a:pt x="2085" y="2416"/>
                  </a:cubicBezTo>
                  <a:cubicBezTo>
                    <a:pt x="1785" y="2626"/>
                    <a:pt x="1503" y="2870"/>
                    <a:pt x="1324" y="3196"/>
                  </a:cubicBezTo>
                  <a:cubicBezTo>
                    <a:pt x="1127" y="3555"/>
                    <a:pt x="1070" y="3960"/>
                    <a:pt x="946" y="4346"/>
                  </a:cubicBezTo>
                  <a:cubicBezTo>
                    <a:pt x="722" y="5036"/>
                    <a:pt x="53" y="5514"/>
                    <a:pt x="18" y="6278"/>
                  </a:cubicBezTo>
                  <a:cubicBezTo>
                    <a:pt x="1" y="6694"/>
                    <a:pt x="237" y="7034"/>
                    <a:pt x="331" y="7425"/>
                  </a:cubicBezTo>
                  <a:cubicBezTo>
                    <a:pt x="432" y="7842"/>
                    <a:pt x="361" y="8287"/>
                    <a:pt x="325" y="8709"/>
                  </a:cubicBezTo>
                  <a:cubicBezTo>
                    <a:pt x="287" y="9141"/>
                    <a:pt x="285" y="9571"/>
                    <a:pt x="399" y="9994"/>
                  </a:cubicBezTo>
                  <a:cubicBezTo>
                    <a:pt x="509" y="10400"/>
                    <a:pt x="705" y="10782"/>
                    <a:pt x="924" y="11139"/>
                  </a:cubicBezTo>
                  <a:cubicBezTo>
                    <a:pt x="1320" y="11786"/>
                    <a:pt x="1760" y="12505"/>
                    <a:pt x="2392" y="12945"/>
                  </a:cubicBezTo>
                  <a:cubicBezTo>
                    <a:pt x="2731" y="13180"/>
                    <a:pt x="3143" y="13244"/>
                    <a:pt x="3498" y="13445"/>
                  </a:cubicBezTo>
                  <a:cubicBezTo>
                    <a:pt x="3882" y="13663"/>
                    <a:pt x="4268" y="13858"/>
                    <a:pt x="4684" y="14006"/>
                  </a:cubicBezTo>
                  <a:cubicBezTo>
                    <a:pt x="5093" y="14151"/>
                    <a:pt x="5514" y="14261"/>
                    <a:pt x="5937" y="14363"/>
                  </a:cubicBezTo>
                  <a:cubicBezTo>
                    <a:pt x="6365" y="14465"/>
                    <a:pt x="6801" y="14586"/>
                    <a:pt x="7244" y="14598"/>
                  </a:cubicBezTo>
                  <a:cubicBezTo>
                    <a:pt x="7261" y="14599"/>
                    <a:pt x="7278" y="14599"/>
                    <a:pt x="7295" y="14599"/>
                  </a:cubicBezTo>
                  <a:cubicBezTo>
                    <a:pt x="7928" y="14599"/>
                    <a:pt x="8530" y="14248"/>
                    <a:pt x="9160" y="14123"/>
                  </a:cubicBezTo>
                  <a:cubicBezTo>
                    <a:pt x="10002" y="13957"/>
                    <a:pt x="10551" y="13942"/>
                    <a:pt x="11344" y="13513"/>
                  </a:cubicBezTo>
                  <a:cubicBezTo>
                    <a:pt x="12189" y="13056"/>
                    <a:pt x="13334" y="12350"/>
                    <a:pt x="13742" y="11436"/>
                  </a:cubicBezTo>
                  <a:cubicBezTo>
                    <a:pt x="13925" y="11030"/>
                    <a:pt x="14066" y="10605"/>
                    <a:pt x="14221" y="10188"/>
                  </a:cubicBezTo>
                  <a:cubicBezTo>
                    <a:pt x="14375" y="9774"/>
                    <a:pt x="14567" y="9358"/>
                    <a:pt x="14676" y="8929"/>
                  </a:cubicBezTo>
                  <a:cubicBezTo>
                    <a:pt x="14729" y="8718"/>
                    <a:pt x="14750" y="8500"/>
                    <a:pt x="14702" y="8286"/>
                  </a:cubicBezTo>
                  <a:cubicBezTo>
                    <a:pt x="14656" y="8076"/>
                    <a:pt x="14526" y="7906"/>
                    <a:pt x="14457" y="7707"/>
                  </a:cubicBezTo>
                  <a:cubicBezTo>
                    <a:pt x="14339" y="7367"/>
                    <a:pt x="14594" y="6957"/>
                    <a:pt x="14656" y="6624"/>
                  </a:cubicBezTo>
                  <a:cubicBezTo>
                    <a:pt x="14811" y="5779"/>
                    <a:pt x="14198" y="5105"/>
                    <a:pt x="14221" y="4281"/>
                  </a:cubicBezTo>
                  <a:cubicBezTo>
                    <a:pt x="14233" y="3835"/>
                    <a:pt x="14151" y="3471"/>
                    <a:pt x="13871" y="3117"/>
                  </a:cubicBezTo>
                  <a:cubicBezTo>
                    <a:pt x="13607" y="2782"/>
                    <a:pt x="13277" y="2497"/>
                    <a:pt x="12974" y="2200"/>
                  </a:cubicBezTo>
                  <a:cubicBezTo>
                    <a:pt x="12460" y="1696"/>
                    <a:pt x="11869" y="977"/>
                    <a:pt x="11104" y="977"/>
                  </a:cubicBezTo>
                  <a:cubicBezTo>
                    <a:pt x="10989" y="977"/>
                    <a:pt x="10869" y="994"/>
                    <a:pt x="10745" y="1030"/>
                  </a:cubicBezTo>
                  <a:cubicBezTo>
                    <a:pt x="10666" y="1052"/>
                    <a:pt x="10586" y="1083"/>
                    <a:pt x="10505" y="1083"/>
                  </a:cubicBezTo>
                  <a:cubicBezTo>
                    <a:pt x="10492" y="1083"/>
                    <a:pt x="10479" y="1082"/>
                    <a:pt x="10466" y="1080"/>
                  </a:cubicBezTo>
                  <a:cubicBezTo>
                    <a:pt x="10116" y="1031"/>
                    <a:pt x="9593" y="312"/>
                    <a:pt x="9178" y="155"/>
                  </a:cubicBezTo>
                  <a:cubicBezTo>
                    <a:pt x="8898" y="49"/>
                    <a:pt x="8618" y="1"/>
                    <a:pt x="8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9">
              <a:extLst>
                <a:ext uri="{FF2B5EF4-FFF2-40B4-BE49-F238E27FC236}">
                  <a16:creationId xmlns:a16="http://schemas.microsoft.com/office/drawing/2014/main" id="{706A32FD-01A1-AD19-0603-6B039155DFB0}"/>
                </a:ext>
              </a:extLst>
            </p:cNvPr>
            <p:cNvSpPr/>
            <p:nvPr/>
          </p:nvSpPr>
          <p:spPr>
            <a:xfrm>
              <a:off x="6065139" y="886535"/>
              <a:ext cx="459587" cy="423077"/>
            </a:xfrm>
            <a:custGeom>
              <a:avLst/>
              <a:gdLst/>
              <a:ahLst/>
              <a:cxnLst/>
              <a:rect l="l" t="t" r="r" b="b"/>
              <a:pathLst>
                <a:path w="14728" h="13558" extrusionOk="0">
                  <a:moveTo>
                    <a:pt x="3670" y="0"/>
                  </a:moveTo>
                  <a:lnTo>
                    <a:pt x="3670" y="0"/>
                  </a:lnTo>
                  <a:cubicBezTo>
                    <a:pt x="3426" y="240"/>
                    <a:pt x="3232" y="527"/>
                    <a:pt x="2978" y="756"/>
                  </a:cubicBezTo>
                  <a:cubicBezTo>
                    <a:pt x="2708" y="999"/>
                    <a:pt x="2381" y="1167"/>
                    <a:pt x="2086" y="1375"/>
                  </a:cubicBezTo>
                  <a:cubicBezTo>
                    <a:pt x="1786" y="1585"/>
                    <a:pt x="1503" y="1829"/>
                    <a:pt x="1324" y="2155"/>
                  </a:cubicBezTo>
                  <a:cubicBezTo>
                    <a:pt x="1128" y="2514"/>
                    <a:pt x="1071" y="2919"/>
                    <a:pt x="946" y="3305"/>
                  </a:cubicBezTo>
                  <a:cubicBezTo>
                    <a:pt x="723" y="3994"/>
                    <a:pt x="53" y="4473"/>
                    <a:pt x="19" y="5237"/>
                  </a:cubicBezTo>
                  <a:cubicBezTo>
                    <a:pt x="0" y="5653"/>
                    <a:pt x="237" y="5993"/>
                    <a:pt x="331" y="6384"/>
                  </a:cubicBezTo>
                  <a:cubicBezTo>
                    <a:pt x="433" y="6801"/>
                    <a:pt x="360" y="7246"/>
                    <a:pt x="325" y="7668"/>
                  </a:cubicBezTo>
                  <a:cubicBezTo>
                    <a:pt x="288" y="8100"/>
                    <a:pt x="285" y="8530"/>
                    <a:pt x="400" y="8952"/>
                  </a:cubicBezTo>
                  <a:cubicBezTo>
                    <a:pt x="510" y="9359"/>
                    <a:pt x="706" y="9741"/>
                    <a:pt x="925" y="10098"/>
                  </a:cubicBezTo>
                  <a:cubicBezTo>
                    <a:pt x="1321" y="10745"/>
                    <a:pt x="1761" y="11463"/>
                    <a:pt x="2393" y="11904"/>
                  </a:cubicBezTo>
                  <a:cubicBezTo>
                    <a:pt x="2732" y="12139"/>
                    <a:pt x="3143" y="12203"/>
                    <a:pt x="3499" y="12404"/>
                  </a:cubicBezTo>
                  <a:cubicBezTo>
                    <a:pt x="3883" y="12622"/>
                    <a:pt x="4267" y="12817"/>
                    <a:pt x="4685" y="12965"/>
                  </a:cubicBezTo>
                  <a:cubicBezTo>
                    <a:pt x="5094" y="13110"/>
                    <a:pt x="5515" y="13220"/>
                    <a:pt x="5937" y="13322"/>
                  </a:cubicBezTo>
                  <a:cubicBezTo>
                    <a:pt x="6365" y="13424"/>
                    <a:pt x="6802" y="13545"/>
                    <a:pt x="7244" y="13557"/>
                  </a:cubicBezTo>
                  <a:cubicBezTo>
                    <a:pt x="7261" y="13558"/>
                    <a:pt x="7278" y="13558"/>
                    <a:pt x="7295" y="13558"/>
                  </a:cubicBezTo>
                  <a:cubicBezTo>
                    <a:pt x="7928" y="13558"/>
                    <a:pt x="8530" y="13207"/>
                    <a:pt x="9161" y="13082"/>
                  </a:cubicBezTo>
                  <a:cubicBezTo>
                    <a:pt x="10002" y="12916"/>
                    <a:pt x="10552" y="12901"/>
                    <a:pt x="11345" y="12472"/>
                  </a:cubicBezTo>
                  <a:cubicBezTo>
                    <a:pt x="12189" y="12015"/>
                    <a:pt x="13335" y="11309"/>
                    <a:pt x="13742" y="10395"/>
                  </a:cubicBezTo>
                  <a:cubicBezTo>
                    <a:pt x="13925" y="9989"/>
                    <a:pt x="14066" y="9563"/>
                    <a:pt x="14221" y="9147"/>
                  </a:cubicBezTo>
                  <a:cubicBezTo>
                    <a:pt x="14375" y="8733"/>
                    <a:pt x="14568" y="8316"/>
                    <a:pt x="14677" y="7888"/>
                  </a:cubicBezTo>
                  <a:cubicBezTo>
                    <a:pt x="14708" y="7761"/>
                    <a:pt x="14726" y="7631"/>
                    <a:pt x="14727" y="7502"/>
                  </a:cubicBezTo>
                  <a:lnTo>
                    <a:pt x="14727" y="7502"/>
                  </a:lnTo>
                  <a:cubicBezTo>
                    <a:pt x="14195" y="8279"/>
                    <a:pt x="13616" y="8995"/>
                    <a:pt x="12777" y="9396"/>
                  </a:cubicBezTo>
                  <a:cubicBezTo>
                    <a:pt x="12199" y="9673"/>
                    <a:pt x="11550" y="9766"/>
                    <a:pt x="10910" y="9823"/>
                  </a:cubicBezTo>
                  <a:cubicBezTo>
                    <a:pt x="10512" y="9858"/>
                    <a:pt x="10112" y="9880"/>
                    <a:pt x="9712" y="9880"/>
                  </a:cubicBezTo>
                  <a:cubicBezTo>
                    <a:pt x="9386" y="9880"/>
                    <a:pt x="9061" y="9866"/>
                    <a:pt x="8738" y="9831"/>
                  </a:cubicBezTo>
                  <a:cubicBezTo>
                    <a:pt x="8418" y="9797"/>
                    <a:pt x="8091" y="9739"/>
                    <a:pt x="7821" y="9566"/>
                  </a:cubicBezTo>
                  <a:cubicBezTo>
                    <a:pt x="7613" y="9434"/>
                    <a:pt x="7453" y="9241"/>
                    <a:pt x="7265" y="9084"/>
                  </a:cubicBezTo>
                  <a:cubicBezTo>
                    <a:pt x="6451" y="8405"/>
                    <a:pt x="5178" y="8418"/>
                    <a:pt x="4464" y="7633"/>
                  </a:cubicBezTo>
                  <a:cubicBezTo>
                    <a:pt x="3695" y="6788"/>
                    <a:pt x="3942" y="5473"/>
                    <a:pt x="3767" y="4344"/>
                  </a:cubicBezTo>
                  <a:cubicBezTo>
                    <a:pt x="3661" y="3656"/>
                    <a:pt x="3384" y="3004"/>
                    <a:pt x="3287" y="2316"/>
                  </a:cubicBezTo>
                  <a:cubicBezTo>
                    <a:pt x="3176" y="1529"/>
                    <a:pt x="3318" y="713"/>
                    <a:pt x="36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>
              <a:extLst>
                <a:ext uri="{FF2B5EF4-FFF2-40B4-BE49-F238E27FC236}">
                  <a16:creationId xmlns:a16="http://schemas.microsoft.com/office/drawing/2014/main" id="{CF7F326A-F59F-A0ED-E13C-42E3C271BE31}"/>
                </a:ext>
              </a:extLst>
            </p:cNvPr>
            <p:cNvSpPr/>
            <p:nvPr/>
          </p:nvSpPr>
          <p:spPr>
            <a:xfrm>
              <a:off x="6065139" y="921953"/>
              <a:ext cx="435310" cy="387660"/>
            </a:xfrm>
            <a:custGeom>
              <a:avLst/>
              <a:gdLst/>
              <a:ahLst/>
              <a:cxnLst/>
              <a:rect l="l" t="t" r="r" b="b"/>
              <a:pathLst>
                <a:path w="13950" h="12423" extrusionOk="0">
                  <a:moveTo>
                    <a:pt x="2454" y="0"/>
                  </a:moveTo>
                  <a:lnTo>
                    <a:pt x="2454" y="0"/>
                  </a:lnTo>
                  <a:cubicBezTo>
                    <a:pt x="2330" y="79"/>
                    <a:pt x="2206" y="156"/>
                    <a:pt x="2086" y="240"/>
                  </a:cubicBezTo>
                  <a:cubicBezTo>
                    <a:pt x="1786" y="450"/>
                    <a:pt x="1503" y="694"/>
                    <a:pt x="1324" y="1020"/>
                  </a:cubicBezTo>
                  <a:cubicBezTo>
                    <a:pt x="1128" y="1379"/>
                    <a:pt x="1071" y="1784"/>
                    <a:pt x="946" y="2170"/>
                  </a:cubicBezTo>
                  <a:cubicBezTo>
                    <a:pt x="723" y="2859"/>
                    <a:pt x="53" y="3338"/>
                    <a:pt x="19" y="4102"/>
                  </a:cubicBezTo>
                  <a:cubicBezTo>
                    <a:pt x="0" y="4518"/>
                    <a:pt x="237" y="4858"/>
                    <a:pt x="331" y="5249"/>
                  </a:cubicBezTo>
                  <a:cubicBezTo>
                    <a:pt x="433" y="5666"/>
                    <a:pt x="360" y="6111"/>
                    <a:pt x="325" y="6532"/>
                  </a:cubicBezTo>
                  <a:cubicBezTo>
                    <a:pt x="288" y="6965"/>
                    <a:pt x="285" y="7395"/>
                    <a:pt x="400" y="7817"/>
                  </a:cubicBezTo>
                  <a:cubicBezTo>
                    <a:pt x="510" y="8224"/>
                    <a:pt x="706" y="8606"/>
                    <a:pt x="925" y="8963"/>
                  </a:cubicBezTo>
                  <a:cubicBezTo>
                    <a:pt x="1321" y="9610"/>
                    <a:pt x="1761" y="10328"/>
                    <a:pt x="2393" y="10769"/>
                  </a:cubicBezTo>
                  <a:cubicBezTo>
                    <a:pt x="2732" y="11004"/>
                    <a:pt x="3143" y="11067"/>
                    <a:pt x="3499" y="11269"/>
                  </a:cubicBezTo>
                  <a:cubicBezTo>
                    <a:pt x="3883" y="11487"/>
                    <a:pt x="4267" y="11682"/>
                    <a:pt x="4685" y="11830"/>
                  </a:cubicBezTo>
                  <a:cubicBezTo>
                    <a:pt x="5094" y="11975"/>
                    <a:pt x="5515" y="12084"/>
                    <a:pt x="5937" y="12186"/>
                  </a:cubicBezTo>
                  <a:cubicBezTo>
                    <a:pt x="6365" y="12289"/>
                    <a:pt x="6802" y="12410"/>
                    <a:pt x="7244" y="12422"/>
                  </a:cubicBezTo>
                  <a:cubicBezTo>
                    <a:pt x="7261" y="12423"/>
                    <a:pt x="7278" y="12423"/>
                    <a:pt x="7295" y="12423"/>
                  </a:cubicBezTo>
                  <a:cubicBezTo>
                    <a:pt x="7928" y="12423"/>
                    <a:pt x="8530" y="12072"/>
                    <a:pt x="9161" y="11947"/>
                  </a:cubicBezTo>
                  <a:cubicBezTo>
                    <a:pt x="10002" y="11781"/>
                    <a:pt x="10552" y="11765"/>
                    <a:pt x="11345" y="11337"/>
                  </a:cubicBezTo>
                  <a:cubicBezTo>
                    <a:pt x="12190" y="10880"/>
                    <a:pt x="13335" y="10174"/>
                    <a:pt x="13742" y="9260"/>
                  </a:cubicBezTo>
                  <a:cubicBezTo>
                    <a:pt x="13818" y="9093"/>
                    <a:pt x="13885" y="8922"/>
                    <a:pt x="13950" y="8751"/>
                  </a:cubicBezTo>
                  <a:lnTo>
                    <a:pt x="13950" y="8751"/>
                  </a:lnTo>
                  <a:cubicBezTo>
                    <a:pt x="13157" y="9439"/>
                    <a:pt x="12164" y="9856"/>
                    <a:pt x="11191" y="10255"/>
                  </a:cubicBezTo>
                  <a:cubicBezTo>
                    <a:pt x="9979" y="10753"/>
                    <a:pt x="8738" y="11255"/>
                    <a:pt x="7429" y="11327"/>
                  </a:cubicBezTo>
                  <a:cubicBezTo>
                    <a:pt x="7356" y="11331"/>
                    <a:pt x="7281" y="11334"/>
                    <a:pt x="7206" y="11334"/>
                  </a:cubicBezTo>
                  <a:cubicBezTo>
                    <a:pt x="6750" y="11334"/>
                    <a:pt x="6283" y="11249"/>
                    <a:pt x="5945" y="10953"/>
                  </a:cubicBezTo>
                  <a:cubicBezTo>
                    <a:pt x="5809" y="10833"/>
                    <a:pt x="5699" y="10683"/>
                    <a:pt x="5545" y="10586"/>
                  </a:cubicBezTo>
                  <a:cubicBezTo>
                    <a:pt x="5337" y="10457"/>
                    <a:pt x="5081" y="10444"/>
                    <a:pt x="4839" y="10403"/>
                  </a:cubicBezTo>
                  <a:cubicBezTo>
                    <a:pt x="3943" y="10252"/>
                    <a:pt x="3140" y="9631"/>
                    <a:pt x="2767" y="8802"/>
                  </a:cubicBezTo>
                  <a:cubicBezTo>
                    <a:pt x="2644" y="8531"/>
                    <a:pt x="2566" y="8239"/>
                    <a:pt x="2415" y="7981"/>
                  </a:cubicBezTo>
                  <a:cubicBezTo>
                    <a:pt x="2203" y="7619"/>
                    <a:pt x="1862" y="7348"/>
                    <a:pt x="1631" y="6999"/>
                  </a:cubicBezTo>
                  <a:cubicBezTo>
                    <a:pt x="1231" y="6395"/>
                    <a:pt x="1196" y="5624"/>
                    <a:pt x="1232" y="4901"/>
                  </a:cubicBezTo>
                  <a:cubicBezTo>
                    <a:pt x="1319" y="3209"/>
                    <a:pt x="1740" y="1536"/>
                    <a:pt x="245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9">
              <a:extLst>
                <a:ext uri="{FF2B5EF4-FFF2-40B4-BE49-F238E27FC236}">
                  <a16:creationId xmlns:a16="http://schemas.microsoft.com/office/drawing/2014/main" id="{2E8AAD45-14C2-9E77-D4E2-AEEEC981E3B7}"/>
                </a:ext>
              </a:extLst>
            </p:cNvPr>
            <p:cNvSpPr/>
            <p:nvPr/>
          </p:nvSpPr>
          <p:spPr>
            <a:xfrm>
              <a:off x="6304856" y="920923"/>
              <a:ext cx="35636" cy="43125"/>
            </a:xfrm>
            <a:custGeom>
              <a:avLst/>
              <a:gdLst/>
              <a:ahLst/>
              <a:cxnLst/>
              <a:rect l="l" t="t" r="r" b="b"/>
              <a:pathLst>
                <a:path w="1142" h="1382" extrusionOk="0">
                  <a:moveTo>
                    <a:pt x="624" y="1"/>
                  </a:moveTo>
                  <a:cubicBezTo>
                    <a:pt x="582" y="1"/>
                    <a:pt x="540" y="6"/>
                    <a:pt x="492" y="16"/>
                  </a:cubicBezTo>
                  <a:cubicBezTo>
                    <a:pt x="484" y="18"/>
                    <a:pt x="476" y="20"/>
                    <a:pt x="468" y="24"/>
                  </a:cubicBezTo>
                  <a:cubicBezTo>
                    <a:pt x="428" y="38"/>
                    <a:pt x="384" y="54"/>
                    <a:pt x="347" y="77"/>
                  </a:cubicBezTo>
                  <a:cubicBezTo>
                    <a:pt x="330" y="87"/>
                    <a:pt x="307" y="107"/>
                    <a:pt x="297" y="116"/>
                  </a:cubicBezTo>
                  <a:cubicBezTo>
                    <a:pt x="280" y="128"/>
                    <a:pt x="260" y="141"/>
                    <a:pt x="244" y="155"/>
                  </a:cubicBezTo>
                  <a:cubicBezTo>
                    <a:pt x="225" y="174"/>
                    <a:pt x="209" y="197"/>
                    <a:pt x="193" y="218"/>
                  </a:cubicBezTo>
                  <a:cubicBezTo>
                    <a:pt x="169" y="250"/>
                    <a:pt x="145" y="278"/>
                    <a:pt x="128" y="314"/>
                  </a:cubicBezTo>
                  <a:cubicBezTo>
                    <a:pt x="105" y="363"/>
                    <a:pt x="82" y="413"/>
                    <a:pt x="65" y="465"/>
                  </a:cubicBezTo>
                  <a:cubicBezTo>
                    <a:pt x="56" y="492"/>
                    <a:pt x="52" y="522"/>
                    <a:pt x="47" y="550"/>
                  </a:cubicBezTo>
                  <a:cubicBezTo>
                    <a:pt x="29" y="638"/>
                    <a:pt x="1" y="731"/>
                    <a:pt x="9" y="821"/>
                  </a:cubicBezTo>
                  <a:cubicBezTo>
                    <a:pt x="12" y="856"/>
                    <a:pt x="16" y="896"/>
                    <a:pt x="24" y="930"/>
                  </a:cubicBezTo>
                  <a:cubicBezTo>
                    <a:pt x="36" y="985"/>
                    <a:pt x="60" y="1024"/>
                    <a:pt x="93" y="1066"/>
                  </a:cubicBezTo>
                  <a:cubicBezTo>
                    <a:pt x="107" y="1086"/>
                    <a:pt x="123" y="1103"/>
                    <a:pt x="139" y="1118"/>
                  </a:cubicBezTo>
                  <a:cubicBezTo>
                    <a:pt x="146" y="1134"/>
                    <a:pt x="152" y="1150"/>
                    <a:pt x="160" y="1164"/>
                  </a:cubicBezTo>
                  <a:cubicBezTo>
                    <a:pt x="198" y="1230"/>
                    <a:pt x="251" y="1283"/>
                    <a:pt x="316" y="1321"/>
                  </a:cubicBezTo>
                  <a:cubicBezTo>
                    <a:pt x="366" y="1353"/>
                    <a:pt x="420" y="1371"/>
                    <a:pt x="478" y="1373"/>
                  </a:cubicBezTo>
                  <a:cubicBezTo>
                    <a:pt x="502" y="1378"/>
                    <a:pt x="527" y="1381"/>
                    <a:pt x="551" y="1381"/>
                  </a:cubicBezTo>
                  <a:cubicBezTo>
                    <a:pt x="585" y="1381"/>
                    <a:pt x="618" y="1376"/>
                    <a:pt x="653" y="1365"/>
                  </a:cubicBezTo>
                  <a:cubicBezTo>
                    <a:pt x="726" y="1344"/>
                    <a:pt x="791" y="1307"/>
                    <a:pt x="845" y="1252"/>
                  </a:cubicBezTo>
                  <a:cubicBezTo>
                    <a:pt x="896" y="1192"/>
                    <a:pt x="949" y="1127"/>
                    <a:pt x="990" y="1057"/>
                  </a:cubicBezTo>
                  <a:cubicBezTo>
                    <a:pt x="1029" y="986"/>
                    <a:pt x="1060" y="911"/>
                    <a:pt x="1086" y="836"/>
                  </a:cubicBezTo>
                  <a:cubicBezTo>
                    <a:pt x="1102" y="792"/>
                    <a:pt x="1113" y="746"/>
                    <a:pt x="1119" y="699"/>
                  </a:cubicBezTo>
                  <a:cubicBezTo>
                    <a:pt x="1128" y="646"/>
                    <a:pt x="1139" y="585"/>
                    <a:pt x="1140" y="528"/>
                  </a:cubicBezTo>
                  <a:cubicBezTo>
                    <a:pt x="1141" y="501"/>
                    <a:pt x="1135" y="473"/>
                    <a:pt x="1132" y="445"/>
                  </a:cubicBezTo>
                  <a:cubicBezTo>
                    <a:pt x="1128" y="414"/>
                    <a:pt x="1126" y="388"/>
                    <a:pt x="1116" y="359"/>
                  </a:cubicBezTo>
                  <a:cubicBezTo>
                    <a:pt x="1089" y="277"/>
                    <a:pt x="1049" y="198"/>
                    <a:pt x="982" y="140"/>
                  </a:cubicBezTo>
                  <a:cubicBezTo>
                    <a:pt x="916" y="82"/>
                    <a:pt x="844" y="32"/>
                    <a:pt x="756" y="15"/>
                  </a:cubicBezTo>
                  <a:cubicBezTo>
                    <a:pt x="709" y="6"/>
                    <a:pt x="666" y="1"/>
                    <a:pt x="624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9">
              <a:extLst>
                <a:ext uri="{FF2B5EF4-FFF2-40B4-BE49-F238E27FC236}">
                  <a16:creationId xmlns:a16="http://schemas.microsoft.com/office/drawing/2014/main" id="{A62FB0E5-4269-84F0-A77F-35EED4FEE831}"/>
                </a:ext>
              </a:extLst>
            </p:cNvPr>
            <p:cNvSpPr/>
            <p:nvPr/>
          </p:nvSpPr>
          <p:spPr>
            <a:xfrm>
              <a:off x="6174045" y="966763"/>
              <a:ext cx="42782" cy="45466"/>
            </a:xfrm>
            <a:custGeom>
              <a:avLst/>
              <a:gdLst/>
              <a:ahLst/>
              <a:cxnLst/>
              <a:rect l="l" t="t" r="r" b="b"/>
              <a:pathLst>
                <a:path w="1371" h="1457" extrusionOk="0">
                  <a:moveTo>
                    <a:pt x="767" y="1"/>
                  </a:moveTo>
                  <a:cubicBezTo>
                    <a:pt x="763" y="1"/>
                    <a:pt x="759" y="1"/>
                    <a:pt x="754" y="1"/>
                  </a:cubicBezTo>
                  <a:cubicBezTo>
                    <a:pt x="415" y="13"/>
                    <a:pt x="65" y="217"/>
                    <a:pt x="25" y="580"/>
                  </a:cubicBezTo>
                  <a:cubicBezTo>
                    <a:pt x="1" y="799"/>
                    <a:pt x="90" y="1021"/>
                    <a:pt x="242" y="1182"/>
                  </a:cubicBezTo>
                  <a:cubicBezTo>
                    <a:pt x="399" y="1348"/>
                    <a:pt x="598" y="1457"/>
                    <a:pt x="812" y="1457"/>
                  </a:cubicBezTo>
                  <a:cubicBezTo>
                    <a:pt x="876" y="1457"/>
                    <a:pt x="942" y="1447"/>
                    <a:pt x="1009" y="1425"/>
                  </a:cubicBezTo>
                  <a:cubicBezTo>
                    <a:pt x="1302" y="1329"/>
                    <a:pt x="1371" y="970"/>
                    <a:pt x="1336" y="657"/>
                  </a:cubicBezTo>
                  <a:cubicBezTo>
                    <a:pt x="1323" y="526"/>
                    <a:pt x="1290" y="403"/>
                    <a:pt x="1250" y="311"/>
                  </a:cubicBezTo>
                  <a:cubicBezTo>
                    <a:pt x="1244" y="300"/>
                    <a:pt x="1240" y="290"/>
                    <a:pt x="1234" y="280"/>
                  </a:cubicBezTo>
                  <a:cubicBezTo>
                    <a:pt x="1231" y="274"/>
                    <a:pt x="1226" y="269"/>
                    <a:pt x="1222" y="263"/>
                  </a:cubicBezTo>
                  <a:cubicBezTo>
                    <a:pt x="1201" y="232"/>
                    <a:pt x="1174" y="196"/>
                    <a:pt x="1149" y="168"/>
                  </a:cubicBezTo>
                  <a:cubicBezTo>
                    <a:pt x="1083" y="95"/>
                    <a:pt x="1005" y="56"/>
                    <a:pt x="915" y="24"/>
                  </a:cubicBezTo>
                  <a:cubicBezTo>
                    <a:pt x="905" y="21"/>
                    <a:pt x="898" y="19"/>
                    <a:pt x="888" y="17"/>
                  </a:cubicBezTo>
                  <a:cubicBezTo>
                    <a:pt x="850" y="9"/>
                    <a:pt x="807" y="1"/>
                    <a:pt x="76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9">
              <a:extLst>
                <a:ext uri="{FF2B5EF4-FFF2-40B4-BE49-F238E27FC236}">
                  <a16:creationId xmlns:a16="http://schemas.microsoft.com/office/drawing/2014/main" id="{5833BB15-9004-6D93-8EDE-7D2F6EBC56B2}"/>
                </a:ext>
              </a:extLst>
            </p:cNvPr>
            <p:cNvSpPr/>
            <p:nvPr/>
          </p:nvSpPr>
          <p:spPr>
            <a:xfrm>
              <a:off x="6234270" y="1077947"/>
              <a:ext cx="41815" cy="40161"/>
            </a:xfrm>
            <a:custGeom>
              <a:avLst/>
              <a:gdLst/>
              <a:ahLst/>
              <a:cxnLst/>
              <a:rect l="l" t="t" r="r" b="b"/>
              <a:pathLst>
                <a:path w="1340" h="1287" extrusionOk="0">
                  <a:moveTo>
                    <a:pt x="635" y="0"/>
                  </a:moveTo>
                  <a:cubicBezTo>
                    <a:pt x="628" y="0"/>
                    <a:pt x="622" y="0"/>
                    <a:pt x="615" y="1"/>
                  </a:cubicBezTo>
                  <a:cubicBezTo>
                    <a:pt x="561" y="8"/>
                    <a:pt x="506" y="15"/>
                    <a:pt x="452" y="23"/>
                  </a:cubicBezTo>
                  <a:cubicBezTo>
                    <a:pt x="404" y="43"/>
                    <a:pt x="355" y="63"/>
                    <a:pt x="305" y="84"/>
                  </a:cubicBezTo>
                  <a:cubicBezTo>
                    <a:pt x="234" y="123"/>
                    <a:pt x="177" y="175"/>
                    <a:pt x="134" y="242"/>
                  </a:cubicBezTo>
                  <a:cubicBezTo>
                    <a:pt x="79" y="301"/>
                    <a:pt x="43" y="371"/>
                    <a:pt x="24" y="451"/>
                  </a:cubicBezTo>
                  <a:lnTo>
                    <a:pt x="24" y="454"/>
                  </a:lnTo>
                  <a:lnTo>
                    <a:pt x="2" y="617"/>
                  </a:lnTo>
                  <a:cubicBezTo>
                    <a:pt x="1" y="620"/>
                    <a:pt x="1" y="622"/>
                    <a:pt x="1" y="625"/>
                  </a:cubicBezTo>
                  <a:cubicBezTo>
                    <a:pt x="1" y="655"/>
                    <a:pt x="11" y="703"/>
                    <a:pt x="13" y="719"/>
                  </a:cubicBezTo>
                  <a:cubicBezTo>
                    <a:pt x="17" y="747"/>
                    <a:pt x="19" y="782"/>
                    <a:pt x="27" y="813"/>
                  </a:cubicBezTo>
                  <a:cubicBezTo>
                    <a:pt x="48" y="862"/>
                    <a:pt x="69" y="911"/>
                    <a:pt x="90" y="961"/>
                  </a:cubicBezTo>
                  <a:cubicBezTo>
                    <a:pt x="90" y="961"/>
                    <a:pt x="91" y="962"/>
                    <a:pt x="91" y="964"/>
                  </a:cubicBezTo>
                  <a:cubicBezTo>
                    <a:pt x="130" y="1036"/>
                    <a:pt x="183" y="1094"/>
                    <a:pt x="251" y="1137"/>
                  </a:cubicBezTo>
                  <a:cubicBezTo>
                    <a:pt x="272" y="1154"/>
                    <a:pt x="293" y="1171"/>
                    <a:pt x="315" y="1186"/>
                  </a:cubicBezTo>
                  <a:cubicBezTo>
                    <a:pt x="318" y="1190"/>
                    <a:pt x="321" y="1192"/>
                    <a:pt x="325" y="1194"/>
                  </a:cubicBezTo>
                  <a:cubicBezTo>
                    <a:pt x="326" y="1195"/>
                    <a:pt x="328" y="1195"/>
                    <a:pt x="331" y="1196"/>
                  </a:cubicBezTo>
                  <a:lnTo>
                    <a:pt x="333" y="1197"/>
                  </a:lnTo>
                  <a:lnTo>
                    <a:pt x="479" y="1259"/>
                  </a:lnTo>
                  <a:cubicBezTo>
                    <a:pt x="533" y="1279"/>
                    <a:pt x="648" y="1285"/>
                    <a:pt x="661" y="1286"/>
                  </a:cubicBezTo>
                  <a:cubicBezTo>
                    <a:pt x="669" y="1287"/>
                    <a:pt x="677" y="1287"/>
                    <a:pt x="685" y="1287"/>
                  </a:cubicBezTo>
                  <a:cubicBezTo>
                    <a:pt x="713" y="1284"/>
                    <a:pt x="751" y="1278"/>
                    <a:pt x="768" y="1275"/>
                  </a:cubicBezTo>
                  <a:cubicBezTo>
                    <a:pt x="787" y="1273"/>
                    <a:pt x="825" y="1269"/>
                    <a:pt x="852" y="1264"/>
                  </a:cubicBezTo>
                  <a:cubicBezTo>
                    <a:pt x="856" y="1263"/>
                    <a:pt x="860" y="1262"/>
                    <a:pt x="863" y="1261"/>
                  </a:cubicBezTo>
                  <a:cubicBezTo>
                    <a:pt x="867" y="1260"/>
                    <a:pt x="872" y="1259"/>
                    <a:pt x="876" y="1257"/>
                  </a:cubicBezTo>
                  <a:cubicBezTo>
                    <a:pt x="909" y="1244"/>
                    <a:pt x="986" y="1213"/>
                    <a:pt x="1017" y="1197"/>
                  </a:cubicBezTo>
                  <a:cubicBezTo>
                    <a:pt x="1019" y="1196"/>
                    <a:pt x="1021" y="1195"/>
                    <a:pt x="1023" y="1194"/>
                  </a:cubicBezTo>
                  <a:cubicBezTo>
                    <a:pt x="1027" y="1192"/>
                    <a:pt x="1030" y="1190"/>
                    <a:pt x="1034" y="1188"/>
                  </a:cubicBezTo>
                  <a:cubicBezTo>
                    <a:pt x="1040" y="1184"/>
                    <a:pt x="1047" y="1179"/>
                    <a:pt x="1053" y="1174"/>
                  </a:cubicBezTo>
                  <a:lnTo>
                    <a:pt x="1053" y="1174"/>
                  </a:lnTo>
                  <a:cubicBezTo>
                    <a:pt x="1070" y="1162"/>
                    <a:pt x="1087" y="1148"/>
                    <a:pt x="1103" y="1134"/>
                  </a:cubicBezTo>
                  <a:cubicBezTo>
                    <a:pt x="1103" y="1134"/>
                    <a:pt x="1104" y="1133"/>
                    <a:pt x="1105" y="1133"/>
                  </a:cubicBezTo>
                  <a:cubicBezTo>
                    <a:pt x="1106" y="1132"/>
                    <a:pt x="1107" y="1132"/>
                    <a:pt x="1108" y="1131"/>
                  </a:cubicBezTo>
                  <a:lnTo>
                    <a:pt x="1108" y="1131"/>
                  </a:lnTo>
                  <a:cubicBezTo>
                    <a:pt x="1167" y="1091"/>
                    <a:pt x="1214" y="1040"/>
                    <a:pt x="1248" y="976"/>
                  </a:cubicBezTo>
                  <a:cubicBezTo>
                    <a:pt x="1267" y="931"/>
                    <a:pt x="1286" y="886"/>
                    <a:pt x="1305" y="841"/>
                  </a:cubicBezTo>
                  <a:cubicBezTo>
                    <a:pt x="1306" y="839"/>
                    <a:pt x="1306" y="837"/>
                    <a:pt x="1306" y="835"/>
                  </a:cubicBezTo>
                  <a:cubicBezTo>
                    <a:pt x="1330" y="738"/>
                    <a:pt x="1339" y="607"/>
                    <a:pt x="1304" y="511"/>
                  </a:cubicBezTo>
                  <a:lnTo>
                    <a:pt x="1304" y="511"/>
                  </a:lnTo>
                  <a:cubicBezTo>
                    <a:pt x="1294" y="467"/>
                    <a:pt x="1277" y="426"/>
                    <a:pt x="1253" y="387"/>
                  </a:cubicBezTo>
                  <a:cubicBezTo>
                    <a:pt x="1225" y="352"/>
                    <a:pt x="1199" y="319"/>
                    <a:pt x="1173" y="284"/>
                  </a:cubicBezTo>
                  <a:cubicBezTo>
                    <a:pt x="1171" y="283"/>
                    <a:pt x="1169" y="281"/>
                    <a:pt x="1168" y="280"/>
                  </a:cubicBezTo>
                  <a:cubicBezTo>
                    <a:pt x="1151" y="265"/>
                    <a:pt x="1128" y="250"/>
                    <a:pt x="1117" y="240"/>
                  </a:cubicBezTo>
                  <a:lnTo>
                    <a:pt x="1117" y="240"/>
                  </a:lnTo>
                  <a:cubicBezTo>
                    <a:pt x="1117" y="240"/>
                    <a:pt x="1117" y="241"/>
                    <a:pt x="1117" y="241"/>
                  </a:cubicBezTo>
                  <a:cubicBezTo>
                    <a:pt x="1117" y="241"/>
                    <a:pt x="1098" y="224"/>
                    <a:pt x="1080" y="211"/>
                  </a:cubicBezTo>
                  <a:cubicBezTo>
                    <a:pt x="1075" y="206"/>
                    <a:pt x="1069" y="200"/>
                    <a:pt x="1063" y="195"/>
                  </a:cubicBezTo>
                  <a:cubicBezTo>
                    <a:pt x="1048" y="183"/>
                    <a:pt x="1030" y="167"/>
                    <a:pt x="1011" y="152"/>
                  </a:cubicBezTo>
                  <a:cubicBezTo>
                    <a:pt x="1002" y="146"/>
                    <a:pt x="995" y="138"/>
                    <a:pt x="987" y="133"/>
                  </a:cubicBezTo>
                  <a:cubicBezTo>
                    <a:pt x="948" y="94"/>
                    <a:pt x="903" y="68"/>
                    <a:pt x="852" y="53"/>
                  </a:cubicBezTo>
                  <a:cubicBezTo>
                    <a:pt x="784" y="17"/>
                    <a:pt x="712" y="0"/>
                    <a:pt x="63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9">
              <a:extLst>
                <a:ext uri="{FF2B5EF4-FFF2-40B4-BE49-F238E27FC236}">
                  <a16:creationId xmlns:a16="http://schemas.microsoft.com/office/drawing/2014/main" id="{ABF91FF9-C2BD-945F-8443-6042D45505E2}"/>
                </a:ext>
              </a:extLst>
            </p:cNvPr>
            <p:cNvSpPr/>
            <p:nvPr/>
          </p:nvSpPr>
          <p:spPr>
            <a:xfrm>
              <a:off x="6248500" y="1001026"/>
              <a:ext cx="39568" cy="37602"/>
            </a:xfrm>
            <a:custGeom>
              <a:avLst/>
              <a:gdLst/>
              <a:ahLst/>
              <a:cxnLst/>
              <a:rect l="l" t="t" r="r" b="b"/>
              <a:pathLst>
                <a:path w="1268" h="1205" extrusionOk="0">
                  <a:moveTo>
                    <a:pt x="709" y="1"/>
                  </a:moveTo>
                  <a:cubicBezTo>
                    <a:pt x="620" y="1"/>
                    <a:pt x="537" y="24"/>
                    <a:pt x="460" y="69"/>
                  </a:cubicBezTo>
                  <a:cubicBezTo>
                    <a:pt x="0" y="338"/>
                    <a:pt x="209" y="1090"/>
                    <a:pt x="676" y="1195"/>
                  </a:cubicBezTo>
                  <a:cubicBezTo>
                    <a:pt x="704" y="1202"/>
                    <a:pt x="733" y="1205"/>
                    <a:pt x="761" y="1205"/>
                  </a:cubicBezTo>
                  <a:cubicBezTo>
                    <a:pt x="800" y="1205"/>
                    <a:pt x="839" y="1199"/>
                    <a:pt x="878" y="1187"/>
                  </a:cubicBezTo>
                  <a:cubicBezTo>
                    <a:pt x="918" y="1169"/>
                    <a:pt x="959" y="1152"/>
                    <a:pt x="1000" y="1135"/>
                  </a:cubicBezTo>
                  <a:cubicBezTo>
                    <a:pt x="1075" y="1090"/>
                    <a:pt x="1136" y="1030"/>
                    <a:pt x="1181" y="953"/>
                  </a:cubicBezTo>
                  <a:cubicBezTo>
                    <a:pt x="1206" y="904"/>
                    <a:pt x="1220" y="867"/>
                    <a:pt x="1232" y="832"/>
                  </a:cubicBezTo>
                  <a:cubicBezTo>
                    <a:pt x="1237" y="817"/>
                    <a:pt x="1241" y="802"/>
                    <a:pt x="1246" y="786"/>
                  </a:cubicBezTo>
                  <a:cubicBezTo>
                    <a:pt x="1246" y="783"/>
                    <a:pt x="1247" y="777"/>
                    <a:pt x="1248" y="773"/>
                  </a:cubicBezTo>
                  <a:cubicBezTo>
                    <a:pt x="1255" y="738"/>
                    <a:pt x="1260" y="700"/>
                    <a:pt x="1265" y="649"/>
                  </a:cubicBezTo>
                  <a:cubicBezTo>
                    <a:pt x="1267" y="638"/>
                    <a:pt x="1268" y="627"/>
                    <a:pt x="1267" y="616"/>
                  </a:cubicBezTo>
                  <a:cubicBezTo>
                    <a:pt x="1263" y="570"/>
                    <a:pt x="1255" y="520"/>
                    <a:pt x="1248" y="474"/>
                  </a:cubicBezTo>
                  <a:cubicBezTo>
                    <a:pt x="1247" y="469"/>
                    <a:pt x="1246" y="462"/>
                    <a:pt x="1245" y="457"/>
                  </a:cubicBezTo>
                  <a:cubicBezTo>
                    <a:pt x="1231" y="397"/>
                    <a:pt x="1206" y="336"/>
                    <a:pt x="1172" y="285"/>
                  </a:cubicBezTo>
                  <a:cubicBezTo>
                    <a:pt x="1159" y="264"/>
                    <a:pt x="1140" y="243"/>
                    <a:pt x="1126" y="224"/>
                  </a:cubicBezTo>
                  <a:cubicBezTo>
                    <a:pt x="1113" y="207"/>
                    <a:pt x="1097" y="183"/>
                    <a:pt x="1080" y="165"/>
                  </a:cubicBezTo>
                  <a:cubicBezTo>
                    <a:pt x="1046" y="126"/>
                    <a:pt x="1000" y="96"/>
                    <a:pt x="958" y="69"/>
                  </a:cubicBezTo>
                  <a:cubicBezTo>
                    <a:pt x="881" y="24"/>
                    <a:pt x="798" y="1"/>
                    <a:pt x="709" y="1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9">
              <a:extLst>
                <a:ext uri="{FF2B5EF4-FFF2-40B4-BE49-F238E27FC236}">
                  <a16:creationId xmlns:a16="http://schemas.microsoft.com/office/drawing/2014/main" id="{2BAED5E0-EF9D-AEBB-3297-4C15664EF059}"/>
                </a:ext>
              </a:extLst>
            </p:cNvPr>
            <p:cNvSpPr/>
            <p:nvPr/>
          </p:nvSpPr>
          <p:spPr>
            <a:xfrm>
              <a:off x="6382463" y="968667"/>
              <a:ext cx="38101" cy="37976"/>
            </a:xfrm>
            <a:custGeom>
              <a:avLst/>
              <a:gdLst/>
              <a:ahLst/>
              <a:cxnLst/>
              <a:rect l="l" t="t" r="r" b="b"/>
              <a:pathLst>
                <a:path w="1221" h="1217" extrusionOk="0">
                  <a:moveTo>
                    <a:pt x="715" y="0"/>
                  </a:moveTo>
                  <a:cubicBezTo>
                    <a:pt x="709" y="0"/>
                    <a:pt x="703" y="0"/>
                    <a:pt x="696" y="1"/>
                  </a:cubicBezTo>
                  <a:cubicBezTo>
                    <a:pt x="693" y="1"/>
                    <a:pt x="689" y="1"/>
                    <a:pt x="685" y="2"/>
                  </a:cubicBezTo>
                  <a:cubicBezTo>
                    <a:pt x="647" y="5"/>
                    <a:pt x="599" y="11"/>
                    <a:pt x="561" y="18"/>
                  </a:cubicBezTo>
                  <a:cubicBezTo>
                    <a:pt x="553" y="20"/>
                    <a:pt x="546" y="22"/>
                    <a:pt x="537" y="24"/>
                  </a:cubicBezTo>
                  <a:cubicBezTo>
                    <a:pt x="495" y="38"/>
                    <a:pt x="455" y="57"/>
                    <a:pt x="414" y="75"/>
                  </a:cubicBezTo>
                  <a:cubicBezTo>
                    <a:pt x="407" y="78"/>
                    <a:pt x="401" y="81"/>
                    <a:pt x="394" y="84"/>
                  </a:cubicBezTo>
                  <a:cubicBezTo>
                    <a:pt x="379" y="93"/>
                    <a:pt x="366" y="102"/>
                    <a:pt x="352" y="113"/>
                  </a:cubicBezTo>
                  <a:cubicBezTo>
                    <a:pt x="309" y="145"/>
                    <a:pt x="264" y="178"/>
                    <a:pt x="224" y="214"/>
                  </a:cubicBezTo>
                  <a:cubicBezTo>
                    <a:pt x="183" y="251"/>
                    <a:pt x="151" y="298"/>
                    <a:pt x="125" y="345"/>
                  </a:cubicBezTo>
                  <a:cubicBezTo>
                    <a:pt x="98" y="392"/>
                    <a:pt x="77" y="444"/>
                    <a:pt x="59" y="496"/>
                  </a:cubicBezTo>
                  <a:cubicBezTo>
                    <a:pt x="49" y="522"/>
                    <a:pt x="43" y="551"/>
                    <a:pt x="40" y="582"/>
                  </a:cubicBezTo>
                  <a:cubicBezTo>
                    <a:pt x="35" y="596"/>
                    <a:pt x="29" y="611"/>
                    <a:pt x="23" y="626"/>
                  </a:cubicBezTo>
                  <a:cubicBezTo>
                    <a:pt x="0" y="708"/>
                    <a:pt x="0" y="791"/>
                    <a:pt x="23" y="874"/>
                  </a:cubicBezTo>
                  <a:cubicBezTo>
                    <a:pt x="38" y="934"/>
                    <a:pt x="65" y="988"/>
                    <a:pt x="107" y="1033"/>
                  </a:cubicBezTo>
                  <a:cubicBezTo>
                    <a:pt x="140" y="1083"/>
                    <a:pt x="183" y="1124"/>
                    <a:pt x="238" y="1153"/>
                  </a:cubicBezTo>
                  <a:cubicBezTo>
                    <a:pt x="310" y="1195"/>
                    <a:pt x="389" y="1216"/>
                    <a:pt x="473" y="1217"/>
                  </a:cubicBezTo>
                  <a:cubicBezTo>
                    <a:pt x="530" y="1211"/>
                    <a:pt x="590" y="1205"/>
                    <a:pt x="646" y="1191"/>
                  </a:cubicBezTo>
                  <a:cubicBezTo>
                    <a:pt x="700" y="1176"/>
                    <a:pt x="755" y="1150"/>
                    <a:pt x="804" y="1128"/>
                  </a:cubicBezTo>
                  <a:cubicBezTo>
                    <a:pt x="819" y="1121"/>
                    <a:pt x="833" y="1113"/>
                    <a:pt x="848" y="1105"/>
                  </a:cubicBezTo>
                  <a:cubicBezTo>
                    <a:pt x="854" y="1101"/>
                    <a:pt x="862" y="1097"/>
                    <a:pt x="869" y="1091"/>
                  </a:cubicBezTo>
                  <a:cubicBezTo>
                    <a:pt x="907" y="1064"/>
                    <a:pt x="945" y="1035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4" y="929"/>
                    <a:pt x="1089" y="884"/>
                    <a:pt x="1119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9" y="662"/>
                    <a:pt x="1221" y="601"/>
                    <a:pt x="1216" y="512"/>
                  </a:cubicBezTo>
                  <a:cubicBezTo>
                    <a:pt x="1214" y="463"/>
                    <a:pt x="1211" y="414"/>
                    <a:pt x="1196" y="368"/>
                  </a:cubicBezTo>
                  <a:cubicBezTo>
                    <a:pt x="1188" y="350"/>
                    <a:pt x="1180" y="331"/>
                    <a:pt x="1173" y="314"/>
                  </a:cubicBezTo>
                  <a:cubicBezTo>
                    <a:pt x="1165" y="294"/>
                    <a:pt x="1157" y="274"/>
                    <a:pt x="1147" y="255"/>
                  </a:cubicBezTo>
                  <a:cubicBezTo>
                    <a:pt x="1145" y="252"/>
                    <a:pt x="1143" y="249"/>
                    <a:pt x="1141" y="246"/>
                  </a:cubicBezTo>
                  <a:cubicBezTo>
                    <a:pt x="1124" y="222"/>
                    <a:pt x="1092" y="171"/>
                    <a:pt x="1059" y="144"/>
                  </a:cubicBezTo>
                  <a:cubicBezTo>
                    <a:pt x="977" y="74"/>
                    <a:pt x="953" y="56"/>
                    <a:pt x="849" y="22"/>
                  </a:cubicBezTo>
                  <a:cubicBezTo>
                    <a:pt x="807" y="7"/>
                    <a:pt x="761" y="0"/>
                    <a:pt x="715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9">
              <a:extLst>
                <a:ext uri="{FF2B5EF4-FFF2-40B4-BE49-F238E27FC236}">
                  <a16:creationId xmlns:a16="http://schemas.microsoft.com/office/drawing/2014/main" id="{1738A722-22C1-DC8C-2469-DD5643AA1EA4}"/>
                </a:ext>
              </a:extLst>
            </p:cNvPr>
            <p:cNvSpPr/>
            <p:nvPr/>
          </p:nvSpPr>
          <p:spPr>
            <a:xfrm>
              <a:off x="6354722" y="1038566"/>
              <a:ext cx="40691" cy="34731"/>
            </a:xfrm>
            <a:custGeom>
              <a:avLst/>
              <a:gdLst/>
              <a:ahLst/>
              <a:cxnLst/>
              <a:rect l="l" t="t" r="r" b="b"/>
              <a:pathLst>
                <a:path w="1304" h="1113" extrusionOk="0">
                  <a:moveTo>
                    <a:pt x="740" y="1"/>
                  </a:moveTo>
                  <a:cubicBezTo>
                    <a:pt x="461" y="1"/>
                    <a:pt x="165" y="120"/>
                    <a:pt x="78" y="327"/>
                  </a:cubicBezTo>
                  <a:cubicBezTo>
                    <a:pt x="60" y="368"/>
                    <a:pt x="43" y="410"/>
                    <a:pt x="25" y="452"/>
                  </a:cubicBezTo>
                  <a:cubicBezTo>
                    <a:pt x="4" y="521"/>
                    <a:pt x="1" y="590"/>
                    <a:pt x="15" y="660"/>
                  </a:cubicBezTo>
                  <a:cubicBezTo>
                    <a:pt x="16" y="707"/>
                    <a:pt x="28" y="750"/>
                    <a:pt x="51" y="791"/>
                  </a:cubicBezTo>
                  <a:cubicBezTo>
                    <a:pt x="73" y="856"/>
                    <a:pt x="109" y="912"/>
                    <a:pt x="160" y="959"/>
                  </a:cubicBezTo>
                  <a:lnTo>
                    <a:pt x="264" y="1041"/>
                  </a:lnTo>
                  <a:cubicBezTo>
                    <a:pt x="346" y="1088"/>
                    <a:pt x="434" y="1112"/>
                    <a:pt x="528" y="1112"/>
                  </a:cubicBezTo>
                  <a:cubicBezTo>
                    <a:pt x="535" y="1112"/>
                    <a:pt x="542" y="1113"/>
                    <a:pt x="549" y="1113"/>
                  </a:cubicBezTo>
                  <a:cubicBezTo>
                    <a:pt x="605" y="1113"/>
                    <a:pt x="663" y="1099"/>
                    <a:pt x="715" y="1089"/>
                  </a:cubicBezTo>
                  <a:cubicBezTo>
                    <a:pt x="732" y="1086"/>
                    <a:pt x="749" y="1081"/>
                    <a:pt x="766" y="1074"/>
                  </a:cubicBezTo>
                  <a:cubicBezTo>
                    <a:pt x="839" y="1047"/>
                    <a:pt x="912" y="1020"/>
                    <a:pt x="975" y="973"/>
                  </a:cubicBezTo>
                  <a:cubicBezTo>
                    <a:pt x="1016" y="942"/>
                    <a:pt x="1068" y="907"/>
                    <a:pt x="1107" y="867"/>
                  </a:cubicBezTo>
                  <a:cubicBezTo>
                    <a:pt x="1145" y="827"/>
                    <a:pt x="1178" y="781"/>
                    <a:pt x="1210" y="737"/>
                  </a:cubicBezTo>
                  <a:cubicBezTo>
                    <a:pt x="1220" y="723"/>
                    <a:pt x="1229" y="708"/>
                    <a:pt x="1237" y="691"/>
                  </a:cubicBezTo>
                  <a:cubicBezTo>
                    <a:pt x="1280" y="607"/>
                    <a:pt x="1304" y="544"/>
                    <a:pt x="1304" y="447"/>
                  </a:cubicBezTo>
                  <a:cubicBezTo>
                    <a:pt x="1304" y="401"/>
                    <a:pt x="1293" y="356"/>
                    <a:pt x="1286" y="310"/>
                  </a:cubicBezTo>
                  <a:cubicBezTo>
                    <a:pt x="1226" y="96"/>
                    <a:pt x="990" y="1"/>
                    <a:pt x="74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9">
              <a:extLst>
                <a:ext uri="{FF2B5EF4-FFF2-40B4-BE49-F238E27FC236}">
                  <a16:creationId xmlns:a16="http://schemas.microsoft.com/office/drawing/2014/main" id="{2F26EB01-7617-388B-1580-5BDB795F79AC}"/>
                </a:ext>
              </a:extLst>
            </p:cNvPr>
            <p:cNvSpPr/>
            <p:nvPr/>
          </p:nvSpPr>
          <p:spPr>
            <a:xfrm>
              <a:off x="6427055" y="1084344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7" y="1"/>
                  </a:moveTo>
                  <a:cubicBezTo>
                    <a:pt x="691" y="2"/>
                    <a:pt x="684" y="2"/>
                    <a:pt x="677" y="2"/>
                  </a:cubicBezTo>
                  <a:cubicBezTo>
                    <a:pt x="652" y="4"/>
                    <a:pt x="555" y="15"/>
                    <a:pt x="531" y="22"/>
                  </a:cubicBezTo>
                  <a:cubicBezTo>
                    <a:pt x="508" y="30"/>
                    <a:pt x="486" y="40"/>
                    <a:pt x="464" y="50"/>
                  </a:cubicBezTo>
                  <a:cubicBezTo>
                    <a:pt x="419" y="63"/>
                    <a:pt x="380" y="86"/>
                    <a:pt x="346" y="119"/>
                  </a:cubicBezTo>
                  <a:cubicBezTo>
                    <a:pt x="315" y="143"/>
                    <a:pt x="283" y="165"/>
                    <a:pt x="255" y="193"/>
                  </a:cubicBezTo>
                  <a:cubicBezTo>
                    <a:pt x="244" y="205"/>
                    <a:pt x="232" y="216"/>
                    <a:pt x="223" y="229"/>
                  </a:cubicBezTo>
                  <a:cubicBezTo>
                    <a:pt x="185" y="276"/>
                    <a:pt x="146" y="322"/>
                    <a:pt x="114" y="372"/>
                  </a:cubicBezTo>
                  <a:cubicBezTo>
                    <a:pt x="109" y="380"/>
                    <a:pt x="105" y="387"/>
                    <a:pt x="101" y="393"/>
                  </a:cubicBezTo>
                  <a:cubicBezTo>
                    <a:pt x="88" y="417"/>
                    <a:pt x="79" y="442"/>
                    <a:pt x="68" y="469"/>
                  </a:cubicBezTo>
                  <a:cubicBezTo>
                    <a:pt x="55" y="499"/>
                    <a:pt x="46" y="516"/>
                    <a:pt x="39" y="542"/>
                  </a:cubicBezTo>
                  <a:cubicBezTo>
                    <a:pt x="33" y="559"/>
                    <a:pt x="29" y="575"/>
                    <a:pt x="27" y="592"/>
                  </a:cubicBezTo>
                  <a:cubicBezTo>
                    <a:pt x="1" y="686"/>
                    <a:pt x="1" y="779"/>
                    <a:pt x="27" y="874"/>
                  </a:cubicBezTo>
                  <a:cubicBezTo>
                    <a:pt x="43" y="943"/>
                    <a:pt x="74" y="1003"/>
                    <a:pt x="121" y="1054"/>
                  </a:cubicBezTo>
                  <a:cubicBezTo>
                    <a:pt x="159" y="1112"/>
                    <a:pt x="208" y="1157"/>
                    <a:pt x="270" y="1191"/>
                  </a:cubicBezTo>
                  <a:cubicBezTo>
                    <a:pt x="353" y="1239"/>
                    <a:pt x="443" y="1263"/>
                    <a:pt x="538" y="1263"/>
                  </a:cubicBezTo>
                  <a:cubicBezTo>
                    <a:pt x="546" y="1263"/>
                    <a:pt x="554" y="1264"/>
                    <a:pt x="563" y="1264"/>
                  </a:cubicBezTo>
                  <a:cubicBezTo>
                    <a:pt x="574" y="1264"/>
                    <a:pt x="586" y="1263"/>
                    <a:pt x="598" y="1262"/>
                  </a:cubicBezTo>
                  <a:cubicBezTo>
                    <a:pt x="651" y="1257"/>
                    <a:pt x="704" y="1249"/>
                    <a:pt x="758" y="1241"/>
                  </a:cubicBezTo>
                  <a:cubicBezTo>
                    <a:pt x="768" y="1239"/>
                    <a:pt x="778" y="1237"/>
                    <a:pt x="788" y="1235"/>
                  </a:cubicBezTo>
                  <a:cubicBezTo>
                    <a:pt x="828" y="1225"/>
                    <a:pt x="864" y="1209"/>
                    <a:pt x="903" y="1192"/>
                  </a:cubicBezTo>
                  <a:cubicBezTo>
                    <a:pt x="993" y="1154"/>
                    <a:pt x="973" y="1167"/>
                    <a:pt x="1071" y="1085"/>
                  </a:cubicBezTo>
                  <a:cubicBezTo>
                    <a:pt x="1074" y="1083"/>
                    <a:pt x="1077" y="1080"/>
                    <a:pt x="1079" y="1078"/>
                  </a:cubicBezTo>
                  <a:cubicBezTo>
                    <a:pt x="1086" y="1071"/>
                    <a:pt x="1094" y="1065"/>
                    <a:pt x="1100" y="1059"/>
                  </a:cubicBezTo>
                  <a:cubicBezTo>
                    <a:pt x="1139" y="1019"/>
                    <a:pt x="1171" y="972"/>
                    <a:pt x="1204" y="929"/>
                  </a:cubicBezTo>
                  <a:cubicBezTo>
                    <a:pt x="1209" y="922"/>
                    <a:pt x="1215" y="914"/>
                    <a:pt x="1219" y="906"/>
                  </a:cubicBezTo>
                  <a:cubicBezTo>
                    <a:pt x="1221" y="903"/>
                    <a:pt x="1223" y="900"/>
                    <a:pt x="1226" y="897"/>
                  </a:cubicBezTo>
                  <a:cubicBezTo>
                    <a:pt x="1237" y="879"/>
                    <a:pt x="1245" y="860"/>
                    <a:pt x="1251" y="839"/>
                  </a:cubicBezTo>
                  <a:cubicBezTo>
                    <a:pt x="1263" y="822"/>
                    <a:pt x="1272" y="804"/>
                    <a:pt x="1274" y="784"/>
                  </a:cubicBezTo>
                  <a:cubicBezTo>
                    <a:pt x="1303" y="689"/>
                    <a:pt x="1289" y="591"/>
                    <a:pt x="1275" y="497"/>
                  </a:cubicBezTo>
                  <a:cubicBezTo>
                    <a:pt x="1263" y="450"/>
                    <a:pt x="1242" y="410"/>
                    <a:pt x="1211" y="375"/>
                  </a:cubicBezTo>
                  <a:cubicBezTo>
                    <a:pt x="1208" y="372"/>
                    <a:pt x="1206" y="369"/>
                    <a:pt x="1202" y="366"/>
                  </a:cubicBezTo>
                  <a:cubicBezTo>
                    <a:pt x="1187" y="327"/>
                    <a:pt x="1170" y="289"/>
                    <a:pt x="1154" y="251"/>
                  </a:cubicBezTo>
                  <a:cubicBezTo>
                    <a:pt x="1128" y="217"/>
                    <a:pt x="1102" y="184"/>
                    <a:pt x="1076" y="150"/>
                  </a:cubicBezTo>
                  <a:cubicBezTo>
                    <a:pt x="1061" y="136"/>
                    <a:pt x="990" y="81"/>
                    <a:pt x="973" y="71"/>
                  </a:cubicBezTo>
                  <a:cubicBezTo>
                    <a:pt x="893" y="20"/>
                    <a:pt x="861" y="22"/>
                    <a:pt x="782" y="10"/>
                  </a:cubicBezTo>
                  <a:cubicBezTo>
                    <a:pt x="750" y="6"/>
                    <a:pt x="726" y="1"/>
                    <a:pt x="697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9">
              <a:extLst>
                <a:ext uri="{FF2B5EF4-FFF2-40B4-BE49-F238E27FC236}">
                  <a16:creationId xmlns:a16="http://schemas.microsoft.com/office/drawing/2014/main" id="{04CB682A-1DFA-6B3E-2308-773D4E981161}"/>
                </a:ext>
              </a:extLst>
            </p:cNvPr>
            <p:cNvSpPr/>
            <p:nvPr/>
          </p:nvSpPr>
          <p:spPr>
            <a:xfrm>
              <a:off x="6236860" y="915618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8"/>
                  </a:cubicBezTo>
                  <a:cubicBezTo>
                    <a:pt x="364" y="26"/>
                    <a:pt x="324" y="43"/>
                    <a:pt x="286" y="68"/>
                  </a:cubicBezTo>
                  <a:cubicBezTo>
                    <a:pt x="204" y="116"/>
                    <a:pt x="155" y="176"/>
                    <a:pt x="103" y="254"/>
                  </a:cubicBezTo>
                  <a:cubicBezTo>
                    <a:pt x="27" y="367"/>
                    <a:pt x="1" y="532"/>
                    <a:pt x="42" y="664"/>
                  </a:cubicBezTo>
                  <a:cubicBezTo>
                    <a:pt x="59" y="716"/>
                    <a:pt x="83" y="768"/>
                    <a:pt x="106" y="817"/>
                  </a:cubicBezTo>
                  <a:cubicBezTo>
                    <a:pt x="113" y="831"/>
                    <a:pt x="120" y="845"/>
                    <a:pt x="127" y="857"/>
                  </a:cubicBezTo>
                  <a:cubicBezTo>
                    <a:pt x="152" y="898"/>
                    <a:pt x="193" y="954"/>
                    <a:pt x="221" y="982"/>
                  </a:cubicBezTo>
                  <a:cubicBezTo>
                    <a:pt x="288" y="1050"/>
                    <a:pt x="379" y="1091"/>
                    <a:pt x="469" y="1120"/>
                  </a:cubicBezTo>
                  <a:cubicBezTo>
                    <a:pt x="502" y="1124"/>
                    <a:pt x="534" y="1128"/>
                    <a:pt x="567" y="1132"/>
                  </a:cubicBezTo>
                  <a:cubicBezTo>
                    <a:pt x="571" y="1133"/>
                    <a:pt x="575" y="1133"/>
                    <a:pt x="579" y="1133"/>
                  </a:cubicBezTo>
                  <a:cubicBezTo>
                    <a:pt x="625" y="1133"/>
                    <a:pt x="668" y="1122"/>
                    <a:pt x="708" y="1101"/>
                  </a:cubicBezTo>
                  <a:cubicBezTo>
                    <a:pt x="738" y="1093"/>
                    <a:pt x="766" y="1077"/>
                    <a:pt x="789" y="1054"/>
                  </a:cubicBezTo>
                  <a:cubicBezTo>
                    <a:pt x="828" y="1028"/>
                    <a:pt x="860" y="994"/>
                    <a:pt x="883" y="951"/>
                  </a:cubicBezTo>
                  <a:cubicBezTo>
                    <a:pt x="892" y="930"/>
                    <a:pt x="904" y="912"/>
                    <a:pt x="916" y="893"/>
                  </a:cubicBezTo>
                  <a:cubicBezTo>
                    <a:pt x="947" y="844"/>
                    <a:pt x="956" y="793"/>
                    <a:pt x="973" y="742"/>
                  </a:cubicBezTo>
                  <a:cubicBezTo>
                    <a:pt x="975" y="736"/>
                    <a:pt x="978" y="729"/>
                    <a:pt x="981" y="723"/>
                  </a:cubicBezTo>
                  <a:cubicBezTo>
                    <a:pt x="991" y="702"/>
                    <a:pt x="1000" y="680"/>
                    <a:pt x="1008" y="657"/>
                  </a:cubicBezTo>
                  <a:cubicBezTo>
                    <a:pt x="1032" y="568"/>
                    <a:pt x="1032" y="479"/>
                    <a:pt x="1008" y="390"/>
                  </a:cubicBezTo>
                  <a:cubicBezTo>
                    <a:pt x="1007" y="383"/>
                    <a:pt x="1005" y="375"/>
                    <a:pt x="1004" y="366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80" y="276"/>
                    <a:pt x="938" y="205"/>
                    <a:pt x="878" y="144"/>
                  </a:cubicBezTo>
                  <a:cubicBezTo>
                    <a:pt x="846" y="115"/>
                    <a:pt x="814" y="90"/>
                    <a:pt x="777" y="66"/>
                  </a:cubicBezTo>
                  <a:cubicBezTo>
                    <a:pt x="723" y="31"/>
                    <a:pt x="663" y="13"/>
                    <a:pt x="598" y="9"/>
                  </a:cubicBezTo>
                  <a:cubicBezTo>
                    <a:pt x="572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9">
              <a:extLst>
                <a:ext uri="{FF2B5EF4-FFF2-40B4-BE49-F238E27FC236}">
                  <a16:creationId xmlns:a16="http://schemas.microsoft.com/office/drawing/2014/main" id="{88B5684B-0458-3E1D-2CE0-27CE92E3656D}"/>
                </a:ext>
              </a:extLst>
            </p:cNvPr>
            <p:cNvSpPr/>
            <p:nvPr/>
          </p:nvSpPr>
          <p:spPr>
            <a:xfrm>
              <a:off x="6315528" y="1128780"/>
              <a:ext cx="30550" cy="32360"/>
            </a:xfrm>
            <a:custGeom>
              <a:avLst/>
              <a:gdLst/>
              <a:ahLst/>
              <a:cxnLst/>
              <a:rect l="l" t="t" r="r" b="b"/>
              <a:pathLst>
                <a:path w="979" h="1037" extrusionOk="0">
                  <a:moveTo>
                    <a:pt x="474" y="0"/>
                  </a:moveTo>
                  <a:cubicBezTo>
                    <a:pt x="404" y="0"/>
                    <a:pt x="339" y="18"/>
                    <a:pt x="278" y="54"/>
                  </a:cubicBezTo>
                  <a:cubicBezTo>
                    <a:pt x="220" y="88"/>
                    <a:pt x="172" y="134"/>
                    <a:pt x="138" y="193"/>
                  </a:cubicBezTo>
                  <a:cubicBezTo>
                    <a:pt x="118" y="234"/>
                    <a:pt x="101" y="275"/>
                    <a:pt x="85" y="317"/>
                  </a:cubicBezTo>
                  <a:cubicBezTo>
                    <a:pt x="80" y="330"/>
                    <a:pt x="76" y="342"/>
                    <a:pt x="72" y="356"/>
                  </a:cubicBezTo>
                  <a:cubicBezTo>
                    <a:pt x="72" y="357"/>
                    <a:pt x="72" y="358"/>
                    <a:pt x="72" y="359"/>
                  </a:cubicBezTo>
                  <a:cubicBezTo>
                    <a:pt x="71" y="361"/>
                    <a:pt x="69" y="363"/>
                    <a:pt x="68" y="366"/>
                  </a:cubicBezTo>
                  <a:cubicBezTo>
                    <a:pt x="52" y="401"/>
                    <a:pt x="37" y="437"/>
                    <a:pt x="23" y="472"/>
                  </a:cubicBezTo>
                  <a:cubicBezTo>
                    <a:pt x="1" y="552"/>
                    <a:pt x="1" y="630"/>
                    <a:pt x="23" y="709"/>
                  </a:cubicBezTo>
                  <a:cubicBezTo>
                    <a:pt x="36" y="767"/>
                    <a:pt x="63" y="818"/>
                    <a:pt x="102" y="860"/>
                  </a:cubicBezTo>
                  <a:cubicBezTo>
                    <a:pt x="134" y="909"/>
                    <a:pt x="176" y="947"/>
                    <a:pt x="227" y="976"/>
                  </a:cubicBezTo>
                  <a:cubicBezTo>
                    <a:pt x="278" y="1008"/>
                    <a:pt x="334" y="1026"/>
                    <a:pt x="392" y="1028"/>
                  </a:cubicBezTo>
                  <a:cubicBezTo>
                    <a:pt x="417" y="1034"/>
                    <a:pt x="442" y="1036"/>
                    <a:pt x="466" y="1036"/>
                  </a:cubicBezTo>
                  <a:cubicBezTo>
                    <a:pt x="501" y="1036"/>
                    <a:pt x="535" y="1031"/>
                    <a:pt x="570" y="1021"/>
                  </a:cubicBezTo>
                  <a:cubicBezTo>
                    <a:pt x="646" y="999"/>
                    <a:pt x="711" y="961"/>
                    <a:pt x="767" y="906"/>
                  </a:cubicBezTo>
                  <a:cubicBezTo>
                    <a:pt x="789" y="884"/>
                    <a:pt x="807" y="856"/>
                    <a:pt x="827" y="831"/>
                  </a:cubicBezTo>
                  <a:cubicBezTo>
                    <a:pt x="884" y="759"/>
                    <a:pt x="925" y="716"/>
                    <a:pt x="948" y="623"/>
                  </a:cubicBezTo>
                  <a:cubicBezTo>
                    <a:pt x="950" y="616"/>
                    <a:pt x="951" y="608"/>
                    <a:pt x="952" y="601"/>
                  </a:cubicBezTo>
                  <a:cubicBezTo>
                    <a:pt x="969" y="514"/>
                    <a:pt x="978" y="448"/>
                    <a:pt x="954" y="360"/>
                  </a:cubicBezTo>
                  <a:cubicBezTo>
                    <a:pt x="948" y="320"/>
                    <a:pt x="932" y="285"/>
                    <a:pt x="909" y="255"/>
                  </a:cubicBezTo>
                  <a:cubicBezTo>
                    <a:pt x="883" y="205"/>
                    <a:pt x="845" y="166"/>
                    <a:pt x="799" y="135"/>
                  </a:cubicBezTo>
                  <a:cubicBezTo>
                    <a:pt x="770" y="108"/>
                    <a:pt x="736" y="90"/>
                    <a:pt x="699" y="76"/>
                  </a:cubicBezTo>
                  <a:cubicBezTo>
                    <a:pt x="689" y="68"/>
                    <a:pt x="681" y="60"/>
                    <a:pt x="671" y="54"/>
                  </a:cubicBezTo>
                  <a:cubicBezTo>
                    <a:pt x="610" y="18"/>
                    <a:pt x="544" y="0"/>
                    <a:pt x="47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9">
              <a:extLst>
                <a:ext uri="{FF2B5EF4-FFF2-40B4-BE49-F238E27FC236}">
                  <a16:creationId xmlns:a16="http://schemas.microsoft.com/office/drawing/2014/main" id="{3A02D553-9E69-D5D3-489B-425D8BE9DB61}"/>
                </a:ext>
              </a:extLst>
            </p:cNvPr>
            <p:cNvSpPr/>
            <p:nvPr/>
          </p:nvSpPr>
          <p:spPr>
            <a:xfrm>
              <a:off x="6384366" y="1162044"/>
              <a:ext cx="39069" cy="36635"/>
            </a:xfrm>
            <a:custGeom>
              <a:avLst/>
              <a:gdLst/>
              <a:ahLst/>
              <a:cxnLst/>
              <a:rect l="l" t="t" r="r" b="b"/>
              <a:pathLst>
                <a:path w="1252" h="1174" extrusionOk="0">
                  <a:moveTo>
                    <a:pt x="556" y="1"/>
                  </a:moveTo>
                  <a:cubicBezTo>
                    <a:pt x="512" y="1"/>
                    <a:pt x="468" y="8"/>
                    <a:pt x="424" y="22"/>
                  </a:cubicBezTo>
                  <a:cubicBezTo>
                    <a:pt x="350" y="39"/>
                    <a:pt x="286" y="73"/>
                    <a:pt x="230" y="123"/>
                  </a:cubicBezTo>
                  <a:cubicBezTo>
                    <a:pt x="169" y="163"/>
                    <a:pt x="120" y="216"/>
                    <a:pt x="85" y="282"/>
                  </a:cubicBezTo>
                  <a:lnTo>
                    <a:pt x="27" y="418"/>
                  </a:lnTo>
                  <a:cubicBezTo>
                    <a:pt x="0" y="519"/>
                    <a:pt x="0" y="619"/>
                    <a:pt x="27" y="720"/>
                  </a:cubicBezTo>
                  <a:cubicBezTo>
                    <a:pt x="46" y="765"/>
                    <a:pt x="66" y="810"/>
                    <a:pt x="85" y="855"/>
                  </a:cubicBezTo>
                  <a:cubicBezTo>
                    <a:pt x="135" y="941"/>
                    <a:pt x="203" y="1008"/>
                    <a:pt x="288" y="1059"/>
                  </a:cubicBezTo>
                  <a:cubicBezTo>
                    <a:pt x="290" y="1060"/>
                    <a:pt x="291" y="1061"/>
                    <a:pt x="293" y="1062"/>
                  </a:cubicBezTo>
                  <a:cubicBezTo>
                    <a:pt x="338" y="1081"/>
                    <a:pt x="383" y="1100"/>
                    <a:pt x="429" y="1120"/>
                  </a:cubicBezTo>
                  <a:cubicBezTo>
                    <a:pt x="433" y="1121"/>
                    <a:pt x="439" y="1123"/>
                    <a:pt x="443" y="1124"/>
                  </a:cubicBezTo>
                  <a:lnTo>
                    <a:pt x="465" y="1131"/>
                  </a:lnTo>
                  <a:cubicBezTo>
                    <a:pt x="481" y="1137"/>
                    <a:pt x="499" y="1143"/>
                    <a:pt x="516" y="1148"/>
                  </a:cubicBezTo>
                  <a:cubicBezTo>
                    <a:pt x="547" y="1159"/>
                    <a:pt x="565" y="1158"/>
                    <a:pt x="608" y="1165"/>
                  </a:cubicBezTo>
                  <a:cubicBezTo>
                    <a:pt x="644" y="1169"/>
                    <a:pt x="659" y="1173"/>
                    <a:pt x="679" y="1173"/>
                  </a:cubicBezTo>
                  <a:cubicBezTo>
                    <a:pt x="685" y="1173"/>
                    <a:pt x="693" y="1173"/>
                    <a:pt x="701" y="1172"/>
                  </a:cubicBezTo>
                  <a:cubicBezTo>
                    <a:pt x="717" y="1170"/>
                    <a:pt x="734" y="1168"/>
                    <a:pt x="749" y="1167"/>
                  </a:cubicBezTo>
                  <a:cubicBezTo>
                    <a:pt x="839" y="1166"/>
                    <a:pt x="923" y="1144"/>
                    <a:pt x="1002" y="1098"/>
                  </a:cubicBezTo>
                  <a:cubicBezTo>
                    <a:pt x="1077" y="1054"/>
                    <a:pt x="1137" y="994"/>
                    <a:pt x="1181" y="919"/>
                  </a:cubicBezTo>
                  <a:cubicBezTo>
                    <a:pt x="1227" y="841"/>
                    <a:pt x="1249" y="756"/>
                    <a:pt x="1250" y="666"/>
                  </a:cubicBezTo>
                  <a:cubicBezTo>
                    <a:pt x="1252" y="597"/>
                    <a:pt x="1237" y="533"/>
                    <a:pt x="1206" y="474"/>
                  </a:cubicBezTo>
                  <a:cubicBezTo>
                    <a:pt x="1199" y="453"/>
                    <a:pt x="1188" y="434"/>
                    <a:pt x="1178" y="414"/>
                  </a:cubicBezTo>
                  <a:lnTo>
                    <a:pt x="1181" y="414"/>
                  </a:lnTo>
                  <a:cubicBezTo>
                    <a:pt x="1174" y="400"/>
                    <a:pt x="1168" y="387"/>
                    <a:pt x="1162" y="373"/>
                  </a:cubicBezTo>
                  <a:cubicBezTo>
                    <a:pt x="1159" y="367"/>
                    <a:pt x="1155" y="360"/>
                    <a:pt x="1152" y="352"/>
                  </a:cubicBezTo>
                  <a:cubicBezTo>
                    <a:pt x="1123" y="316"/>
                    <a:pt x="1095" y="278"/>
                    <a:pt x="1066" y="241"/>
                  </a:cubicBezTo>
                  <a:lnTo>
                    <a:pt x="1062" y="238"/>
                  </a:lnTo>
                  <a:cubicBezTo>
                    <a:pt x="1058" y="234"/>
                    <a:pt x="1055" y="232"/>
                    <a:pt x="1051" y="229"/>
                  </a:cubicBezTo>
                  <a:cubicBezTo>
                    <a:pt x="1038" y="217"/>
                    <a:pt x="1026" y="207"/>
                    <a:pt x="1012" y="196"/>
                  </a:cubicBezTo>
                  <a:cubicBezTo>
                    <a:pt x="1007" y="191"/>
                    <a:pt x="1001" y="187"/>
                    <a:pt x="994" y="182"/>
                  </a:cubicBezTo>
                  <a:cubicBezTo>
                    <a:pt x="991" y="179"/>
                    <a:pt x="987" y="175"/>
                    <a:pt x="983" y="172"/>
                  </a:cubicBezTo>
                  <a:cubicBezTo>
                    <a:pt x="964" y="156"/>
                    <a:pt x="944" y="141"/>
                    <a:pt x="923" y="126"/>
                  </a:cubicBezTo>
                  <a:cubicBezTo>
                    <a:pt x="905" y="105"/>
                    <a:pt x="884" y="90"/>
                    <a:pt x="860" y="79"/>
                  </a:cubicBezTo>
                  <a:cubicBezTo>
                    <a:pt x="795" y="37"/>
                    <a:pt x="725" y="15"/>
                    <a:pt x="650" y="11"/>
                  </a:cubicBezTo>
                  <a:cubicBezTo>
                    <a:pt x="619" y="4"/>
                    <a:pt x="587" y="1"/>
                    <a:pt x="55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9">
              <a:extLst>
                <a:ext uri="{FF2B5EF4-FFF2-40B4-BE49-F238E27FC236}">
                  <a16:creationId xmlns:a16="http://schemas.microsoft.com/office/drawing/2014/main" id="{C697D71E-EE52-283E-D8C3-A9F4502F8E25}"/>
                </a:ext>
              </a:extLst>
            </p:cNvPr>
            <p:cNvSpPr/>
            <p:nvPr/>
          </p:nvSpPr>
          <p:spPr>
            <a:xfrm>
              <a:off x="6312033" y="913059"/>
              <a:ext cx="35605" cy="43094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624" y="0"/>
                  </a:moveTo>
                  <a:cubicBezTo>
                    <a:pt x="582" y="0"/>
                    <a:pt x="540" y="5"/>
                    <a:pt x="493" y="16"/>
                  </a:cubicBezTo>
                  <a:cubicBezTo>
                    <a:pt x="484" y="17"/>
                    <a:pt x="476" y="20"/>
                    <a:pt x="468" y="23"/>
                  </a:cubicBezTo>
                  <a:cubicBezTo>
                    <a:pt x="428" y="37"/>
                    <a:pt x="384" y="54"/>
                    <a:pt x="347" y="76"/>
                  </a:cubicBezTo>
                  <a:cubicBezTo>
                    <a:pt x="329" y="86"/>
                    <a:pt x="307" y="106"/>
                    <a:pt x="296" y="114"/>
                  </a:cubicBezTo>
                  <a:cubicBezTo>
                    <a:pt x="280" y="127"/>
                    <a:pt x="260" y="141"/>
                    <a:pt x="245" y="155"/>
                  </a:cubicBezTo>
                  <a:cubicBezTo>
                    <a:pt x="225" y="173"/>
                    <a:pt x="209" y="197"/>
                    <a:pt x="193" y="218"/>
                  </a:cubicBezTo>
                  <a:cubicBezTo>
                    <a:pt x="169" y="249"/>
                    <a:pt x="145" y="278"/>
                    <a:pt x="129" y="313"/>
                  </a:cubicBezTo>
                  <a:cubicBezTo>
                    <a:pt x="105" y="362"/>
                    <a:pt x="82" y="413"/>
                    <a:pt x="66" y="464"/>
                  </a:cubicBezTo>
                  <a:cubicBezTo>
                    <a:pt x="56" y="491"/>
                    <a:pt x="52" y="522"/>
                    <a:pt x="47" y="549"/>
                  </a:cubicBezTo>
                  <a:cubicBezTo>
                    <a:pt x="28" y="637"/>
                    <a:pt x="1" y="731"/>
                    <a:pt x="9" y="821"/>
                  </a:cubicBezTo>
                  <a:cubicBezTo>
                    <a:pt x="12" y="854"/>
                    <a:pt x="15" y="896"/>
                    <a:pt x="24" y="930"/>
                  </a:cubicBezTo>
                  <a:cubicBezTo>
                    <a:pt x="36" y="985"/>
                    <a:pt x="60" y="1023"/>
                    <a:pt x="93" y="1066"/>
                  </a:cubicBezTo>
                  <a:cubicBezTo>
                    <a:pt x="108" y="1085"/>
                    <a:pt x="122" y="1101"/>
                    <a:pt x="139" y="1117"/>
                  </a:cubicBezTo>
                  <a:cubicBezTo>
                    <a:pt x="145" y="1133"/>
                    <a:pt x="153" y="1148"/>
                    <a:pt x="160" y="1164"/>
                  </a:cubicBezTo>
                  <a:cubicBezTo>
                    <a:pt x="199" y="1229"/>
                    <a:pt x="251" y="1281"/>
                    <a:pt x="316" y="1320"/>
                  </a:cubicBezTo>
                  <a:cubicBezTo>
                    <a:pt x="366" y="1353"/>
                    <a:pt x="421" y="1369"/>
                    <a:pt x="478" y="1372"/>
                  </a:cubicBezTo>
                  <a:cubicBezTo>
                    <a:pt x="502" y="1378"/>
                    <a:pt x="527" y="1380"/>
                    <a:pt x="551" y="1380"/>
                  </a:cubicBezTo>
                  <a:cubicBezTo>
                    <a:pt x="585" y="1380"/>
                    <a:pt x="618" y="1375"/>
                    <a:pt x="652" y="1364"/>
                  </a:cubicBezTo>
                  <a:cubicBezTo>
                    <a:pt x="726" y="1343"/>
                    <a:pt x="790" y="1306"/>
                    <a:pt x="844" y="1252"/>
                  </a:cubicBezTo>
                  <a:cubicBezTo>
                    <a:pt x="897" y="1190"/>
                    <a:pt x="949" y="1125"/>
                    <a:pt x="989" y="1055"/>
                  </a:cubicBezTo>
                  <a:cubicBezTo>
                    <a:pt x="1029" y="986"/>
                    <a:pt x="1060" y="910"/>
                    <a:pt x="1086" y="836"/>
                  </a:cubicBezTo>
                  <a:cubicBezTo>
                    <a:pt x="1102" y="791"/>
                    <a:pt x="1112" y="744"/>
                    <a:pt x="1120" y="698"/>
                  </a:cubicBezTo>
                  <a:cubicBezTo>
                    <a:pt x="1127" y="645"/>
                    <a:pt x="1138" y="584"/>
                    <a:pt x="1140" y="528"/>
                  </a:cubicBezTo>
                  <a:cubicBezTo>
                    <a:pt x="1141" y="500"/>
                    <a:pt x="1135" y="472"/>
                    <a:pt x="1131" y="444"/>
                  </a:cubicBezTo>
                  <a:cubicBezTo>
                    <a:pt x="1127" y="413"/>
                    <a:pt x="1126" y="387"/>
                    <a:pt x="1117" y="358"/>
                  </a:cubicBezTo>
                  <a:cubicBezTo>
                    <a:pt x="1088" y="277"/>
                    <a:pt x="1048" y="197"/>
                    <a:pt x="983" y="140"/>
                  </a:cubicBezTo>
                  <a:cubicBezTo>
                    <a:pt x="917" y="81"/>
                    <a:pt x="844" y="32"/>
                    <a:pt x="755" y="14"/>
                  </a:cubicBezTo>
                  <a:cubicBezTo>
                    <a:pt x="708" y="5"/>
                    <a:pt x="666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9">
              <a:extLst>
                <a:ext uri="{FF2B5EF4-FFF2-40B4-BE49-F238E27FC236}">
                  <a16:creationId xmlns:a16="http://schemas.microsoft.com/office/drawing/2014/main" id="{EC406648-0577-5FB7-BD4A-E2E949BBD8F7}"/>
                </a:ext>
              </a:extLst>
            </p:cNvPr>
            <p:cNvSpPr/>
            <p:nvPr/>
          </p:nvSpPr>
          <p:spPr>
            <a:xfrm>
              <a:off x="6181222" y="958868"/>
              <a:ext cx="42813" cy="45466"/>
            </a:xfrm>
            <a:custGeom>
              <a:avLst/>
              <a:gdLst/>
              <a:ahLst/>
              <a:cxnLst/>
              <a:rect l="l" t="t" r="r" b="b"/>
              <a:pathLst>
                <a:path w="1372" h="1457" extrusionOk="0">
                  <a:moveTo>
                    <a:pt x="760" y="1"/>
                  </a:moveTo>
                  <a:cubicBezTo>
                    <a:pt x="758" y="1"/>
                    <a:pt x="756" y="1"/>
                    <a:pt x="754" y="1"/>
                  </a:cubicBezTo>
                  <a:cubicBezTo>
                    <a:pt x="415" y="12"/>
                    <a:pt x="64" y="217"/>
                    <a:pt x="24" y="579"/>
                  </a:cubicBezTo>
                  <a:cubicBezTo>
                    <a:pt x="0" y="798"/>
                    <a:pt x="90" y="1021"/>
                    <a:pt x="241" y="1181"/>
                  </a:cubicBezTo>
                  <a:cubicBezTo>
                    <a:pt x="398" y="1347"/>
                    <a:pt x="597" y="1457"/>
                    <a:pt x="811" y="1457"/>
                  </a:cubicBezTo>
                  <a:cubicBezTo>
                    <a:pt x="875" y="1457"/>
                    <a:pt x="941" y="1447"/>
                    <a:pt x="1008" y="1425"/>
                  </a:cubicBezTo>
                  <a:cubicBezTo>
                    <a:pt x="1302" y="1330"/>
                    <a:pt x="1371" y="971"/>
                    <a:pt x="1337" y="657"/>
                  </a:cubicBezTo>
                  <a:cubicBezTo>
                    <a:pt x="1322" y="526"/>
                    <a:pt x="1291" y="403"/>
                    <a:pt x="1249" y="311"/>
                  </a:cubicBezTo>
                  <a:cubicBezTo>
                    <a:pt x="1245" y="300"/>
                    <a:pt x="1239" y="290"/>
                    <a:pt x="1234" y="280"/>
                  </a:cubicBezTo>
                  <a:cubicBezTo>
                    <a:pt x="1230" y="274"/>
                    <a:pt x="1226" y="269"/>
                    <a:pt x="1223" y="262"/>
                  </a:cubicBezTo>
                  <a:cubicBezTo>
                    <a:pt x="1201" y="232"/>
                    <a:pt x="1173" y="195"/>
                    <a:pt x="1149" y="168"/>
                  </a:cubicBezTo>
                  <a:cubicBezTo>
                    <a:pt x="1082" y="95"/>
                    <a:pt x="1005" y="56"/>
                    <a:pt x="914" y="24"/>
                  </a:cubicBezTo>
                  <a:cubicBezTo>
                    <a:pt x="905" y="21"/>
                    <a:pt x="897" y="19"/>
                    <a:pt x="889" y="16"/>
                  </a:cubicBezTo>
                  <a:cubicBezTo>
                    <a:pt x="848" y="9"/>
                    <a:pt x="803" y="1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9">
              <a:extLst>
                <a:ext uri="{FF2B5EF4-FFF2-40B4-BE49-F238E27FC236}">
                  <a16:creationId xmlns:a16="http://schemas.microsoft.com/office/drawing/2014/main" id="{4EB10398-F6FE-7E0F-3AC8-A6516B5B2C04}"/>
                </a:ext>
              </a:extLst>
            </p:cNvPr>
            <p:cNvSpPr/>
            <p:nvPr/>
          </p:nvSpPr>
          <p:spPr>
            <a:xfrm>
              <a:off x="6147676" y="1091365"/>
              <a:ext cx="44405" cy="38507"/>
            </a:xfrm>
            <a:custGeom>
              <a:avLst/>
              <a:gdLst/>
              <a:ahLst/>
              <a:cxnLst/>
              <a:rect l="l" t="t" r="r" b="b"/>
              <a:pathLst>
                <a:path w="1423" h="1234" extrusionOk="0">
                  <a:moveTo>
                    <a:pt x="684" y="0"/>
                  </a:moveTo>
                  <a:cubicBezTo>
                    <a:pt x="678" y="0"/>
                    <a:pt x="673" y="0"/>
                    <a:pt x="668" y="1"/>
                  </a:cubicBezTo>
                  <a:cubicBezTo>
                    <a:pt x="618" y="6"/>
                    <a:pt x="566" y="13"/>
                    <a:pt x="516" y="22"/>
                  </a:cubicBezTo>
                  <a:cubicBezTo>
                    <a:pt x="511" y="22"/>
                    <a:pt x="506" y="23"/>
                    <a:pt x="501" y="24"/>
                  </a:cubicBezTo>
                  <a:cubicBezTo>
                    <a:pt x="491" y="26"/>
                    <a:pt x="481" y="29"/>
                    <a:pt x="471" y="33"/>
                  </a:cubicBezTo>
                  <a:cubicBezTo>
                    <a:pt x="427" y="49"/>
                    <a:pt x="378" y="70"/>
                    <a:pt x="335" y="90"/>
                  </a:cubicBezTo>
                  <a:cubicBezTo>
                    <a:pt x="331" y="92"/>
                    <a:pt x="327" y="94"/>
                    <a:pt x="324" y="96"/>
                  </a:cubicBezTo>
                  <a:cubicBezTo>
                    <a:pt x="278" y="122"/>
                    <a:pt x="224" y="168"/>
                    <a:pt x="193" y="194"/>
                  </a:cubicBezTo>
                  <a:cubicBezTo>
                    <a:pt x="184" y="202"/>
                    <a:pt x="177" y="208"/>
                    <a:pt x="171" y="216"/>
                  </a:cubicBezTo>
                  <a:cubicBezTo>
                    <a:pt x="138" y="252"/>
                    <a:pt x="107" y="291"/>
                    <a:pt x="81" y="333"/>
                  </a:cubicBezTo>
                  <a:cubicBezTo>
                    <a:pt x="79" y="336"/>
                    <a:pt x="78" y="339"/>
                    <a:pt x="77" y="341"/>
                  </a:cubicBezTo>
                  <a:cubicBezTo>
                    <a:pt x="59" y="383"/>
                    <a:pt x="41" y="425"/>
                    <a:pt x="23" y="467"/>
                  </a:cubicBezTo>
                  <a:cubicBezTo>
                    <a:pt x="22" y="469"/>
                    <a:pt x="22" y="470"/>
                    <a:pt x="21" y="472"/>
                  </a:cubicBezTo>
                  <a:cubicBezTo>
                    <a:pt x="20" y="475"/>
                    <a:pt x="20" y="478"/>
                    <a:pt x="19" y="481"/>
                  </a:cubicBezTo>
                  <a:cubicBezTo>
                    <a:pt x="16" y="504"/>
                    <a:pt x="13" y="527"/>
                    <a:pt x="10" y="550"/>
                  </a:cubicBezTo>
                  <a:cubicBezTo>
                    <a:pt x="5" y="575"/>
                    <a:pt x="2" y="601"/>
                    <a:pt x="0" y="626"/>
                  </a:cubicBezTo>
                  <a:cubicBezTo>
                    <a:pt x="3" y="649"/>
                    <a:pt x="7" y="672"/>
                    <a:pt x="10" y="695"/>
                  </a:cubicBezTo>
                  <a:cubicBezTo>
                    <a:pt x="10" y="742"/>
                    <a:pt x="21" y="786"/>
                    <a:pt x="45" y="828"/>
                  </a:cubicBezTo>
                  <a:cubicBezTo>
                    <a:pt x="77" y="902"/>
                    <a:pt x="83" y="930"/>
                    <a:pt x="154" y="997"/>
                  </a:cubicBezTo>
                  <a:lnTo>
                    <a:pt x="157" y="1000"/>
                  </a:lnTo>
                  <a:cubicBezTo>
                    <a:pt x="171" y="1012"/>
                    <a:pt x="248" y="1074"/>
                    <a:pt x="264" y="1083"/>
                  </a:cubicBezTo>
                  <a:cubicBezTo>
                    <a:pt x="266" y="1083"/>
                    <a:pt x="267" y="1084"/>
                    <a:pt x="269" y="1085"/>
                  </a:cubicBezTo>
                  <a:cubicBezTo>
                    <a:pt x="284" y="1095"/>
                    <a:pt x="376" y="1133"/>
                    <a:pt x="393" y="1138"/>
                  </a:cubicBezTo>
                  <a:cubicBezTo>
                    <a:pt x="411" y="1143"/>
                    <a:pt x="427" y="1144"/>
                    <a:pt x="445" y="1146"/>
                  </a:cubicBezTo>
                  <a:lnTo>
                    <a:pt x="446" y="1146"/>
                  </a:lnTo>
                  <a:cubicBezTo>
                    <a:pt x="449" y="1148"/>
                    <a:pt x="452" y="1149"/>
                    <a:pt x="457" y="1151"/>
                  </a:cubicBezTo>
                  <a:cubicBezTo>
                    <a:pt x="484" y="1164"/>
                    <a:pt x="571" y="1203"/>
                    <a:pt x="600" y="1212"/>
                  </a:cubicBezTo>
                  <a:cubicBezTo>
                    <a:pt x="614" y="1216"/>
                    <a:pt x="744" y="1234"/>
                    <a:pt x="759" y="1234"/>
                  </a:cubicBezTo>
                  <a:cubicBezTo>
                    <a:pt x="788" y="1233"/>
                    <a:pt x="811" y="1227"/>
                    <a:pt x="844" y="1223"/>
                  </a:cubicBezTo>
                  <a:cubicBezTo>
                    <a:pt x="872" y="1219"/>
                    <a:pt x="908" y="1216"/>
                    <a:pt x="939" y="1210"/>
                  </a:cubicBezTo>
                  <a:cubicBezTo>
                    <a:pt x="951" y="1207"/>
                    <a:pt x="963" y="1203"/>
                    <a:pt x="975" y="1198"/>
                  </a:cubicBezTo>
                  <a:cubicBezTo>
                    <a:pt x="1024" y="1179"/>
                    <a:pt x="1076" y="1158"/>
                    <a:pt x="1123" y="1135"/>
                  </a:cubicBezTo>
                  <a:cubicBezTo>
                    <a:pt x="1130" y="1132"/>
                    <a:pt x="1136" y="1128"/>
                    <a:pt x="1142" y="1125"/>
                  </a:cubicBezTo>
                  <a:cubicBezTo>
                    <a:pt x="1225" y="1076"/>
                    <a:pt x="1291" y="1009"/>
                    <a:pt x="1340" y="926"/>
                  </a:cubicBezTo>
                  <a:cubicBezTo>
                    <a:pt x="1381" y="862"/>
                    <a:pt x="1403" y="794"/>
                    <a:pt x="1406" y="720"/>
                  </a:cubicBezTo>
                  <a:cubicBezTo>
                    <a:pt x="1423" y="647"/>
                    <a:pt x="1419" y="572"/>
                    <a:pt x="1396" y="499"/>
                  </a:cubicBezTo>
                  <a:cubicBezTo>
                    <a:pt x="1370" y="405"/>
                    <a:pt x="1322" y="323"/>
                    <a:pt x="1254" y="254"/>
                  </a:cubicBezTo>
                  <a:cubicBezTo>
                    <a:pt x="1254" y="254"/>
                    <a:pt x="1253" y="253"/>
                    <a:pt x="1253" y="253"/>
                  </a:cubicBezTo>
                  <a:lnTo>
                    <a:pt x="1253" y="253"/>
                  </a:lnTo>
                  <a:cubicBezTo>
                    <a:pt x="1246" y="244"/>
                    <a:pt x="1238" y="235"/>
                    <a:pt x="1231" y="227"/>
                  </a:cubicBezTo>
                  <a:cubicBezTo>
                    <a:pt x="1224" y="220"/>
                    <a:pt x="1216" y="212"/>
                    <a:pt x="1208" y="205"/>
                  </a:cubicBezTo>
                  <a:cubicBezTo>
                    <a:pt x="1163" y="168"/>
                    <a:pt x="1108" y="117"/>
                    <a:pt x="1049" y="92"/>
                  </a:cubicBezTo>
                  <a:cubicBezTo>
                    <a:pt x="1004" y="72"/>
                    <a:pt x="958" y="50"/>
                    <a:pt x="911" y="33"/>
                  </a:cubicBezTo>
                  <a:cubicBezTo>
                    <a:pt x="907" y="32"/>
                    <a:pt x="901" y="30"/>
                    <a:pt x="897" y="29"/>
                  </a:cubicBezTo>
                  <a:cubicBezTo>
                    <a:pt x="887" y="26"/>
                    <a:pt x="876" y="24"/>
                    <a:pt x="866" y="22"/>
                  </a:cubicBezTo>
                  <a:cubicBezTo>
                    <a:pt x="817" y="13"/>
                    <a:pt x="762" y="6"/>
                    <a:pt x="713" y="2"/>
                  </a:cubicBezTo>
                  <a:cubicBezTo>
                    <a:pt x="708" y="1"/>
                    <a:pt x="704" y="1"/>
                    <a:pt x="698" y="1"/>
                  </a:cubicBezTo>
                  <a:cubicBezTo>
                    <a:pt x="694" y="0"/>
                    <a:pt x="689" y="0"/>
                    <a:pt x="6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9">
              <a:extLst>
                <a:ext uri="{FF2B5EF4-FFF2-40B4-BE49-F238E27FC236}">
                  <a16:creationId xmlns:a16="http://schemas.microsoft.com/office/drawing/2014/main" id="{2DB6BF36-88BA-5AC3-6E87-8DF66EDEB839}"/>
                </a:ext>
              </a:extLst>
            </p:cNvPr>
            <p:cNvSpPr/>
            <p:nvPr/>
          </p:nvSpPr>
          <p:spPr>
            <a:xfrm>
              <a:off x="6241479" y="1070052"/>
              <a:ext cx="41783" cy="40161"/>
            </a:xfrm>
            <a:custGeom>
              <a:avLst/>
              <a:gdLst/>
              <a:ahLst/>
              <a:cxnLst/>
              <a:rect l="l" t="t" r="r" b="b"/>
              <a:pathLst>
                <a:path w="1339" h="1287" extrusionOk="0">
                  <a:moveTo>
                    <a:pt x="633" y="0"/>
                  </a:moveTo>
                  <a:cubicBezTo>
                    <a:pt x="627" y="0"/>
                    <a:pt x="621" y="0"/>
                    <a:pt x="614" y="0"/>
                  </a:cubicBezTo>
                  <a:cubicBezTo>
                    <a:pt x="560" y="8"/>
                    <a:pt x="506" y="15"/>
                    <a:pt x="451" y="22"/>
                  </a:cubicBezTo>
                  <a:cubicBezTo>
                    <a:pt x="403" y="43"/>
                    <a:pt x="354" y="64"/>
                    <a:pt x="305" y="84"/>
                  </a:cubicBezTo>
                  <a:cubicBezTo>
                    <a:pt x="233" y="123"/>
                    <a:pt x="176" y="175"/>
                    <a:pt x="133" y="242"/>
                  </a:cubicBezTo>
                  <a:cubicBezTo>
                    <a:pt x="79" y="302"/>
                    <a:pt x="42" y="371"/>
                    <a:pt x="23" y="450"/>
                  </a:cubicBezTo>
                  <a:lnTo>
                    <a:pt x="23" y="454"/>
                  </a:lnTo>
                  <a:cubicBezTo>
                    <a:pt x="16" y="508"/>
                    <a:pt x="7" y="562"/>
                    <a:pt x="0" y="617"/>
                  </a:cubicBezTo>
                  <a:cubicBezTo>
                    <a:pt x="0" y="620"/>
                    <a:pt x="0" y="622"/>
                    <a:pt x="0" y="625"/>
                  </a:cubicBezTo>
                  <a:cubicBezTo>
                    <a:pt x="0" y="655"/>
                    <a:pt x="10" y="704"/>
                    <a:pt x="12" y="718"/>
                  </a:cubicBezTo>
                  <a:cubicBezTo>
                    <a:pt x="16" y="748"/>
                    <a:pt x="18" y="782"/>
                    <a:pt x="26" y="813"/>
                  </a:cubicBezTo>
                  <a:cubicBezTo>
                    <a:pt x="47" y="862"/>
                    <a:pt x="68" y="912"/>
                    <a:pt x="88" y="961"/>
                  </a:cubicBezTo>
                  <a:cubicBezTo>
                    <a:pt x="89" y="962"/>
                    <a:pt x="89" y="962"/>
                    <a:pt x="90" y="963"/>
                  </a:cubicBezTo>
                  <a:cubicBezTo>
                    <a:pt x="129" y="1035"/>
                    <a:pt x="182" y="1094"/>
                    <a:pt x="250" y="1138"/>
                  </a:cubicBezTo>
                  <a:cubicBezTo>
                    <a:pt x="271" y="1155"/>
                    <a:pt x="292" y="1170"/>
                    <a:pt x="314" y="1187"/>
                  </a:cubicBezTo>
                  <a:cubicBezTo>
                    <a:pt x="317" y="1189"/>
                    <a:pt x="320" y="1191"/>
                    <a:pt x="325" y="1194"/>
                  </a:cubicBezTo>
                  <a:cubicBezTo>
                    <a:pt x="326" y="1195"/>
                    <a:pt x="328" y="1196"/>
                    <a:pt x="330" y="1196"/>
                  </a:cubicBezTo>
                  <a:lnTo>
                    <a:pt x="332" y="1198"/>
                  </a:lnTo>
                  <a:lnTo>
                    <a:pt x="478" y="1258"/>
                  </a:lnTo>
                  <a:cubicBezTo>
                    <a:pt x="532" y="1278"/>
                    <a:pt x="647" y="1285"/>
                    <a:pt x="661" y="1286"/>
                  </a:cubicBezTo>
                  <a:cubicBezTo>
                    <a:pt x="668" y="1287"/>
                    <a:pt x="676" y="1287"/>
                    <a:pt x="685" y="1287"/>
                  </a:cubicBezTo>
                  <a:cubicBezTo>
                    <a:pt x="712" y="1285"/>
                    <a:pt x="751" y="1277"/>
                    <a:pt x="767" y="1275"/>
                  </a:cubicBezTo>
                  <a:cubicBezTo>
                    <a:pt x="786" y="1273"/>
                    <a:pt x="824" y="1269"/>
                    <a:pt x="851" y="1264"/>
                  </a:cubicBezTo>
                  <a:cubicBezTo>
                    <a:pt x="855" y="1264"/>
                    <a:pt x="859" y="1263"/>
                    <a:pt x="863" y="1262"/>
                  </a:cubicBezTo>
                  <a:cubicBezTo>
                    <a:pt x="867" y="1259"/>
                    <a:pt x="871" y="1258"/>
                    <a:pt x="875" y="1256"/>
                  </a:cubicBezTo>
                  <a:cubicBezTo>
                    <a:pt x="908" y="1244"/>
                    <a:pt x="984" y="1212"/>
                    <a:pt x="1016" y="1197"/>
                  </a:cubicBezTo>
                  <a:cubicBezTo>
                    <a:pt x="1018" y="1196"/>
                    <a:pt x="1021" y="1195"/>
                    <a:pt x="1023" y="1194"/>
                  </a:cubicBezTo>
                  <a:cubicBezTo>
                    <a:pt x="1026" y="1192"/>
                    <a:pt x="1029" y="1190"/>
                    <a:pt x="1032" y="1188"/>
                  </a:cubicBezTo>
                  <a:cubicBezTo>
                    <a:pt x="1036" y="1185"/>
                    <a:pt x="1041" y="1182"/>
                    <a:pt x="1045" y="1179"/>
                  </a:cubicBezTo>
                  <a:lnTo>
                    <a:pt x="1045" y="1179"/>
                  </a:lnTo>
                  <a:lnTo>
                    <a:pt x="1043" y="1181"/>
                  </a:lnTo>
                  <a:cubicBezTo>
                    <a:pt x="1063" y="1166"/>
                    <a:pt x="1083" y="1151"/>
                    <a:pt x="1102" y="1135"/>
                  </a:cubicBezTo>
                  <a:cubicBezTo>
                    <a:pt x="1102" y="1134"/>
                    <a:pt x="1103" y="1134"/>
                    <a:pt x="1103" y="1133"/>
                  </a:cubicBezTo>
                  <a:cubicBezTo>
                    <a:pt x="1107" y="1130"/>
                    <a:pt x="1110" y="1128"/>
                    <a:pt x="1114" y="1125"/>
                  </a:cubicBezTo>
                  <a:lnTo>
                    <a:pt x="1114" y="1125"/>
                  </a:lnTo>
                  <a:lnTo>
                    <a:pt x="1105" y="1132"/>
                  </a:lnTo>
                  <a:cubicBezTo>
                    <a:pt x="1123" y="1120"/>
                    <a:pt x="1140" y="1107"/>
                    <a:pt x="1156" y="1092"/>
                  </a:cubicBezTo>
                  <a:lnTo>
                    <a:pt x="1156" y="1092"/>
                  </a:lnTo>
                  <a:cubicBezTo>
                    <a:pt x="1156" y="1092"/>
                    <a:pt x="1156" y="1092"/>
                    <a:pt x="1157" y="1092"/>
                  </a:cubicBezTo>
                  <a:lnTo>
                    <a:pt x="1157" y="1092"/>
                  </a:lnTo>
                  <a:lnTo>
                    <a:pt x="1156" y="1092"/>
                  </a:lnTo>
                  <a:lnTo>
                    <a:pt x="1156" y="1092"/>
                  </a:lnTo>
                  <a:cubicBezTo>
                    <a:pt x="1193" y="1060"/>
                    <a:pt x="1223" y="1021"/>
                    <a:pt x="1248" y="976"/>
                  </a:cubicBezTo>
                  <a:cubicBezTo>
                    <a:pt x="1266" y="931"/>
                    <a:pt x="1285" y="886"/>
                    <a:pt x="1304" y="841"/>
                  </a:cubicBezTo>
                  <a:cubicBezTo>
                    <a:pt x="1305" y="839"/>
                    <a:pt x="1304" y="837"/>
                    <a:pt x="1305" y="835"/>
                  </a:cubicBezTo>
                  <a:cubicBezTo>
                    <a:pt x="1329" y="737"/>
                    <a:pt x="1339" y="607"/>
                    <a:pt x="1303" y="510"/>
                  </a:cubicBezTo>
                  <a:lnTo>
                    <a:pt x="1303" y="510"/>
                  </a:lnTo>
                  <a:lnTo>
                    <a:pt x="1303" y="512"/>
                  </a:lnTo>
                  <a:lnTo>
                    <a:pt x="1303" y="512"/>
                  </a:lnTo>
                  <a:cubicBezTo>
                    <a:pt x="1294" y="469"/>
                    <a:pt x="1277" y="427"/>
                    <a:pt x="1252" y="388"/>
                  </a:cubicBezTo>
                  <a:cubicBezTo>
                    <a:pt x="1225" y="353"/>
                    <a:pt x="1198" y="320"/>
                    <a:pt x="1172" y="285"/>
                  </a:cubicBezTo>
                  <a:cubicBezTo>
                    <a:pt x="1170" y="283"/>
                    <a:pt x="1168" y="282"/>
                    <a:pt x="1166" y="281"/>
                  </a:cubicBezTo>
                  <a:cubicBezTo>
                    <a:pt x="1150" y="266"/>
                    <a:pt x="1127" y="251"/>
                    <a:pt x="1115" y="241"/>
                  </a:cubicBezTo>
                  <a:lnTo>
                    <a:pt x="1115" y="241"/>
                  </a:lnTo>
                  <a:cubicBezTo>
                    <a:pt x="1115" y="241"/>
                    <a:pt x="1115" y="241"/>
                    <a:pt x="1115" y="241"/>
                  </a:cubicBezTo>
                  <a:cubicBezTo>
                    <a:pt x="1117" y="241"/>
                    <a:pt x="1097" y="225"/>
                    <a:pt x="1079" y="212"/>
                  </a:cubicBezTo>
                  <a:cubicBezTo>
                    <a:pt x="1074" y="206"/>
                    <a:pt x="1069" y="200"/>
                    <a:pt x="1062" y="195"/>
                  </a:cubicBezTo>
                  <a:cubicBezTo>
                    <a:pt x="1048" y="184"/>
                    <a:pt x="1029" y="168"/>
                    <a:pt x="1010" y="152"/>
                  </a:cubicBezTo>
                  <a:cubicBezTo>
                    <a:pt x="1002" y="146"/>
                    <a:pt x="994" y="139"/>
                    <a:pt x="986" y="132"/>
                  </a:cubicBezTo>
                  <a:cubicBezTo>
                    <a:pt x="947" y="95"/>
                    <a:pt x="902" y="68"/>
                    <a:pt x="851" y="54"/>
                  </a:cubicBezTo>
                  <a:cubicBezTo>
                    <a:pt x="783" y="18"/>
                    <a:pt x="710" y="0"/>
                    <a:pt x="6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9">
              <a:extLst>
                <a:ext uri="{FF2B5EF4-FFF2-40B4-BE49-F238E27FC236}">
                  <a16:creationId xmlns:a16="http://schemas.microsoft.com/office/drawing/2014/main" id="{8FE3E072-60CA-9AEE-847E-14AFEB02DF6E}"/>
                </a:ext>
              </a:extLst>
            </p:cNvPr>
            <p:cNvSpPr/>
            <p:nvPr/>
          </p:nvSpPr>
          <p:spPr>
            <a:xfrm>
              <a:off x="6255677" y="993131"/>
              <a:ext cx="39537" cy="37602"/>
            </a:xfrm>
            <a:custGeom>
              <a:avLst/>
              <a:gdLst/>
              <a:ahLst/>
              <a:cxnLst/>
              <a:rect l="l" t="t" r="r" b="b"/>
              <a:pathLst>
                <a:path w="1267" h="1205" extrusionOk="0">
                  <a:moveTo>
                    <a:pt x="709" y="1"/>
                  </a:moveTo>
                  <a:cubicBezTo>
                    <a:pt x="620" y="2"/>
                    <a:pt x="536" y="24"/>
                    <a:pt x="460" y="69"/>
                  </a:cubicBezTo>
                  <a:cubicBezTo>
                    <a:pt x="0" y="338"/>
                    <a:pt x="210" y="1091"/>
                    <a:pt x="676" y="1196"/>
                  </a:cubicBezTo>
                  <a:cubicBezTo>
                    <a:pt x="704" y="1202"/>
                    <a:pt x="732" y="1205"/>
                    <a:pt x="759" y="1205"/>
                  </a:cubicBezTo>
                  <a:cubicBezTo>
                    <a:pt x="799" y="1205"/>
                    <a:pt x="838" y="1199"/>
                    <a:pt x="878" y="1186"/>
                  </a:cubicBezTo>
                  <a:cubicBezTo>
                    <a:pt x="918" y="1170"/>
                    <a:pt x="959" y="1152"/>
                    <a:pt x="999" y="1135"/>
                  </a:cubicBezTo>
                  <a:cubicBezTo>
                    <a:pt x="1075" y="1090"/>
                    <a:pt x="1136" y="1029"/>
                    <a:pt x="1181" y="953"/>
                  </a:cubicBezTo>
                  <a:cubicBezTo>
                    <a:pt x="1205" y="905"/>
                    <a:pt x="1221" y="868"/>
                    <a:pt x="1232" y="832"/>
                  </a:cubicBezTo>
                  <a:cubicBezTo>
                    <a:pt x="1237" y="817"/>
                    <a:pt x="1242" y="801"/>
                    <a:pt x="1245" y="787"/>
                  </a:cubicBezTo>
                  <a:cubicBezTo>
                    <a:pt x="1246" y="782"/>
                    <a:pt x="1247" y="777"/>
                    <a:pt x="1248" y="774"/>
                  </a:cubicBezTo>
                  <a:cubicBezTo>
                    <a:pt x="1255" y="738"/>
                    <a:pt x="1260" y="700"/>
                    <a:pt x="1266" y="648"/>
                  </a:cubicBezTo>
                  <a:cubicBezTo>
                    <a:pt x="1267" y="638"/>
                    <a:pt x="1267" y="628"/>
                    <a:pt x="1267" y="617"/>
                  </a:cubicBezTo>
                  <a:cubicBezTo>
                    <a:pt x="1264" y="570"/>
                    <a:pt x="1254" y="521"/>
                    <a:pt x="1248" y="475"/>
                  </a:cubicBezTo>
                  <a:cubicBezTo>
                    <a:pt x="1247" y="468"/>
                    <a:pt x="1246" y="463"/>
                    <a:pt x="1245" y="457"/>
                  </a:cubicBezTo>
                  <a:cubicBezTo>
                    <a:pt x="1231" y="396"/>
                    <a:pt x="1206" y="337"/>
                    <a:pt x="1172" y="284"/>
                  </a:cubicBezTo>
                  <a:cubicBezTo>
                    <a:pt x="1158" y="263"/>
                    <a:pt x="1140" y="242"/>
                    <a:pt x="1127" y="225"/>
                  </a:cubicBezTo>
                  <a:cubicBezTo>
                    <a:pt x="1113" y="207"/>
                    <a:pt x="1096" y="184"/>
                    <a:pt x="1080" y="165"/>
                  </a:cubicBezTo>
                  <a:cubicBezTo>
                    <a:pt x="1046" y="127"/>
                    <a:pt x="999" y="96"/>
                    <a:pt x="958" y="69"/>
                  </a:cubicBezTo>
                  <a:cubicBezTo>
                    <a:pt x="881" y="24"/>
                    <a:pt x="798" y="2"/>
                    <a:pt x="7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9">
              <a:extLst>
                <a:ext uri="{FF2B5EF4-FFF2-40B4-BE49-F238E27FC236}">
                  <a16:creationId xmlns:a16="http://schemas.microsoft.com/office/drawing/2014/main" id="{F3A64A5E-8A77-E689-0BED-2417EEC6DD9A}"/>
                </a:ext>
              </a:extLst>
            </p:cNvPr>
            <p:cNvSpPr/>
            <p:nvPr/>
          </p:nvSpPr>
          <p:spPr>
            <a:xfrm>
              <a:off x="6389640" y="960772"/>
              <a:ext cx="38070" cy="37976"/>
            </a:xfrm>
            <a:custGeom>
              <a:avLst/>
              <a:gdLst/>
              <a:ahLst/>
              <a:cxnLst/>
              <a:rect l="l" t="t" r="r" b="b"/>
              <a:pathLst>
                <a:path w="1220" h="1217" extrusionOk="0">
                  <a:moveTo>
                    <a:pt x="714" y="0"/>
                  </a:moveTo>
                  <a:cubicBezTo>
                    <a:pt x="708" y="0"/>
                    <a:pt x="702" y="0"/>
                    <a:pt x="697" y="0"/>
                  </a:cubicBezTo>
                  <a:cubicBezTo>
                    <a:pt x="692" y="0"/>
                    <a:pt x="689" y="1"/>
                    <a:pt x="685" y="1"/>
                  </a:cubicBezTo>
                  <a:cubicBezTo>
                    <a:pt x="647" y="6"/>
                    <a:pt x="599" y="11"/>
                    <a:pt x="562" y="18"/>
                  </a:cubicBezTo>
                  <a:cubicBezTo>
                    <a:pt x="553" y="19"/>
                    <a:pt x="545" y="21"/>
                    <a:pt x="537" y="24"/>
                  </a:cubicBezTo>
                  <a:cubicBezTo>
                    <a:pt x="495" y="38"/>
                    <a:pt x="454" y="58"/>
                    <a:pt x="414" y="76"/>
                  </a:cubicBezTo>
                  <a:cubicBezTo>
                    <a:pt x="407" y="78"/>
                    <a:pt x="400" y="81"/>
                    <a:pt x="394" y="85"/>
                  </a:cubicBezTo>
                  <a:cubicBezTo>
                    <a:pt x="379" y="93"/>
                    <a:pt x="365" y="103"/>
                    <a:pt x="351" y="113"/>
                  </a:cubicBezTo>
                  <a:cubicBezTo>
                    <a:pt x="309" y="145"/>
                    <a:pt x="263" y="177"/>
                    <a:pt x="223" y="214"/>
                  </a:cubicBezTo>
                  <a:cubicBezTo>
                    <a:pt x="184" y="251"/>
                    <a:pt x="151" y="298"/>
                    <a:pt x="124" y="345"/>
                  </a:cubicBezTo>
                  <a:cubicBezTo>
                    <a:pt x="98" y="393"/>
                    <a:pt x="77" y="445"/>
                    <a:pt x="58" y="495"/>
                  </a:cubicBezTo>
                  <a:cubicBezTo>
                    <a:pt x="50" y="522"/>
                    <a:pt x="43" y="552"/>
                    <a:pt x="39" y="581"/>
                  </a:cubicBezTo>
                  <a:cubicBezTo>
                    <a:pt x="34" y="596"/>
                    <a:pt x="28" y="611"/>
                    <a:pt x="23" y="625"/>
                  </a:cubicBezTo>
                  <a:cubicBezTo>
                    <a:pt x="1" y="708"/>
                    <a:pt x="1" y="791"/>
                    <a:pt x="23" y="873"/>
                  </a:cubicBezTo>
                  <a:cubicBezTo>
                    <a:pt x="37" y="934"/>
                    <a:pt x="65" y="987"/>
                    <a:pt x="106" y="1032"/>
                  </a:cubicBezTo>
                  <a:cubicBezTo>
                    <a:pt x="140" y="1084"/>
                    <a:pt x="184" y="1123"/>
                    <a:pt x="238" y="1153"/>
                  </a:cubicBezTo>
                  <a:cubicBezTo>
                    <a:pt x="310" y="1195"/>
                    <a:pt x="389" y="1217"/>
                    <a:pt x="474" y="1217"/>
                  </a:cubicBezTo>
                  <a:cubicBezTo>
                    <a:pt x="530" y="1210"/>
                    <a:pt x="590" y="1206"/>
                    <a:pt x="646" y="1190"/>
                  </a:cubicBezTo>
                  <a:cubicBezTo>
                    <a:pt x="700" y="1177"/>
                    <a:pt x="755" y="1150"/>
                    <a:pt x="803" y="1128"/>
                  </a:cubicBezTo>
                  <a:cubicBezTo>
                    <a:pt x="819" y="1121"/>
                    <a:pt x="834" y="1114"/>
                    <a:pt x="847" y="1105"/>
                  </a:cubicBezTo>
                  <a:cubicBezTo>
                    <a:pt x="855" y="1100"/>
                    <a:pt x="862" y="1096"/>
                    <a:pt x="868" y="1091"/>
                  </a:cubicBezTo>
                  <a:cubicBezTo>
                    <a:pt x="907" y="1064"/>
                    <a:pt x="945" y="1034"/>
                    <a:pt x="981" y="1004"/>
                  </a:cubicBezTo>
                  <a:cubicBezTo>
                    <a:pt x="994" y="994"/>
                    <a:pt x="1006" y="982"/>
                    <a:pt x="1017" y="970"/>
                  </a:cubicBezTo>
                  <a:cubicBezTo>
                    <a:pt x="1053" y="929"/>
                    <a:pt x="1088" y="884"/>
                    <a:pt x="1118" y="838"/>
                  </a:cubicBezTo>
                  <a:cubicBezTo>
                    <a:pt x="1139" y="807"/>
                    <a:pt x="1152" y="773"/>
                    <a:pt x="1166" y="739"/>
                  </a:cubicBezTo>
                  <a:cubicBezTo>
                    <a:pt x="1198" y="663"/>
                    <a:pt x="1220" y="601"/>
                    <a:pt x="1217" y="512"/>
                  </a:cubicBezTo>
                  <a:cubicBezTo>
                    <a:pt x="1215" y="464"/>
                    <a:pt x="1210" y="414"/>
                    <a:pt x="1196" y="368"/>
                  </a:cubicBezTo>
                  <a:cubicBezTo>
                    <a:pt x="1187" y="350"/>
                    <a:pt x="1180" y="332"/>
                    <a:pt x="1173" y="314"/>
                  </a:cubicBezTo>
                  <a:cubicBezTo>
                    <a:pt x="1165" y="293"/>
                    <a:pt x="1157" y="275"/>
                    <a:pt x="1148" y="255"/>
                  </a:cubicBezTo>
                  <a:cubicBezTo>
                    <a:pt x="1146" y="252"/>
                    <a:pt x="1143" y="248"/>
                    <a:pt x="1140" y="245"/>
                  </a:cubicBezTo>
                  <a:cubicBezTo>
                    <a:pt x="1125" y="222"/>
                    <a:pt x="1092" y="171"/>
                    <a:pt x="1060" y="144"/>
                  </a:cubicBezTo>
                  <a:cubicBezTo>
                    <a:pt x="976" y="75"/>
                    <a:pt x="953" y="57"/>
                    <a:pt x="848" y="21"/>
                  </a:cubicBezTo>
                  <a:cubicBezTo>
                    <a:pt x="806" y="7"/>
                    <a:pt x="759" y="0"/>
                    <a:pt x="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9">
              <a:extLst>
                <a:ext uri="{FF2B5EF4-FFF2-40B4-BE49-F238E27FC236}">
                  <a16:creationId xmlns:a16="http://schemas.microsoft.com/office/drawing/2014/main" id="{32A37D62-9A76-4D01-5AE7-F9D4848FA052}"/>
                </a:ext>
              </a:extLst>
            </p:cNvPr>
            <p:cNvSpPr/>
            <p:nvPr/>
          </p:nvSpPr>
          <p:spPr>
            <a:xfrm>
              <a:off x="6361868" y="1030702"/>
              <a:ext cx="40723" cy="34700"/>
            </a:xfrm>
            <a:custGeom>
              <a:avLst/>
              <a:gdLst/>
              <a:ahLst/>
              <a:cxnLst/>
              <a:rect l="l" t="t" r="r" b="b"/>
              <a:pathLst>
                <a:path w="1305" h="1112" extrusionOk="0">
                  <a:moveTo>
                    <a:pt x="740" y="0"/>
                  </a:moveTo>
                  <a:cubicBezTo>
                    <a:pt x="462" y="0"/>
                    <a:pt x="166" y="119"/>
                    <a:pt x="78" y="326"/>
                  </a:cubicBezTo>
                  <a:cubicBezTo>
                    <a:pt x="62" y="368"/>
                    <a:pt x="44" y="408"/>
                    <a:pt x="26" y="450"/>
                  </a:cubicBezTo>
                  <a:cubicBezTo>
                    <a:pt x="4" y="519"/>
                    <a:pt x="1" y="589"/>
                    <a:pt x="17" y="659"/>
                  </a:cubicBezTo>
                  <a:cubicBezTo>
                    <a:pt x="17" y="706"/>
                    <a:pt x="29" y="750"/>
                    <a:pt x="52" y="790"/>
                  </a:cubicBezTo>
                  <a:cubicBezTo>
                    <a:pt x="73" y="855"/>
                    <a:pt x="110" y="911"/>
                    <a:pt x="160" y="958"/>
                  </a:cubicBezTo>
                  <a:lnTo>
                    <a:pt x="266" y="1040"/>
                  </a:lnTo>
                  <a:cubicBezTo>
                    <a:pt x="347" y="1087"/>
                    <a:pt x="435" y="1111"/>
                    <a:pt x="529" y="1111"/>
                  </a:cubicBezTo>
                  <a:cubicBezTo>
                    <a:pt x="536" y="1111"/>
                    <a:pt x="543" y="1111"/>
                    <a:pt x="551" y="1111"/>
                  </a:cubicBezTo>
                  <a:cubicBezTo>
                    <a:pt x="606" y="1111"/>
                    <a:pt x="664" y="1098"/>
                    <a:pt x="716" y="1088"/>
                  </a:cubicBezTo>
                  <a:cubicBezTo>
                    <a:pt x="734" y="1085"/>
                    <a:pt x="750" y="1079"/>
                    <a:pt x="767" y="1073"/>
                  </a:cubicBezTo>
                  <a:cubicBezTo>
                    <a:pt x="840" y="1046"/>
                    <a:pt x="914" y="1019"/>
                    <a:pt x="976" y="973"/>
                  </a:cubicBezTo>
                  <a:cubicBezTo>
                    <a:pt x="1017" y="942"/>
                    <a:pt x="1070" y="906"/>
                    <a:pt x="1108" y="866"/>
                  </a:cubicBezTo>
                  <a:cubicBezTo>
                    <a:pt x="1146" y="827"/>
                    <a:pt x="1179" y="781"/>
                    <a:pt x="1211" y="736"/>
                  </a:cubicBezTo>
                  <a:cubicBezTo>
                    <a:pt x="1221" y="721"/>
                    <a:pt x="1230" y="707"/>
                    <a:pt x="1238" y="691"/>
                  </a:cubicBezTo>
                  <a:cubicBezTo>
                    <a:pt x="1281" y="607"/>
                    <a:pt x="1305" y="542"/>
                    <a:pt x="1305" y="447"/>
                  </a:cubicBezTo>
                  <a:cubicBezTo>
                    <a:pt x="1305" y="401"/>
                    <a:pt x="1295" y="355"/>
                    <a:pt x="1286" y="310"/>
                  </a:cubicBezTo>
                  <a:cubicBezTo>
                    <a:pt x="1226" y="96"/>
                    <a:pt x="990" y="0"/>
                    <a:pt x="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9">
              <a:extLst>
                <a:ext uri="{FF2B5EF4-FFF2-40B4-BE49-F238E27FC236}">
                  <a16:creationId xmlns:a16="http://schemas.microsoft.com/office/drawing/2014/main" id="{333E0BC4-B423-044C-CD11-F7212F6F008C}"/>
                </a:ext>
              </a:extLst>
            </p:cNvPr>
            <p:cNvSpPr/>
            <p:nvPr/>
          </p:nvSpPr>
          <p:spPr>
            <a:xfrm>
              <a:off x="6434263" y="1076480"/>
              <a:ext cx="40660" cy="39443"/>
            </a:xfrm>
            <a:custGeom>
              <a:avLst/>
              <a:gdLst/>
              <a:ahLst/>
              <a:cxnLst/>
              <a:rect l="l" t="t" r="r" b="b"/>
              <a:pathLst>
                <a:path w="1303" h="1264" extrusionOk="0">
                  <a:moveTo>
                    <a:pt x="696" y="1"/>
                  </a:moveTo>
                  <a:cubicBezTo>
                    <a:pt x="689" y="1"/>
                    <a:pt x="683" y="1"/>
                    <a:pt x="676" y="2"/>
                  </a:cubicBezTo>
                  <a:cubicBezTo>
                    <a:pt x="651" y="3"/>
                    <a:pt x="554" y="15"/>
                    <a:pt x="530" y="21"/>
                  </a:cubicBezTo>
                  <a:cubicBezTo>
                    <a:pt x="507" y="30"/>
                    <a:pt x="485" y="39"/>
                    <a:pt x="463" y="50"/>
                  </a:cubicBezTo>
                  <a:cubicBezTo>
                    <a:pt x="418" y="62"/>
                    <a:pt x="378" y="85"/>
                    <a:pt x="345" y="118"/>
                  </a:cubicBezTo>
                  <a:cubicBezTo>
                    <a:pt x="313" y="142"/>
                    <a:pt x="282" y="165"/>
                    <a:pt x="254" y="192"/>
                  </a:cubicBezTo>
                  <a:cubicBezTo>
                    <a:pt x="242" y="204"/>
                    <a:pt x="232" y="216"/>
                    <a:pt x="221" y="229"/>
                  </a:cubicBezTo>
                  <a:cubicBezTo>
                    <a:pt x="183" y="275"/>
                    <a:pt x="145" y="322"/>
                    <a:pt x="112" y="372"/>
                  </a:cubicBezTo>
                  <a:cubicBezTo>
                    <a:pt x="108" y="378"/>
                    <a:pt x="104" y="386"/>
                    <a:pt x="100" y="393"/>
                  </a:cubicBezTo>
                  <a:cubicBezTo>
                    <a:pt x="86" y="417"/>
                    <a:pt x="78" y="441"/>
                    <a:pt x="67" y="468"/>
                  </a:cubicBezTo>
                  <a:cubicBezTo>
                    <a:pt x="54" y="498"/>
                    <a:pt x="44" y="515"/>
                    <a:pt x="37" y="541"/>
                  </a:cubicBezTo>
                  <a:cubicBezTo>
                    <a:pt x="33" y="557"/>
                    <a:pt x="28" y="574"/>
                    <a:pt x="25" y="591"/>
                  </a:cubicBezTo>
                  <a:cubicBezTo>
                    <a:pt x="0" y="685"/>
                    <a:pt x="0" y="779"/>
                    <a:pt x="25" y="873"/>
                  </a:cubicBezTo>
                  <a:cubicBezTo>
                    <a:pt x="42" y="943"/>
                    <a:pt x="73" y="1002"/>
                    <a:pt x="121" y="1053"/>
                  </a:cubicBezTo>
                  <a:cubicBezTo>
                    <a:pt x="157" y="1111"/>
                    <a:pt x="207" y="1157"/>
                    <a:pt x="269" y="1190"/>
                  </a:cubicBezTo>
                  <a:cubicBezTo>
                    <a:pt x="352" y="1238"/>
                    <a:pt x="441" y="1262"/>
                    <a:pt x="536" y="1263"/>
                  </a:cubicBezTo>
                  <a:cubicBezTo>
                    <a:pt x="542" y="1263"/>
                    <a:pt x="548" y="1263"/>
                    <a:pt x="554" y="1263"/>
                  </a:cubicBezTo>
                  <a:cubicBezTo>
                    <a:pt x="568" y="1263"/>
                    <a:pt x="583" y="1262"/>
                    <a:pt x="597" y="1262"/>
                  </a:cubicBezTo>
                  <a:cubicBezTo>
                    <a:pt x="649" y="1256"/>
                    <a:pt x="704" y="1248"/>
                    <a:pt x="756" y="1240"/>
                  </a:cubicBezTo>
                  <a:cubicBezTo>
                    <a:pt x="766" y="1239"/>
                    <a:pt x="777" y="1237"/>
                    <a:pt x="787" y="1233"/>
                  </a:cubicBezTo>
                  <a:cubicBezTo>
                    <a:pt x="827" y="1224"/>
                    <a:pt x="864" y="1207"/>
                    <a:pt x="901" y="1192"/>
                  </a:cubicBezTo>
                  <a:cubicBezTo>
                    <a:pt x="991" y="1153"/>
                    <a:pt x="971" y="1166"/>
                    <a:pt x="1070" y="1084"/>
                  </a:cubicBezTo>
                  <a:cubicBezTo>
                    <a:pt x="1072" y="1082"/>
                    <a:pt x="1075" y="1080"/>
                    <a:pt x="1078" y="1076"/>
                  </a:cubicBezTo>
                  <a:cubicBezTo>
                    <a:pt x="1086" y="1071"/>
                    <a:pt x="1092" y="1064"/>
                    <a:pt x="1098" y="1058"/>
                  </a:cubicBezTo>
                  <a:cubicBezTo>
                    <a:pt x="1137" y="1018"/>
                    <a:pt x="1169" y="972"/>
                    <a:pt x="1203" y="928"/>
                  </a:cubicBezTo>
                  <a:cubicBezTo>
                    <a:pt x="1208" y="921"/>
                    <a:pt x="1213" y="913"/>
                    <a:pt x="1218" y="906"/>
                  </a:cubicBezTo>
                  <a:cubicBezTo>
                    <a:pt x="1221" y="903"/>
                    <a:pt x="1223" y="899"/>
                    <a:pt x="1225" y="895"/>
                  </a:cubicBezTo>
                  <a:cubicBezTo>
                    <a:pt x="1235" y="878"/>
                    <a:pt x="1244" y="859"/>
                    <a:pt x="1250" y="838"/>
                  </a:cubicBezTo>
                  <a:cubicBezTo>
                    <a:pt x="1262" y="821"/>
                    <a:pt x="1270" y="802"/>
                    <a:pt x="1272" y="782"/>
                  </a:cubicBezTo>
                  <a:cubicBezTo>
                    <a:pt x="1302" y="689"/>
                    <a:pt x="1289" y="590"/>
                    <a:pt x="1273" y="496"/>
                  </a:cubicBezTo>
                  <a:cubicBezTo>
                    <a:pt x="1262" y="450"/>
                    <a:pt x="1240" y="409"/>
                    <a:pt x="1209" y="374"/>
                  </a:cubicBezTo>
                  <a:cubicBezTo>
                    <a:pt x="1207" y="371"/>
                    <a:pt x="1204" y="369"/>
                    <a:pt x="1202" y="366"/>
                  </a:cubicBezTo>
                  <a:cubicBezTo>
                    <a:pt x="1185" y="327"/>
                    <a:pt x="1169" y="288"/>
                    <a:pt x="1153" y="250"/>
                  </a:cubicBezTo>
                  <a:cubicBezTo>
                    <a:pt x="1126" y="216"/>
                    <a:pt x="1101" y="183"/>
                    <a:pt x="1075" y="149"/>
                  </a:cubicBezTo>
                  <a:cubicBezTo>
                    <a:pt x="1060" y="135"/>
                    <a:pt x="989" y="81"/>
                    <a:pt x="973" y="70"/>
                  </a:cubicBezTo>
                  <a:cubicBezTo>
                    <a:pt x="892" y="19"/>
                    <a:pt x="861" y="20"/>
                    <a:pt x="781" y="10"/>
                  </a:cubicBezTo>
                  <a:cubicBezTo>
                    <a:pt x="750" y="6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9">
              <a:extLst>
                <a:ext uri="{FF2B5EF4-FFF2-40B4-BE49-F238E27FC236}">
                  <a16:creationId xmlns:a16="http://schemas.microsoft.com/office/drawing/2014/main" id="{F8CCA988-124C-117B-EBC4-A158C2F8BD47}"/>
                </a:ext>
              </a:extLst>
            </p:cNvPr>
            <p:cNvSpPr/>
            <p:nvPr/>
          </p:nvSpPr>
          <p:spPr>
            <a:xfrm>
              <a:off x="6137504" y="1030109"/>
              <a:ext cx="26992" cy="23934"/>
            </a:xfrm>
            <a:custGeom>
              <a:avLst/>
              <a:gdLst/>
              <a:ahLst/>
              <a:cxnLst/>
              <a:rect l="l" t="t" r="r" b="b"/>
              <a:pathLst>
                <a:path w="865" h="767" extrusionOk="0">
                  <a:moveTo>
                    <a:pt x="415" y="0"/>
                  </a:moveTo>
                  <a:cubicBezTo>
                    <a:pt x="406" y="0"/>
                    <a:pt x="396" y="1"/>
                    <a:pt x="386" y="1"/>
                  </a:cubicBezTo>
                  <a:cubicBezTo>
                    <a:pt x="350" y="6"/>
                    <a:pt x="316" y="11"/>
                    <a:pt x="280" y="16"/>
                  </a:cubicBezTo>
                  <a:lnTo>
                    <a:pt x="190" y="54"/>
                  </a:lnTo>
                  <a:cubicBezTo>
                    <a:pt x="163" y="72"/>
                    <a:pt x="137" y="91"/>
                    <a:pt x="113" y="114"/>
                  </a:cubicBezTo>
                  <a:cubicBezTo>
                    <a:pt x="76" y="148"/>
                    <a:pt x="50" y="188"/>
                    <a:pt x="35" y="234"/>
                  </a:cubicBezTo>
                  <a:cubicBezTo>
                    <a:pt x="12" y="279"/>
                    <a:pt x="1" y="327"/>
                    <a:pt x="3" y="378"/>
                  </a:cubicBezTo>
                  <a:cubicBezTo>
                    <a:pt x="5" y="412"/>
                    <a:pt x="9" y="445"/>
                    <a:pt x="16" y="479"/>
                  </a:cubicBezTo>
                  <a:cubicBezTo>
                    <a:pt x="33" y="538"/>
                    <a:pt x="69" y="605"/>
                    <a:pt x="116" y="647"/>
                  </a:cubicBezTo>
                  <a:cubicBezTo>
                    <a:pt x="142" y="671"/>
                    <a:pt x="169" y="694"/>
                    <a:pt x="200" y="713"/>
                  </a:cubicBezTo>
                  <a:cubicBezTo>
                    <a:pt x="263" y="750"/>
                    <a:pt x="323" y="765"/>
                    <a:pt x="396" y="766"/>
                  </a:cubicBezTo>
                  <a:lnTo>
                    <a:pt x="452" y="766"/>
                  </a:lnTo>
                  <a:cubicBezTo>
                    <a:pt x="455" y="767"/>
                    <a:pt x="459" y="767"/>
                    <a:pt x="462" y="767"/>
                  </a:cubicBezTo>
                  <a:cubicBezTo>
                    <a:pt x="483" y="767"/>
                    <a:pt x="501" y="764"/>
                    <a:pt x="525" y="761"/>
                  </a:cubicBezTo>
                  <a:cubicBezTo>
                    <a:pt x="556" y="757"/>
                    <a:pt x="569" y="757"/>
                    <a:pt x="593" y="747"/>
                  </a:cubicBezTo>
                  <a:lnTo>
                    <a:pt x="640" y="728"/>
                  </a:lnTo>
                  <a:cubicBezTo>
                    <a:pt x="692" y="713"/>
                    <a:pt x="737" y="687"/>
                    <a:pt x="774" y="649"/>
                  </a:cubicBezTo>
                  <a:cubicBezTo>
                    <a:pt x="803" y="622"/>
                    <a:pt x="824" y="590"/>
                    <a:pt x="836" y="552"/>
                  </a:cubicBezTo>
                  <a:cubicBezTo>
                    <a:pt x="856" y="516"/>
                    <a:pt x="864" y="478"/>
                    <a:pt x="862" y="436"/>
                  </a:cubicBezTo>
                  <a:cubicBezTo>
                    <a:pt x="862" y="381"/>
                    <a:pt x="848" y="330"/>
                    <a:pt x="821" y="283"/>
                  </a:cubicBezTo>
                  <a:cubicBezTo>
                    <a:pt x="814" y="271"/>
                    <a:pt x="806" y="259"/>
                    <a:pt x="798" y="246"/>
                  </a:cubicBezTo>
                  <a:cubicBezTo>
                    <a:pt x="796" y="244"/>
                    <a:pt x="794" y="241"/>
                    <a:pt x="793" y="238"/>
                  </a:cubicBezTo>
                  <a:cubicBezTo>
                    <a:pt x="791" y="236"/>
                    <a:pt x="790" y="234"/>
                    <a:pt x="789" y="232"/>
                  </a:cubicBezTo>
                  <a:cubicBezTo>
                    <a:pt x="770" y="208"/>
                    <a:pt x="752" y="184"/>
                    <a:pt x="733" y="159"/>
                  </a:cubicBezTo>
                  <a:cubicBezTo>
                    <a:pt x="707" y="132"/>
                    <a:pt x="674" y="111"/>
                    <a:pt x="642" y="90"/>
                  </a:cubicBezTo>
                  <a:lnTo>
                    <a:pt x="595" y="59"/>
                  </a:lnTo>
                  <a:cubicBezTo>
                    <a:pt x="593" y="57"/>
                    <a:pt x="590" y="55"/>
                    <a:pt x="588" y="53"/>
                  </a:cubicBezTo>
                  <a:cubicBezTo>
                    <a:pt x="558" y="40"/>
                    <a:pt x="527" y="28"/>
                    <a:pt x="497" y="15"/>
                  </a:cubicBezTo>
                  <a:cubicBezTo>
                    <a:pt x="462" y="4"/>
                    <a:pt x="43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9">
              <a:extLst>
                <a:ext uri="{FF2B5EF4-FFF2-40B4-BE49-F238E27FC236}">
                  <a16:creationId xmlns:a16="http://schemas.microsoft.com/office/drawing/2014/main" id="{A1E7C4FD-CD75-A939-D433-B15C16A88BED}"/>
                </a:ext>
              </a:extLst>
            </p:cNvPr>
            <p:cNvSpPr/>
            <p:nvPr/>
          </p:nvSpPr>
          <p:spPr>
            <a:xfrm>
              <a:off x="6244038" y="907723"/>
              <a:ext cx="32235" cy="35355"/>
            </a:xfrm>
            <a:custGeom>
              <a:avLst/>
              <a:gdLst/>
              <a:ahLst/>
              <a:cxnLst/>
              <a:rect l="l" t="t" r="r" b="b"/>
              <a:pathLst>
                <a:path w="1033" h="1133" extrusionOk="0">
                  <a:moveTo>
                    <a:pt x="518" y="0"/>
                  </a:moveTo>
                  <a:cubicBezTo>
                    <a:pt x="481" y="0"/>
                    <a:pt x="444" y="6"/>
                    <a:pt x="407" y="17"/>
                  </a:cubicBezTo>
                  <a:cubicBezTo>
                    <a:pt x="364" y="26"/>
                    <a:pt x="324" y="43"/>
                    <a:pt x="287" y="68"/>
                  </a:cubicBezTo>
                  <a:cubicBezTo>
                    <a:pt x="204" y="116"/>
                    <a:pt x="156" y="176"/>
                    <a:pt x="103" y="254"/>
                  </a:cubicBezTo>
                  <a:cubicBezTo>
                    <a:pt x="27" y="367"/>
                    <a:pt x="1" y="532"/>
                    <a:pt x="43" y="664"/>
                  </a:cubicBezTo>
                  <a:cubicBezTo>
                    <a:pt x="59" y="717"/>
                    <a:pt x="83" y="768"/>
                    <a:pt x="105" y="817"/>
                  </a:cubicBezTo>
                  <a:cubicBezTo>
                    <a:pt x="113" y="831"/>
                    <a:pt x="119" y="844"/>
                    <a:pt x="127" y="857"/>
                  </a:cubicBezTo>
                  <a:cubicBezTo>
                    <a:pt x="153" y="898"/>
                    <a:pt x="193" y="954"/>
                    <a:pt x="221" y="981"/>
                  </a:cubicBezTo>
                  <a:cubicBezTo>
                    <a:pt x="289" y="1049"/>
                    <a:pt x="380" y="1090"/>
                    <a:pt x="469" y="1120"/>
                  </a:cubicBezTo>
                  <a:cubicBezTo>
                    <a:pt x="501" y="1124"/>
                    <a:pt x="534" y="1128"/>
                    <a:pt x="566" y="1132"/>
                  </a:cubicBezTo>
                  <a:cubicBezTo>
                    <a:pt x="570" y="1132"/>
                    <a:pt x="574" y="1132"/>
                    <a:pt x="579" y="1132"/>
                  </a:cubicBezTo>
                  <a:cubicBezTo>
                    <a:pt x="625" y="1132"/>
                    <a:pt x="668" y="1122"/>
                    <a:pt x="707" y="1101"/>
                  </a:cubicBezTo>
                  <a:cubicBezTo>
                    <a:pt x="739" y="1092"/>
                    <a:pt x="766" y="1077"/>
                    <a:pt x="789" y="1054"/>
                  </a:cubicBezTo>
                  <a:cubicBezTo>
                    <a:pt x="829" y="1029"/>
                    <a:pt x="860" y="994"/>
                    <a:pt x="883" y="951"/>
                  </a:cubicBezTo>
                  <a:cubicBezTo>
                    <a:pt x="892" y="930"/>
                    <a:pt x="904" y="911"/>
                    <a:pt x="916" y="892"/>
                  </a:cubicBezTo>
                  <a:cubicBezTo>
                    <a:pt x="947" y="843"/>
                    <a:pt x="956" y="793"/>
                    <a:pt x="972" y="742"/>
                  </a:cubicBezTo>
                  <a:cubicBezTo>
                    <a:pt x="975" y="735"/>
                    <a:pt x="978" y="730"/>
                    <a:pt x="980" y="724"/>
                  </a:cubicBezTo>
                  <a:cubicBezTo>
                    <a:pt x="991" y="702"/>
                    <a:pt x="1000" y="680"/>
                    <a:pt x="1009" y="657"/>
                  </a:cubicBezTo>
                  <a:cubicBezTo>
                    <a:pt x="1033" y="568"/>
                    <a:pt x="1033" y="480"/>
                    <a:pt x="1009" y="391"/>
                  </a:cubicBezTo>
                  <a:cubicBezTo>
                    <a:pt x="1007" y="383"/>
                    <a:pt x="1006" y="374"/>
                    <a:pt x="1003" y="367"/>
                  </a:cubicBezTo>
                  <a:cubicBezTo>
                    <a:pt x="1003" y="364"/>
                    <a:pt x="1003" y="362"/>
                    <a:pt x="1003" y="360"/>
                  </a:cubicBezTo>
                  <a:cubicBezTo>
                    <a:pt x="979" y="277"/>
                    <a:pt x="937" y="205"/>
                    <a:pt x="878" y="144"/>
                  </a:cubicBezTo>
                  <a:cubicBezTo>
                    <a:pt x="846" y="116"/>
                    <a:pt x="813" y="90"/>
                    <a:pt x="777" y="67"/>
                  </a:cubicBezTo>
                  <a:cubicBezTo>
                    <a:pt x="722" y="31"/>
                    <a:pt x="662" y="12"/>
                    <a:pt x="598" y="9"/>
                  </a:cubicBezTo>
                  <a:cubicBezTo>
                    <a:pt x="571" y="3"/>
                    <a:pt x="545" y="0"/>
                    <a:pt x="5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9">
              <a:extLst>
                <a:ext uri="{FF2B5EF4-FFF2-40B4-BE49-F238E27FC236}">
                  <a16:creationId xmlns:a16="http://schemas.microsoft.com/office/drawing/2014/main" id="{4299B12D-8C5C-6772-9C8E-B8CAB14D6138}"/>
                </a:ext>
              </a:extLst>
            </p:cNvPr>
            <p:cNvSpPr/>
            <p:nvPr/>
          </p:nvSpPr>
          <p:spPr>
            <a:xfrm>
              <a:off x="6223973" y="1171094"/>
              <a:ext cx="33296" cy="36791"/>
            </a:xfrm>
            <a:custGeom>
              <a:avLst/>
              <a:gdLst/>
              <a:ahLst/>
              <a:cxnLst/>
              <a:rect l="l" t="t" r="r" b="b"/>
              <a:pathLst>
                <a:path w="1067" h="1179" extrusionOk="0">
                  <a:moveTo>
                    <a:pt x="594" y="0"/>
                  </a:moveTo>
                  <a:cubicBezTo>
                    <a:pt x="551" y="0"/>
                    <a:pt x="508" y="6"/>
                    <a:pt x="470" y="16"/>
                  </a:cubicBezTo>
                  <a:cubicBezTo>
                    <a:pt x="390" y="39"/>
                    <a:pt x="313" y="85"/>
                    <a:pt x="255" y="146"/>
                  </a:cubicBezTo>
                  <a:cubicBezTo>
                    <a:pt x="219" y="185"/>
                    <a:pt x="186" y="229"/>
                    <a:pt x="158" y="275"/>
                  </a:cubicBezTo>
                  <a:cubicBezTo>
                    <a:pt x="131" y="317"/>
                    <a:pt x="118" y="356"/>
                    <a:pt x="111" y="400"/>
                  </a:cubicBezTo>
                  <a:cubicBezTo>
                    <a:pt x="95" y="419"/>
                    <a:pt x="79" y="437"/>
                    <a:pt x="65" y="458"/>
                  </a:cubicBezTo>
                  <a:cubicBezTo>
                    <a:pt x="22" y="533"/>
                    <a:pt x="0" y="613"/>
                    <a:pt x="0" y="700"/>
                  </a:cubicBezTo>
                  <a:cubicBezTo>
                    <a:pt x="6" y="742"/>
                    <a:pt x="12" y="785"/>
                    <a:pt x="17" y="826"/>
                  </a:cubicBezTo>
                  <a:cubicBezTo>
                    <a:pt x="40" y="908"/>
                    <a:pt x="81" y="978"/>
                    <a:pt x="140" y="1038"/>
                  </a:cubicBezTo>
                  <a:cubicBezTo>
                    <a:pt x="183" y="1084"/>
                    <a:pt x="235" y="1117"/>
                    <a:pt x="294" y="1136"/>
                  </a:cubicBezTo>
                  <a:cubicBezTo>
                    <a:pt x="347" y="1164"/>
                    <a:pt x="404" y="1178"/>
                    <a:pt x="465" y="1178"/>
                  </a:cubicBezTo>
                  <a:cubicBezTo>
                    <a:pt x="470" y="1178"/>
                    <a:pt x="474" y="1178"/>
                    <a:pt x="478" y="1178"/>
                  </a:cubicBezTo>
                  <a:cubicBezTo>
                    <a:pt x="564" y="1177"/>
                    <a:pt x="645" y="1156"/>
                    <a:pt x="719" y="1112"/>
                  </a:cubicBezTo>
                  <a:cubicBezTo>
                    <a:pt x="791" y="1070"/>
                    <a:pt x="849" y="1013"/>
                    <a:pt x="891" y="940"/>
                  </a:cubicBezTo>
                  <a:cubicBezTo>
                    <a:pt x="909" y="915"/>
                    <a:pt x="921" y="884"/>
                    <a:pt x="932" y="853"/>
                  </a:cubicBezTo>
                  <a:cubicBezTo>
                    <a:pt x="943" y="825"/>
                    <a:pt x="954" y="799"/>
                    <a:pt x="960" y="771"/>
                  </a:cubicBezTo>
                  <a:cubicBezTo>
                    <a:pt x="964" y="760"/>
                    <a:pt x="969" y="750"/>
                    <a:pt x="972" y="739"/>
                  </a:cubicBezTo>
                  <a:cubicBezTo>
                    <a:pt x="980" y="719"/>
                    <a:pt x="986" y="698"/>
                    <a:pt x="992" y="677"/>
                  </a:cubicBezTo>
                  <a:cubicBezTo>
                    <a:pt x="1006" y="644"/>
                    <a:pt x="1020" y="613"/>
                    <a:pt x="1030" y="580"/>
                  </a:cubicBezTo>
                  <a:cubicBezTo>
                    <a:pt x="1067" y="464"/>
                    <a:pt x="1051" y="326"/>
                    <a:pt x="988" y="222"/>
                  </a:cubicBezTo>
                  <a:cubicBezTo>
                    <a:pt x="927" y="121"/>
                    <a:pt x="835" y="53"/>
                    <a:pt x="723" y="18"/>
                  </a:cubicBezTo>
                  <a:cubicBezTo>
                    <a:pt x="684" y="6"/>
                    <a:pt x="639" y="0"/>
                    <a:pt x="5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9">
              <a:extLst>
                <a:ext uri="{FF2B5EF4-FFF2-40B4-BE49-F238E27FC236}">
                  <a16:creationId xmlns:a16="http://schemas.microsoft.com/office/drawing/2014/main" id="{152ECE8D-868B-30B6-2361-48A7B8864590}"/>
                </a:ext>
              </a:extLst>
            </p:cNvPr>
            <p:cNvSpPr/>
            <p:nvPr/>
          </p:nvSpPr>
          <p:spPr>
            <a:xfrm>
              <a:off x="6322737" y="1120885"/>
              <a:ext cx="30518" cy="32360"/>
            </a:xfrm>
            <a:custGeom>
              <a:avLst/>
              <a:gdLst/>
              <a:ahLst/>
              <a:cxnLst/>
              <a:rect l="l" t="t" r="r" b="b"/>
              <a:pathLst>
                <a:path w="978" h="1037" extrusionOk="0">
                  <a:moveTo>
                    <a:pt x="473" y="1"/>
                  </a:moveTo>
                  <a:cubicBezTo>
                    <a:pt x="403" y="1"/>
                    <a:pt x="337" y="19"/>
                    <a:pt x="276" y="53"/>
                  </a:cubicBezTo>
                  <a:cubicBezTo>
                    <a:pt x="218" y="88"/>
                    <a:pt x="172" y="135"/>
                    <a:pt x="137" y="194"/>
                  </a:cubicBezTo>
                  <a:cubicBezTo>
                    <a:pt x="116" y="233"/>
                    <a:pt x="99" y="276"/>
                    <a:pt x="84" y="318"/>
                  </a:cubicBezTo>
                  <a:cubicBezTo>
                    <a:pt x="79" y="331"/>
                    <a:pt x="74" y="343"/>
                    <a:pt x="71" y="356"/>
                  </a:cubicBezTo>
                  <a:cubicBezTo>
                    <a:pt x="71" y="357"/>
                    <a:pt x="71" y="358"/>
                    <a:pt x="70" y="360"/>
                  </a:cubicBezTo>
                  <a:cubicBezTo>
                    <a:pt x="69" y="362"/>
                    <a:pt x="67" y="364"/>
                    <a:pt x="66" y="366"/>
                  </a:cubicBezTo>
                  <a:cubicBezTo>
                    <a:pt x="51" y="402"/>
                    <a:pt x="36" y="437"/>
                    <a:pt x="21" y="473"/>
                  </a:cubicBezTo>
                  <a:cubicBezTo>
                    <a:pt x="0" y="551"/>
                    <a:pt x="0" y="631"/>
                    <a:pt x="21" y="710"/>
                  </a:cubicBezTo>
                  <a:cubicBezTo>
                    <a:pt x="35" y="767"/>
                    <a:pt x="62" y="817"/>
                    <a:pt x="101" y="861"/>
                  </a:cubicBezTo>
                  <a:cubicBezTo>
                    <a:pt x="132" y="909"/>
                    <a:pt x="174" y="947"/>
                    <a:pt x="226" y="975"/>
                  </a:cubicBezTo>
                  <a:cubicBezTo>
                    <a:pt x="276" y="1008"/>
                    <a:pt x="332" y="1026"/>
                    <a:pt x="391" y="1029"/>
                  </a:cubicBezTo>
                  <a:cubicBezTo>
                    <a:pt x="416" y="1034"/>
                    <a:pt x="440" y="1037"/>
                    <a:pt x="465" y="1037"/>
                  </a:cubicBezTo>
                  <a:cubicBezTo>
                    <a:pt x="500" y="1037"/>
                    <a:pt x="534" y="1031"/>
                    <a:pt x="568" y="1020"/>
                  </a:cubicBezTo>
                  <a:cubicBezTo>
                    <a:pt x="644" y="999"/>
                    <a:pt x="710" y="961"/>
                    <a:pt x="765" y="906"/>
                  </a:cubicBezTo>
                  <a:cubicBezTo>
                    <a:pt x="787" y="884"/>
                    <a:pt x="806" y="856"/>
                    <a:pt x="825" y="832"/>
                  </a:cubicBezTo>
                  <a:cubicBezTo>
                    <a:pt x="883" y="760"/>
                    <a:pt x="924" y="716"/>
                    <a:pt x="947" y="624"/>
                  </a:cubicBezTo>
                  <a:cubicBezTo>
                    <a:pt x="948" y="616"/>
                    <a:pt x="949" y="609"/>
                    <a:pt x="951" y="602"/>
                  </a:cubicBezTo>
                  <a:cubicBezTo>
                    <a:pt x="968" y="514"/>
                    <a:pt x="978" y="448"/>
                    <a:pt x="954" y="360"/>
                  </a:cubicBezTo>
                  <a:cubicBezTo>
                    <a:pt x="946" y="320"/>
                    <a:pt x="932" y="286"/>
                    <a:pt x="907" y="255"/>
                  </a:cubicBezTo>
                  <a:cubicBezTo>
                    <a:pt x="881" y="205"/>
                    <a:pt x="845" y="165"/>
                    <a:pt x="798" y="135"/>
                  </a:cubicBezTo>
                  <a:cubicBezTo>
                    <a:pt x="768" y="109"/>
                    <a:pt x="734" y="90"/>
                    <a:pt x="697" y="75"/>
                  </a:cubicBezTo>
                  <a:cubicBezTo>
                    <a:pt x="688" y="68"/>
                    <a:pt x="679" y="60"/>
                    <a:pt x="669" y="53"/>
                  </a:cubicBezTo>
                  <a:cubicBezTo>
                    <a:pt x="608" y="19"/>
                    <a:pt x="543" y="1"/>
                    <a:pt x="4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9">
              <a:extLst>
                <a:ext uri="{FF2B5EF4-FFF2-40B4-BE49-F238E27FC236}">
                  <a16:creationId xmlns:a16="http://schemas.microsoft.com/office/drawing/2014/main" id="{6768E69A-642C-525D-0BE8-39EA6218064C}"/>
                </a:ext>
              </a:extLst>
            </p:cNvPr>
            <p:cNvSpPr/>
            <p:nvPr/>
          </p:nvSpPr>
          <p:spPr>
            <a:xfrm>
              <a:off x="6316183" y="1191408"/>
              <a:ext cx="27086" cy="30175"/>
            </a:xfrm>
            <a:custGeom>
              <a:avLst/>
              <a:gdLst/>
              <a:ahLst/>
              <a:cxnLst/>
              <a:rect l="l" t="t" r="r" b="b"/>
              <a:pathLst>
                <a:path w="868" h="967" extrusionOk="0">
                  <a:moveTo>
                    <a:pt x="439" y="1"/>
                  </a:moveTo>
                  <a:cubicBezTo>
                    <a:pt x="369" y="1"/>
                    <a:pt x="303" y="18"/>
                    <a:pt x="243" y="54"/>
                  </a:cubicBezTo>
                  <a:cubicBezTo>
                    <a:pt x="239" y="55"/>
                    <a:pt x="235" y="57"/>
                    <a:pt x="233" y="59"/>
                  </a:cubicBezTo>
                  <a:cubicBezTo>
                    <a:pt x="231" y="60"/>
                    <a:pt x="230" y="61"/>
                    <a:pt x="229" y="62"/>
                  </a:cubicBezTo>
                  <a:cubicBezTo>
                    <a:pt x="204" y="80"/>
                    <a:pt x="168" y="106"/>
                    <a:pt x="145" y="127"/>
                  </a:cubicBezTo>
                  <a:cubicBezTo>
                    <a:pt x="142" y="129"/>
                    <a:pt x="139" y="132"/>
                    <a:pt x="136" y="136"/>
                  </a:cubicBezTo>
                  <a:cubicBezTo>
                    <a:pt x="135" y="137"/>
                    <a:pt x="134" y="138"/>
                    <a:pt x="133" y="139"/>
                  </a:cubicBezTo>
                  <a:cubicBezTo>
                    <a:pt x="116" y="160"/>
                    <a:pt x="80" y="205"/>
                    <a:pt x="66" y="227"/>
                  </a:cubicBezTo>
                  <a:cubicBezTo>
                    <a:pt x="65" y="228"/>
                    <a:pt x="64" y="230"/>
                    <a:pt x="62" y="231"/>
                  </a:cubicBezTo>
                  <a:cubicBezTo>
                    <a:pt x="52" y="247"/>
                    <a:pt x="45" y="264"/>
                    <a:pt x="39" y="283"/>
                  </a:cubicBezTo>
                  <a:cubicBezTo>
                    <a:pt x="21" y="317"/>
                    <a:pt x="11" y="352"/>
                    <a:pt x="11" y="391"/>
                  </a:cubicBezTo>
                  <a:cubicBezTo>
                    <a:pt x="1" y="465"/>
                    <a:pt x="1" y="433"/>
                    <a:pt x="10" y="507"/>
                  </a:cubicBezTo>
                  <a:cubicBezTo>
                    <a:pt x="13" y="531"/>
                    <a:pt x="13" y="549"/>
                    <a:pt x="20" y="569"/>
                  </a:cubicBezTo>
                  <a:cubicBezTo>
                    <a:pt x="21" y="571"/>
                    <a:pt x="22" y="573"/>
                    <a:pt x="22" y="575"/>
                  </a:cubicBezTo>
                  <a:cubicBezTo>
                    <a:pt x="34" y="606"/>
                    <a:pt x="52" y="651"/>
                    <a:pt x="67" y="680"/>
                  </a:cubicBezTo>
                  <a:cubicBezTo>
                    <a:pt x="69" y="685"/>
                    <a:pt x="71" y="689"/>
                    <a:pt x="73" y="693"/>
                  </a:cubicBezTo>
                  <a:cubicBezTo>
                    <a:pt x="75" y="696"/>
                    <a:pt x="76" y="698"/>
                    <a:pt x="77" y="699"/>
                  </a:cubicBezTo>
                  <a:cubicBezTo>
                    <a:pt x="78" y="700"/>
                    <a:pt x="78" y="701"/>
                    <a:pt x="79" y="702"/>
                  </a:cubicBezTo>
                  <a:cubicBezTo>
                    <a:pt x="101" y="730"/>
                    <a:pt x="123" y="758"/>
                    <a:pt x="145" y="787"/>
                  </a:cubicBezTo>
                  <a:cubicBezTo>
                    <a:pt x="146" y="788"/>
                    <a:pt x="146" y="789"/>
                    <a:pt x="147" y="790"/>
                  </a:cubicBezTo>
                  <a:cubicBezTo>
                    <a:pt x="176" y="812"/>
                    <a:pt x="204" y="834"/>
                    <a:pt x="232" y="856"/>
                  </a:cubicBezTo>
                  <a:cubicBezTo>
                    <a:pt x="233" y="856"/>
                    <a:pt x="234" y="857"/>
                    <a:pt x="235" y="857"/>
                  </a:cubicBezTo>
                  <a:lnTo>
                    <a:pt x="244" y="861"/>
                  </a:lnTo>
                  <a:cubicBezTo>
                    <a:pt x="246" y="863"/>
                    <a:pt x="248" y="866"/>
                    <a:pt x="250" y="868"/>
                  </a:cubicBezTo>
                  <a:cubicBezTo>
                    <a:pt x="279" y="901"/>
                    <a:pt x="316" y="924"/>
                    <a:pt x="357" y="937"/>
                  </a:cubicBezTo>
                  <a:cubicBezTo>
                    <a:pt x="383" y="952"/>
                    <a:pt x="411" y="960"/>
                    <a:pt x="441" y="960"/>
                  </a:cubicBezTo>
                  <a:cubicBezTo>
                    <a:pt x="459" y="964"/>
                    <a:pt x="477" y="966"/>
                    <a:pt x="495" y="966"/>
                  </a:cubicBezTo>
                  <a:cubicBezTo>
                    <a:pt x="521" y="966"/>
                    <a:pt x="548" y="962"/>
                    <a:pt x="574" y="954"/>
                  </a:cubicBezTo>
                  <a:cubicBezTo>
                    <a:pt x="600" y="943"/>
                    <a:pt x="627" y="932"/>
                    <a:pt x="654" y="921"/>
                  </a:cubicBezTo>
                  <a:cubicBezTo>
                    <a:pt x="704" y="891"/>
                    <a:pt x="744" y="851"/>
                    <a:pt x="773" y="801"/>
                  </a:cubicBezTo>
                  <a:cubicBezTo>
                    <a:pt x="790" y="764"/>
                    <a:pt x="807" y="726"/>
                    <a:pt x="819" y="686"/>
                  </a:cubicBezTo>
                  <a:cubicBezTo>
                    <a:pt x="848" y="636"/>
                    <a:pt x="851" y="609"/>
                    <a:pt x="858" y="551"/>
                  </a:cubicBezTo>
                  <a:cubicBezTo>
                    <a:pt x="867" y="514"/>
                    <a:pt x="867" y="477"/>
                    <a:pt x="858" y="440"/>
                  </a:cubicBezTo>
                  <a:cubicBezTo>
                    <a:pt x="857" y="434"/>
                    <a:pt x="856" y="429"/>
                    <a:pt x="856" y="422"/>
                  </a:cubicBezTo>
                  <a:cubicBezTo>
                    <a:pt x="855" y="401"/>
                    <a:pt x="854" y="381"/>
                    <a:pt x="842" y="338"/>
                  </a:cubicBezTo>
                  <a:cubicBezTo>
                    <a:pt x="829" y="288"/>
                    <a:pt x="811" y="253"/>
                    <a:pt x="788" y="218"/>
                  </a:cubicBezTo>
                  <a:lnTo>
                    <a:pt x="787" y="216"/>
                  </a:lnTo>
                  <a:cubicBezTo>
                    <a:pt x="783" y="209"/>
                    <a:pt x="782" y="202"/>
                    <a:pt x="777" y="194"/>
                  </a:cubicBezTo>
                  <a:cubicBezTo>
                    <a:pt x="742" y="136"/>
                    <a:pt x="696" y="88"/>
                    <a:pt x="637" y="54"/>
                  </a:cubicBezTo>
                  <a:cubicBezTo>
                    <a:pt x="575" y="18"/>
                    <a:pt x="510" y="1"/>
                    <a:pt x="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9">
              <a:extLst>
                <a:ext uri="{FF2B5EF4-FFF2-40B4-BE49-F238E27FC236}">
                  <a16:creationId xmlns:a16="http://schemas.microsoft.com/office/drawing/2014/main" id="{5430B841-34F7-BE80-14C8-11544E368DC4}"/>
                </a:ext>
              </a:extLst>
            </p:cNvPr>
            <p:cNvSpPr/>
            <p:nvPr/>
          </p:nvSpPr>
          <p:spPr>
            <a:xfrm>
              <a:off x="6391544" y="1154180"/>
              <a:ext cx="39069" cy="36603"/>
            </a:xfrm>
            <a:custGeom>
              <a:avLst/>
              <a:gdLst/>
              <a:ahLst/>
              <a:cxnLst/>
              <a:rect l="l" t="t" r="r" b="b"/>
              <a:pathLst>
                <a:path w="1252" h="1173" extrusionOk="0">
                  <a:moveTo>
                    <a:pt x="554" y="0"/>
                  </a:moveTo>
                  <a:cubicBezTo>
                    <a:pt x="510" y="0"/>
                    <a:pt x="467" y="7"/>
                    <a:pt x="423" y="20"/>
                  </a:cubicBezTo>
                  <a:cubicBezTo>
                    <a:pt x="350" y="38"/>
                    <a:pt x="285" y="72"/>
                    <a:pt x="231" y="122"/>
                  </a:cubicBezTo>
                  <a:cubicBezTo>
                    <a:pt x="169" y="163"/>
                    <a:pt x="120" y="215"/>
                    <a:pt x="84" y="281"/>
                  </a:cubicBezTo>
                  <a:lnTo>
                    <a:pt x="27" y="417"/>
                  </a:lnTo>
                  <a:cubicBezTo>
                    <a:pt x="0" y="517"/>
                    <a:pt x="0" y="618"/>
                    <a:pt x="27" y="718"/>
                  </a:cubicBezTo>
                  <a:cubicBezTo>
                    <a:pt x="46" y="763"/>
                    <a:pt x="65" y="808"/>
                    <a:pt x="84" y="853"/>
                  </a:cubicBezTo>
                  <a:cubicBezTo>
                    <a:pt x="134" y="939"/>
                    <a:pt x="202" y="1007"/>
                    <a:pt x="288" y="1058"/>
                  </a:cubicBezTo>
                  <a:cubicBezTo>
                    <a:pt x="289" y="1059"/>
                    <a:pt x="291" y="1060"/>
                    <a:pt x="292" y="1061"/>
                  </a:cubicBezTo>
                  <a:cubicBezTo>
                    <a:pt x="338" y="1080"/>
                    <a:pt x="383" y="1099"/>
                    <a:pt x="428" y="1118"/>
                  </a:cubicBezTo>
                  <a:cubicBezTo>
                    <a:pt x="433" y="1119"/>
                    <a:pt x="438" y="1121"/>
                    <a:pt x="442" y="1122"/>
                  </a:cubicBezTo>
                  <a:lnTo>
                    <a:pt x="465" y="1130"/>
                  </a:lnTo>
                  <a:cubicBezTo>
                    <a:pt x="482" y="1136"/>
                    <a:pt x="498" y="1141"/>
                    <a:pt x="515" y="1146"/>
                  </a:cubicBezTo>
                  <a:cubicBezTo>
                    <a:pt x="548" y="1158"/>
                    <a:pt x="564" y="1157"/>
                    <a:pt x="607" y="1163"/>
                  </a:cubicBezTo>
                  <a:cubicBezTo>
                    <a:pt x="644" y="1168"/>
                    <a:pt x="659" y="1172"/>
                    <a:pt x="679" y="1172"/>
                  </a:cubicBezTo>
                  <a:cubicBezTo>
                    <a:pt x="685" y="1172"/>
                    <a:pt x="693" y="1172"/>
                    <a:pt x="701" y="1171"/>
                  </a:cubicBezTo>
                  <a:cubicBezTo>
                    <a:pt x="717" y="1168"/>
                    <a:pt x="733" y="1166"/>
                    <a:pt x="749" y="1165"/>
                  </a:cubicBezTo>
                  <a:cubicBezTo>
                    <a:pt x="839" y="1164"/>
                    <a:pt x="923" y="1142"/>
                    <a:pt x="1001" y="1096"/>
                  </a:cubicBezTo>
                  <a:cubicBezTo>
                    <a:pt x="1076" y="1052"/>
                    <a:pt x="1136" y="993"/>
                    <a:pt x="1181" y="917"/>
                  </a:cubicBezTo>
                  <a:cubicBezTo>
                    <a:pt x="1226" y="840"/>
                    <a:pt x="1249" y="755"/>
                    <a:pt x="1249" y="665"/>
                  </a:cubicBezTo>
                  <a:cubicBezTo>
                    <a:pt x="1252" y="597"/>
                    <a:pt x="1237" y="532"/>
                    <a:pt x="1206" y="472"/>
                  </a:cubicBezTo>
                  <a:cubicBezTo>
                    <a:pt x="1199" y="452"/>
                    <a:pt x="1188" y="433"/>
                    <a:pt x="1178" y="414"/>
                  </a:cubicBezTo>
                  <a:lnTo>
                    <a:pt x="1181" y="413"/>
                  </a:lnTo>
                  <a:cubicBezTo>
                    <a:pt x="1175" y="399"/>
                    <a:pt x="1168" y="386"/>
                    <a:pt x="1162" y="373"/>
                  </a:cubicBezTo>
                  <a:cubicBezTo>
                    <a:pt x="1158" y="366"/>
                    <a:pt x="1155" y="358"/>
                    <a:pt x="1152" y="351"/>
                  </a:cubicBezTo>
                  <a:cubicBezTo>
                    <a:pt x="1123" y="314"/>
                    <a:pt x="1095" y="278"/>
                    <a:pt x="1066" y="241"/>
                  </a:cubicBezTo>
                  <a:lnTo>
                    <a:pt x="1062" y="237"/>
                  </a:lnTo>
                  <a:cubicBezTo>
                    <a:pt x="1058" y="234"/>
                    <a:pt x="1054" y="231"/>
                    <a:pt x="1050" y="228"/>
                  </a:cubicBezTo>
                  <a:cubicBezTo>
                    <a:pt x="1037" y="217"/>
                    <a:pt x="1025" y="207"/>
                    <a:pt x="1012" y="195"/>
                  </a:cubicBezTo>
                  <a:cubicBezTo>
                    <a:pt x="1006" y="191"/>
                    <a:pt x="1000" y="186"/>
                    <a:pt x="995" y="180"/>
                  </a:cubicBezTo>
                  <a:cubicBezTo>
                    <a:pt x="990" y="177"/>
                    <a:pt x="987" y="174"/>
                    <a:pt x="983" y="171"/>
                  </a:cubicBezTo>
                  <a:cubicBezTo>
                    <a:pt x="963" y="155"/>
                    <a:pt x="943" y="140"/>
                    <a:pt x="923" y="125"/>
                  </a:cubicBezTo>
                  <a:cubicBezTo>
                    <a:pt x="906" y="104"/>
                    <a:pt x="885" y="88"/>
                    <a:pt x="861" y="78"/>
                  </a:cubicBezTo>
                  <a:cubicBezTo>
                    <a:pt x="795" y="36"/>
                    <a:pt x="725" y="14"/>
                    <a:pt x="649" y="11"/>
                  </a:cubicBezTo>
                  <a:cubicBezTo>
                    <a:pt x="617" y="4"/>
                    <a:pt x="586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9">
              <a:extLst>
                <a:ext uri="{FF2B5EF4-FFF2-40B4-BE49-F238E27FC236}">
                  <a16:creationId xmlns:a16="http://schemas.microsoft.com/office/drawing/2014/main" id="{B42AFCCD-8F0C-8BE4-C14C-F8BC0FA69A34}"/>
                </a:ext>
              </a:extLst>
            </p:cNvPr>
            <p:cNvSpPr/>
            <p:nvPr/>
          </p:nvSpPr>
          <p:spPr>
            <a:xfrm>
              <a:off x="6147676" y="1100258"/>
              <a:ext cx="42439" cy="29614"/>
            </a:xfrm>
            <a:custGeom>
              <a:avLst/>
              <a:gdLst/>
              <a:ahLst/>
              <a:cxnLst/>
              <a:rect l="l" t="t" r="r" b="b"/>
              <a:pathLst>
                <a:path w="1360" h="949" extrusionOk="0">
                  <a:moveTo>
                    <a:pt x="117" y="0"/>
                  </a:moveTo>
                  <a:cubicBezTo>
                    <a:pt x="105" y="16"/>
                    <a:pt x="91" y="31"/>
                    <a:pt x="81" y="48"/>
                  </a:cubicBezTo>
                  <a:cubicBezTo>
                    <a:pt x="79" y="51"/>
                    <a:pt x="78" y="54"/>
                    <a:pt x="76" y="56"/>
                  </a:cubicBezTo>
                  <a:cubicBezTo>
                    <a:pt x="59" y="98"/>
                    <a:pt x="41" y="140"/>
                    <a:pt x="23" y="182"/>
                  </a:cubicBezTo>
                  <a:cubicBezTo>
                    <a:pt x="22" y="184"/>
                    <a:pt x="22" y="185"/>
                    <a:pt x="21" y="187"/>
                  </a:cubicBezTo>
                  <a:cubicBezTo>
                    <a:pt x="20" y="190"/>
                    <a:pt x="20" y="193"/>
                    <a:pt x="19" y="196"/>
                  </a:cubicBezTo>
                  <a:cubicBezTo>
                    <a:pt x="16" y="219"/>
                    <a:pt x="13" y="242"/>
                    <a:pt x="10" y="265"/>
                  </a:cubicBezTo>
                  <a:cubicBezTo>
                    <a:pt x="5" y="290"/>
                    <a:pt x="2" y="316"/>
                    <a:pt x="0" y="341"/>
                  </a:cubicBezTo>
                  <a:cubicBezTo>
                    <a:pt x="3" y="364"/>
                    <a:pt x="7" y="387"/>
                    <a:pt x="10" y="410"/>
                  </a:cubicBezTo>
                  <a:cubicBezTo>
                    <a:pt x="10" y="457"/>
                    <a:pt x="21" y="501"/>
                    <a:pt x="45" y="542"/>
                  </a:cubicBezTo>
                  <a:cubicBezTo>
                    <a:pt x="77" y="617"/>
                    <a:pt x="83" y="645"/>
                    <a:pt x="154" y="712"/>
                  </a:cubicBezTo>
                  <a:cubicBezTo>
                    <a:pt x="155" y="712"/>
                    <a:pt x="156" y="714"/>
                    <a:pt x="157" y="715"/>
                  </a:cubicBezTo>
                  <a:cubicBezTo>
                    <a:pt x="171" y="727"/>
                    <a:pt x="248" y="789"/>
                    <a:pt x="264" y="798"/>
                  </a:cubicBezTo>
                  <a:cubicBezTo>
                    <a:pt x="266" y="798"/>
                    <a:pt x="267" y="799"/>
                    <a:pt x="269" y="800"/>
                  </a:cubicBezTo>
                  <a:cubicBezTo>
                    <a:pt x="284" y="808"/>
                    <a:pt x="376" y="848"/>
                    <a:pt x="393" y="852"/>
                  </a:cubicBezTo>
                  <a:cubicBezTo>
                    <a:pt x="411" y="858"/>
                    <a:pt x="427" y="859"/>
                    <a:pt x="445" y="861"/>
                  </a:cubicBezTo>
                  <a:lnTo>
                    <a:pt x="446" y="861"/>
                  </a:lnTo>
                  <a:cubicBezTo>
                    <a:pt x="449" y="863"/>
                    <a:pt x="452" y="864"/>
                    <a:pt x="457" y="866"/>
                  </a:cubicBezTo>
                  <a:cubicBezTo>
                    <a:pt x="484" y="878"/>
                    <a:pt x="571" y="918"/>
                    <a:pt x="600" y="927"/>
                  </a:cubicBezTo>
                  <a:cubicBezTo>
                    <a:pt x="614" y="930"/>
                    <a:pt x="744" y="949"/>
                    <a:pt x="759" y="949"/>
                  </a:cubicBezTo>
                  <a:cubicBezTo>
                    <a:pt x="788" y="948"/>
                    <a:pt x="811" y="942"/>
                    <a:pt x="844" y="938"/>
                  </a:cubicBezTo>
                  <a:cubicBezTo>
                    <a:pt x="872" y="934"/>
                    <a:pt x="908" y="931"/>
                    <a:pt x="939" y="925"/>
                  </a:cubicBezTo>
                  <a:cubicBezTo>
                    <a:pt x="951" y="922"/>
                    <a:pt x="963" y="918"/>
                    <a:pt x="975" y="913"/>
                  </a:cubicBezTo>
                  <a:cubicBezTo>
                    <a:pt x="1024" y="894"/>
                    <a:pt x="1076" y="873"/>
                    <a:pt x="1123" y="850"/>
                  </a:cubicBezTo>
                  <a:cubicBezTo>
                    <a:pt x="1130" y="847"/>
                    <a:pt x="1136" y="843"/>
                    <a:pt x="1141" y="840"/>
                  </a:cubicBezTo>
                  <a:cubicBezTo>
                    <a:pt x="1225" y="791"/>
                    <a:pt x="1291" y="724"/>
                    <a:pt x="1340" y="641"/>
                  </a:cubicBezTo>
                  <a:cubicBezTo>
                    <a:pt x="1349" y="627"/>
                    <a:pt x="1354" y="613"/>
                    <a:pt x="1360" y="599"/>
                  </a:cubicBezTo>
                  <a:lnTo>
                    <a:pt x="1360" y="599"/>
                  </a:lnTo>
                  <a:cubicBezTo>
                    <a:pt x="1251" y="637"/>
                    <a:pt x="1136" y="656"/>
                    <a:pt x="1022" y="656"/>
                  </a:cubicBezTo>
                  <a:cubicBezTo>
                    <a:pt x="900" y="656"/>
                    <a:pt x="778" y="634"/>
                    <a:pt x="665" y="588"/>
                  </a:cubicBezTo>
                  <a:cubicBezTo>
                    <a:pt x="409" y="483"/>
                    <a:pt x="209" y="260"/>
                    <a:pt x="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9">
              <a:extLst>
                <a:ext uri="{FF2B5EF4-FFF2-40B4-BE49-F238E27FC236}">
                  <a16:creationId xmlns:a16="http://schemas.microsoft.com/office/drawing/2014/main" id="{5857DA92-C696-B537-0DE9-DC14DC2C5D18}"/>
                </a:ext>
              </a:extLst>
            </p:cNvPr>
            <p:cNvSpPr/>
            <p:nvPr/>
          </p:nvSpPr>
          <p:spPr>
            <a:xfrm>
              <a:off x="6223973" y="1178084"/>
              <a:ext cx="29301" cy="29801"/>
            </a:xfrm>
            <a:custGeom>
              <a:avLst/>
              <a:gdLst/>
              <a:ahLst/>
              <a:cxnLst/>
              <a:rect l="l" t="t" r="r" b="b"/>
              <a:pathLst>
                <a:path w="939" h="955" extrusionOk="0">
                  <a:moveTo>
                    <a:pt x="196" y="1"/>
                  </a:moveTo>
                  <a:cubicBezTo>
                    <a:pt x="183" y="17"/>
                    <a:pt x="170" y="33"/>
                    <a:pt x="158" y="50"/>
                  </a:cubicBezTo>
                  <a:cubicBezTo>
                    <a:pt x="132" y="93"/>
                    <a:pt x="118" y="132"/>
                    <a:pt x="111" y="175"/>
                  </a:cubicBezTo>
                  <a:cubicBezTo>
                    <a:pt x="95" y="195"/>
                    <a:pt x="79" y="213"/>
                    <a:pt x="66" y="234"/>
                  </a:cubicBezTo>
                  <a:cubicBezTo>
                    <a:pt x="22" y="309"/>
                    <a:pt x="0" y="389"/>
                    <a:pt x="0" y="476"/>
                  </a:cubicBezTo>
                  <a:cubicBezTo>
                    <a:pt x="6" y="518"/>
                    <a:pt x="12" y="561"/>
                    <a:pt x="18" y="602"/>
                  </a:cubicBezTo>
                  <a:cubicBezTo>
                    <a:pt x="40" y="684"/>
                    <a:pt x="81" y="754"/>
                    <a:pt x="140" y="814"/>
                  </a:cubicBezTo>
                  <a:cubicBezTo>
                    <a:pt x="183" y="860"/>
                    <a:pt x="235" y="893"/>
                    <a:pt x="294" y="912"/>
                  </a:cubicBezTo>
                  <a:cubicBezTo>
                    <a:pt x="348" y="940"/>
                    <a:pt x="404" y="954"/>
                    <a:pt x="465" y="954"/>
                  </a:cubicBezTo>
                  <a:cubicBezTo>
                    <a:pt x="470" y="954"/>
                    <a:pt x="474" y="954"/>
                    <a:pt x="478" y="954"/>
                  </a:cubicBezTo>
                  <a:cubicBezTo>
                    <a:pt x="565" y="953"/>
                    <a:pt x="645" y="932"/>
                    <a:pt x="720" y="888"/>
                  </a:cubicBezTo>
                  <a:cubicBezTo>
                    <a:pt x="791" y="846"/>
                    <a:pt x="849" y="789"/>
                    <a:pt x="891" y="716"/>
                  </a:cubicBezTo>
                  <a:cubicBezTo>
                    <a:pt x="909" y="691"/>
                    <a:pt x="921" y="660"/>
                    <a:pt x="933" y="629"/>
                  </a:cubicBezTo>
                  <a:cubicBezTo>
                    <a:pt x="935" y="622"/>
                    <a:pt x="936" y="616"/>
                    <a:pt x="939" y="610"/>
                  </a:cubicBezTo>
                  <a:lnTo>
                    <a:pt x="939" y="610"/>
                  </a:lnTo>
                  <a:cubicBezTo>
                    <a:pt x="864" y="638"/>
                    <a:pt x="788" y="656"/>
                    <a:pt x="711" y="656"/>
                  </a:cubicBezTo>
                  <a:cubicBezTo>
                    <a:pt x="678" y="656"/>
                    <a:pt x="646" y="652"/>
                    <a:pt x="613" y="645"/>
                  </a:cubicBezTo>
                  <a:cubicBezTo>
                    <a:pt x="427" y="602"/>
                    <a:pt x="288" y="436"/>
                    <a:pt x="231" y="254"/>
                  </a:cubicBezTo>
                  <a:cubicBezTo>
                    <a:pt x="206" y="172"/>
                    <a:pt x="197" y="86"/>
                    <a:pt x="1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9">
              <a:extLst>
                <a:ext uri="{FF2B5EF4-FFF2-40B4-BE49-F238E27FC236}">
                  <a16:creationId xmlns:a16="http://schemas.microsoft.com/office/drawing/2014/main" id="{658DAAEA-6D98-02BB-6712-DB9D165A47CA}"/>
                </a:ext>
              </a:extLst>
            </p:cNvPr>
            <p:cNvSpPr/>
            <p:nvPr/>
          </p:nvSpPr>
          <p:spPr>
            <a:xfrm>
              <a:off x="6316183" y="1197087"/>
              <a:ext cx="24995" cy="24496"/>
            </a:xfrm>
            <a:custGeom>
              <a:avLst/>
              <a:gdLst/>
              <a:ahLst/>
              <a:cxnLst/>
              <a:rect l="l" t="t" r="r" b="b"/>
              <a:pathLst>
                <a:path w="801" h="785" extrusionOk="0">
                  <a:moveTo>
                    <a:pt x="98" y="1"/>
                  </a:moveTo>
                  <a:cubicBezTo>
                    <a:pt x="86" y="17"/>
                    <a:pt x="73" y="34"/>
                    <a:pt x="66" y="45"/>
                  </a:cubicBezTo>
                  <a:cubicBezTo>
                    <a:pt x="65" y="46"/>
                    <a:pt x="64" y="48"/>
                    <a:pt x="62" y="49"/>
                  </a:cubicBezTo>
                  <a:cubicBezTo>
                    <a:pt x="52" y="65"/>
                    <a:pt x="45" y="82"/>
                    <a:pt x="39" y="101"/>
                  </a:cubicBezTo>
                  <a:cubicBezTo>
                    <a:pt x="21" y="135"/>
                    <a:pt x="11" y="170"/>
                    <a:pt x="11" y="209"/>
                  </a:cubicBezTo>
                  <a:cubicBezTo>
                    <a:pt x="1" y="283"/>
                    <a:pt x="1" y="251"/>
                    <a:pt x="10" y="325"/>
                  </a:cubicBezTo>
                  <a:cubicBezTo>
                    <a:pt x="13" y="349"/>
                    <a:pt x="13" y="367"/>
                    <a:pt x="20" y="387"/>
                  </a:cubicBezTo>
                  <a:cubicBezTo>
                    <a:pt x="21" y="389"/>
                    <a:pt x="22" y="391"/>
                    <a:pt x="22" y="393"/>
                  </a:cubicBezTo>
                  <a:cubicBezTo>
                    <a:pt x="34" y="425"/>
                    <a:pt x="52" y="469"/>
                    <a:pt x="67" y="498"/>
                  </a:cubicBezTo>
                  <a:cubicBezTo>
                    <a:pt x="69" y="503"/>
                    <a:pt x="71" y="507"/>
                    <a:pt x="73" y="511"/>
                  </a:cubicBezTo>
                  <a:cubicBezTo>
                    <a:pt x="75" y="514"/>
                    <a:pt x="76" y="516"/>
                    <a:pt x="77" y="518"/>
                  </a:cubicBezTo>
                  <a:cubicBezTo>
                    <a:pt x="78" y="518"/>
                    <a:pt x="78" y="519"/>
                    <a:pt x="79" y="520"/>
                  </a:cubicBezTo>
                  <a:cubicBezTo>
                    <a:pt x="101" y="548"/>
                    <a:pt x="123" y="576"/>
                    <a:pt x="145" y="606"/>
                  </a:cubicBezTo>
                  <a:cubicBezTo>
                    <a:pt x="146" y="606"/>
                    <a:pt x="146" y="607"/>
                    <a:pt x="147" y="608"/>
                  </a:cubicBezTo>
                  <a:cubicBezTo>
                    <a:pt x="176" y="630"/>
                    <a:pt x="204" y="652"/>
                    <a:pt x="232" y="674"/>
                  </a:cubicBezTo>
                  <a:cubicBezTo>
                    <a:pt x="233" y="674"/>
                    <a:pt x="234" y="675"/>
                    <a:pt x="235" y="676"/>
                  </a:cubicBezTo>
                  <a:lnTo>
                    <a:pt x="244" y="679"/>
                  </a:lnTo>
                  <a:cubicBezTo>
                    <a:pt x="246" y="681"/>
                    <a:pt x="248" y="684"/>
                    <a:pt x="250" y="686"/>
                  </a:cubicBezTo>
                  <a:cubicBezTo>
                    <a:pt x="279" y="719"/>
                    <a:pt x="316" y="742"/>
                    <a:pt x="357" y="755"/>
                  </a:cubicBezTo>
                  <a:cubicBezTo>
                    <a:pt x="383" y="771"/>
                    <a:pt x="411" y="778"/>
                    <a:pt x="441" y="778"/>
                  </a:cubicBezTo>
                  <a:cubicBezTo>
                    <a:pt x="460" y="782"/>
                    <a:pt x="479" y="784"/>
                    <a:pt x="497" y="784"/>
                  </a:cubicBezTo>
                  <a:cubicBezTo>
                    <a:pt x="523" y="784"/>
                    <a:pt x="548" y="780"/>
                    <a:pt x="574" y="772"/>
                  </a:cubicBezTo>
                  <a:cubicBezTo>
                    <a:pt x="600" y="761"/>
                    <a:pt x="627" y="750"/>
                    <a:pt x="654" y="739"/>
                  </a:cubicBezTo>
                  <a:cubicBezTo>
                    <a:pt x="704" y="709"/>
                    <a:pt x="744" y="669"/>
                    <a:pt x="773" y="619"/>
                  </a:cubicBezTo>
                  <a:cubicBezTo>
                    <a:pt x="783" y="597"/>
                    <a:pt x="791" y="575"/>
                    <a:pt x="800" y="552"/>
                  </a:cubicBezTo>
                  <a:lnTo>
                    <a:pt x="800" y="552"/>
                  </a:lnTo>
                  <a:cubicBezTo>
                    <a:pt x="767" y="560"/>
                    <a:pt x="733" y="564"/>
                    <a:pt x="698" y="564"/>
                  </a:cubicBezTo>
                  <a:cubicBezTo>
                    <a:pt x="614" y="564"/>
                    <a:pt x="528" y="541"/>
                    <a:pt x="455" y="499"/>
                  </a:cubicBezTo>
                  <a:cubicBezTo>
                    <a:pt x="290" y="404"/>
                    <a:pt x="184" y="230"/>
                    <a:pt x="116" y="52"/>
                  </a:cubicBezTo>
                  <a:cubicBezTo>
                    <a:pt x="110" y="35"/>
                    <a:pt x="104" y="17"/>
                    <a:pt x="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9">
              <a:extLst>
                <a:ext uri="{FF2B5EF4-FFF2-40B4-BE49-F238E27FC236}">
                  <a16:creationId xmlns:a16="http://schemas.microsoft.com/office/drawing/2014/main" id="{EFBB5193-42FF-4F05-F7A5-AF21ECAFA047}"/>
                </a:ext>
              </a:extLst>
            </p:cNvPr>
            <p:cNvSpPr/>
            <p:nvPr/>
          </p:nvSpPr>
          <p:spPr>
            <a:xfrm>
              <a:off x="6391544" y="1162543"/>
              <a:ext cx="38445" cy="28241"/>
            </a:xfrm>
            <a:custGeom>
              <a:avLst/>
              <a:gdLst/>
              <a:ahLst/>
              <a:cxnLst/>
              <a:rect l="l" t="t" r="r" b="b"/>
              <a:pathLst>
                <a:path w="1232" h="905" extrusionOk="0">
                  <a:moveTo>
                    <a:pt x="93" y="0"/>
                  </a:moveTo>
                  <a:cubicBezTo>
                    <a:pt x="91" y="6"/>
                    <a:pt x="87" y="9"/>
                    <a:pt x="84" y="14"/>
                  </a:cubicBezTo>
                  <a:lnTo>
                    <a:pt x="27" y="149"/>
                  </a:lnTo>
                  <a:cubicBezTo>
                    <a:pt x="0" y="251"/>
                    <a:pt x="0" y="351"/>
                    <a:pt x="27" y="451"/>
                  </a:cubicBezTo>
                  <a:cubicBezTo>
                    <a:pt x="46" y="496"/>
                    <a:pt x="65" y="541"/>
                    <a:pt x="84" y="586"/>
                  </a:cubicBezTo>
                  <a:cubicBezTo>
                    <a:pt x="134" y="672"/>
                    <a:pt x="202" y="739"/>
                    <a:pt x="288" y="790"/>
                  </a:cubicBezTo>
                  <a:cubicBezTo>
                    <a:pt x="289" y="792"/>
                    <a:pt x="291" y="793"/>
                    <a:pt x="293" y="794"/>
                  </a:cubicBezTo>
                  <a:cubicBezTo>
                    <a:pt x="338" y="813"/>
                    <a:pt x="383" y="831"/>
                    <a:pt x="428" y="850"/>
                  </a:cubicBezTo>
                  <a:cubicBezTo>
                    <a:pt x="434" y="852"/>
                    <a:pt x="438" y="853"/>
                    <a:pt x="443" y="855"/>
                  </a:cubicBezTo>
                  <a:lnTo>
                    <a:pt x="465" y="863"/>
                  </a:lnTo>
                  <a:cubicBezTo>
                    <a:pt x="482" y="868"/>
                    <a:pt x="498" y="874"/>
                    <a:pt x="515" y="880"/>
                  </a:cubicBezTo>
                  <a:cubicBezTo>
                    <a:pt x="548" y="890"/>
                    <a:pt x="564" y="890"/>
                    <a:pt x="607" y="896"/>
                  </a:cubicBezTo>
                  <a:cubicBezTo>
                    <a:pt x="643" y="901"/>
                    <a:pt x="658" y="904"/>
                    <a:pt x="676" y="904"/>
                  </a:cubicBezTo>
                  <a:cubicBezTo>
                    <a:pt x="684" y="904"/>
                    <a:pt x="692" y="904"/>
                    <a:pt x="701" y="903"/>
                  </a:cubicBezTo>
                  <a:cubicBezTo>
                    <a:pt x="717" y="902"/>
                    <a:pt x="733" y="899"/>
                    <a:pt x="749" y="897"/>
                  </a:cubicBezTo>
                  <a:cubicBezTo>
                    <a:pt x="840" y="897"/>
                    <a:pt x="923" y="874"/>
                    <a:pt x="1001" y="829"/>
                  </a:cubicBezTo>
                  <a:cubicBezTo>
                    <a:pt x="1076" y="785"/>
                    <a:pt x="1136" y="725"/>
                    <a:pt x="1181" y="650"/>
                  </a:cubicBezTo>
                  <a:cubicBezTo>
                    <a:pt x="1203" y="612"/>
                    <a:pt x="1220" y="571"/>
                    <a:pt x="1231" y="530"/>
                  </a:cubicBezTo>
                  <a:lnTo>
                    <a:pt x="1231" y="530"/>
                  </a:lnTo>
                  <a:cubicBezTo>
                    <a:pt x="1141" y="550"/>
                    <a:pt x="1049" y="566"/>
                    <a:pt x="957" y="570"/>
                  </a:cubicBezTo>
                  <a:cubicBezTo>
                    <a:pt x="937" y="571"/>
                    <a:pt x="916" y="571"/>
                    <a:pt x="896" y="571"/>
                  </a:cubicBezTo>
                  <a:cubicBezTo>
                    <a:pt x="684" y="571"/>
                    <a:pt x="469" y="516"/>
                    <a:pt x="308" y="380"/>
                  </a:cubicBezTo>
                  <a:cubicBezTo>
                    <a:pt x="195" y="285"/>
                    <a:pt x="115" y="146"/>
                    <a:pt x="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9">
              <a:extLst>
                <a:ext uri="{FF2B5EF4-FFF2-40B4-BE49-F238E27FC236}">
                  <a16:creationId xmlns:a16="http://schemas.microsoft.com/office/drawing/2014/main" id="{AC1C03AA-3200-C9B2-5DB7-328148D9EE6A}"/>
                </a:ext>
              </a:extLst>
            </p:cNvPr>
            <p:cNvSpPr/>
            <p:nvPr/>
          </p:nvSpPr>
          <p:spPr>
            <a:xfrm>
              <a:off x="6434263" y="1086996"/>
              <a:ext cx="40317" cy="28896"/>
            </a:xfrm>
            <a:custGeom>
              <a:avLst/>
              <a:gdLst/>
              <a:ahLst/>
              <a:cxnLst/>
              <a:rect l="l" t="t" r="r" b="b"/>
              <a:pathLst>
                <a:path w="1292" h="926" extrusionOk="0">
                  <a:moveTo>
                    <a:pt x="138" y="1"/>
                  </a:moveTo>
                  <a:cubicBezTo>
                    <a:pt x="130" y="12"/>
                    <a:pt x="121" y="23"/>
                    <a:pt x="112" y="35"/>
                  </a:cubicBezTo>
                  <a:cubicBezTo>
                    <a:pt x="108" y="41"/>
                    <a:pt x="104" y="49"/>
                    <a:pt x="100" y="56"/>
                  </a:cubicBezTo>
                  <a:cubicBezTo>
                    <a:pt x="86" y="80"/>
                    <a:pt x="79" y="104"/>
                    <a:pt x="67" y="131"/>
                  </a:cubicBezTo>
                  <a:cubicBezTo>
                    <a:pt x="55" y="161"/>
                    <a:pt x="45" y="178"/>
                    <a:pt x="37" y="204"/>
                  </a:cubicBezTo>
                  <a:cubicBezTo>
                    <a:pt x="33" y="220"/>
                    <a:pt x="28" y="237"/>
                    <a:pt x="25" y="254"/>
                  </a:cubicBezTo>
                  <a:cubicBezTo>
                    <a:pt x="0" y="348"/>
                    <a:pt x="0" y="442"/>
                    <a:pt x="25" y="536"/>
                  </a:cubicBezTo>
                  <a:cubicBezTo>
                    <a:pt x="42" y="604"/>
                    <a:pt x="73" y="665"/>
                    <a:pt x="121" y="716"/>
                  </a:cubicBezTo>
                  <a:cubicBezTo>
                    <a:pt x="158" y="774"/>
                    <a:pt x="207" y="819"/>
                    <a:pt x="269" y="853"/>
                  </a:cubicBezTo>
                  <a:cubicBezTo>
                    <a:pt x="352" y="901"/>
                    <a:pt x="441" y="925"/>
                    <a:pt x="537" y="925"/>
                  </a:cubicBezTo>
                  <a:cubicBezTo>
                    <a:pt x="545" y="926"/>
                    <a:pt x="552" y="926"/>
                    <a:pt x="560" y="926"/>
                  </a:cubicBezTo>
                  <a:cubicBezTo>
                    <a:pt x="572" y="926"/>
                    <a:pt x="584" y="925"/>
                    <a:pt x="597" y="924"/>
                  </a:cubicBezTo>
                  <a:cubicBezTo>
                    <a:pt x="650" y="919"/>
                    <a:pt x="704" y="911"/>
                    <a:pt x="757" y="903"/>
                  </a:cubicBezTo>
                  <a:cubicBezTo>
                    <a:pt x="766" y="902"/>
                    <a:pt x="777" y="900"/>
                    <a:pt x="787" y="896"/>
                  </a:cubicBezTo>
                  <a:cubicBezTo>
                    <a:pt x="827" y="887"/>
                    <a:pt x="864" y="870"/>
                    <a:pt x="901" y="855"/>
                  </a:cubicBezTo>
                  <a:cubicBezTo>
                    <a:pt x="992" y="816"/>
                    <a:pt x="971" y="829"/>
                    <a:pt x="1070" y="747"/>
                  </a:cubicBezTo>
                  <a:cubicBezTo>
                    <a:pt x="1073" y="745"/>
                    <a:pt x="1075" y="743"/>
                    <a:pt x="1078" y="741"/>
                  </a:cubicBezTo>
                  <a:cubicBezTo>
                    <a:pt x="1086" y="734"/>
                    <a:pt x="1092" y="727"/>
                    <a:pt x="1099" y="721"/>
                  </a:cubicBezTo>
                  <a:cubicBezTo>
                    <a:pt x="1138" y="681"/>
                    <a:pt x="1169" y="635"/>
                    <a:pt x="1203" y="591"/>
                  </a:cubicBezTo>
                  <a:cubicBezTo>
                    <a:pt x="1208" y="584"/>
                    <a:pt x="1213" y="576"/>
                    <a:pt x="1218" y="569"/>
                  </a:cubicBezTo>
                  <a:cubicBezTo>
                    <a:pt x="1221" y="566"/>
                    <a:pt x="1223" y="563"/>
                    <a:pt x="1225" y="559"/>
                  </a:cubicBezTo>
                  <a:cubicBezTo>
                    <a:pt x="1235" y="541"/>
                    <a:pt x="1245" y="522"/>
                    <a:pt x="1250" y="501"/>
                  </a:cubicBezTo>
                  <a:cubicBezTo>
                    <a:pt x="1262" y="484"/>
                    <a:pt x="1270" y="466"/>
                    <a:pt x="1273" y="446"/>
                  </a:cubicBezTo>
                  <a:cubicBezTo>
                    <a:pt x="1288" y="397"/>
                    <a:pt x="1292" y="348"/>
                    <a:pt x="1290" y="298"/>
                  </a:cubicBezTo>
                  <a:lnTo>
                    <a:pt x="1290" y="298"/>
                  </a:lnTo>
                  <a:cubicBezTo>
                    <a:pt x="1148" y="435"/>
                    <a:pt x="955" y="520"/>
                    <a:pt x="761" y="520"/>
                  </a:cubicBezTo>
                  <a:cubicBezTo>
                    <a:pt x="706" y="520"/>
                    <a:pt x="651" y="513"/>
                    <a:pt x="597" y="499"/>
                  </a:cubicBezTo>
                  <a:cubicBezTo>
                    <a:pt x="367" y="438"/>
                    <a:pt x="188" y="230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9">
              <a:extLst>
                <a:ext uri="{FF2B5EF4-FFF2-40B4-BE49-F238E27FC236}">
                  <a16:creationId xmlns:a16="http://schemas.microsoft.com/office/drawing/2014/main" id="{1913609B-3BF1-A6DC-6292-99FCFFC0E2C3}"/>
                </a:ext>
              </a:extLst>
            </p:cNvPr>
            <p:cNvSpPr/>
            <p:nvPr/>
          </p:nvSpPr>
          <p:spPr>
            <a:xfrm>
              <a:off x="6389640" y="979214"/>
              <a:ext cx="33577" cy="19534"/>
            </a:xfrm>
            <a:custGeom>
              <a:avLst/>
              <a:gdLst/>
              <a:ahLst/>
              <a:cxnLst/>
              <a:rect l="l" t="t" r="r" b="b"/>
              <a:pathLst>
                <a:path w="1076" h="626" extrusionOk="0">
                  <a:moveTo>
                    <a:pt x="35" y="1"/>
                  </a:moveTo>
                  <a:cubicBezTo>
                    <a:pt x="31" y="12"/>
                    <a:pt x="27" y="23"/>
                    <a:pt x="23" y="34"/>
                  </a:cubicBezTo>
                  <a:cubicBezTo>
                    <a:pt x="1" y="117"/>
                    <a:pt x="1" y="200"/>
                    <a:pt x="23" y="282"/>
                  </a:cubicBezTo>
                  <a:cubicBezTo>
                    <a:pt x="37" y="344"/>
                    <a:pt x="65" y="396"/>
                    <a:pt x="106" y="441"/>
                  </a:cubicBezTo>
                  <a:cubicBezTo>
                    <a:pt x="140" y="493"/>
                    <a:pt x="183" y="532"/>
                    <a:pt x="237" y="562"/>
                  </a:cubicBezTo>
                  <a:cubicBezTo>
                    <a:pt x="310" y="605"/>
                    <a:pt x="389" y="626"/>
                    <a:pt x="474" y="626"/>
                  </a:cubicBezTo>
                  <a:cubicBezTo>
                    <a:pt x="530" y="619"/>
                    <a:pt x="590" y="615"/>
                    <a:pt x="646" y="600"/>
                  </a:cubicBezTo>
                  <a:cubicBezTo>
                    <a:pt x="700" y="586"/>
                    <a:pt x="755" y="559"/>
                    <a:pt x="803" y="537"/>
                  </a:cubicBezTo>
                  <a:cubicBezTo>
                    <a:pt x="819" y="530"/>
                    <a:pt x="834" y="523"/>
                    <a:pt x="847" y="515"/>
                  </a:cubicBezTo>
                  <a:cubicBezTo>
                    <a:pt x="855" y="509"/>
                    <a:pt x="862" y="505"/>
                    <a:pt x="868" y="500"/>
                  </a:cubicBezTo>
                  <a:cubicBezTo>
                    <a:pt x="907" y="473"/>
                    <a:pt x="945" y="443"/>
                    <a:pt x="981" y="413"/>
                  </a:cubicBezTo>
                  <a:cubicBezTo>
                    <a:pt x="994" y="403"/>
                    <a:pt x="1005" y="391"/>
                    <a:pt x="1017" y="379"/>
                  </a:cubicBezTo>
                  <a:cubicBezTo>
                    <a:pt x="1038" y="356"/>
                    <a:pt x="1056" y="328"/>
                    <a:pt x="1075" y="303"/>
                  </a:cubicBezTo>
                  <a:lnTo>
                    <a:pt x="1075" y="303"/>
                  </a:lnTo>
                  <a:cubicBezTo>
                    <a:pt x="942" y="365"/>
                    <a:pt x="801" y="403"/>
                    <a:pt x="655" y="403"/>
                  </a:cubicBezTo>
                  <a:cubicBezTo>
                    <a:pt x="641" y="403"/>
                    <a:pt x="626" y="402"/>
                    <a:pt x="612" y="402"/>
                  </a:cubicBezTo>
                  <a:cubicBezTo>
                    <a:pt x="365" y="389"/>
                    <a:pt x="119" y="222"/>
                    <a:pt x="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9">
              <a:extLst>
                <a:ext uri="{FF2B5EF4-FFF2-40B4-BE49-F238E27FC236}">
                  <a16:creationId xmlns:a16="http://schemas.microsoft.com/office/drawing/2014/main" id="{7B4B0A3F-1E8E-1F31-8A2D-64F72D300AAA}"/>
                </a:ext>
              </a:extLst>
            </p:cNvPr>
            <p:cNvSpPr/>
            <p:nvPr/>
          </p:nvSpPr>
          <p:spPr>
            <a:xfrm>
              <a:off x="6361868" y="1040438"/>
              <a:ext cx="34232" cy="24964"/>
            </a:xfrm>
            <a:custGeom>
              <a:avLst/>
              <a:gdLst/>
              <a:ahLst/>
              <a:cxnLst/>
              <a:rect l="l" t="t" r="r" b="b"/>
              <a:pathLst>
                <a:path w="1097" h="800" extrusionOk="0">
                  <a:moveTo>
                    <a:pt x="87" y="0"/>
                  </a:moveTo>
                  <a:cubicBezTo>
                    <a:pt x="84" y="4"/>
                    <a:pt x="80" y="8"/>
                    <a:pt x="78" y="14"/>
                  </a:cubicBezTo>
                  <a:cubicBezTo>
                    <a:pt x="61" y="56"/>
                    <a:pt x="44" y="96"/>
                    <a:pt x="26" y="138"/>
                  </a:cubicBezTo>
                  <a:cubicBezTo>
                    <a:pt x="4" y="207"/>
                    <a:pt x="1" y="277"/>
                    <a:pt x="17" y="347"/>
                  </a:cubicBezTo>
                  <a:cubicBezTo>
                    <a:pt x="17" y="394"/>
                    <a:pt x="29" y="438"/>
                    <a:pt x="52" y="478"/>
                  </a:cubicBezTo>
                  <a:cubicBezTo>
                    <a:pt x="73" y="542"/>
                    <a:pt x="110" y="599"/>
                    <a:pt x="160" y="646"/>
                  </a:cubicBezTo>
                  <a:lnTo>
                    <a:pt x="266" y="728"/>
                  </a:lnTo>
                  <a:cubicBezTo>
                    <a:pt x="347" y="775"/>
                    <a:pt x="435" y="799"/>
                    <a:pt x="529" y="799"/>
                  </a:cubicBezTo>
                  <a:cubicBezTo>
                    <a:pt x="536" y="799"/>
                    <a:pt x="543" y="799"/>
                    <a:pt x="551" y="799"/>
                  </a:cubicBezTo>
                  <a:cubicBezTo>
                    <a:pt x="606" y="799"/>
                    <a:pt x="664" y="786"/>
                    <a:pt x="716" y="776"/>
                  </a:cubicBezTo>
                  <a:cubicBezTo>
                    <a:pt x="734" y="773"/>
                    <a:pt x="750" y="767"/>
                    <a:pt x="767" y="761"/>
                  </a:cubicBezTo>
                  <a:cubicBezTo>
                    <a:pt x="840" y="734"/>
                    <a:pt x="914" y="707"/>
                    <a:pt x="976" y="661"/>
                  </a:cubicBezTo>
                  <a:cubicBezTo>
                    <a:pt x="1014" y="632"/>
                    <a:pt x="1060" y="599"/>
                    <a:pt x="1097" y="563"/>
                  </a:cubicBezTo>
                  <a:lnTo>
                    <a:pt x="1097" y="563"/>
                  </a:lnTo>
                  <a:cubicBezTo>
                    <a:pt x="1080" y="568"/>
                    <a:pt x="1063" y="575"/>
                    <a:pt x="1047" y="579"/>
                  </a:cubicBezTo>
                  <a:cubicBezTo>
                    <a:pt x="973" y="595"/>
                    <a:pt x="898" y="603"/>
                    <a:pt x="822" y="603"/>
                  </a:cubicBezTo>
                  <a:cubicBezTo>
                    <a:pt x="650" y="603"/>
                    <a:pt x="478" y="559"/>
                    <a:pt x="340" y="459"/>
                  </a:cubicBezTo>
                  <a:cubicBezTo>
                    <a:pt x="195" y="352"/>
                    <a:pt x="96" y="177"/>
                    <a:pt x="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9">
              <a:extLst>
                <a:ext uri="{FF2B5EF4-FFF2-40B4-BE49-F238E27FC236}">
                  <a16:creationId xmlns:a16="http://schemas.microsoft.com/office/drawing/2014/main" id="{54366B41-D08C-E100-1A25-54638FBFA2DD}"/>
                </a:ext>
              </a:extLst>
            </p:cNvPr>
            <p:cNvSpPr/>
            <p:nvPr/>
          </p:nvSpPr>
          <p:spPr>
            <a:xfrm>
              <a:off x="6322737" y="1130496"/>
              <a:ext cx="24434" cy="22748"/>
            </a:xfrm>
            <a:custGeom>
              <a:avLst/>
              <a:gdLst/>
              <a:ahLst/>
              <a:cxnLst/>
              <a:rect l="l" t="t" r="r" b="b"/>
              <a:pathLst>
                <a:path w="783" h="729" extrusionOk="0">
                  <a:moveTo>
                    <a:pt x="88" y="1"/>
                  </a:moveTo>
                  <a:cubicBezTo>
                    <a:pt x="86" y="4"/>
                    <a:pt x="85" y="7"/>
                    <a:pt x="84" y="10"/>
                  </a:cubicBezTo>
                  <a:cubicBezTo>
                    <a:pt x="79" y="23"/>
                    <a:pt x="74" y="35"/>
                    <a:pt x="71" y="48"/>
                  </a:cubicBezTo>
                  <a:cubicBezTo>
                    <a:pt x="71" y="50"/>
                    <a:pt x="71" y="51"/>
                    <a:pt x="70" y="52"/>
                  </a:cubicBezTo>
                  <a:cubicBezTo>
                    <a:pt x="69" y="54"/>
                    <a:pt x="67" y="56"/>
                    <a:pt x="66" y="58"/>
                  </a:cubicBezTo>
                  <a:cubicBezTo>
                    <a:pt x="51" y="94"/>
                    <a:pt x="37" y="129"/>
                    <a:pt x="21" y="165"/>
                  </a:cubicBezTo>
                  <a:cubicBezTo>
                    <a:pt x="0" y="243"/>
                    <a:pt x="0" y="322"/>
                    <a:pt x="21" y="402"/>
                  </a:cubicBezTo>
                  <a:cubicBezTo>
                    <a:pt x="35" y="459"/>
                    <a:pt x="62" y="510"/>
                    <a:pt x="101" y="553"/>
                  </a:cubicBezTo>
                  <a:cubicBezTo>
                    <a:pt x="132" y="601"/>
                    <a:pt x="174" y="639"/>
                    <a:pt x="226" y="667"/>
                  </a:cubicBezTo>
                  <a:cubicBezTo>
                    <a:pt x="277" y="700"/>
                    <a:pt x="332" y="718"/>
                    <a:pt x="391" y="721"/>
                  </a:cubicBezTo>
                  <a:cubicBezTo>
                    <a:pt x="416" y="726"/>
                    <a:pt x="440" y="729"/>
                    <a:pt x="465" y="729"/>
                  </a:cubicBezTo>
                  <a:cubicBezTo>
                    <a:pt x="500" y="729"/>
                    <a:pt x="535" y="723"/>
                    <a:pt x="569" y="712"/>
                  </a:cubicBezTo>
                  <a:cubicBezTo>
                    <a:pt x="645" y="691"/>
                    <a:pt x="710" y="653"/>
                    <a:pt x="765" y="598"/>
                  </a:cubicBezTo>
                  <a:cubicBezTo>
                    <a:pt x="772" y="591"/>
                    <a:pt x="777" y="584"/>
                    <a:pt x="783" y="576"/>
                  </a:cubicBezTo>
                  <a:lnTo>
                    <a:pt x="783" y="576"/>
                  </a:lnTo>
                  <a:cubicBezTo>
                    <a:pt x="777" y="576"/>
                    <a:pt x="770" y="576"/>
                    <a:pt x="764" y="576"/>
                  </a:cubicBezTo>
                  <a:cubicBezTo>
                    <a:pt x="706" y="576"/>
                    <a:pt x="648" y="572"/>
                    <a:pt x="590" y="560"/>
                  </a:cubicBezTo>
                  <a:cubicBezTo>
                    <a:pt x="355" y="507"/>
                    <a:pt x="140" y="324"/>
                    <a:pt x="95" y="86"/>
                  </a:cubicBezTo>
                  <a:cubicBezTo>
                    <a:pt x="90" y="58"/>
                    <a:pt x="89" y="30"/>
                    <a:pt x="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9">
              <a:extLst>
                <a:ext uri="{FF2B5EF4-FFF2-40B4-BE49-F238E27FC236}">
                  <a16:creationId xmlns:a16="http://schemas.microsoft.com/office/drawing/2014/main" id="{FD93E3BB-561F-8B26-827C-F852D94EF9CD}"/>
                </a:ext>
              </a:extLst>
            </p:cNvPr>
            <p:cNvSpPr/>
            <p:nvPr/>
          </p:nvSpPr>
          <p:spPr>
            <a:xfrm>
              <a:off x="6241479" y="1077822"/>
              <a:ext cx="38413" cy="32422"/>
            </a:xfrm>
            <a:custGeom>
              <a:avLst/>
              <a:gdLst/>
              <a:ahLst/>
              <a:cxnLst/>
              <a:rect l="l" t="t" r="r" b="b"/>
              <a:pathLst>
                <a:path w="1231" h="1039" extrusionOk="0">
                  <a:moveTo>
                    <a:pt x="128" y="0"/>
                  </a:moveTo>
                  <a:cubicBezTo>
                    <a:pt x="76" y="58"/>
                    <a:pt x="41" y="125"/>
                    <a:pt x="23" y="201"/>
                  </a:cubicBezTo>
                  <a:lnTo>
                    <a:pt x="22" y="205"/>
                  </a:lnTo>
                  <a:cubicBezTo>
                    <a:pt x="15" y="259"/>
                    <a:pt x="7" y="313"/>
                    <a:pt x="0" y="368"/>
                  </a:cubicBezTo>
                  <a:cubicBezTo>
                    <a:pt x="0" y="371"/>
                    <a:pt x="0" y="373"/>
                    <a:pt x="0" y="376"/>
                  </a:cubicBezTo>
                  <a:cubicBezTo>
                    <a:pt x="0" y="406"/>
                    <a:pt x="10" y="455"/>
                    <a:pt x="12" y="469"/>
                  </a:cubicBezTo>
                  <a:cubicBezTo>
                    <a:pt x="16" y="499"/>
                    <a:pt x="17" y="533"/>
                    <a:pt x="26" y="564"/>
                  </a:cubicBezTo>
                  <a:cubicBezTo>
                    <a:pt x="46" y="613"/>
                    <a:pt x="67" y="663"/>
                    <a:pt x="88" y="712"/>
                  </a:cubicBezTo>
                  <a:cubicBezTo>
                    <a:pt x="89" y="713"/>
                    <a:pt x="89" y="714"/>
                    <a:pt x="90" y="714"/>
                  </a:cubicBezTo>
                  <a:cubicBezTo>
                    <a:pt x="129" y="786"/>
                    <a:pt x="182" y="845"/>
                    <a:pt x="249" y="889"/>
                  </a:cubicBezTo>
                  <a:cubicBezTo>
                    <a:pt x="271" y="906"/>
                    <a:pt x="292" y="921"/>
                    <a:pt x="313" y="938"/>
                  </a:cubicBezTo>
                  <a:cubicBezTo>
                    <a:pt x="317" y="940"/>
                    <a:pt x="320" y="942"/>
                    <a:pt x="323" y="945"/>
                  </a:cubicBezTo>
                  <a:cubicBezTo>
                    <a:pt x="326" y="946"/>
                    <a:pt x="328" y="947"/>
                    <a:pt x="329" y="948"/>
                  </a:cubicBezTo>
                  <a:lnTo>
                    <a:pt x="332" y="949"/>
                  </a:lnTo>
                  <a:lnTo>
                    <a:pt x="478" y="1010"/>
                  </a:lnTo>
                  <a:cubicBezTo>
                    <a:pt x="531" y="1029"/>
                    <a:pt x="647" y="1036"/>
                    <a:pt x="659" y="1038"/>
                  </a:cubicBezTo>
                  <a:cubicBezTo>
                    <a:pt x="665" y="1038"/>
                    <a:pt x="671" y="1038"/>
                    <a:pt x="676" y="1038"/>
                  </a:cubicBezTo>
                  <a:cubicBezTo>
                    <a:pt x="679" y="1038"/>
                    <a:pt x="681" y="1038"/>
                    <a:pt x="684" y="1038"/>
                  </a:cubicBezTo>
                  <a:cubicBezTo>
                    <a:pt x="712" y="1036"/>
                    <a:pt x="751" y="1028"/>
                    <a:pt x="767" y="1026"/>
                  </a:cubicBezTo>
                  <a:cubicBezTo>
                    <a:pt x="786" y="1024"/>
                    <a:pt x="824" y="1020"/>
                    <a:pt x="851" y="1015"/>
                  </a:cubicBezTo>
                  <a:cubicBezTo>
                    <a:pt x="855" y="1015"/>
                    <a:pt x="858" y="1014"/>
                    <a:pt x="863" y="1013"/>
                  </a:cubicBezTo>
                  <a:cubicBezTo>
                    <a:pt x="867" y="1010"/>
                    <a:pt x="871" y="1009"/>
                    <a:pt x="875" y="1007"/>
                  </a:cubicBezTo>
                  <a:cubicBezTo>
                    <a:pt x="908" y="995"/>
                    <a:pt x="984" y="963"/>
                    <a:pt x="1015" y="948"/>
                  </a:cubicBezTo>
                  <a:cubicBezTo>
                    <a:pt x="1017" y="947"/>
                    <a:pt x="1021" y="947"/>
                    <a:pt x="1023" y="945"/>
                  </a:cubicBezTo>
                  <a:cubicBezTo>
                    <a:pt x="1026" y="943"/>
                    <a:pt x="1029" y="941"/>
                    <a:pt x="1032" y="939"/>
                  </a:cubicBezTo>
                  <a:cubicBezTo>
                    <a:pt x="1039" y="935"/>
                    <a:pt x="1045" y="930"/>
                    <a:pt x="1051" y="925"/>
                  </a:cubicBezTo>
                  <a:lnTo>
                    <a:pt x="1051" y="925"/>
                  </a:lnTo>
                  <a:cubicBezTo>
                    <a:pt x="1068" y="913"/>
                    <a:pt x="1085" y="900"/>
                    <a:pt x="1101" y="886"/>
                  </a:cubicBezTo>
                  <a:cubicBezTo>
                    <a:pt x="1102" y="885"/>
                    <a:pt x="1103" y="885"/>
                    <a:pt x="1103" y="884"/>
                  </a:cubicBezTo>
                  <a:cubicBezTo>
                    <a:pt x="1104" y="883"/>
                    <a:pt x="1106" y="882"/>
                    <a:pt x="1107" y="881"/>
                  </a:cubicBezTo>
                  <a:lnTo>
                    <a:pt x="1107" y="881"/>
                  </a:lnTo>
                  <a:cubicBezTo>
                    <a:pt x="1121" y="872"/>
                    <a:pt x="1135" y="861"/>
                    <a:pt x="1148" y="850"/>
                  </a:cubicBezTo>
                  <a:lnTo>
                    <a:pt x="1148" y="850"/>
                  </a:lnTo>
                  <a:cubicBezTo>
                    <a:pt x="1151" y="848"/>
                    <a:pt x="1154" y="845"/>
                    <a:pt x="1157" y="843"/>
                  </a:cubicBezTo>
                  <a:lnTo>
                    <a:pt x="1157" y="843"/>
                  </a:lnTo>
                  <a:lnTo>
                    <a:pt x="1151" y="847"/>
                  </a:lnTo>
                  <a:lnTo>
                    <a:pt x="1151" y="847"/>
                  </a:lnTo>
                  <a:cubicBezTo>
                    <a:pt x="1182" y="820"/>
                    <a:pt x="1208" y="787"/>
                    <a:pt x="1231" y="751"/>
                  </a:cubicBezTo>
                  <a:lnTo>
                    <a:pt x="1231" y="751"/>
                  </a:lnTo>
                  <a:cubicBezTo>
                    <a:pt x="1141" y="775"/>
                    <a:pt x="1049" y="788"/>
                    <a:pt x="957" y="788"/>
                  </a:cubicBezTo>
                  <a:cubicBezTo>
                    <a:pt x="868" y="788"/>
                    <a:pt x="780" y="776"/>
                    <a:pt x="693" y="749"/>
                  </a:cubicBezTo>
                  <a:cubicBezTo>
                    <a:pt x="374" y="647"/>
                    <a:pt x="134" y="326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9">
              <a:extLst>
                <a:ext uri="{FF2B5EF4-FFF2-40B4-BE49-F238E27FC236}">
                  <a16:creationId xmlns:a16="http://schemas.microsoft.com/office/drawing/2014/main" id="{064D8FD8-EBA4-63F1-11A3-F4E5B4A80157}"/>
                </a:ext>
              </a:extLst>
            </p:cNvPr>
            <p:cNvSpPr/>
            <p:nvPr/>
          </p:nvSpPr>
          <p:spPr>
            <a:xfrm>
              <a:off x="6137535" y="1035352"/>
              <a:ext cx="25588" cy="18692"/>
            </a:xfrm>
            <a:custGeom>
              <a:avLst/>
              <a:gdLst/>
              <a:ahLst/>
              <a:cxnLst/>
              <a:rect l="l" t="t" r="r" b="b"/>
              <a:pathLst>
                <a:path w="820" h="599" extrusionOk="0">
                  <a:moveTo>
                    <a:pt x="66" y="1"/>
                  </a:moveTo>
                  <a:cubicBezTo>
                    <a:pt x="53" y="21"/>
                    <a:pt x="42" y="43"/>
                    <a:pt x="34" y="66"/>
                  </a:cubicBezTo>
                  <a:cubicBezTo>
                    <a:pt x="11" y="111"/>
                    <a:pt x="1" y="158"/>
                    <a:pt x="3" y="209"/>
                  </a:cubicBezTo>
                  <a:cubicBezTo>
                    <a:pt x="4" y="244"/>
                    <a:pt x="9" y="277"/>
                    <a:pt x="16" y="310"/>
                  </a:cubicBezTo>
                  <a:cubicBezTo>
                    <a:pt x="32" y="370"/>
                    <a:pt x="69" y="436"/>
                    <a:pt x="115" y="479"/>
                  </a:cubicBezTo>
                  <a:cubicBezTo>
                    <a:pt x="141" y="503"/>
                    <a:pt x="168" y="526"/>
                    <a:pt x="199" y="544"/>
                  </a:cubicBezTo>
                  <a:cubicBezTo>
                    <a:pt x="262" y="582"/>
                    <a:pt x="322" y="596"/>
                    <a:pt x="396" y="598"/>
                  </a:cubicBezTo>
                  <a:lnTo>
                    <a:pt x="451" y="598"/>
                  </a:lnTo>
                  <a:cubicBezTo>
                    <a:pt x="454" y="599"/>
                    <a:pt x="458" y="599"/>
                    <a:pt x="461" y="599"/>
                  </a:cubicBezTo>
                  <a:cubicBezTo>
                    <a:pt x="482" y="599"/>
                    <a:pt x="500" y="596"/>
                    <a:pt x="524" y="593"/>
                  </a:cubicBezTo>
                  <a:cubicBezTo>
                    <a:pt x="555" y="589"/>
                    <a:pt x="568" y="589"/>
                    <a:pt x="592" y="579"/>
                  </a:cubicBezTo>
                  <a:lnTo>
                    <a:pt x="639" y="560"/>
                  </a:lnTo>
                  <a:cubicBezTo>
                    <a:pt x="691" y="545"/>
                    <a:pt x="736" y="519"/>
                    <a:pt x="773" y="481"/>
                  </a:cubicBezTo>
                  <a:cubicBezTo>
                    <a:pt x="793" y="463"/>
                    <a:pt x="807" y="442"/>
                    <a:pt x="819" y="420"/>
                  </a:cubicBezTo>
                  <a:lnTo>
                    <a:pt x="819" y="420"/>
                  </a:lnTo>
                  <a:cubicBezTo>
                    <a:pt x="769" y="438"/>
                    <a:pt x="718" y="456"/>
                    <a:pt x="665" y="466"/>
                  </a:cubicBezTo>
                  <a:cubicBezTo>
                    <a:pt x="630" y="472"/>
                    <a:pt x="593" y="476"/>
                    <a:pt x="556" y="476"/>
                  </a:cubicBezTo>
                  <a:cubicBezTo>
                    <a:pt x="465" y="476"/>
                    <a:pt x="374" y="453"/>
                    <a:pt x="301" y="399"/>
                  </a:cubicBezTo>
                  <a:cubicBezTo>
                    <a:pt x="252" y="361"/>
                    <a:pt x="213" y="310"/>
                    <a:pt x="180" y="256"/>
                  </a:cubicBezTo>
                  <a:cubicBezTo>
                    <a:pt x="130" y="177"/>
                    <a:pt x="93" y="90"/>
                    <a:pt x="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9">
              <a:extLst>
                <a:ext uri="{FF2B5EF4-FFF2-40B4-BE49-F238E27FC236}">
                  <a16:creationId xmlns:a16="http://schemas.microsoft.com/office/drawing/2014/main" id="{C14B5E62-F0A3-63E0-A136-0282C7EA8865}"/>
                </a:ext>
              </a:extLst>
            </p:cNvPr>
            <p:cNvSpPr/>
            <p:nvPr/>
          </p:nvSpPr>
          <p:spPr>
            <a:xfrm>
              <a:off x="6257144" y="998280"/>
              <a:ext cx="34388" cy="32453"/>
            </a:xfrm>
            <a:custGeom>
              <a:avLst/>
              <a:gdLst/>
              <a:ahLst/>
              <a:cxnLst/>
              <a:rect l="l" t="t" r="r" b="b"/>
              <a:pathLst>
                <a:path w="1102" h="1040" extrusionOk="0">
                  <a:moveTo>
                    <a:pt x="294" y="1"/>
                  </a:moveTo>
                  <a:cubicBezTo>
                    <a:pt x="0" y="321"/>
                    <a:pt x="210" y="937"/>
                    <a:pt x="628" y="1031"/>
                  </a:cubicBezTo>
                  <a:cubicBezTo>
                    <a:pt x="656" y="1037"/>
                    <a:pt x="684" y="1040"/>
                    <a:pt x="712" y="1040"/>
                  </a:cubicBezTo>
                  <a:cubicBezTo>
                    <a:pt x="752" y="1040"/>
                    <a:pt x="791" y="1034"/>
                    <a:pt x="830" y="1021"/>
                  </a:cubicBezTo>
                  <a:cubicBezTo>
                    <a:pt x="871" y="1005"/>
                    <a:pt x="912" y="988"/>
                    <a:pt x="952" y="970"/>
                  </a:cubicBezTo>
                  <a:cubicBezTo>
                    <a:pt x="1013" y="935"/>
                    <a:pt x="1061" y="885"/>
                    <a:pt x="1102" y="830"/>
                  </a:cubicBezTo>
                  <a:lnTo>
                    <a:pt x="1102" y="830"/>
                  </a:lnTo>
                  <a:cubicBezTo>
                    <a:pt x="1093" y="830"/>
                    <a:pt x="1085" y="830"/>
                    <a:pt x="1076" y="830"/>
                  </a:cubicBezTo>
                  <a:cubicBezTo>
                    <a:pt x="897" y="830"/>
                    <a:pt x="712" y="757"/>
                    <a:pt x="580" y="631"/>
                  </a:cubicBezTo>
                  <a:cubicBezTo>
                    <a:pt x="410" y="468"/>
                    <a:pt x="321" y="238"/>
                    <a:pt x="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9">
              <a:extLst>
                <a:ext uri="{FF2B5EF4-FFF2-40B4-BE49-F238E27FC236}">
                  <a16:creationId xmlns:a16="http://schemas.microsoft.com/office/drawing/2014/main" id="{72FEDFF7-7F96-7B1B-F451-F8ECC1D11462}"/>
                </a:ext>
              </a:extLst>
            </p:cNvPr>
            <p:cNvSpPr/>
            <p:nvPr/>
          </p:nvSpPr>
          <p:spPr>
            <a:xfrm>
              <a:off x="6181222" y="967169"/>
              <a:ext cx="41035" cy="37196"/>
            </a:xfrm>
            <a:custGeom>
              <a:avLst/>
              <a:gdLst/>
              <a:ahLst/>
              <a:cxnLst/>
              <a:rect l="l" t="t" r="r" b="b"/>
              <a:pathLst>
                <a:path w="1315" h="1192" extrusionOk="0">
                  <a:moveTo>
                    <a:pt x="162" y="1"/>
                  </a:moveTo>
                  <a:cubicBezTo>
                    <a:pt x="89" y="86"/>
                    <a:pt x="38" y="190"/>
                    <a:pt x="24" y="315"/>
                  </a:cubicBezTo>
                  <a:cubicBezTo>
                    <a:pt x="0" y="533"/>
                    <a:pt x="90" y="756"/>
                    <a:pt x="241" y="915"/>
                  </a:cubicBezTo>
                  <a:cubicBezTo>
                    <a:pt x="399" y="1082"/>
                    <a:pt x="597" y="1191"/>
                    <a:pt x="810" y="1191"/>
                  </a:cubicBezTo>
                  <a:cubicBezTo>
                    <a:pt x="875" y="1191"/>
                    <a:pt x="941" y="1181"/>
                    <a:pt x="1008" y="1159"/>
                  </a:cubicBezTo>
                  <a:cubicBezTo>
                    <a:pt x="1180" y="1104"/>
                    <a:pt x="1273" y="957"/>
                    <a:pt x="1315" y="784"/>
                  </a:cubicBezTo>
                  <a:lnTo>
                    <a:pt x="1315" y="784"/>
                  </a:lnTo>
                  <a:cubicBezTo>
                    <a:pt x="1217" y="828"/>
                    <a:pt x="1109" y="850"/>
                    <a:pt x="1001" y="850"/>
                  </a:cubicBezTo>
                  <a:cubicBezTo>
                    <a:pt x="825" y="850"/>
                    <a:pt x="648" y="794"/>
                    <a:pt x="510" y="685"/>
                  </a:cubicBezTo>
                  <a:cubicBezTo>
                    <a:pt x="302" y="523"/>
                    <a:pt x="183" y="265"/>
                    <a:pt x="1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9">
              <a:extLst>
                <a:ext uri="{FF2B5EF4-FFF2-40B4-BE49-F238E27FC236}">
                  <a16:creationId xmlns:a16="http://schemas.microsoft.com/office/drawing/2014/main" id="{3F705A50-1F04-32E1-BC76-3C9B0E655991}"/>
                </a:ext>
              </a:extLst>
            </p:cNvPr>
            <p:cNvSpPr/>
            <p:nvPr/>
          </p:nvSpPr>
          <p:spPr>
            <a:xfrm>
              <a:off x="6312033" y="930597"/>
              <a:ext cx="32360" cy="25557"/>
            </a:xfrm>
            <a:custGeom>
              <a:avLst/>
              <a:gdLst/>
              <a:ahLst/>
              <a:cxnLst/>
              <a:rect l="l" t="t" r="r" b="b"/>
              <a:pathLst>
                <a:path w="1037" h="819" extrusionOk="0">
                  <a:moveTo>
                    <a:pt x="44" y="0"/>
                  </a:moveTo>
                  <a:cubicBezTo>
                    <a:pt x="26" y="84"/>
                    <a:pt x="1" y="173"/>
                    <a:pt x="9" y="259"/>
                  </a:cubicBezTo>
                  <a:cubicBezTo>
                    <a:pt x="12" y="292"/>
                    <a:pt x="15" y="334"/>
                    <a:pt x="24" y="368"/>
                  </a:cubicBezTo>
                  <a:cubicBezTo>
                    <a:pt x="36" y="423"/>
                    <a:pt x="60" y="461"/>
                    <a:pt x="93" y="504"/>
                  </a:cubicBezTo>
                  <a:cubicBezTo>
                    <a:pt x="108" y="523"/>
                    <a:pt x="122" y="539"/>
                    <a:pt x="139" y="555"/>
                  </a:cubicBezTo>
                  <a:cubicBezTo>
                    <a:pt x="145" y="571"/>
                    <a:pt x="153" y="586"/>
                    <a:pt x="160" y="602"/>
                  </a:cubicBezTo>
                  <a:cubicBezTo>
                    <a:pt x="199" y="667"/>
                    <a:pt x="250" y="719"/>
                    <a:pt x="316" y="758"/>
                  </a:cubicBezTo>
                  <a:cubicBezTo>
                    <a:pt x="366" y="791"/>
                    <a:pt x="421" y="807"/>
                    <a:pt x="478" y="810"/>
                  </a:cubicBezTo>
                  <a:cubicBezTo>
                    <a:pt x="502" y="816"/>
                    <a:pt x="527" y="818"/>
                    <a:pt x="551" y="818"/>
                  </a:cubicBezTo>
                  <a:cubicBezTo>
                    <a:pt x="585" y="818"/>
                    <a:pt x="619" y="813"/>
                    <a:pt x="653" y="802"/>
                  </a:cubicBezTo>
                  <a:cubicBezTo>
                    <a:pt x="726" y="781"/>
                    <a:pt x="791" y="744"/>
                    <a:pt x="845" y="690"/>
                  </a:cubicBezTo>
                  <a:cubicBezTo>
                    <a:pt x="897" y="628"/>
                    <a:pt x="949" y="563"/>
                    <a:pt x="990" y="493"/>
                  </a:cubicBezTo>
                  <a:cubicBezTo>
                    <a:pt x="1007" y="463"/>
                    <a:pt x="1022" y="431"/>
                    <a:pt x="1037" y="398"/>
                  </a:cubicBezTo>
                  <a:lnTo>
                    <a:pt x="1037" y="398"/>
                  </a:lnTo>
                  <a:cubicBezTo>
                    <a:pt x="937" y="460"/>
                    <a:pt x="818" y="492"/>
                    <a:pt x="699" y="492"/>
                  </a:cubicBezTo>
                  <a:cubicBezTo>
                    <a:pt x="599" y="492"/>
                    <a:pt x="499" y="470"/>
                    <a:pt x="410" y="424"/>
                  </a:cubicBezTo>
                  <a:cubicBezTo>
                    <a:pt x="238" y="338"/>
                    <a:pt x="113" y="18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9">
              <a:extLst>
                <a:ext uri="{FF2B5EF4-FFF2-40B4-BE49-F238E27FC236}">
                  <a16:creationId xmlns:a16="http://schemas.microsoft.com/office/drawing/2014/main" id="{D104DACB-CDA5-90C1-5081-C278F9B9C29D}"/>
                </a:ext>
              </a:extLst>
            </p:cNvPr>
            <p:cNvSpPr/>
            <p:nvPr/>
          </p:nvSpPr>
          <p:spPr>
            <a:xfrm>
              <a:off x="6244630" y="922359"/>
              <a:ext cx="28272" cy="20751"/>
            </a:xfrm>
            <a:custGeom>
              <a:avLst/>
              <a:gdLst/>
              <a:ahLst/>
              <a:cxnLst/>
              <a:rect l="l" t="t" r="r" b="b"/>
              <a:pathLst>
                <a:path w="906" h="665" extrusionOk="0">
                  <a:moveTo>
                    <a:pt x="9" y="1"/>
                  </a:moveTo>
                  <a:lnTo>
                    <a:pt x="9" y="1"/>
                  </a:lnTo>
                  <a:cubicBezTo>
                    <a:pt x="1" y="67"/>
                    <a:pt x="4" y="135"/>
                    <a:pt x="24" y="195"/>
                  </a:cubicBezTo>
                  <a:cubicBezTo>
                    <a:pt x="40" y="248"/>
                    <a:pt x="63" y="300"/>
                    <a:pt x="86" y="348"/>
                  </a:cubicBezTo>
                  <a:cubicBezTo>
                    <a:pt x="93" y="362"/>
                    <a:pt x="100" y="375"/>
                    <a:pt x="108" y="388"/>
                  </a:cubicBezTo>
                  <a:cubicBezTo>
                    <a:pt x="134" y="430"/>
                    <a:pt x="174" y="485"/>
                    <a:pt x="202" y="513"/>
                  </a:cubicBezTo>
                  <a:cubicBezTo>
                    <a:pt x="270" y="580"/>
                    <a:pt x="361" y="621"/>
                    <a:pt x="450" y="651"/>
                  </a:cubicBezTo>
                  <a:cubicBezTo>
                    <a:pt x="482" y="655"/>
                    <a:pt x="515" y="659"/>
                    <a:pt x="547" y="664"/>
                  </a:cubicBezTo>
                  <a:cubicBezTo>
                    <a:pt x="549" y="664"/>
                    <a:pt x="551" y="664"/>
                    <a:pt x="554" y="664"/>
                  </a:cubicBezTo>
                  <a:cubicBezTo>
                    <a:pt x="601" y="664"/>
                    <a:pt x="646" y="654"/>
                    <a:pt x="688" y="632"/>
                  </a:cubicBezTo>
                  <a:cubicBezTo>
                    <a:pt x="720" y="623"/>
                    <a:pt x="747" y="608"/>
                    <a:pt x="769" y="585"/>
                  </a:cubicBezTo>
                  <a:cubicBezTo>
                    <a:pt x="810" y="560"/>
                    <a:pt x="841" y="525"/>
                    <a:pt x="864" y="482"/>
                  </a:cubicBezTo>
                  <a:cubicBezTo>
                    <a:pt x="872" y="461"/>
                    <a:pt x="885" y="442"/>
                    <a:pt x="897" y="423"/>
                  </a:cubicBezTo>
                  <a:cubicBezTo>
                    <a:pt x="901" y="417"/>
                    <a:pt x="902" y="410"/>
                    <a:pt x="906" y="404"/>
                  </a:cubicBezTo>
                  <a:lnTo>
                    <a:pt x="906" y="404"/>
                  </a:lnTo>
                  <a:cubicBezTo>
                    <a:pt x="840" y="421"/>
                    <a:pt x="771" y="429"/>
                    <a:pt x="703" y="429"/>
                  </a:cubicBezTo>
                  <a:cubicBezTo>
                    <a:pt x="564" y="429"/>
                    <a:pt x="425" y="394"/>
                    <a:pt x="305" y="323"/>
                  </a:cubicBezTo>
                  <a:cubicBezTo>
                    <a:pt x="177" y="248"/>
                    <a:pt x="76" y="132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9">
              <a:extLst>
                <a:ext uri="{FF2B5EF4-FFF2-40B4-BE49-F238E27FC236}">
                  <a16:creationId xmlns:a16="http://schemas.microsoft.com/office/drawing/2014/main" id="{755B250F-31FF-32BA-DDBB-D334EA3DC226}"/>
                </a:ext>
              </a:extLst>
            </p:cNvPr>
            <p:cNvSpPr/>
            <p:nvPr/>
          </p:nvSpPr>
          <p:spPr>
            <a:xfrm>
              <a:off x="6163497" y="1099041"/>
              <a:ext cx="62" cy="187"/>
            </a:xfrm>
            <a:custGeom>
              <a:avLst/>
              <a:gdLst/>
              <a:ahLst/>
              <a:cxnLst/>
              <a:rect l="l" t="t" r="r" b="b"/>
              <a:pathLst>
                <a:path w="2" h="6" extrusionOk="0">
                  <a:moveTo>
                    <a:pt x="2" y="1"/>
                  </a:moveTo>
                  <a:cubicBezTo>
                    <a:pt x="2" y="1"/>
                    <a:pt x="1" y="2"/>
                    <a:pt x="1" y="2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4"/>
                    <a:pt x="2" y="3"/>
                    <a:pt x="2" y="1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9">
              <a:extLst>
                <a:ext uri="{FF2B5EF4-FFF2-40B4-BE49-F238E27FC236}">
                  <a16:creationId xmlns:a16="http://schemas.microsoft.com/office/drawing/2014/main" id="{2929B0F6-AB32-7964-AD79-48A04D171721}"/>
                </a:ext>
              </a:extLst>
            </p:cNvPr>
            <p:cNvSpPr/>
            <p:nvPr/>
          </p:nvSpPr>
          <p:spPr>
            <a:xfrm>
              <a:off x="6163341" y="1096451"/>
              <a:ext cx="13730" cy="8519"/>
            </a:xfrm>
            <a:custGeom>
              <a:avLst/>
              <a:gdLst/>
              <a:ahLst/>
              <a:cxnLst/>
              <a:rect l="l" t="t" r="r" b="b"/>
              <a:pathLst>
                <a:path w="440" h="273" extrusionOk="0">
                  <a:moveTo>
                    <a:pt x="161" y="1"/>
                  </a:moveTo>
                  <a:cubicBezTo>
                    <a:pt x="150" y="1"/>
                    <a:pt x="140" y="1"/>
                    <a:pt x="129" y="1"/>
                  </a:cubicBezTo>
                  <a:cubicBezTo>
                    <a:pt x="125" y="1"/>
                    <a:pt x="121" y="1"/>
                    <a:pt x="117" y="1"/>
                  </a:cubicBezTo>
                  <a:cubicBezTo>
                    <a:pt x="116" y="1"/>
                    <a:pt x="115" y="1"/>
                    <a:pt x="114" y="1"/>
                  </a:cubicBezTo>
                  <a:cubicBezTo>
                    <a:pt x="88" y="1"/>
                    <a:pt x="63" y="14"/>
                    <a:pt x="42" y="32"/>
                  </a:cubicBezTo>
                  <a:cubicBezTo>
                    <a:pt x="36" y="38"/>
                    <a:pt x="31" y="43"/>
                    <a:pt x="26" y="49"/>
                  </a:cubicBezTo>
                  <a:cubicBezTo>
                    <a:pt x="24" y="52"/>
                    <a:pt x="19" y="54"/>
                    <a:pt x="17" y="58"/>
                  </a:cubicBezTo>
                  <a:cubicBezTo>
                    <a:pt x="17" y="59"/>
                    <a:pt x="17" y="59"/>
                    <a:pt x="16" y="60"/>
                  </a:cubicBezTo>
                  <a:lnTo>
                    <a:pt x="25" y="51"/>
                  </a:lnTo>
                  <a:lnTo>
                    <a:pt x="25" y="51"/>
                  </a:lnTo>
                  <a:cubicBezTo>
                    <a:pt x="17" y="61"/>
                    <a:pt x="9" y="69"/>
                    <a:pt x="7" y="82"/>
                  </a:cubicBezTo>
                  <a:cubicBezTo>
                    <a:pt x="6" y="84"/>
                    <a:pt x="6" y="87"/>
                    <a:pt x="6" y="89"/>
                  </a:cubicBezTo>
                  <a:cubicBezTo>
                    <a:pt x="1" y="113"/>
                    <a:pt x="3" y="137"/>
                    <a:pt x="12" y="160"/>
                  </a:cubicBezTo>
                  <a:cubicBezTo>
                    <a:pt x="20" y="181"/>
                    <a:pt x="37" y="205"/>
                    <a:pt x="59" y="215"/>
                  </a:cubicBezTo>
                  <a:cubicBezTo>
                    <a:pt x="83" y="225"/>
                    <a:pt x="109" y="237"/>
                    <a:pt x="136" y="245"/>
                  </a:cubicBezTo>
                  <a:cubicBezTo>
                    <a:pt x="154" y="250"/>
                    <a:pt x="175" y="252"/>
                    <a:pt x="195" y="255"/>
                  </a:cubicBezTo>
                  <a:cubicBezTo>
                    <a:pt x="214" y="259"/>
                    <a:pt x="234" y="263"/>
                    <a:pt x="254" y="266"/>
                  </a:cubicBezTo>
                  <a:cubicBezTo>
                    <a:pt x="264" y="268"/>
                    <a:pt x="275" y="269"/>
                    <a:pt x="285" y="271"/>
                  </a:cubicBezTo>
                  <a:cubicBezTo>
                    <a:pt x="292" y="272"/>
                    <a:pt x="299" y="272"/>
                    <a:pt x="306" y="272"/>
                  </a:cubicBezTo>
                  <a:cubicBezTo>
                    <a:pt x="323" y="272"/>
                    <a:pt x="338" y="269"/>
                    <a:pt x="355" y="263"/>
                  </a:cubicBezTo>
                  <a:cubicBezTo>
                    <a:pt x="390" y="248"/>
                    <a:pt x="420" y="217"/>
                    <a:pt x="431" y="180"/>
                  </a:cubicBezTo>
                  <a:cubicBezTo>
                    <a:pt x="439" y="147"/>
                    <a:pt x="431" y="113"/>
                    <a:pt x="415" y="84"/>
                  </a:cubicBezTo>
                  <a:cubicBezTo>
                    <a:pt x="397" y="49"/>
                    <a:pt x="361" y="28"/>
                    <a:pt x="323" y="23"/>
                  </a:cubicBezTo>
                  <a:cubicBezTo>
                    <a:pt x="303" y="20"/>
                    <a:pt x="284" y="17"/>
                    <a:pt x="264" y="14"/>
                  </a:cubicBezTo>
                  <a:cubicBezTo>
                    <a:pt x="234" y="9"/>
                    <a:pt x="204" y="2"/>
                    <a:pt x="173" y="1"/>
                  </a:cubicBezTo>
                  <a:cubicBezTo>
                    <a:pt x="169" y="1"/>
                    <a:pt x="165" y="1"/>
                    <a:pt x="1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9">
              <a:extLst>
                <a:ext uri="{FF2B5EF4-FFF2-40B4-BE49-F238E27FC236}">
                  <a16:creationId xmlns:a16="http://schemas.microsoft.com/office/drawing/2014/main" id="{725F53F0-212F-47ED-E702-F7C99FBDA99B}"/>
                </a:ext>
              </a:extLst>
            </p:cNvPr>
            <p:cNvSpPr/>
            <p:nvPr/>
          </p:nvSpPr>
          <p:spPr>
            <a:xfrm>
              <a:off x="6163404" y="1099228"/>
              <a:ext cx="125" cy="687"/>
            </a:xfrm>
            <a:custGeom>
              <a:avLst/>
              <a:gdLst/>
              <a:ahLst/>
              <a:cxnLst/>
              <a:rect l="l" t="t" r="r" b="b"/>
              <a:pathLst>
                <a:path w="4" h="22" extrusionOk="0">
                  <a:moveTo>
                    <a:pt x="1" y="22"/>
                  </a:moveTo>
                  <a:cubicBezTo>
                    <a:pt x="2" y="15"/>
                    <a:pt x="3" y="7"/>
                    <a:pt x="4" y="0"/>
                  </a:cubicBezTo>
                  <a:lnTo>
                    <a:pt x="4" y="0"/>
                  </a:lnTo>
                  <a:cubicBezTo>
                    <a:pt x="3" y="7"/>
                    <a:pt x="2" y="15"/>
                    <a:pt x="1" y="22"/>
                  </a:cubicBezTo>
                  <a:close/>
                </a:path>
              </a:pathLst>
            </a:custGeom>
            <a:solidFill>
              <a:srgbClr val="FFEB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9">
              <a:extLst>
                <a:ext uri="{FF2B5EF4-FFF2-40B4-BE49-F238E27FC236}">
                  <a16:creationId xmlns:a16="http://schemas.microsoft.com/office/drawing/2014/main" id="{AEDB3811-34B8-C8D9-5555-0EFB7BE300CF}"/>
                </a:ext>
              </a:extLst>
            </p:cNvPr>
            <p:cNvSpPr/>
            <p:nvPr/>
          </p:nvSpPr>
          <p:spPr>
            <a:xfrm>
              <a:off x="6149143" y="1033542"/>
              <a:ext cx="6709" cy="5804"/>
            </a:xfrm>
            <a:custGeom>
              <a:avLst/>
              <a:gdLst/>
              <a:ahLst/>
              <a:cxnLst/>
              <a:rect l="l" t="t" r="r" b="b"/>
              <a:pathLst>
                <a:path w="215" h="186" extrusionOk="0">
                  <a:moveTo>
                    <a:pt x="67" y="0"/>
                  </a:moveTo>
                  <a:cubicBezTo>
                    <a:pt x="56" y="0"/>
                    <a:pt x="44" y="3"/>
                    <a:pt x="34" y="10"/>
                  </a:cubicBezTo>
                  <a:cubicBezTo>
                    <a:pt x="23" y="15"/>
                    <a:pt x="16" y="23"/>
                    <a:pt x="10" y="34"/>
                  </a:cubicBezTo>
                  <a:cubicBezTo>
                    <a:pt x="3" y="44"/>
                    <a:pt x="0" y="55"/>
                    <a:pt x="0" y="67"/>
                  </a:cubicBezTo>
                  <a:cubicBezTo>
                    <a:pt x="0" y="71"/>
                    <a:pt x="0" y="75"/>
                    <a:pt x="0" y="79"/>
                  </a:cubicBezTo>
                  <a:cubicBezTo>
                    <a:pt x="1" y="87"/>
                    <a:pt x="2" y="99"/>
                    <a:pt x="6" y="108"/>
                  </a:cubicBezTo>
                  <a:cubicBezTo>
                    <a:pt x="10" y="119"/>
                    <a:pt x="13" y="128"/>
                    <a:pt x="18" y="137"/>
                  </a:cubicBezTo>
                  <a:cubicBezTo>
                    <a:pt x="19" y="138"/>
                    <a:pt x="19" y="138"/>
                    <a:pt x="20" y="139"/>
                  </a:cubicBezTo>
                  <a:cubicBezTo>
                    <a:pt x="29" y="154"/>
                    <a:pt x="32" y="156"/>
                    <a:pt x="43" y="166"/>
                  </a:cubicBezTo>
                  <a:cubicBezTo>
                    <a:pt x="54" y="173"/>
                    <a:pt x="62" y="179"/>
                    <a:pt x="76" y="181"/>
                  </a:cubicBezTo>
                  <a:cubicBezTo>
                    <a:pt x="77" y="181"/>
                    <a:pt x="78" y="181"/>
                    <a:pt x="79" y="182"/>
                  </a:cubicBezTo>
                  <a:cubicBezTo>
                    <a:pt x="88" y="183"/>
                    <a:pt x="98" y="186"/>
                    <a:pt x="108" y="186"/>
                  </a:cubicBezTo>
                  <a:cubicBezTo>
                    <a:pt x="110" y="186"/>
                    <a:pt x="112" y="186"/>
                    <a:pt x="113" y="186"/>
                  </a:cubicBezTo>
                  <a:cubicBezTo>
                    <a:pt x="122" y="184"/>
                    <a:pt x="131" y="183"/>
                    <a:pt x="140" y="182"/>
                  </a:cubicBezTo>
                  <a:cubicBezTo>
                    <a:pt x="142" y="181"/>
                    <a:pt x="144" y="181"/>
                    <a:pt x="147" y="180"/>
                  </a:cubicBezTo>
                  <a:cubicBezTo>
                    <a:pt x="163" y="176"/>
                    <a:pt x="177" y="167"/>
                    <a:pt x="189" y="154"/>
                  </a:cubicBezTo>
                  <a:cubicBezTo>
                    <a:pt x="194" y="147"/>
                    <a:pt x="201" y="139"/>
                    <a:pt x="204" y="131"/>
                  </a:cubicBezTo>
                  <a:cubicBezTo>
                    <a:pt x="211" y="121"/>
                    <a:pt x="214" y="109"/>
                    <a:pt x="214" y="98"/>
                  </a:cubicBezTo>
                  <a:cubicBezTo>
                    <a:pt x="215" y="88"/>
                    <a:pt x="213" y="80"/>
                    <a:pt x="209" y="71"/>
                  </a:cubicBezTo>
                  <a:cubicBezTo>
                    <a:pt x="205" y="63"/>
                    <a:pt x="201" y="56"/>
                    <a:pt x="195" y="49"/>
                  </a:cubicBezTo>
                  <a:cubicBezTo>
                    <a:pt x="189" y="43"/>
                    <a:pt x="180" y="40"/>
                    <a:pt x="172" y="37"/>
                  </a:cubicBezTo>
                  <a:lnTo>
                    <a:pt x="173" y="37"/>
                  </a:lnTo>
                  <a:cubicBezTo>
                    <a:pt x="172" y="37"/>
                    <a:pt x="171" y="36"/>
                    <a:pt x="170" y="35"/>
                  </a:cubicBezTo>
                  <a:cubicBezTo>
                    <a:pt x="168" y="35"/>
                    <a:pt x="167" y="33"/>
                    <a:pt x="165" y="33"/>
                  </a:cubicBezTo>
                  <a:cubicBezTo>
                    <a:pt x="165" y="33"/>
                    <a:pt x="164" y="32"/>
                    <a:pt x="164" y="32"/>
                  </a:cubicBezTo>
                  <a:cubicBezTo>
                    <a:pt x="159" y="30"/>
                    <a:pt x="155" y="27"/>
                    <a:pt x="150" y="26"/>
                  </a:cubicBezTo>
                  <a:cubicBezTo>
                    <a:pt x="148" y="25"/>
                    <a:pt x="145" y="24"/>
                    <a:pt x="143" y="22"/>
                  </a:cubicBezTo>
                  <a:lnTo>
                    <a:pt x="143" y="22"/>
                  </a:lnTo>
                  <a:cubicBezTo>
                    <a:pt x="144" y="23"/>
                    <a:pt x="145" y="24"/>
                    <a:pt x="147" y="25"/>
                  </a:cubicBezTo>
                  <a:cubicBezTo>
                    <a:pt x="145" y="24"/>
                    <a:pt x="144" y="24"/>
                    <a:pt x="142" y="23"/>
                  </a:cubicBezTo>
                  <a:cubicBezTo>
                    <a:pt x="137" y="21"/>
                    <a:pt x="134" y="18"/>
                    <a:pt x="130" y="16"/>
                  </a:cubicBezTo>
                  <a:cubicBezTo>
                    <a:pt x="127" y="14"/>
                    <a:pt x="124" y="13"/>
                    <a:pt x="120" y="12"/>
                  </a:cubicBezTo>
                  <a:cubicBezTo>
                    <a:pt x="117" y="11"/>
                    <a:pt x="106" y="10"/>
                    <a:pt x="100" y="10"/>
                  </a:cubicBezTo>
                  <a:cubicBezTo>
                    <a:pt x="89" y="3"/>
                    <a:pt x="79" y="0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9">
              <a:extLst>
                <a:ext uri="{FF2B5EF4-FFF2-40B4-BE49-F238E27FC236}">
                  <a16:creationId xmlns:a16="http://schemas.microsoft.com/office/drawing/2014/main" id="{D22D3646-9B03-9361-2C2D-A3DB0B1800F5}"/>
                </a:ext>
              </a:extLst>
            </p:cNvPr>
            <p:cNvSpPr/>
            <p:nvPr/>
          </p:nvSpPr>
          <p:spPr>
            <a:xfrm>
              <a:off x="6198478" y="965421"/>
              <a:ext cx="12513" cy="9611"/>
            </a:xfrm>
            <a:custGeom>
              <a:avLst/>
              <a:gdLst/>
              <a:ahLst/>
              <a:cxnLst/>
              <a:rect l="l" t="t" r="r" b="b"/>
              <a:pathLst>
                <a:path w="401" h="308" extrusionOk="0">
                  <a:moveTo>
                    <a:pt x="138" y="1"/>
                  </a:moveTo>
                  <a:cubicBezTo>
                    <a:pt x="137" y="1"/>
                    <a:pt x="135" y="1"/>
                    <a:pt x="134" y="1"/>
                  </a:cubicBezTo>
                  <a:cubicBezTo>
                    <a:pt x="118" y="1"/>
                    <a:pt x="98" y="5"/>
                    <a:pt x="82" y="7"/>
                  </a:cubicBezTo>
                  <a:cubicBezTo>
                    <a:pt x="64" y="13"/>
                    <a:pt x="47" y="22"/>
                    <a:pt x="33" y="37"/>
                  </a:cubicBezTo>
                  <a:cubicBezTo>
                    <a:pt x="23" y="46"/>
                    <a:pt x="15" y="58"/>
                    <a:pt x="11" y="71"/>
                  </a:cubicBezTo>
                  <a:cubicBezTo>
                    <a:pt x="4" y="85"/>
                    <a:pt x="1" y="98"/>
                    <a:pt x="2" y="114"/>
                  </a:cubicBezTo>
                  <a:cubicBezTo>
                    <a:pt x="2" y="134"/>
                    <a:pt x="6" y="152"/>
                    <a:pt x="16" y="170"/>
                  </a:cubicBezTo>
                  <a:cubicBezTo>
                    <a:pt x="24" y="179"/>
                    <a:pt x="30" y="188"/>
                    <a:pt x="37" y="197"/>
                  </a:cubicBezTo>
                  <a:cubicBezTo>
                    <a:pt x="51" y="215"/>
                    <a:pt x="68" y="227"/>
                    <a:pt x="87" y="238"/>
                  </a:cubicBezTo>
                  <a:cubicBezTo>
                    <a:pt x="101" y="246"/>
                    <a:pt x="115" y="254"/>
                    <a:pt x="129" y="262"/>
                  </a:cubicBezTo>
                  <a:cubicBezTo>
                    <a:pt x="153" y="274"/>
                    <a:pt x="174" y="287"/>
                    <a:pt x="201" y="293"/>
                  </a:cubicBezTo>
                  <a:cubicBezTo>
                    <a:pt x="226" y="300"/>
                    <a:pt x="250" y="307"/>
                    <a:pt x="275" y="307"/>
                  </a:cubicBezTo>
                  <a:cubicBezTo>
                    <a:pt x="286" y="307"/>
                    <a:pt x="297" y="306"/>
                    <a:pt x="308" y="303"/>
                  </a:cubicBezTo>
                  <a:cubicBezTo>
                    <a:pt x="329" y="296"/>
                    <a:pt x="348" y="286"/>
                    <a:pt x="364" y="270"/>
                  </a:cubicBezTo>
                  <a:cubicBezTo>
                    <a:pt x="375" y="259"/>
                    <a:pt x="384" y="246"/>
                    <a:pt x="389" y="230"/>
                  </a:cubicBezTo>
                  <a:cubicBezTo>
                    <a:pt x="396" y="216"/>
                    <a:pt x="401" y="200"/>
                    <a:pt x="400" y="182"/>
                  </a:cubicBezTo>
                  <a:cubicBezTo>
                    <a:pt x="400" y="160"/>
                    <a:pt x="394" y="139"/>
                    <a:pt x="383" y="120"/>
                  </a:cubicBezTo>
                  <a:cubicBezTo>
                    <a:pt x="366" y="87"/>
                    <a:pt x="334" y="70"/>
                    <a:pt x="304" y="52"/>
                  </a:cubicBezTo>
                  <a:cubicBezTo>
                    <a:pt x="280" y="39"/>
                    <a:pt x="255" y="30"/>
                    <a:pt x="230" y="23"/>
                  </a:cubicBezTo>
                  <a:lnTo>
                    <a:pt x="185" y="9"/>
                  </a:lnTo>
                  <a:cubicBezTo>
                    <a:pt x="170" y="6"/>
                    <a:pt x="154" y="1"/>
                    <a:pt x="1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9">
              <a:extLst>
                <a:ext uri="{FF2B5EF4-FFF2-40B4-BE49-F238E27FC236}">
                  <a16:creationId xmlns:a16="http://schemas.microsoft.com/office/drawing/2014/main" id="{8F1A7BFA-9CB8-A0CA-9E8E-0E0115344E82}"/>
                </a:ext>
              </a:extLst>
            </p:cNvPr>
            <p:cNvSpPr/>
            <p:nvPr/>
          </p:nvSpPr>
          <p:spPr>
            <a:xfrm>
              <a:off x="6210274" y="976655"/>
              <a:ext cx="6459" cy="7302"/>
            </a:xfrm>
            <a:custGeom>
              <a:avLst/>
              <a:gdLst/>
              <a:ahLst/>
              <a:cxnLst/>
              <a:rect l="l" t="t" r="r" b="b"/>
              <a:pathLst>
                <a:path w="207" h="234" extrusionOk="0">
                  <a:moveTo>
                    <a:pt x="102" y="1"/>
                  </a:moveTo>
                  <a:cubicBezTo>
                    <a:pt x="93" y="1"/>
                    <a:pt x="84" y="2"/>
                    <a:pt x="76" y="4"/>
                  </a:cubicBezTo>
                  <a:cubicBezTo>
                    <a:pt x="49" y="11"/>
                    <a:pt x="27" y="31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6"/>
                    <a:pt x="15" y="56"/>
                  </a:cubicBezTo>
                  <a:lnTo>
                    <a:pt x="15" y="56"/>
                  </a:lnTo>
                  <a:cubicBezTo>
                    <a:pt x="15" y="56"/>
                    <a:pt x="15" y="57"/>
                    <a:pt x="15" y="57"/>
                  </a:cubicBezTo>
                  <a:lnTo>
                    <a:pt x="15" y="57"/>
                  </a:lnTo>
                  <a:cubicBezTo>
                    <a:pt x="13" y="61"/>
                    <a:pt x="11" y="64"/>
                    <a:pt x="10" y="68"/>
                  </a:cubicBezTo>
                  <a:cubicBezTo>
                    <a:pt x="10" y="70"/>
                    <a:pt x="9" y="70"/>
                    <a:pt x="8" y="71"/>
                  </a:cubicBezTo>
                  <a:cubicBezTo>
                    <a:pt x="8" y="74"/>
                    <a:pt x="7" y="76"/>
                    <a:pt x="6" y="80"/>
                  </a:cubicBezTo>
                  <a:cubicBezTo>
                    <a:pt x="6" y="80"/>
                    <a:pt x="5" y="81"/>
                    <a:pt x="5" y="81"/>
                  </a:cubicBezTo>
                  <a:cubicBezTo>
                    <a:pt x="1" y="95"/>
                    <a:pt x="3" y="110"/>
                    <a:pt x="5" y="125"/>
                  </a:cubicBezTo>
                  <a:cubicBezTo>
                    <a:pt x="5" y="124"/>
                    <a:pt x="5" y="124"/>
                    <a:pt x="5" y="123"/>
                  </a:cubicBezTo>
                  <a:cubicBezTo>
                    <a:pt x="6" y="128"/>
                    <a:pt x="5" y="133"/>
                    <a:pt x="5" y="139"/>
                  </a:cubicBezTo>
                  <a:cubicBezTo>
                    <a:pt x="6" y="148"/>
                    <a:pt x="7" y="156"/>
                    <a:pt x="8" y="164"/>
                  </a:cubicBezTo>
                  <a:cubicBezTo>
                    <a:pt x="11" y="172"/>
                    <a:pt x="15" y="179"/>
                    <a:pt x="18" y="186"/>
                  </a:cubicBezTo>
                  <a:cubicBezTo>
                    <a:pt x="23" y="194"/>
                    <a:pt x="28" y="200"/>
                    <a:pt x="33" y="206"/>
                  </a:cubicBezTo>
                  <a:cubicBezTo>
                    <a:pt x="41" y="216"/>
                    <a:pt x="52" y="222"/>
                    <a:pt x="63" y="226"/>
                  </a:cubicBezTo>
                  <a:cubicBezTo>
                    <a:pt x="71" y="230"/>
                    <a:pt x="79" y="232"/>
                    <a:pt x="87" y="232"/>
                  </a:cubicBezTo>
                  <a:cubicBezTo>
                    <a:pt x="92" y="233"/>
                    <a:pt x="96" y="234"/>
                    <a:pt x="100" y="234"/>
                  </a:cubicBezTo>
                  <a:cubicBezTo>
                    <a:pt x="104" y="234"/>
                    <a:pt x="108" y="233"/>
                    <a:pt x="113" y="232"/>
                  </a:cubicBezTo>
                  <a:cubicBezTo>
                    <a:pt x="121" y="232"/>
                    <a:pt x="129" y="230"/>
                    <a:pt x="137" y="226"/>
                  </a:cubicBezTo>
                  <a:cubicBezTo>
                    <a:pt x="148" y="222"/>
                    <a:pt x="159" y="216"/>
                    <a:pt x="167" y="206"/>
                  </a:cubicBezTo>
                  <a:cubicBezTo>
                    <a:pt x="171" y="201"/>
                    <a:pt x="180" y="192"/>
                    <a:pt x="183" y="185"/>
                  </a:cubicBezTo>
                  <a:cubicBezTo>
                    <a:pt x="184" y="184"/>
                    <a:pt x="184" y="184"/>
                    <a:pt x="185" y="183"/>
                  </a:cubicBezTo>
                  <a:cubicBezTo>
                    <a:pt x="186" y="181"/>
                    <a:pt x="186" y="180"/>
                    <a:pt x="187" y="178"/>
                  </a:cubicBezTo>
                  <a:cubicBezTo>
                    <a:pt x="192" y="168"/>
                    <a:pt x="197" y="156"/>
                    <a:pt x="200" y="143"/>
                  </a:cubicBezTo>
                  <a:cubicBezTo>
                    <a:pt x="202" y="142"/>
                    <a:pt x="202" y="140"/>
                    <a:pt x="202" y="138"/>
                  </a:cubicBezTo>
                  <a:cubicBezTo>
                    <a:pt x="203" y="137"/>
                    <a:pt x="203" y="136"/>
                    <a:pt x="203" y="135"/>
                  </a:cubicBezTo>
                  <a:cubicBezTo>
                    <a:pt x="204" y="127"/>
                    <a:pt x="205" y="117"/>
                    <a:pt x="207" y="108"/>
                  </a:cubicBezTo>
                  <a:cubicBezTo>
                    <a:pt x="207" y="94"/>
                    <a:pt x="204" y="81"/>
                    <a:pt x="197" y="69"/>
                  </a:cubicBezTo>
                  <a:cubicBezTo>
                    <a:pt x="194" y="60"/>
                    <a:pt x="194" y="60"/>
                    <a:pt x="191" y="55"/>
                  </a:cubicBezTo>
                  <a:cubicBezTo>
                    <a:pt x="186" y="47"/>
                    <a:pt x="180" y="40"/>
                    <a:pt x="174" y="34"/>
                  </a:cubicBezTo>
                  <a:cubicBezTo>
                    <a:pt x="173" y="31"/>
                    <a:pt x="171" y="30"/>
                    <a:pt x="170" y="29"/>
                  </a:cubicBezTo>
                  <a:cubicBezTo>
                    <a:pt x="152" y="11"/>
                    <a:pt x="127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9">
              <a:extLst>
                <a:ext uri="{FF2B5EF4-FFF2-40B4-BE49-F238E27FC236}">
                  <a16:creationId xmlns:a16="http://schemas.microsoft.com/office/drawing/2014/main" id="{6C899825-62A2-6ECA-1DBC-AEC8B0ACE56C}"/>
                </a:ext>
              </a:extLst>
            </p:cNvPr>
            <p:cNvSpPr/>
            <p:nvPr/>
          </p:nvSpPr>
          <p:spPr>
            <a:xfrm>
              <a:off x="6259578" y="911655"/>
              <a:ext cx="11671" cy="8301"/>
            </a:xfrm>
            <a:custGeom>
              <a:avLst/>
              <a:gdLst/>
              <a:ahLst/>
              <a:cxnLst/>
              <a:rect l="l" t="t" r="r" b="b"/>
              <a:pathLst>
                <a:path w="374" h="266" extrusionOk="0">
                  <a:moveTo>
                    <a:pt x="161" y="0"/>
                  </a:moveTo>
                  <a:cubicBezTo>
                    <a:pt x="159" y="0"/>
                    <a:pt x="157" y="0"/>
                    <a:pt x="156" y="0"/>
                  </a:cubicBezTo>
                  <a:cubicBezTo>
                    <a:pt x="131" y="1"/>
                    <a:pt x="106" y="5"/>
                    <a:pt x="82" y="9"/>
                  </a:cubicBezTo>
                  <a:lnTo>
                    <a:pt x="55" y="20"/>
                  </a:lnTo>
                  <a:cubicBezTo>
                    <a:pt x="43" y="26"/>
                    <a:pt x="32" y="36"/>
                    <a:pt x="25" y="48"/>
                  </a:cubicBezTo>
                  <a:cubicBezTo>
                    <a:pt x="11" y="66"/>
                    <a:pt x="1" y="90"/>
                    <a:pt x="2" y="113"/>
                  </a:cubicBezTo>
                  <a:cubicBezTo>
                    <a:pt x="3" y="133"/>
                    <a:pt x="7" y="152"/>
                    <a:pt x="17" y="169"/>
                  </a:cubicBezTo>
                  <a:cubicBezTo>
                    <a:pt x="30" y="194"/>
                    <a:pt x="55" y="210"/>
                    <a:pt x="82" y="219"/>
                  </a:cubicBezTo>
                  <a:cubicBezTo>
                    <a:pt x="84" y="219"/>
                    <a:pt x="86" y="220"/>
                    <a:pt x="87" y="221"/>
                  </a:cubicBezTo>
                  <a:cubicBezTo>
                    <a:pt x="104" y="228"/>
                    <a:pt x="119" y="237"/>
                    <a:pt x="137" y="241"/>
                  </a:cubicBezTo>
                  <a:cubicBezTo>
                    <a:pt x="150" y="244"/>
                    <a:pt x="162" y="247"/>
                    <a:pt x="175" y="252"/>
                  </a:cubicBezTo>
                  <a:cubicBezTo>
                    <a:pt x="180" y="254"/>
                    <a:pt x="185" y="255"/>
                    <a:pt x="190" y="258"/>
                  </a:cubicBezTo>
                  <a:cubicBezTo>
                    <a:pt x="206" y="263"/>
                    <a:pt x="223" y="265"/>
                    <a:pt x="239" y="265"/>
                  </a:cubicBezTo>
                  <a:cubicBezTo>
                    <a:pt x="242" y="265"/>
                    <a:pt x="246" y="265"/>
                    <a:pt x="250" y="265"/>
                  </a:cubicBezTo>
                  <a:cubicBezTo>
                    <a:pt x="257" y="265"/>
                    <a:pt x="264" y="265"/>
                    <a:pt x="272" y="265"/>
                  </a:cubicBezTo>
                  <a:cubicBezTo>
                    <a:pt x="274" y="265"/>
                    <a:pt x="275" y="265"/>
                    <a:pt x="276" y="265"/>
                  </a:cubicBezTo>
                  <a:cubicBezTo>
                    <a:pt x="308" y="265"/>
                    <a:pt x="340" y="244"/>
                    <a:pt x="356" y="218"/>
                  </a:cubicBezTo>
                  <a:cubicBezTo>
                    <a:pt x="374" y="187"/>
                    <a:pt x="373" y="150"/>
                    <a:pt x="356" y="120"/>
                  </a:cubicBezTo>
                  <a:cubicBezTo>
                    <a:pt x="353" y="113"/>
                    <a:pt x="348" y="107"/>
                    <a:pt x="345" y="101"/>
                  </a:cubicBezTo>
                  <a:cubicBezTo>
                    <a:pt x="337" y="88"/>
                    <a:pt x="326" y="71"/>
                    <a:pt x="316" y="62"/>
                  </a:cubicBezTo>
                  <a:cubicBezTo>
                    <a:pt x="291" y="39"/>
                    <a:pt x="259" y="28"/>
                    <a:pt x="228" y="16"/>
                  </a:cubicBezTo>
                  <a:cubicBezTo>
                    <a:pt x="207" y="7"/>
                    <a:pt x="184" y="0"/>
                    <a:pt x="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9">
              <a:extLst>
                <a:ext uri="{FF2B5EF4-FFF2-40B4-BE49-F238E27FC236}">
                  <a16:creationId xmlns:a16="http://schemas.microsoft.com/office/drawing/2014/main" id="{C70BDD0D-1BDF-B52B-2975-1A0A252C8721}"/>
                </a:ext>
              </a:extLst>
            </p:cNvPr>
            <p:cNvSpPr/>
            <p:nvPr/>
          </p:nvSpPr>
          <p:spPr>
            <a:xfrm>
              <a:off x="6279642" y="999310"/>
              <a:ext cx="8020" cy="8113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7" y="135"/>
                  </a:moveTo>
                  <a:lnTo>
                    <a:pt x="17" y="135"/>
                  </a:lnTo>
                  <a:cubicBezTo>
                    <a:pt x="18" y="136"/>
                    <a:pt x="19" y="137"/>
                    <a:pt x="19" y="138"/>
                  </a:cubicBezTo>
                  <a:lnTo>
                    <a:pt x="19" y="138"/>
                  </a:lnTo>
                  <a:cubicBezTo>
                    <a:pt x="19" y="137"/>
                    <a:pt x="18" y="136"/>
                    <a:pt x="17" y="135"/>
                  </a:cubicBezTo>
                  <a:close/>
                  <a:moveTo>
                    <a:pt x="113" y="0"/>
                  </a:moveTo>
                  <a:cubicBezTo>
                    <a:pt x="96" y="0"/>
                    <a:pt x="80" y="3"/>
                    <a:pt x="63" y="6"/>
                  </a:cubicBezTo>
                  <a:cubicBezTo>
                    <a:pt x="50" y="10"/>
                    <a:pt x="37" y="17"/>
                    <a:pt x="27" y="28"/>
                  </a:cubicBezTo>
                  <a:cubicBezTo>
                    <a:pt x="16" y="38"/>
                    <a:pt x="8" y="51"/>
                    <a:pt x="5" y="64"/>
                  </a:cubicBezTo>
                  <a:cubicBezTo>
                    <a:pt x="1" y="80"/>
                    <a:pt x="1" y="95"/>
                    <a:pt x="5" y="109"/>
                  </a:cubicBezTo>
                  <a:cubicBezTo>
                    <a:pt x="8" y="122"/>
                    <a:pt x="14" y="133"/>
                    <a:pt x="23" y="143"/>
                  </a:cubicBezTo>
                  <a:lnTo>
                    <a:pt x="23" y="143"/>
                  </a:lnTo>
                  <a:cubicBezTo>
                    <a:pt x="24" y="145"/>
                    <a:pt x="25" y="147"/>
                    <a:pt x="27" y="149"/>
                  </a:cubicBezTo>
                  <a:cubicBezTo>
                    <a:pt x="28" y="151"/>
                    <a:pt x="29" y="154"/>
                    <a:pt x="30" y="156"/>
                  </a:cubicBezTo>
                  <a:lnTo>
                    <a:pt x="47" y="177"/>
                  </a:lnTo>
                  <a:cubicBezTo>
                    <a:pt x="48" y="180"/>
                    <a:pt x="51" y="182"/>
                    <a:pt x="53" y="183"/>
                  </a:cubicBezTo>
                  <a:lnTo>
                    <a:pt x="53" y="183"/>
                  </a:lnTo>
                  <a:cubicBezTo>
                    <a:pt x="58" y="188"/>
                    <a:pt x="63" y="191"/>
                    <a:pt x="68" y="196"/>
                  </a:cubicBezTo>
                  <a:cubicBezTo>
                    <a:pt x="70" y="198"/>
                    <a:pt x="72" y="201"/>
                    <a:pt x="74" y="203"/>
                  </a:cubicBezTo>
                  <a:cubicBezTo>
                    <a:pt x="75" y="205"/>
                    <a:pt x="76" y="206"/>
                    <a:pt x="76" y="206"/>
                  </a:cubicBezTo>
                  <a:lnTo>
                    <a:pt x="97" y="222"/>
                  </a:lnTo>
                  <a:cubicBezTo>
                    <a:pt x="99" y="222"/>
                    <a:pt x="101" y="223"/>
                    <a:pt x="102" y="224"/>
                  </a:cubicBezTo>
                  <a:cubicBezTo>
                    <a:pt x="107" y="228"/>
                    <a:pt x="113" y="230"/>
                    <a:pt x="118" y="234"/>
                  </a:cubicBezTo>
                  <a:cubicBezTo>
                    <a:pt x="120" y="235"/>
                    <a:pt x="122" y="237"/>
                    <a:pt x="125" y="238"/>
                  </a:cubicBezTo>
                  <a:cubicBezTo>
                    <a:pt x="127" y="240"/>
                    <a:pt x="131" y="241"/>
                    <a:pt x="134" y="242"/>
                  </a:cubicBezTo>
                  <a:cubicBezTo>
                    <a:pt x="140" y="244"/>
                    <a:pt x="145" y="247"/>
                    <a:pt x="150" y="251"/>
                  </a:cubicBezTo>
                  <a:cubicBezTo>
                    <a:pt x="155" y="253"/>
                    <a:pt x="160" y="255"/>
                    <a:pt x="165" y="257"/>
                  </a:cubicBezTo>
                  <a:cubicBezTo>
                    <a:pt x="169" y="258"/>
                    <a:pt x="174" y="259"/>
                    <a:pt x="179" y="259"/>
                  </a:cubicBezTo>
                  <a:cubicBezTo>
                    <a:pt x="182" y="259"/>
                    <a:pt x="185" y="259"/>
                    <a:pt x="188" y="258"/>
                  </a:cubicBezTo>
                  <a:cubicBezTo>
                    <a:pt x="199" y="256"/>
                    <a:pt x="213" y="252"/>
                    <a:pt x="221" y="242"/>
                  </a:cubicBezTo>
                  <a:cubicBezTo>
                    <a:pt x="235" y="225"/>
                    <a:pt x="248" y="208"/>
                    <a:pt x="253" y="186"/>
                  </a:cubicBezTo>
                  <a:cubicBezTo>
                    <a:pt x="257" y="173"/>
                    <a:pt x="257" y="158"/>
                    <a:pt x="256" y="146"/>
                  </a:cubicBezTo>
                  <a:cubicBezTo>
                    <a:pt x="254" y="121"/>
                    <a:pt x="252" y="100"/>
                    <a:pt x="238" y="79"/>
                  </a:cubicBezTo>
                  <a:cubicBezTo>
                    <a:pt x="232" y="66"/>
                    <a:pt x="219" y="53"/>
                    <a:pt x="209" y="43"/>
                  </a:cubicBezTo>
                  <a:cubicBezTo>
                    <a:pt x="191" y="27"/>
                    <a:pt x="172" y="12"/>
                    <a:pt x="149" y="5"/>
                  </a:cubicBezTo>
                  <a:cubicBezTo>
                    <a:pt x="137" y="2"/>
                    <a:pt x="125" y="0"/>
                    <a:pt x="1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9">
              <a:extLst>
                <a:ext uri="{FF2B5EF4-FFF2-40B4-BE49-F238E27FC236}">
                  <a16:creationId xmlns:a16="http://schemas.microsoft.com/office/drawing/2014/main" id="{CADC307C-6992-2578-86A3-E1E230F3C5FE}"/>
                </a:ext>
              </a:extLst>
            </p:cNvPr>
            <p:cNvSpPr/>
            <p:nvPr/>
          </p:nvSpPr>
          <p:spPr>
            <a:xfrm>
              <a:off x="6256520" y="1075856"/>
              <a:ext cx="13855" cy="8862"/>
            </a:xfrm>
            <a:custGeom>
              <a:avLst/>
              <a:gdLst/>
              <a:ahLst/>
              <a:cxnLst/>
              <a:rect l="l" t="t" r="r" b="b"/>
              <a:pathLst>
                <a:path w="444" h="284" extrusionOk="0">
                  <a:moveTo>
                    <a:pt x="157" y="1"/>
                  </a:moveTo>
                  <a:cubicBezTo>
                    <a:pt x="131" y="3"/>
                    <a:pt x="112" y="7"/>
                    <a:pt x="90" y="18"/>
                  </a:cubicBezTo>
                  <a:cubicBezTo>
                    <a:pt x="76" y="25"/>
                    <a:pt x="63" y="33"/>
                    <a:pt x="52" y="43"/>
                  </a:cubicBezTo>
                  <a:cubicBezTo>
                    <a:pt x="18" y="68"/>
                    <a:pt x="1" y="119"/>
                    <a:pt x="24" y="158"/>
                  </a:cubicBezTo>
                  <a:cubicBezTo>
                    <a:pt x="37" y="179"/>
                    <a:pt x="53" y="192"/>
                    <a:pt x="75" y="203"/>
                  </a:cubicBezTo>
                  <a:cubicBezTo>
                    <a:pt x="80" y="206"/>
                    <a:pt x="85" y="209"/>
                    <a:pt x="91" y="212"/>
                  </a:cubicBezTo>
                  <a:cubicBezTo>
                    <a:pt x="105" y="219"/>
                    <a:pt x="119" y="224"/>
                    <a:pt x="135" y="226"/>
                  </a:cubicBezTo>
                  <a:cubicBezTo>
                    <a:pt x="162" y="231"/>
                    <a:pt x="190" y="239"/>
                    <a:pt x="216" y="250"/>
                  </a:cubicBezTo>
                  <a:cubicBezTo>
                    <a:pt x="206" y="246"/>
                    <a:pt x="196" y="241"/>
                    <a:pt x="187" y="237"/>
                  </a:cubicBezTo>
                  <a:lnTo>
                    <a:pt x="187" y="237"/>
                  </a:lnTo>
                  <a:cubicBezTo>
                    <a:pt x="204" y="245"/>
                    <a:pt x="221" y="252"/>
                    <a:pt x="239" y="259"/>
                  </a:cubicBezTo>
                  <a:cubicBezTo>
                    <a:pt x="254" y="267"/>
                    <a:pt x="269" y="275"/>
                    <a:pt x="282" y="278"/>
                  </a:cubicBezTo>
                  <a:cubicBezTo>
                    <a:pt x="295" y="282"/>
                    <a:pt x="307" y="283"/>
                    <a:pt x="319" y="283"/>
                  </a:cubicBezTo>
                  <a:cubicBezTo>
                    <a:pt x="342" y="283"/>
                    <a:pt x="364" y="277"/>
                    <a:pt x="387" y="265"/>
                  </a:cubicBezTo>
                  <a:cubicBezTo>
                    <a:pt x="421" y="248"/>
                    <a:pt x="443" y="206"/>
                    <a:pt x="442" y="168"/>
                  </a:cubicBezTo>
                  <a:cubicBezTo>
                    <a:pt x="442" y="146"/>
                    <a:pt x="439" y="133"/>
                    <a:pt x="432" y="114"/>
                  </a:cubicBezTo>
                  <a:cubicBezTo>
                    <a:pt x="420" y="86"/>
                    <a:pt x="399" y="66"/>
                    <a:pt x="374" y="51"/>
                  </a:cubicBezTo>
                  <a:cubicBezTo>
                    <a:pt x="363" y="45"/>
                    <a:pt x="351" y="38"/>
                    <a:pt x="340" y="33"/>
                  </a:cubicBezTo>
                  <a:cubicBezTo>
                    <a:pt x="319" y="25"/>
                    <a:pt x="300" y="15"/>
                    <a:pt x="277" y="11"/>
                  </a:cubicBezTo>
                  <a:cubicBezTo>
                    <a:pt x="256" y="7"/>
                    <a:pt x="233" y="4"/>
                    <a:pt x="211" y="2"/>
                  </a:cubicBezTo>
                  <a:cubicBezTo>
                    <a:pt x="199" y="1"/>
                    <a:pt x="187" y="1"/>
                    <a:pt x="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9">
              <a:extLst>
                <a:ext uri="{FF2B5EF4-FFF2-40B4-BE49-F238E27FC236}">
                  <a16:creationId xmlns:a16="http://schemas.microsoft.com/office/drawing/2014/main" id="{A058D266-86CC-1660-7507-0CC395EFE5E7}"/>
                </a:ext>
              </a:extLst>
            </p:cNvPr>
            <p:cNvSpPr/>
            <p:nvPr/>
          </p:nvSpPr>
          <p:spPr>
            <a:xfrm>
              <a:off x="6240511" y="1176742"/>
              <a:ext cx="7708" cy="7271"/>
            </a:xfrm>
            <a:custGeom>
              <a:avLst/>
              <a:gdLst/>
              <a:ahLst/>
              <a:cxnLst/>
              <a:rect l="l" t="t" r="r" b="b"/>
              <a:pathLst>
                <a:path w="247" h="233" extrusionOk="0">
                  <a:moveTo>
                    <a:pt x="100" y="1"/>
                  </a:moveTo>
                  <a:cubicBezTo>
                    <a:pt x="91" y="2"/>
                    <a:pt x="82" y="3"/>
                    <a:pt x="74" y="5"/>
                  </a:cubicBezTo>
                  <a:cubicBezTo>
                    <a:pt x="66" y="8"/>
                    <a:pt x="58" y="11"/>
                    <a:pt x="50" y="14"/>
                  </a:cubicBezTo>
                  <a:cubicBezTo>
                    <a:pt x="44" y="19"/>
                    <a:pt x="37" y="25"/>
                    <a:pt x="30" y="30"/>
                  </a:cubicBezTo>
                  <a:cubicBezTo>
                    <a:pt x="21" y="38"/>
                    <a:pt x="14" y="49"/>
                    <a:pt x="10" y="61"/>
                  </a:cubicBezTo>
                  <a:cubicBezTo>
                    <a:pt x="6" y="69"/>
                    <a:pt x="4" y="77"/>
                    <a:pt x="4" y="85"/>
                  </a:cubicBezTo>
                  <a:cubicBezTo>
                    <a:pt x="1" y="95"/>
                    <a:pt x="1" y="103"/>
                    <a:pt x="4" y="112"/>
                  </a:cubicBezTo>
                  <a:cubicBezTo>
                    <a:pt x="4" y="121"/>
                    <a:pt x="6" y="129"/>
                    <a:pt x="10" y="137"/>
                  </a:cubicBezTo>
                  <a:cubicBezTo>
                    <a:pt x="14" y="149"/>
                    <a:pt x="21" y="160"/>
                    <a:pt x="30" y="168"/>
                  </a:cubicBezTo>
                  <a:cubicBezTo>
                    <a:pt x="36" y="173"/>
                    <a:pt x="41" y="179"/>
                    <a:pt x="46" y="184"/>
                  </a:cubicBezTo>
                  <a:cubicBezTo>
                    <a:pt x="46" y="185"/>
                    <a:pt x="47" y="186"/>
                    <a:pt x="48" y="187"/>
                  </a:cubicBezTo>
                  <a:cubicBezTo>
                    <a:pt x="54" y="193"/>
                    <a:pt x="61" y="200"/>
                    <a:pt x="70" y="204"/>
                  </a:cubicBezTo>
                  <a:cubicBezTo>
                    <a:pt x="71" y="205"/>
                    <a:pt x="73" y="206"/>
                    <a:pt x="74" y="207"/>
                  </a:cubicBezTo>
                  <a:cubicBezTo>
                    <a:pt x="76" y="208"/>
                    <a:pt x="78" y="209"/>
                    <a:pt x="80" y="210"/>
                  </a:cubicBezTo>
                  <a:cubicBezTo>
                    <a:pt x="83" y="213"/>
                    <a:pt x="88" y="216"/>
                    <a:pt x="91" y="218"/>
                  </a:cubicBezTo>
                  <a:cubicBezTo>
                    <a:pt x="102" y="226"/>
                    <a:pt x="115" y="230"/>
                    <a:pt x="129" y="231"/>
                  </a:cubicBezTo>
                  <a:cubicBezTo>
                    <a:pt x="132" y="232"/>
                    <a:pt x="136" y="232"/>
                    <a:pt x="139" y="232"/>
                  </a:cubicBezTo>
                  <a:cubicBezTo>
                    <a:pt x="141" y="232"/>
                    <a:pt x="142" y="232"/>
                    <a:pt x="143" y="232"/>
                  </a:cubicBezTo>
                  <a:lnTo>
                    <a:pt x="151" y="232"/>
                  </a:lnTo>
                  <a:cubicBezTo>
                    <a:pt x="160" y="231"/>
                    <a:pt x="167" y="230"/>
                    <a:pt x="176" y="229"/>
                  </a:cubicBezTo>
                  <a:cubicBezTo>
                    <a:pt x="188" y="226"/>
                    <a:pt x="199" y="220"/>
                    <a:pt x="207" y="212"/>
                  </a:cubicBezTo>
                  <a:cubicBezTo>
                    <a:pt x="214" y="208"/>
                    <a:pt x="219" y="203"/>
                    <a:pt x="224" y="195"/>
                  </a:cubicBezTo>
                  <a:cubicBezTo>
                    <a:pt x="232" y="186"/>
                    <a:pt x="237" y="175"/>
                    <a:pt x="240" y="164"/>
                  </a:cubicBezTo>
                  <a:cubicBezTo>
                    <a:pt x="241" y="162"/>
                    <a:pt x="241" y="161"/>
                    <a:pt x="243" y="159"/>
                  </a:cubicBezTo>
                  <a:cubicBezTo>
                    <a:pt x="243" y="158"/>
                    <a:pt x="243" y="157"/>
                    <a:pt x="244" y="156"/>
                  </a:cubicBezTo>
                  <a:cubicBezTo>
                    <a:pt x="245" y="147"/>
                    <a:pt x="246" y="138"/>
                    <a:pt x="247" y="128"/>
                  </a:cubicBezTo>
                  <a:cubicBezTo>
                    <a:pt x="246" y="119"/>
                    <a:pt x="245" y="110"/>
                    <a:pt x="244" y="101"/>
                  </a:cubicBezTo>
                  <a:cubicBezTo>
                    <a:pt x="243" y="96"/>
                    <a:pt x="237" y="82"/>
                    <a:pt x="232" y="75"/>
                  </a:cubicBezTo>
                  <a:cubicBezTo>
                    <a:pt x="224" y="62"/>
                    <a:pt x="214" y="51"/>
                    <a:pt x="204" y="40"/>
                  </a:cubicBezTo>
                  <a:cubicBezTo>
                    <a:pt x="203" y="39"/>
                    <a:pt x="203" y="38"/>
                    <a:pt x="202" y="37"/>
                  </a:cubicBezTo>
                  <a:cubicBezTo>
                    <a:pt x="201" y="36"/>
                    <a:pt x="200" y="36"/>
                    <a:pt x="200" y="35"/>
                  </a:cubicBezTo>
                  <a:cubicBezTo>
                    <a:pt x="195" y="32"/>
                    <a:pt x="192" y="30"/>
                    <a:pt x="188" y="27"/>
                  </a:cubicBezTo>
                  <a:cubicBezTo>
                    <a:pt x="182" y="21"/>
                    <a:pt x="173" y="15"/>
                    <a:pt x="164" y="13"/>
                  </a:cubicBezTo>
                  <a:cubicBezTo>
                    <a:pt x="157" y="10"/>
                    <a:pt x="151" y="7"/>
                    <a:pt x="144" y="6"/>
                  </a:cubicBezTo>
                  <a:cubicBezTo>
                    <a:pt x="133" y="4"/>
                    <a:pt x="120" y="2"/>
                    <a:pt x="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9">
              <a:extLst>
                <a:ext uri="{FF2B5EF4-FFF2-40B4-BE49-F238E27FC236}">
                  <a16:creationId xmlns:a16="http://schemas.microsoft.com/office/drawing/2014/main" id="{A8D2B5C9-0A56-A22D-A953-B350827BEE1D}"/>
                </a:ext>
              </a:extLst>
            </p:cNvPr>
            <p:cNvSpPr/>
            <p:nvPr/>
          </p:nvSpPr>
          <p:spPr>
            <a:xfrm>
              <a:off x="6328884" y="1195558"/>
              <a:ext cx="6210" cy="5554"/>
            </a:xfrm>
            <a:custGeom>
              <a:avLst/>
              <a:gdLst/>
              <a:ahLst/>
              <a:cxnLst/>
              <a:rect l="l" t="t" r="r" b="b"/>
              <a:pathLst>
                <a:path w="199" h="178" extrusionOk="0">
                  <a:moveTo>
                    <a:pt x="86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69" y="4"/>
                    <a:pt x="68" y="4"/>
                    <a:pt x="67" y="4"/>
                  </a:cubicBezTo>
                  <a:lnTo>
                    <a:pt x="63" y="4"/>
                  </a:lnTo>
                  <a:lnTo>
                    <a:pt x="53" y="6"/>
                  </a:lnTo>
                  <a:cubicBezTo>
                    <a:pt x="41" y="9"/>
                    <a:pt x="31" y="15"/>
                    <a:pt x="22" y="24"/>
                  </a:cubicBezTo>
                  <a:cubicBezTo>
                    <a:pt x="16" y="30"/>
                    <a:pt x="10" y="37"/>
                    <a:pt x="7" y="47"/>
                  </a:cubicBezTo>
                  <a:cubicBezTo>
                    <a:pt x="3" y="55"/>
                    <a:pt x="1" y="63"/>
                    <a:pt x="2" y="73"/>
                  </a:cubicBezTo>
                  <a:cubicBezTo>
                    <a:pt x="2" y="85"/>
                    <a:pt x="5" y="98"/>
                    <a:pt x="11" y="108"/>
                  </a:cubicBezTo>
                  <a:cubicBezTo>
                    <a:pt x="12" y="111"/>
                    <a:pt x="14" y="115"/>
                    <a:pt x="17" y="118"/>
                  </a:cubicBezTo>
                  <a:cubicBezTo>
                    <a:pt x="17" y="120"/>
                    <a:pt x="18" y="121"/>
                    <a:pt x="19" y="122"/>
                  </a:cubicBezTo>
                  <a:cubicBezTo>
                    <a:pt x="19" y="123"/>
                    <a:pt x="19" y="124"/>
                    <a:pt x="20" y="125"/>
                  </a:cubicBezTo>
                  <a:cubicBezTo>
                    <a:pt x="24" y="130"/>
                    <a:pt x="28" y="137"/>
                    <a:pt x="32" y="142"/>
                  </a:cubicBezTo>
                  <a:cubicBezTo>
                    <a:pt x="37" y="147"/>
                    <a:pt x="43" y="151"/>
                    <a:pt x="50" y="155"/>
                  </a:cubicBezTo>
                  <a:cubicBezTo>
                    <a:pt x="57" y="159"/>
                    <a:pt x="65" y="163"/>
                    <a:pt x="72" y="166"/>
                  </a:cubicBezTo>
                  <a:cubicBezTo>
                    <a:pt x="81" y="172"/>
                    <a:pt x="92" y="175"/>
                    <a:pt x="103" y="176"/>
                  </a:cubicBezTo>
                  <a:cubicBezTo>
                    <a:pt x="108" y="177"/>
                    <a:pt x="112" y="178"/>
                    <a:pt x="117" y="178"/>
                  </a:cubicBezTo>
                  <a:cubicBezTo>
                    <a:pt x="123" y="178"/>
                    <a:pt x="130" y="177"/>
                    <a:pt x="137" y="174"/>
                  </a:cubicBezTo>
                  <a:cubicBezTo>
                    <a:pt x="147" y="172"/>
                    <a:pt x="157" y="167"/>
                    <a:pt x="165" y="160"/>
                  </a:cubicBezTo>
                  <a:cubicBezTo>
                    <a:pt x="174" y="154"/>
                    <a:pt x="181" y="146"/>
                    <a:pt x="186" y="137"/>
                  </a:cubicBezTo>
                  <a:cubicBezTo>
                    <a:pt x="189" y="130"/>
                    <a:pt x="192" y="123"/>
                    <a:pt x="194" y="117"/>
                  </a:cubicBezTo>
                  <a:cubicBezTo>
                    <a:pt x="199" y="102"/>
                    <a:pt x="199" y="87"/>
                    <a:pt x="194" y="73"/>
                  </a:cubicBezTo>
                  <a:cubicBezTo>
                    <a:pt x="191" y="65"/>
                    <a:pt x="189" y="59"/>
                    <a:pt x="186" y="53"/>
                  </a:cubicBezTo>
                  <a:cubicBezTo>
                    <a:pt x="179" y="40"/>
                    <a:pt x="168" y="30"/>
                    <a:pt x="156" y="22"/>
                  </a:cubicBezTo>
                  <a:cubicBezTo>
                    <a:pt x="145" y="17"/>
                    <a:pt x="135" y="12"/>
                    <a:pt x="124" y="8"/>
                  </a:cubicBezTo>
                  <a:cubicBezTo>
                    <a:pt x="115" y="3"/>
                    <a:pt x="106" y="0"/>
                    <a:pt x="96" y="0"/>
                  </a:cubicBezTo>
                  <a:cubicBezTo>
                    <a:pt x="95" y="0"/>
                    <a:pt x="93" y="0"/>
                    <a:pt x="92" y="1"/>
                  </a:cubicBezTo>
                  <a:cubicBezTo>
                    <a:pt x="90" y="0"/>
                    <a:pt x="88" y="0"/>
                    <a:pt x="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9">
              <a:extLst>
                <a:ext uri="{FF2B5EF4-FFF2-40B4-BE49-F238E27FC236}">
                  <a16:creationId xmlns:a16="http://schemas.microsoft.com/office/drawing/2014/main" id="{64619C55-C4D0-ED05-6D0B-6F14C7A4A7A6}"/>
                </a:ext>
              </a:extLst>
            </p:cNvPr>
            <p:cNvSpPr/>
            <p:nvPr/>
          </p:nvSpPr>
          <p:spPr>
            <a:xfrm>
              <a:off x="6337933" y="1126065"/>
              <a:ext cx="10578" cy="8769"/>
            </a:xfrm>
            <a:custGeom>
              <a:avLst/>
              <a:gdLst/>
              <a:ahLst/>
              <a:cxnLst/>
              <a:rect l="l" t="t" r="r" b="b"/>
              <a:pathLst>
                <a:path w="339" h="281" extrusionOk="0">
                  <a:moveTo>
                    <a:pt x="126" y="1"/>
                  </a:moveTo>
                  <a:cubicBezTo>
                    <a:pt x="100" y="1"/>
                    <a:pt x="74" y="10"/>
                    <a:pt x="53" y="25"/>
                  </a:cubicBezTo>
                  <a:cubicBezTo>
                    <a:pt x="42" y="32"/>
                    <a:pt x="31" y="40"/>
                    <a:pt x="25" y="51"/>
                  </a:cubicBezTo>
                  <a:cubicBezTo>
                    <a:pt x="15" y="61"/>
                    <a:pt x="9" y="73"/>
                    <a:pt x="6" y="85"/>
                  </a:cubicBezTo>
                  <a:cubicBezTo>
                    <a:pt x="1" y="110"/>
                    <a:pt x="1" y="142"/>
                    <a:pt x="16" y="164"/>
                  </a:cubicBezTo>
                  <a:cubicBezTo>
                    <a:pt x="25" y="175"/>
                    <a:pt x="31" y="188"/>
                    <a:pt x="43" y="198"/>
                  </a:cubicBezTo>
                  <a:cubicBezTo>
                    <a:pt x="55" y="210"/>
                    <a:pt x="69" y="218"/>
                    <a:pt x="83" y="226"/>
                  </a:cubicBezTo>
                  <a:cubicBezTo>
                    <a:pt x="90" y="231"/>
                    <a:pt x="95" y="235"/>
                    <a:pt x="101" y="238"/>
                  </a:cubicBezTo>
                  <a:cubicBezTo>
                    <a:pt x="112" y="245"/>
                    <a:pt x="124" y="248"/>
                    <a:pt x="137" y="253"/>
                  </a:cubicBezTo>
                  <a:cubicBezTo>
                    <a:pt x="151" y="260"/>
                    <a:pt x="165" y="268"/>
                    <a:pt x="180" y="271"/>
                  </a:cubicBezTo>
                  <a:cubicBezTo>
                    <a:pt x="185" y="273"/>
                    <a:pt x="190" y="275"/>
                    <a:pt x="195" y="276"/>
                  </a:cubicBezTo>
                  <a:cubicBezTo>
                    <a:pt x="205" y="279"/>
                    <a:pt x="216" y="281"/>
                    <a:pt x="226" y="281"/>
                  </a:cubicBezTo>
                  <a:cubicBezTo>
                    <a:pt x="236" y="281"/>
                    <a:pt x="246" y="280"/>
                    <a:pt x="256" y="278"/>
                  </a:cubicBezTo>
                  <a:cubicBezTo>
                    <a:pt x="272" y="276"/>
                    <a:pt x="287" y="271"/>
                    <a:pt x="300" y="261"/>
                  </a:cubicBezTo>
                  <a:cubicBezTo>
                    <a:pt x="321" y="245"/>
                    <a:pt x="337" y="219"/>
                    <a:pt x="335" y="193"/>
                  </a:cubicBezTo>
                  <a:cubicBezTo>
                    <a:pt x="335" y="192"/>
                    <a:pt x="335" y="191"/>
                    <a:pt x="335" y="190"/>
                  </a:cubicBezTo>
                  <a:cubicBezTo>
                    <a:pt x="336" y="185"/>
                    <a:pt x="339" y="180"/>
                    <a:pt x="339" y="175"/>
                  </a:cubicBezTo>
                  <a:cubicBezTo>
                    <a:pt x="339" y="156"/>
                    <a:pt x="334" y="137"/>
                    <a:pt x="324" y="121"/>
                  </a:cubicBezTo>
                  <a:cubicBezTo>
                    <a:pt x="321" y="115"/>
                    <a:pt x="319" y="110"/>
                    <a:pt x="316" y="104"/>
                  </a:cubicBezTo>
                  <a:cubicBezTo>
                    <a:pt x="314" y="102"/>
                    <a:pt x="313" y="99"/>
                    <a:pt x="312" y="97"/>
                  </a:cubicBezTo>
                  <a:cubicBezTo>
                    <a:pt x="306" y="88"/>
                    <a:pt x="298" y="78"/>
                    <a:pt x="291" y="70"/>
                  </a:cubicBezTo>
                  <a:cubicBezTo>
                    <a:pt x="290" y="69"/>
                    <a:pt x="289" y="68"/>
                    <a:pt x="288" y="67"/>
                  </a:cubicBezTo>
                  <a:cubicBezTo>
                    <a:pt x="270" y="53"/>
                    <a:pt x="252" y="38"/>
                    <a:pt x="232" y="26"/>
                  </a:cubicBezTo>
                  <a:cubicBezTo>
                    <a:pt x="204" y="8"/>
                    <a:pt x="171" y="5"/>
                    <a:pt x="138" y="1"/>
                  </a:cubicBezTo>
                  <a:cubicBezTo>
                    <a:pt x="134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9">
              <a:extLst>
                <a:ext uri="{FF2B5EF4-FFF2-40B4-BE49-F238E27FC236}">
                  <a16:creationId xmlns:a16="http://schemas.microsoft.com/office/drawing/2014/main" id="{A72CE277-074E-E1B9-18D9-5CF3BB58A418}"/>
                </a:ext>
              </a:extLst>
            </p:cNvPr>
            <p:cNvSpPr/>
            <p:nvPr/>
          </p:nvSpPr>
          <p:spPr>
            <a:xfrm>
              <a:off x="6406147" y="1158268"/>
              <a:ext cx="11047" cy="8363"/>
            </a:xfrm>
            <a:custGeom>
              <a:avLst/>
              <a:gdLst/>
              <a:ahLst/>
              <a:cxnLst/>
              <a:rect l="l" t="t" r="r" b="b"/>
              <a:pathLst>
                <a:path w="354" h="268" extrusionOk="0">
                  <a:moveTo>
                    <a:pt x="100" y="239"/>
                  </a:moveTo>
                  <a:cubicBezTo>
                    <a:pt x="102" y="240"/>
                    <a:pt x="103" y="240"/>
                    <a:pt x="105" y="241"/>
                  </a:cubicBezTo>
                  <a:cubicBezTo>
                    <a:pt x="103" y="240"/>
                    <a:pt x="102" y="240"/>
                    <a:pt x="100" y="239"/>
                  </a:cubicBezTo>
                  <a:close/>
                  <a:moveTo>
                    <a:pt x="148" y="1"/>
                  </a:moveTo>
                  <a:cubicBezTo>
                    <a:pt x="136" y="1"/>
                    <a:pt x="125" y="2"/>
                    <a:pt x="114" y="6"/>
                  </a:cubicBezTo>
                  <a:cubicBezTo>
                    <a:pt x="94" y="11"/>
                    <a:pt x="75" y="20"/>
                    <a:pt x="57" y="29"/>
                  </a:cubicBezTo>
                  <a:cubicBezTo>
                    <a:pt x="49" y="35"/>
                    <a:pt x="41" y="40"/>
                    <a:pt x="34" y="46"/>
                  </a:cubicBezTo>
                  <a:cubicBezTo>
                    <a:pt x="28" y="54"/>
                    <a:pt x="22" y="61"/>
                    <a:pt x="17" y="68"/>
                  </a:cubicBezTo>
                  <a:cubicBezTo>
                    <a:pt x="13" y="78"/>
                    <a:pt x="8" y="86"/>
                    <a:pt x="5" y="96"/>
                  </a:cubicBezTo>
                  <a:cubicBezTo>
                    <a:pt x="0" y="110"/>
                    <a:pt x="0" y="125"/>
                    <a:pt x="3" y="139"/>
                  </a:cubicBezTo>
                  <a:cubicBezTo>
                    <a:pt x="3" y="150"/>
                    <a:pt x="5" y="159"/>
                    <a:pt x="11" y="168"/>
                  </a:cubicBezTo>
                  <a:cubicBezTo>
                    <a:pt x="14" y="178"/>
                    <a:pt x="18" y="186"/>
                    <a:pt x="25" y="193"/>
                  </a:cubicBezTo>
                  <a:cubicBezTo>
                    <a:pt x="39" y="211"/>
                    <a:pt x="58" y="222"/>
                    <a:pt x="79" y="229"/>
                  </a:cubicBezTo>
                  <a:lnTo>
                    <a:pt x="75" y="228"/>
                  </a:lnTo>
                  <a:lnTo>
                    <a:pt x="75" y="228"/>
                  </a:lnTo>
                  <a:cubicBezTo>
                    <a:pt x="76" y="229"/>
                    <a:pt x="78" y="229"/>
                    <a:pt x="79" y="231"/>
                  </a:cubicBezTo>
                  <a:cubicBezTo>
                    <a:pt x="81" y="231"/>
                    <a:pt x="82" y="233"/>
                    <a:pt x="84" y="233"/>
                  </a:cubicBezTo>
                  <a:cubicBezTo>
                    <a:pt x="87" y="234"/>
                    <a:pt x="91" y="236"/>
                    <a:pt x="96" y="237"/>
                  </a:cubicBezTo>
                  <a:lnTo>
                    <a:pt x="96" y="237"/>
                  </a:lnTo>
                  <a:cubicBezTo>
                    <a:pt x="107" y="244"/>
                    <a:pt x="119" y="247"/>
                    <a:pt x="132" y="248"/>
                  </a:cubicBezTo>
                  <a:lnTo>
                    <a:pt x="135" y="248"/>
                  </a:lnTo>
                  <a:cubicBezTo>
                    <a:pt x="146" y="249"/>
                    <a:pt x="157" y="253"/>
                    <a:pt x="168" y="256"/>
                  </a:cubicBezTo>
                  <a:cubicBezTo>
                    <a:pt x="173" y="257"/>
                    <a:pt x="179" y="260"/>
                    <a:pt x="184" y="261"/>
                  </a:cubicBezTo>
                  <a:cubicBezTo>
                    <a:pt x="198" y="265"/>
                    <a:pt x="215" y="265"/>
                    <a:pt x="229" y="266"/>
                  </a:cubicBezTo>
                  <a:cubicBezTo>
                    <a:pt x="232" y="267"/>
                    <a:pt x="236" y="267"/>
                    <a:pt x="238" y="267"/>
                  </a:cubicBezTo>
                  <a:cubicBezTo>
                    <a:pt x="240" y="267"/>
                    <a:pt x="242" y="267"/>
                    <a:pt x="244" y="267"/>
                  </a:cubicBezTo>
                  <a:cubicBezTo>
                    <a:pt x="257" y="267"/>
                    <a:pt x="271" y="264"/>
                    <a:pt x="282" y="258"/>
                  </a:cubicBezTo>
                  <a:cubicBezTo>
                    <a:pt x="305" y="248"/>
                    <a:pt x="326" y="233"/>
                    <a:pt x="337" y="211"/>
                  </a:cubicBezTo>
                  <a:cubicBezTo>
                    <a:pt x="347" y="193"/>
                    <a:pt x="352" y="173"/>
                    <a:pt x="353" y="153"/>
                  </a:cubicBezTo>
                  <a:cubicBezTo>
                    <a:pt x="354" y="122"/>
                    <a:pt x="338" y="94"/>
                    <a:pt x="319" y="71"/>
                  </a:cubicBezTo>
                  <a:cubicBezTo>
                    <a:pt x="315" y="67"/>
                    <a:pt x="312" y="63"/>
                    <a:pt x="308" y="59"/>
                  </a:cubicBezTo>
                  <a:lnTo>
                    <a:pt x="304" y="55"/>
                  </a:lnTo>
                  <a:cubicBezTo>
                    <a:pt x="295" y="48"/>
                    <a:pt x="287" y="42"/>
                    <a:pt x="278" y="36"/>
                  </a:cubicBezTo>
                  <a:cubicBezTo>
                    <a:pt x="268" y="30"/>
                    <a:pt x="255" y="25"/>
                    <a:pt x="244" y="21"/>
                  </a:cubicBezTo>
                  <a:cubicBezTo>
                    <a:pt x="232" y="16"/>
                    <a:pt x="221" y="13"/>
                    <a:pt x="209" y="10"/>
                  </a:cubicBezTo>
                  <a:cubicBezTo>
                    <a:pt x="189" y="5"/>
                    <a:pt x="168" y="1"/>
                    <a:pt x="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9">
              <a:extLst>
                <a:ext uri="{FF2B5EF4-FFF2-40B4-BE49-F238E27FC236}">
                  <a16:creationId xmlns:a16="http://schemas.microsoft.com/office/drawing/2014/main" id="{7A38A62C-BE83-A65C-1127-D45D771F3937}"/>
                </a:ext>
              </a:extLst>
            </p:cNvPr>
            <p:cNvSpPr/>
            <p:nvPr/>
          </p:nvSpPr>
          <p:spPr>
            <a:xfrm>
              <a:off x="6418349" y="1165289"/>
              <a:ext cx="6647" cy="6522"/>
            </a:xfrm>
            <a:custGeom>
              <a:avLst/>
              <a:gdLst/>
              <a:ahLst/>
              <a:cxnLst/>
              <a:rect l="l" t="t" r="r" b="b"/>
              <a:pathLst>
                <a:path w="213" h="209" extrusionOk="0">
                  <a:moveTo>
                    <a:pt x="107" y="1"/>
                  </a:moveTo>
                  <a:cubicBezTo>
                    <a:pt x="98" y="1"/>
                    <a:pt x="88" y="2"/>
                    <a:pt x="79" y="4"/>
                  </a:cubicBezTo>
                  <a:cubicBezTo>
                    <a:pt x="75" y="7"/>
                    <a:pt x="71" y="8"/>
                    <a:pt x="66" y="10"/>
                  </a:cubicBezTo>
                  <a:cubicBezTo>
                    <a:pt x="53" y="14"/>
                    <a:pt x="42" y="21"/>
                    <a:pt x="33" y="32"/>
                  </a:cubicBezTo>
                  <a:cubicBezTo>
                    <a:pt x="23" y="41"/>
                    <a:pt x="15" y="52"/>
                    <a:pt x="11" y="65"/>
                  </a:cubicBezTo>
                  <a:cubicBezTo>
                    <a:pt x="9" y="69"/>
                    <a:pt x="8" y="74"/>
                    <a:pt x="6" y="78"/>
                  </a:cubicBezTo>
                  <a:cubicBezTo>
                    <a:pt x="6" y="78"/>
                    <a:pt x="6" y="79"/>
                    <a:pt x="6" y="79"/>
                  </a:cubicBezTo>
                  <a:cubicBezTo>
                    <a:pt x="6" y="79"/>
                    <a:pt x="6" y="80"/>
                    <a:pt x="6" y="80"/>
                  </a:cubicBezTo>
                  <a:cubicBezTo>
                    <a:pt x="2" y="93"/>
                    <a:pt x="1" y="114"/>
                    <a:pt x="5" y="129"/>
                  </a:cubicBezTo>
                  <a:lnTo>
                    <a:pt x="6" y="131"/>
                  </a:lnTo>
                  <a:cubicBezTo>
                    <a:pt x="6" y="131"/>
                    <a:pt x="6" y="132"/>
                    <a:pt x="7" y="132"/>
                  </a:cubicBezTo>
                  <a:cubicBezTo>
                    <a:pt x="9" y="141"/>
                    <a:pt x="13" y="149"/>
                    <a:pt x="17" y="157"/>
                  </a:cubicBezTo>
                  <a:cubicBezTo>
                    <a:pt x="23" y="164"/>
                    <a:pt x="28" y="171"/>
                    <a:pt x="33" y="178"/>
                  </a:cubicBezTo>
                  <a:cubicBezTo>
                    <a:pt x="40" y="183"/>
                    <a:pt x="47" y="189"/>
                    <a:pt x="54" y="194"/>
                  </a:cubicBezTo>
                  <a:cubicBezTo>
                    <a:pt x="62" y="198"/>
                    <a:pt x="71" y="202"/>
                    <a:pt x="79" y="204"/>
                  </a:cubicBezTo>
                  <a:cubicBezTo>
                    <a:pt x="88" y="207"/>
                    <a:pt x="98" y="208"/>
                    <a:pt x="107" y="208"/>
                  </a:cubicBezTo>
                  <a:cubicBezTo>
                    <a:pt x="116" y="208"/>
                    <a:pt x="126" y="207"/>
                    <a:pt x="134" y="204"/>
                  </a:cubicBezTo>
                  <a:cubicBezTo>
                    <a:pt x="152" y="200"/>
                    <a:pt x="168" y="191"/>
                    <a:pt x="181" y="178"/>
                  </a:cubicBezTo>
                  <a:lnTo>
                    <a:pt x="184" y="175"/>
                  </a:lnTo>
                  <a:cubicBezTo>
                    <a:pt x="193" y="167"/>
                    <a:pt x="199" y="155"/>
                    <a:pt x="204" y="144"/>
                  </a:cubicBezTo>
                  <a:cubicBezTo>
                    <a:pt x="210" y="131"/>
                    <a:pt x="213" y="119"/>
                    <a:pt x="213" y="105"/>
                  </a:cubicBezTo>
                  <a:cubicBezTo>
                    <a:pt x="211" y="96"/>
                    <a:pt x="210" y="87"/>
                    <a:pt x="209" y="78"/>
                  </a:cubicBezTo>
                  <a:cubicBezTo>
                    <a:pt x="204" y="61"/>
                    <a:pt x="195" y="46"/>
                    <a:pt x="183" y="34"/>
                  </a:cubicBezTo>
                  <a:cubicBezTo>
                    <a:pt x="183" y="33"/>
                    <a:pt x="182" y="32"/>
                    <a:pt x="181" y="32"/>
                  </a:cubicBezTo>
                  <a:cubicBezTo>
                    <a:pt x="167" y="18"/>
                    <a:pt x="152" y="10"/>
                    <a:pt x="134" y="4"/>
                  </a:cubicBezTo>
                  <a:cubicBezTo>
                    <a:pt x="125" y="2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9">
              <a:extLst>
                <a:ext uri="{FF2B5EF4-FFF2-40B4-BE49-F238E27FC236}">
                  <a16:creationId xmlns:a16="http://schemas.microsoft.com/office/drawing/2014/main" id="{70D9EA67-1F84-21C7-25F8-6A7E287828CC}"/>
                </a:ext>
              </a:extLst>
            </p:cNvPr>
            <p:cNvSpPr/>
            <p:nvPr/>
          </p:nvSpPr>
          <p:spPr>
            <a:xfrm>
              <a:off x="6455701" y="1081067"/>
              <a:ext cx="9081" cy="8613"/>
            </a:xfrm>
            <a:custGeom>
              <a:avLst/>
              <a:gdLst/>
              <a:ahLst/>
              <a:cxnLst/>
              <a:rect l="l" t="t" r="r" b="b"/>
              <a:pathLst>
                <a:path w="291" h="276" extrusionOk="0">
                  <a:moveTo>
                    <a:pt x="127" y="0"/>
                  </a:moveTo>
                  <a:cubicBezTo>
                    <a:pt x="115" y="0"/>
                    <a:pt x="103" y="2"/>
                    <a:pt x="92" y="4"/>
                  </a:cubicBezTo>
                  <a:cubicBezTo>
                    <a:pt x="79" y="7"/>
                    <a:pt x="67" y="12"/>
                    <a:pt x="56" y="20"/>
                  </a:cubicBezTo>
                  <a:cubicBezTo>
                    <a:pt x="49" y="25"/>
                    <a:pt x="42" y="31"/>
                    <a:pt x="34" y="37"/>
                  </a:cubicBezTo>
                  <a:cubicBezTo>
                    <a:pt x="28" y="44"/>
                    <a:pt x="23" y="51"/>
                    <a:pt x="18" y="59"/>
                  </a:cubicBezTo>
                  <a:lnTo>
                    <a:pt x="6" y="85"/>
                  </a:lnTo>
                  <a:cubicBezTo>
                    <a:pt x="2" y="100"/>
                    <a:pt x="1" y="114"/>
                    <a:pt x="4" y="128"/>
                  </a:cubicBezTo>
                  <a:cubicBezTo>
                    <a:pt x="4" y="138"/>
                    <a:pt x="7" y="147"/>
                    <a:pt x="11" y="155"/>
                  </a:cubicBezTo>
                  <a:cubicBezTo>
                    <a:pt x="14" y="164"/>
                    <a:pt x="19" y="173"/>
                    <a:pt x="26" y="179"/>
                  </a:cubicBezTo>
                  <a:cubicBezTo>
                    <a:pt x="28" y="182"/>
                    <a:pt x="31" y="184"/>
                    <a:pt x="33" y="186"/>
                  </a:cubicBezTo>
                  <a:cubicBezTo>
                    <a:pt x="37" y="196"/>
                    <a:pt x="44" y="204"/>
                    <a:pt x="55" y="217"/>
                  </a:cubicBezTo>
                  <a:lnTo>
                    <a:pt x="58" y="221"/>
                  </a:lnTo>
                  <a:cubicBezTo>
                    <a:pt x="63" y="225"/>
                    <a:pt x="67" y="230"/>
                    <a:pt x="72" y="235"/>
                  </a:cubicBezTo>
                  <a:cubicBezTo>
                    <a:pt x="81" y="244"/>
                    <a:pt x="92" y="251"/>
                    <a:pt x="102" y="259"/>
                  </a:cubicBezTo>
                  <a:cubicBezTo>
                    <a:pt x="122" y="270"/>
                    <a:pt x="143" y="275"/>
                    <a:pt x="166" y="275"/>
                  </a:cubicBezTo>
                  <a:cubicBezTo>
                    <a:pt x="178" y="275"/>
                    <a:pt x="188" y="273"/>
                    <a:pt x="200" y="271"/>
                  </a:cubicBezTo>
                  <a:cubicBezTo>
                    <a:pt x="220" y="266"/>
                    <a:pt x="242" y="254"/>
                    <a:pt x="255" y="239"/>
                  </a:cubicBezTo>
                  <a:cubicBezTo>
                    <a:pt x="262" y="231"/>
                    <a:pt x="270" y="223"/>
                    <a:pt x="275" y="214"/>
                  </a:cubicBezTo>
                  <a:cubicBezTo>
                    <a:pt x="280" y="205"/>
                    <a:pt x="284" y="196"/>
                    <a:pt x="287" y="185"/>
                  </a:cubicBezTo>
                  <a:cubicBezTo>
                    <a:pt x="291" y="173"/>
                    <a:pt x="291" y="164"/>
                    <a:pt x="291" y="155"/>
                  </a:cubicBezTo>
                  <a:cubicBezTo>
                    <a:pt x="291" y="155"/>
                    <a:pt x="291" y="154"/>
                    <a:pt x="291" y="153"/>
                  </a:cubicBezTo>
                  <a:cubicBezTo>
                    <a:pt x="291" y="143"/>
                    <a:pt x="291" y="133"/>
                    <a:pt x="287" y="118"/>
                  </a:cubicBezTo>
                  <a:lnTo>
                    <a:pt x="273" y="88"/>
                  </a:lnTo>
                  <a:cubicBezTo>
                    <a:pt x="266" y="76"/>
                    <a:pt x="258" y="66"/>
                    <a:pt x="247" y="58"/>
                  </a:cubicBezTo>
                  <a:lnTo>
                    <a:pt x="247" y="58"/>
                  </a:lnTo>
                  <a:cubicBezTo>
                    <a:pt x="247" y="58"/>
                    <a:pt x="247" y="58"/>
                    <a:pt x="247" y="58"/>
                  </a:cubicBezTo>
                  <a:cubicBezTo>
                    <a:pt x="247" y="58"/>
                    <a:pt x="246" y="57"/>
                    <a:pt x="246" y="57"/>
                  </a:cubicBezTo>
                  <a:lnTo>
                    <a:pt x="246" y="57"/>
                  </a:lnTo>
                  <a:cubicBezTo>
                    <a:pt x="246" y="57"/>
                    <a:pt x="245" y="56"/>
                    <a:pt x="244" y="56"/>
                  </a:cubicBezTo>
                  <a:lnTo>
                    <a:pt x="244" y="56"/>
                  </a:lnTo>
                  <a:cubicBezTo>
                    <a:pt x="243" y="55"/>
                    <a:pt x="243" y="54"/>
                    <a:pt x="242" y="53"/>
                  </a:cubicBezTo>
                  <a:cubicBezTo>
                    <a:pt x="242" y="53"/>
                    <a:pt x="241" y="52"/>
                    <a:pt x="241" y="52"/>
                  </a:cubicBezTo>
                  <a:cubicBezTo>
                    <a:pt x="237" y="50"/>
                    <a:pt x="234" y="47"/>
                    <a:pt x="232" y="45"/>
                  </a:cubicBezTo>
                  <a:cubicBezTo>
                    <a:pt x="231" y="44"/>
                    <a:pt x="229" y="43"/>
                    <a:pt x="228" y="42"/>
                  </a:cubicBezTo>
                  <a:cubicBezTo>
                    <a:pt x="212" y="26"/>
                    <a:pt x="194" y="16"/>
                    <a:pt x="174" y="10"/>
                  </a:cubicBezTo>
                  <a:cubicBezTo>
                    <a:pt x="174" y="10"/>
                    <a:pt x="172" y="10"/>
                    <a:pt x="171" y="8"/>
                  </a:cubicBezTo>
                  <a:lnTo>
                    <a:pt x="164" y="6"/>
                  </a:lnTo>
                  <a:cubicBezTo>
                    <a:pt x="152" y="2"/>
                    <a:pt x="140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9">
              <a:extLst>
                <a:ext uri="{FF2B5EF4-FFF2-40B4-BE49-F238E27FC236}">
                  <a16:creationId xmlns:a16="http://schemas.microsoft.com/office/drawing/2014/main" id="{B68C179C-61FF-E597-E18B-4A4FCFE3F96E}"/>
                </a:ext>
              </a:extLst>
            </p:cNvPr>
            <p:cNvSpPr/>
            <p:nvPr/>
          </p:nvSpPr>
          <p:spPr>
            <a:xfrm>
              <a:off x="6372134" y="1034104"/>
              <a:ext cx="13418" cy="8425"/>
            </a:xfrm>
            <a:custGeom>
              <a:avLst/>
              <a:gdLst/>
              <a:ahLst/>
              <a:cxnLst/>
              <a:rect l="l" t="t" r="r" b="b"/>
              <a:pathLst>
                <a:path w="430" h="270" extrusionOk="0">
                  <a:moveTo>
                    <a:pt x="281" y="1"/>
                  </a:moveTo>
                  <a:cubicBezTo>
                    <a:pt x="279" y="1"/>
                    <a:pt x="276" y="1"/>
                    <a:pt x="273" y="1"/>
                  </a:cubicBezTo>
                  <a:cubicBezTo>
                    <a:pt x="244" y="1"/>
                    <a:pt x="217" y="2"/>
                    <a:pt x="189" y="7"/>
                  </a:cubicBezTo>
                  <a:cubicBezTo>
                    <a:pt x="172" y="11"/>
                    <a:pt x="154" y="14"/>
                    <a:pt x="138" y="17"/>
                  </a:cubicBezTo>
                  <a:cubicBezTo>
                    <a:pt x="114" y="21"/>
                    <a:pt x="94" y="33"/>
                    <a:pt x="72" y="42"/>
                  </a:cubicBezTo>
                  <a:lnTo>
                    <a:pt x="72" y="42"/>
                  </a:lnTo>
                  <a:cubicBezTo>
                    <a:pt x="73" y="42"/>
                    <a:pt x="73" y="41"/>
                    <a:pt x="74" y="41"/>
                  </a:cubicBezTo>
                  <a:lnTo>
                    <a:pt x="74" y="41"/>
                  </a:lnTo>
                  <a:lnTo>
                    <a:pt x="71" y="43"/>
                  </a:lnTo>
                  <a:cubicBezTo>
                    <a:pt x="71" y="43"/>
                    <a:pt x="72" y="43"/>
                    <a:pt x="72" y="42"/>
                  </a:cubicBezTo>
                  <a:lnTo>
                    <a:pt x="72" y="42"/>
                  </a:lnTo>
                  <a:cubicBezTo>
                    <a:pt x="72" y="43"/>
                    <a:pt x="71" y="43"/>
                    <a:pt x="71" y="43"/>
                  </a:cubicBezTo>
                  <a:cubicBezTo>
                    <a:pt x="67" y="45"/>
                    <a:pt x="62" y="46"/>
                    <a:pt x="58" y="49"/>
                  </a:cubicBezTo>
                  <a:lnTo>
                    <a:pt x="58" y="49"/>
                  </a:lnTo>
                  <a:cubicBezTo>
                    <a:pt x="41" y="57"/>
                    <a:pt x="26" y="70"/>
                    <a:pt x="18" y="85"/>
                  </a:cubicBezTo>
                  <a:cubicBezTo>
                    <a:pt x="6" y="108"/>
                    <a:pt x="1" y="134"/>
                    <a:pt x="8" y="159"/>
                  </a:cubicBezTo>
                  <a:cubicBezTo>
                    <a:pt x="12" y="172"/>
                    <a:pt x="17" y="183"/>
                    <a:pt x="24" y="194"/>
                  </a:cubicBezTo>
                  <a:cubicBezTo>
                    <a:pt x="46" y="225"/>
                    <a:pt x="67" y="237"/>
                    <a:pt x="100" y="249"/>
                  </a:cubicBezTo>
                  <a:cubicBezTo>
                    <a:pt x="120" y="258"/>
                    <a:pt x="132" y="260"/>
                    <a:pt x="157" y="263"/>
                  </a:cubicBezTo>
                  <a:cubicBezTo>
                    <a:pt x="168" y="264"/>
                    <a:pt x="180" y="265"/>
                    <a:pt x="191" y="266"/>
                  </a:cubicBezTo>
                  <a:cubicBezTo>
                    <a:pt x="202" y="267"/>
                    <a:pt x="213" y="268"/>
                    <a:pt x="225" y="269"/>
                  </a:cubicBezTo>
                  <a:cubicBezTo>
                    <a:pt x="227" y="269"/>
                    <a:pt x="229" y="269"/>
                    <a:pt x="231" y="269"/>
                  </a:cubicBezTo>
                  <a:cubicBezTo>
                    <a:pt x="240" y="269"/>
                    <a:pt x="249" y="268"/>
                    <a:pt x="258" y="268"/>
                  </a:cubicBezTo>
                  <a:cubicBezTo>
                    <a:pt x="279" y="266"/>
                    <a:pt x="302" y="266"/>
                    <a:pt x="322" y="261"/>
                  </a:cubicBezTo>
                  <a:cubicBezTo>
                    <a:pt x="351" y="253"/>
                    <a:pt x="375" y="238"/>
                    <a:pt x="394" y="216"/>
                  </a:cubicBezTo>
                  <a:cubicBezTo>
                    <a:pt x="414" y="192"/>
                    <a:pt x="430" y="164"/>
                    <a:pt x="429" y="132"/>
                  </a:cubicBezTo>
                  <a:cubicBezTo>
                    <a:pt x="428" y="101"/>
                    <a:pt x="416" y="72"/>
                    <a:pt x="394" y="49"/>
                  </a:cubicBezTo>
                  <a:cubicBezTo>
                    <a:pt x="379" y="34"/>
                    <a:pt x="363" y="21"/>
                    <a:pt x="343" y="13"/>
                  </a:cubicBezTo>
                  <a:cubicBezTo>
                    <a:pt x="323" y="4"/>
                    <a:pt x="302" y="1"/>
                    <a:pt x="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9">
              <a:extLst>
                <a:ext uri="{FF2B5EF4-FFF2-40B4-BE49-F238E27FC236}">
                  <a16:creationId xmlns:a16="http://schemas.microsoft.com/office/drawing/2014/main" id="{22C1EB8D-5617-E78B-85E8-6E80C8EA1598}"/>
                </a:ext>
              </a:extLst>
            </p:cNvPr>
            <p:cNvSpPr/>
            <p:nvPr/>
          </p:nvSpPr>
          <p:spPr>
            <a:xfrm>
              <a:off x="6388860" y="1035570"/>
              <a:ext cx="7240" cy="6834"/>
            </a:xfrm>
            <a:custGeom>
              <a:avLst/>
              <a:gdLst/>
              <a:ahLst/>
              <a:cxnLst/>
              <a:rect l="l" t="t" r="r" b="b"/>
              <a:pathLst>
                <a:path w="232" h="219" extrusionOk="0">
                  <a:moveTo>
                    <a:pt x="105" y="0"/>
                  </a:moveTo>
                  <a:cubicBezTo>
                    <a:pt x="98" y="0"/>
                    <a:pt x="90" y="1"/>
                    <a:pt x="82" y="3"/>
                  </a:cubicBezTo>
                  <a:lnTo>
                    <a:pt x="82" y="3"/>
                  </a:lnTo>
                  <a:lnTo>
                    <a:pt x="79" y="3"/>
                  </a:lnTo>
                  <a:cubicBezTo>
                    <a:pt x="78" y="3"/>
                    <a:pt x="78" y="3"/>
                    <a:pt x="77" y="3"/>
                  </a:cubicBezTo>
                  <a:cubicBezTo>
                    <a:pt x="76" y="3"/>
                    <a:pt x="75" y="3"/>
                    <a:pt x="75" y="3"/>
                  </a:cubicBezTo>
                  <a:lnTo>
                    <a:pt x="73" y="3"/>
                  </a:lnTo>
                  <a:cubicBezTo>
                    <a:pt x="72" y="4"/>
                    <a:pt x="71" y="4"/>
                    <a:pt x="70" y="4"/>
                  </a:cubicBezTo>
                  <a:lnTo>
                    <a:pt x="67" y="4"/>
                  </a:lnTo>
                  <a:cubicBezTo>
                    <a:pt x="56" y="7"/>
                    <a:pt x="45" y="13"/>
                    <a:pt x="37" y="21"/>
                  </a:cubicBezTo>
                  <a:cubicBezTo>
                    <a:pt x="30" y="25"/>
                    <a:pt x="25" y="31"/>
                    <a:pt x="20" y="37"/>
                  </a:cubicBezTo>
                  <a:cubicBezTo>
                    <a:pt x="13" y="45"/>
                    <a:pt x="8" y="56"/>
                    <a:pt x="5" y="67"/>
                  </a:cubicBezTo>
                  <a:cubicBezTo>
                    <a:pt x="3" y="79"/>
                    <a:pt x="0" y="89"/>
                    <a:pt x="0" y="100"/>
                  </a:cubicBezTo>
                  <a:lnTo>
                    <a:pt x="0" y="102"/>
                  </a:lnTo>
                  <a:cubicBezTo>
                    <a:pt x="0" y="121"/>
                    <a:pt x="5" y="137"/>
                    <a:pt x="14" y="153"/>
                  </a:cubicBezTo>
                  <a:cubicBezTo>
                    <a:pt x="17" y="157"/>
                    <a:pt x="20" y="161"/>
                    <a:pt x="22" y="164"/>
                  </a:cubicBezTo>
                  <a:cubicBezTo>
                    <a:pt x="28" y="172"/>
                    <a:pt x="29" y="173"/>
                    <a:pt x="33" y="177"/>
                  </a:cubicBezTo>
                  <a:cubicBezTo>
                    <a:pt x="40" y="182"/>
                    <a:pt x="49" y="189"/>
                    <a:pt x="56" y="194"/>
                  </a:cubicBezTo>
                  <a:cubicBezTo>
                    <a:pt x="59" y="197"/>
                    <a:pt x="63" y="199"/>
                    <a:pt x="67" y="201"/>
                  </a:cubicBezTo>
                  <a:cubicBezTo>
                    <a:pt x="77" y="206"/>
                    <a:pt x="88" y="211"/>
                    <a:pt x="97" y="214"/>
                  </a:cubicBezTo>
                  <a:cubicBezTo>
                    <a:pt x="98" y="215"/>
                    <a:pt x="99" y="215"/>
                    <a:pt x="100" y="215"/>
                  </a:cubicBezTo>
                  <a:cubicBezTo>
                    <a:pt x="109" y="217"/>
                    <a:pt x="118" y="219"/>
                    <a:pt x="127" y="219"/>
                  </a:cubicBezTo>
                  <a:cubicBezTo>
                    <a:pt x="136" y="219"/>
                    <a:pt x="146" y="217"/>
                    <a:pt x="155" y="215"/>
                  </a:cubicBezTo>
                  <a:cubicBezTo>
                    <a:pt x="169" y="212"/>
                    <a:pt x="180" y="205"/>
                    <a:pt x="190" y="197"/>
                  </a:cubicBezTo>
                  <a:cubicBezTo>
                    <a:pt x="202" y="188"/>
                    <a:pt x="210" y="182"/>
                    <a:pt x="217" y="167"/>
                  </a:cubicBezTo>
                  <a:lnTo>
                    <a:pt x="218" y="167"/>
                  </a:lnTo>
                  <a:cubicBezTo>
                    <a:pt x="222" y="159"/>
                    <a:pt x="225" y="151"/>
                    <a:pt x="228" y="143"/>
                  </a:cubicBezTo>
                  <a:cubicBezTo>
                    <a:pt x="229" y="138"/>
                    <a:pt x="229" y="139"/>
                    <a:pt x="230" y="130"/>
                  </a:cubicBezTo>
                  <a:cubicBezTo>
                    <a:pt x="231" y="122"/>
                    <a:pt x="231" y="122"/>
                    <a:pt x="231" y="117"/>
                  </a:cubicBezTo>
                  <a:cubicBezTo>
                    <a:pt x="231" y="117"/>
                    <a:pt x="231" y="116"/>
                    <a:pt x="232" y="116"/>
                  </a:cubicBezTo>
                  <a:cubicBezTo>
                    <a:pt x="232" y="110"/>
                    <a:pt x="232" y="118"/>
                    <a:pt x="230" y="102"/>
                  </a:cubicBezTo>
                  <a:cubicBezTo>
                    <a:pt x="230" y="96"/>
                    <a:pt x="229" y="91"/>
                    <a:pt x="228" y="87"/>
                  </a:cubicBezTo>
                  <a:cubicBezTo>
                    <a:pt x="222" y="69"/>
                    <a:pt x="214" y="55"/>
                    <a:pt x="200" y="41"/>
                  </a:cubicBezTo>
                  <a:cubicBezTo>
                    <a:pt x="194" y="36"/>
                    <a:pt x="187" y="31"/>
                    <a:pt x="179" y="25"/>
                  </a:cubicBezTo>
                  <a:cubicBezTo>
                    <a:pt x="173" y="21"/>
                    <a:pt x="166" y="19"/>
                    <a:pt x="160" y="16"/>
                  </a:cubicBezTo>
                  <a:lnTo>
                    <a:pt x="157" y="16"/>
                  </a:lnTo>
                  <a:cubicBezTo>
                    <a:pt x="152" y="13"/>
                    <a:pt x="150" y="12"/>
                    <a:pt x="143" y="9"/>
                  </a:cubicBezTo>
                  <a:cubicBezTo>
                    <a:pt x="139" y="6"/>
                    <a:pt x="134" y="4"/>
                    <a:pt x="129" y="3"/>
                  </a:cubicBezTo>
                  <a:cubicBezTo>
                    <a:pt x="121" y="1"/>
                    <a:pt x="113" y="0"/>
                    <a:pt x="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9">
              <a:extLst>
                <a:ext uri="{FF2B5EF4-FFF2-40B4-BE49-F238E27FC236}">
                  <a16:creationId xmlns:a16="http://schemas.microsoft.com/office/drawing/2014/main" id="{00A6D02E-7DEF-C080-5289-4DC15FBB0D9D}"/>
                </a:ext>
              </a:extLst>
            </p:cNvPr>
            <p:cNvSpPr/>
            <p:nvPr/>
          </p:nvSpPr>
          <p:spPr>
            <a:xfrm>
              <a:off x="6407583" y="965328"/>
              <a:ext cx="11920" cy="8644"/>
            </a:xfrm>
            <a:custGeom>
              <a:avLst/>
              <a:gdLst/>
              <a:ahLst/>
              <a:cxnLst/>
              <a:rect l="l" t="t" r="r" b="b"/>
              <a:pathLst>
                <a:path w="382" h="277" extrusionOk="0">
                  <a:moveTo>
                    <a:pt x="129" y="239"/>
                  </a:moveTo>
                  <a:cubicBezTo>
                    <a:pt x="130" y="239"/>
                    <a:pt x="130" y="239"/>
                    <a:pt x="131" y="239"/>
                  </a:cubicBezTo>
                  <a:lnTo>
                    <a:pt x="131" y="239"/>
                  </a:lnTo>
                  <a:lnTo>
                    <a:pt x="128" y="239"/>
                  </a:lnTo>
                  <a:close/>
                  <a:moveTo>
                    <a:pt x="118" y="239"/>
                  </a:moveTo>
                  <a:cubicBezTo>
                    <a:pt x="117" y="239"/>
                    <a:pt x="115" y="240"/>
                    <a:pt x="113" y="240"/>
                  </a:cubicBezTo>
                  <a:cubicBezTo>
                    <a:pt x="115" y="239"/>
                    <a:pt x="117" y="239"/>
                    <a:pt x="118" y="239"/>
                  </a:cubicBezTo>
                  <a:close/>
                  <a:moveTo>
                    <a:pt x="132" y="239"/>
                  </a:moveTo>
                  <a:cubicBezTo>
                    <a:pt x="136" y="239"/>
                    <a:pt x="140" y="240"/>
                    <a:pt x="144" y="241"/>
                  </a:cubicBezTo>
                  <a:lnTo>
                    <a:pt x="132" y="239"/>
                  </a:lnTo>
                  <a:close/>
                  <a:moveTo>
                    <a:pt x="166" y="1"/>
                  </a:moveTo>
                  <a:cubicBezTo>
                    <a:pt x="152" y="2"/>
                    <a:pt x="136" y="3"/>
                    <a:pt x="124" y="6"/>
                  </a:cubicBezTo>
                  <a:cubicBezTo>
                    <a:pt x="112" y="10"/>
                    <a:pt x="99" y="17"/>
                    <a:pt x="87" y="22"/>
                  </a:cubicBezTo>
                  <a:cubicBezTo>
                    <a:pt x="73" y="29"/>
                    <a:pt x="61" y="41"/>
                    <a:pt x="47" y="50"/>
                  </a:cubicBezTo>
                  <a:cubicBezTo>
                    <a:pt x="42" y="55"/>
                    <a:pt x="36" y="61"/>
                    <a:pt x="32" y="66"/>
                  </a:cubicBezTo>
                  <a:lnTo>
                    <a:pt x="15" y="87"/>
                  </a:lnTo>
                  <a:cubicBezTo>
                    <a:pt x="7" y="99"/>
                    <a:pt x="3" y="112"/>
                    <a:pt x="3" y="125"/>
                  </a:cubicBezTo>
                  <a:cubicBezTo>
                    <a:pt x="0" y="147"/>
                    <a:pt x="2" y="172"/>
                    <a:pt x="15" y="190"/>
                  </a:cubicBezTo>
                  <a:cubicBezTo>
                    <a:pt x="24" y="206"/>
                    <a:pt x="37" y="219"/>
                    <a:pt x="51" y="228"/>
                  </a:cubicBezTo>
                  <a:cubicBezTo>
                    <a:pt x="66" y="237"/>
                    <a:pt x="83" y="241"/>
                    <a:pt x="100" y="241"/>
                  </a:cubicBezTo>
                  <a:cubicBezTo>
                    <a:pt x="108" y="241"/>
                    <a:pt x="115" y="240"/>
                    <a:pt x="122" y="239"/>
                  </a:cubicBezTo>
                  <a:lnTo>
                    <a:pt x="122" y="239"/>
                  </a:lnTo>
                  <a:cubicBezTo>
                    <a:pt x="123" y="239"/>
                    <a:pt x="125" y="239"/>
                    <a:pt x="126" y="239"/>
                  </a:cubicBezTo>
                  <a:cubicBezTo>
                    <a:pt x="128" y="239"/>
                    <a:pt x="130" y="239"/>
                    <a:pt x="132" y="239"/>
                  </a:cubicBezTo>
                  <a:lnTo>
                    <a:pt x="132" y="239"/>
                  </a:lnTo>
                  <a:cubicBezTo>
                    <a:pt x="141" y="241"/>
                    <a:pt x="151" y="243"/>
                    <a:pt x="160" y="243"/>
                  </a:cubicBezTo>
                  <a:cubicBezTo>
                    <a:pt x="161" y="243"/>
                    <a:pt x="163" y="244"/>
                    <a:pt x="166" y="244"/>
                  </a:cubicBezTo>
                  <a:cubicBezTo>
                    <a:pt x="168" y="246"/>
                    <a:pt x="171" y="247"/>
                    <a:pt x="174" y="249"/>
                  </a:cubicBezTo>
                  <a:cubicBezTo>
                    <a:pt x="178" y="252"/>
                    <a:pt x="181" y="256"/>
                    <a:pt x="186" y="259"/>
                  </a:cubicBezTo>
                  <a:cubicBezTo>
                    <a:pt x="197" y="264"/>
                    <a:pt x="206" y="268"/>
                    <a:pt x="217" y="272"/>
                  </a:cubicBezTo>
                  <a:cubicBezTo>
                    <a:pt x="228" y="275"/>
                    <a:pt x="239" y="277"/>
                    <a:pt x="250" y="277"/>
                  </a:cubicBezTo>
                  <a:cubicBezTo>
                    <a:pt x="260" y="277"/>
                    <a:pt x="271" y="275"/>
                    <a:pt x="282" y="272"/>
                  </a:cubicBezTo>
                  <a:cubicBezTo>
                    <a:pt x="284" y="272"/>
                    <a:pt x="285" y="271"/>
                    <a:pt x="286" y="271"/>
                  </a:cubicBezTo>
                  <a:cubicBezTo>
                    <a:pt x="306" y="266"/>
                    <a:pt x="322" y="256"/>
                    <a:pt x="337" y="242"/>
                  </a:cubicBezTo>
                  <a:cubicBezTo>
                    <a:pt x="351" y="227"/>
                    <a:pt x="361" y="210"/>
                    <a:pt x="366" y="190"/>
                  </a:cubicBezTo>
                  <a:cubicBezTo>
                    <a:pt x="381" y="146"/>
                    <a:pt x="365" y="95"/>
                    <a:pt x="333" y="63"/>
                  </a:cubicBezTo>
                  <a:cubicBezTo>
                    <a:pt x="322" y="53"/>
                    <a:pt x="311" y="45"/>
                    <a:pt x="299" y="38"/>
                  </a:cubicBezTo>
                  <a:cubicBezTo>
                    <a:pt x="296" y="35"/>
                    <a:pt x="293" y="33"/>
                    <a:pt x="290" y="31"/>
                  </a:cubicBezTo>
                  <a:cubicBezTo>
                    <a:pt x="274" y="23"/>
                    <a:pt x="258" y="17"/>
                    <a:pt x="241" y="11"/>
                  </a:cubicBezTo>
                  <a:cubicBezTo>
                    <a:pt x="224" y="6"/>
                    <a:pt x="205" y="4"/>
                    <a:pt x="189" y="2"/>
                  </a:cubicBezTo>
                  <a:cubicBezTo>
                    <a:pt x="181" y="1"/>
                    <a:pt x="173" y="1"/>
                    <a:pt x="1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9">
              <a:extLst>
                <a:ext uri="{FF2B5EF4-FFF2-40B4-BE49-F238E27FC236}">
                  <a16:creationId xmlns:a16="http://schemas.microsoft.com/office/drawing/2014/main" id="{82E0F9D1-FA04-FDD6-EEC8-EBD43E1FBB7A}"/>
                </a:ext>
              </a:extLst>
            </p:cNvPr>
            <p:cNvSpPr/>
            <p:nvPr/>
          </p:nvSpPr>
          <p:spPr>
            <a:xfrm>
              <a:off x="6324359" y="920174"/>
              <a:ext cx="14666" cy="9268"/>
            </a:xfrm>
            <a:custGeom>
              <a:avLst/>
              <a:gdLst/>
              <a:ahLst/>
              <a:cxnLst/>
              <a:rect l="l" t="t" r="r" b="b"/>
              <a:pathLst>
                <a:path w="470" h="297" extrusionOk="0">
                  <a:moveTo>
                    <a:pt x="290" y="1"/>
                  </a:moveTo>
                  <a:cubicBezTo>
                    <a:pt x="252" y="1"/>
                    <a:pt x="214" y="4"/>
                    <a:pt x="177" y="13"/>
                  </a:cubicBezTo>
                  <a:cubicBezTo>
                    <a:pt x="161" y="17"/>
                    <a:pt x="143" y="21"/>
                    <a:pt x="126" y="26"/>
                  </a:cubicBezTo>
                  <a:cubicBezTo>
                    <a:pt x="118" y="28"/>
                    <a:pt x="109" y="30"/>
                    <a:pt x="101" y="32"/>
                  </a:cubicBezTo>
                  <a:cubicBezTo>
                    <a:pt x="80" y="39"/>
                    <a:pt x="69" y="45"/>
                    <a:pt x="54" y="57"/>
                  </a:cubicBezTo>
                  <a:cubicBezTo>
                    <a:pt x="38" y="67"/>
                    <a:pt x="24" y="80"/>
                    <a:pt x="15" y="97"/>
                  </a:cubicBezTo>
                  <a:cubicBezTo>
                    <a:pt x="6" y="114"/>
                    <a:pt x="0" y="131"/>
                    <a:pt x="0" y="151"/>
                  </a:cubicBezTo>
                  <a:cubicBezTo>
                    <a:pt x="0" y="192"/>
                    <a:pt x="21" y="221"/>
                    <a:pt x="54" y="244"/>
                  </a:cubicBezTo>
                  <a:cubicBezTo>
                    <a:pt x="69" y="255"/>
                    <a:pt x="81" y="263"/>
                    <a:pt x="101" y="269"/>
                  </a:cubicBezTo>
                  <a:cubicBezTo>
                    <a:pt x="108" y="272"/>
                    <a:pt x="116" y="273"/>
                    <a:pt x="124" y="275"/>
                  </a:cubicBezTo>
                  <a:cubicBezTo>
                    <a:pt x="142" y="278"/>
                    <a:pt x="159" y="282"/>
                    <a:pt x="177" y="286"/>
                  </a:cubicBezTo>
                  <a:cubicBezTo>
                    <a:pt x="207" y="292"/>
                    <a:pt x="235" y="297"/>
                    <a:pt x="264" y="297"/>
                  </a:cubicBezTo>
                  <a:cubicBezTo>
                    <a:pt x="274" y="296"/>
                    <a:pt x="283" y="296"/>
                    <a:pt x="293" y="296"/>
                  </a:cubicBezTo>
                  <a:cubicBezTo>
                    <a:pt x="303" y="296"/>
                    <a:pt x="312" y="296"/>
                    <a:pt x="322" y="296"/>
                  </a:cubicBezTo>
                  <a:cubicBezTo>
                    <a:pt x="360" y="294"/>
                    <a:pt x="397" y="281"/>
                    <a:pt x="425" y="253"/>
                  </a:cubicBezTo>
                  <a:cubicBezTo>
                    <a:pt x="450" y="227"/>
                    <a:pt x="469" y="185"/>
                    <a:pt x="468" y="148"/>
                  </a:cubicBezTo>
                  <a:cubicBezTo>
                    <a:pt x="466" y="110"/>
                    <a:pt x="455" y="72"/>
                    <a:pt x="425" y="44"/>
                  </a:cubicBezTo>
                  <a:cubicBezTo>
                    <a:pt x="396" y="17"/>
                    <a:pt x="361" y="3"/>
                    <a:pt x="322" y="2"/>
                  </a:cubicBezTo>
                  <a:cubicBezTo>
                    <a:pt x="311" y="1"/>
                    <a:pt x="300" y="1"/>
                    <a:pt x="2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9">
              <a:extLst>
                <a:ext uri="{FF2B5EF4-FFF2-40B4-BE49-F238E27FC236}">
                  <a16:creationId xmlns:a16="http://schemas.microsoft.com/office/drawing/2014/main" id="{626FAE0D-1EFF-61E2-F01B-77114C832AAE}"/>
                </a:ext>
              </a:extLst>
            </p:cNvPr>
            <p:cNvSpPr/>
            <p:nvPr/>
          </p:nvSpPr>
          <p:spPr>
            <a:xfrm>
              <a:off x="6406366" y="903604"/>
              <a:ext cx="49148" cy="39568"/>
            </a:xfrm>
            <a:custGeom>
              <a:avLst/>
              <a:gdLst/>
              <a:ahLst/>
              <a:cxnLst/>
              <a:rect l="l" t="t" r="r" b="b"/>
              <a:pathLst>
                <a:path w="1575" h="1268" extrusionOk="0">
                  <a:moveTo>
                    <a:pt x="453" y="0"/>
                  </a:moveTo>
                  <a:cubicBezTo>
                    <a:pt x="359" y="0"/>
                    <a:pt x="268" y="24"/>
                    <a:pt x="189" y="86"/>
                  </a:cubicBezTo>
                  <a:cubicBezTo>
                    <a:pt x="71" y="177"/>
                    <a:pt x="0" y="328"/>
                    <a:pt x="41" y="478"/>
                  </a:cubicBezTo>
                  <a:cubicBezTo>
                    <a:pt x="78" y="614"/>
                    <a:pt x="185" y="700"/>
                    <a:pt x="292" y="781"/>
                  </a:cubicBezTo>
                  <a:cubicBezTo>
                    <a:pt x="298" y="785"/>
                    <a:pt x="304" y="788"/>
                    <a:pt x="309" y="792"/>
                  </a:cubicBezTo>
                  <a:cubicBezTo>
                    <a:pt x="315" y="800"/>
                    <a:pt x="320" y="810"/>
                    <a:pt x="327" y="819"/>
                  </a:cubicBezTo>
                  <a:cubicBezTo>
                    <a:pt x="435" y="961"/>
                    <a:pt x="568" y="1084"/>
                    <a:pt x="730" y="1159"/>
                  </a:cubicBezTo>
                  <a:cubicBezTo>
                    <a:pt x="812" y="1197"/>
                    <a:pt x="894" y="1232"/>
                    <a:pt x="982" y="1247"/>
                  </a:cubicBezTo>
                  <a:cubicBezTo>
                    <a:pt x="1039" y="1258"/>
                    <a:pt x="1100" y="1267"/>
                    <a:pt x="1161" y="1267"/>
                  </a:cubicBezTo>
                  <a:cubicBezTo>
                    <a:pt x="1212" y="1267"/>
                    <a:pt x="1264" y="1261"/>
                    <a:pt x="1311" y="1243"/>
                  </a:cubicBezTo>
                  <a:cubicBezTo>
                    <a:pt x="1492" y="1175"/>
                    <a:pt x="1575" y="1007"/>
                    <a:pt x="1541" y="820"/>
                  </a:cubicBezTo>
                  <a:cubicBezTo>
                    <a:pt x="1526" y="735"/>
                    <a:pt x="1480" y="652"/>
                    <a:pt x="1430" y="582"/>
                  </a:cubicBezTo>
                  <a:cubicBezTo>
                    <a:pt x="1328" y="434"/>
                    <a:pt x="1199" y="313"/>
                    <a:pt x="1048" y="215"/>
                  </a:cubicBezTo>
                  <a:cubicBezTo>
                    <a:pt x="986" y="175"/>
                    <a:pt x="920" y="140"/>
                    <a:pt x="853" y="111"/>
                  </a:cubicBezTo>
                  <a:cubicBezTo>
                    <a:pt x="768" y="73"/>
                    <a:pt x="679" y="33"/>
                    <a:pt x="587" y="14"/>
                  </a:cubicBezTo>
                  <a:cubicBezTo>
                    <a:pt x="542" y="5"/>
                    <a:pt x="497" y="0"/>
                    <a:pt x="45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9">
              <a:extLst>
                <a:ext uri="{FF2B5EF4-FFF2-40B4-BE49-F238E27FC236}">
                  <a16:creationId xmlns:a16="http://schemas.microsoft.com/office/drawing/2014/main" id="{6539994E-4DBE-8E30-CCEE-3282C4D7098E}"/>
                </a:ext>
              </a:extLst>
            </p:cNvPr>
            <p:cNvSpPr/>
            <p:nvPr/>
          </p:nvSpPr>
          <p:spPr>
            <a:xfrm>
              <a:off x="6457168" y="948009"/>
              <a:ext cx="17724" cy="18754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217" y="0"/>
                  </a:moveTo>
                  <a:cubicBezTo>
                    <a:pt x="189" y="0"/>
                    <a:pt x="163" y="6"/>
                    <a:pt x="139" y="19"/>
                  </a:cubicBezTo>
                  <a:cubicBezTo>
                    <a:pt x="121" y="24"/>
                    <a:pt x="105" y="34"/>
                    <a:pt x="91" y="47"/>
                  </a:cubicBezTo>
                  <a:cubicBezTo>
                    <a:pt x="68" y="63"/>
                    <a:pt x="49" y="83"/>
                    <a:pt x="35" y="109"/>
                  </a:cubicBezTo>
                  <a:lnTo>
                    <a:pt x="14" y="161"/>
                  </a:lnTo>
                  <a:lnTo>
                    <a:pt x="5" y="219"/>
                  </a:lnTo>
                  <a:cubicBezTo>
                    <a:pt x="5" y="230"/>
                    <a:pt x="6" y="241"/>
                    <a:pt x="8" y="251"/>
                  </a:cubicBezTo>
                  <a:cubicBezTo>
                    <a:pt x="4" y="270"/>
                    <a:pt x="1" y="288"/>
                    <a:pt x="1" y="308"/>
                  </a:cubicBezTo>
                  <a:cubicBezTo>
                    <a:pt x="1" y="309"/>
                    <a:pt x="1" y="309"/>
                    <a:pt x="1" y="310"/>
                  </a:cubicBezTo>
                  <a:cubicBezTo>
                    <a:pt x="4" y="334"/>
                    <a:pt x="7" y="359"/>
                    <a:pt x="10" y="383"/>
                  </a:cubicBezTo>
                  <a:cubicBezTo>
                    <a:pt x="20" y="406"/>
                    <a:pt x="29" y="428"/>
                    <a:pt x="39" y="450"/>
                  </a:cubicBezTo>
                  <a:cubicBezTo>
                    <a:pt x="39" y="451"/>
                    <a:pt x="40" y="452"/>
                    <a:pt x="40" y="453"/>
                  </a:cubicBezTo>
                  <a:cubicBezTo>
                    <a:pt x="41" y="455"/>
                    <a:pt x="42" y="459"/>
                    <a:pt x="44" y="462"/>
                  </a:cubicBezTo>
                  <a:cubicBezTo>
                    <a:pt x="57" y="481"/>
                    <a:pt x="72" y="499"/>
                    <a:pt x="87" y="518"/>
                  </a:cubicBezTo>
                  <a:cubicBezTo>
                    <a:pt x="106" y="533"/>
                    <a:pt x="124" y="548"/>
                    <a:pt x="143" y="562"/>
                  </a:cubicBezTo>
                  <a:cubicBezTo>
                    <a:pt x="166" y="572"/>
                    <a:pt x="188" y="581"/>
                    <a:pt x="210" y="590"/>
                  </a:cubicBezTo>
                  <a:cubicBezTo>
                    <a:pt x="232" y="597"/>
                    <a:pt x="253" y="600"/>
                    <a:pt x="273" y="600"/>
                  </a:cubicBezTo>
                  <a:cubicBezTo>
                    <a:pt x="289" y="600"/>
                    <a:pt x="305" y="598"/>
                    <a:pt x="321" y="595"/>
                  </a:cubicBezTo>
                  <a:cubicBezTo>
                    <a:pt x="347" y="595"/>
                    <a:pt x="370" y="588"/>
                    <a:pt x="392" y="576"/>
                  </a:cubicBezTo>
                  <a:cubicBezTo>
                    <a:pt x="415" y="570"/>
                    <a:pt x="436" y="557"/>
                    <a:pt x="454" y="540"/>
                  </a:cubicBezTo>
                  <a:cubicBezTo>
                    <a:pt x="475" y="528"/>
                    <a:pt x="492" y="511"/>
                    <a:pt x="504" y="490"/>
                  </a:cubicBezTo>
                  <a:cubicBezTo>
                    <a:pt x="528" y="463"/>
                    <a:pt x="545" y="431"/>
                    <a:pt x="554" y="395"/>
                  </a:cubicBezTo>
                  <a:lnTo>
                    <a:pt x="555" y="394"/>
                  </a:lnTo>
                  <a:cubicBezTo>
                    <a:pt x="567" y="343"/>
                    <a:pt x="567" y="294"/>
                    <a:pt x="555" y="245"/>
                  </a:cubicBezTo>
                  <a:cubicBezTo>
                    <a:pt x="548" y="221"/>
                    <a:pt x="538" y="200"/>
                    <a:pt x="525" y="180"/>
                  </a:cubicBezTo>
                  <a:cubicBezTo>
                    <a:pt x="525" y="180"/>
                    <a:pt x="525" y="179"/>
                    <a:pt x="525" y="179"/>
                  </a:cubicBezTo>
                  <a:cubicBezTo>
                    <a:pt x="524" y="177"/>
                    <a:pt x="522" y="175"/>
                    <a:pt x="520" y="172"/>
                  </a:cubicBezTo>
                  <a:cubicBezTo>
                    <a:pt x="517" y="167"/>
                    <a:pt x="514" y="162"/>
                    <a:pt x="511" y="158"/>
                  </a:cubicBezTo>
                  <a:cubicBezTo>
                    <a:pt x="507" y="155"/>
                    <a:pt x="506" y="152"/>
                    <a:pt x="504" y="150"/>
                  </a:cubicBezTo>
                  <a:cubicBezTo>
                    <a:pt x="503" y="149"/>
                    <a:pt x="503" y="149"/>
                    <a:pt x="502" y="148"/>
                  </a:cubicBezTo>
                  <a:cubicBezTo>
                    <a:pt x="500" y="146"/>
                    <a:pt x="499" y="144"/>
                    <a:pt x="497" y="141"/>
                  </a:cubicBezTo>
                  <a:cubicBezTo>
                    <a:pt x="484" y="121"/>
                    <a:pt x="468" y="104"/>
                    <a:pt x="447" y="91"/>
                  </a:cubicBezTo>
                  <a:cubicBezTo>
                    <a:pt x="438" y="83"/>
                    <a:pt x="428" y="75"/>
                    <a:pt x="417" y="68"/>
                  </a:cubicBezTo>
                  <a:cubicBezTo>
                    <a:pt x="408" y="63"/>
                    <a:pt x="399" y="61"/>
                    <a:pt x="389" y="57"/>
                  </a:cubicBezTo>
                  <a:cubicBezTo>
                    <a:pt x="384" y="54"/>
                    <a:pt x="380" y="49"/>
                    <a:pt x="376" y="46"/>
                  </a:cubicBezTo>
                  <a:cubicBezTo>
                    <a:pt x="372" y="44"/>
                    <a:pt x="369" y="42"/>
                    <a:pt x="366" y="41"/>
                  </a:cubicBezTo>
                  <a:cubicBezTo>
                    <a:pt x="345" y="31"/>
                    <a:pt x="324" y="22"/>
                    <a:pt x="303" y="14"/>
                  </a:cubicBezTo>
                  <a:cubicBezTo>
                    <a:pt x="296" y="12"/>
                    <a:pt x="289" y="10"/>
                    <a:pt x="281" y="9"/>
                  </a:cubicBezTo>
                  <a:lnTo>
                    <a:pt x="224" y="0"/>
                  </a:lnTo>
                  <a:cubicBezTo>
                    <a:pt x="222" y="0"/>
                    <a:pt x="220" y="0"/>
                    <a:pt x="21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9">
              <a:extLst>
                <a:ext uri="{FF2B5EF4-FFF2-40B4-BE49-F238E27FC236}">
                  <a16:creationId xmlns:a16="http://schemas.microsoft.com/office/drawing/2014/main" id="{0A81156E-235B-30FD-75CB-BD72E536DC44}"/>
                </a:ext>
              </a:extLst>
            </p:cNvPr>
            <p:cNvSpPr/>
            <p:nvPr/>
          </p:nvSpPr>
          <p:spPr>
            <a:xfrm>
              <a:off x="6297679" y="867157"/>
              <a:ext cx="22873" cy="22312"/>
            </a:xfrm>
            <a:custGeom>
              <a:avLst/>
              <a:gdLst/>
              <a:ahLst/>
              <a:cxnLst/>
              <a:rect l="l" t="t" r="r" b="b"/>
              <a:pathLst>
                <a:path w="733" h="715" extrusionOk="0">
                  <a:moveTo>
                    <a:pt x="419" y="1"/>
                  </a:moveTo>
                  <a:cubicBezTo>
                    <a:pt x="414" y="1"/>
                    <a:pt x="408" y="1"/>
                    <a:pt x="404" y="2"/>
                  </a:cubicBezTo>
                  <a:cubicBezTo>
                    <a:pt x="380" y="4"/>
                    <a:pt x="353" y="7"/>
                    <a:pt x="329" y="12"/>
                  </a:cubicBezTo>
                  <a:cubicBezTo>
                    <a:pt x="318" y="14"/>
                    <a:pt x="307" y="18"/>
                    <a:pt x="296" y="22"/>
                  </a:cubicBezTo>
                  <a:cubicBezTo>
                    <a:pt x="258" y="36"/>
                    <a:pt x="218" y="52"/>
                    <a:pt x="185" y="76"/>
                  </a:cubicBezTo>
                  <a:cubicBezTo>
                    <a:pt x="165" y="91"/>
                    <a:pt x="145" y="107"/>
                    <a:pt x="126" y="122"/>
                  </a:cubicBezTo>
                  <a:cubicBezTo>
                    <a:pt x="106" y="138"/>
                    <a:pt x="91" y="160"/>
                    <a:pt x="78" y="182"/>
                  </a:cubicBezTo>
                  <a:cubicBezTo>
                    <a:pt x="73" y="191"/>
                    <a:pt x="66" y="201"/>
                    <a:pt x="62" y="211"/>
                  </a:cubicBezTo>
                  <a:cubicBezTo>
                    <a:pt x="51" y="238"/>
                    <a:pt x="38" y="266"/>
                    <a:pt x="30" y="294"/>
                  </a:cubicBezTo>
                  <a:cubicBezTo>
                    <a:pt x="26" y="303"/>
                    <a:pt x="28" y="314"/>
                    <a:pt x="26" y="323"/>
                  </a:cubicBezTo>
                  <a:cubicBezTo>
                    <a:pt x="11" y="359"/>
                    <a:pt x="0" y="395"/>
                    <a:pt x="0" y="435"/>
                  </a:cubicBezTo>
                  <a:cubicBezTo>
                    <a:pt x="0" y="485"/>
                    <a:pt x="13" y="533"/>
                    <a:pt x="39" y="575"/>
                  </a:cubicBezTo>
                  <a:cubicBezTo>
                    <a:pt x="63" y="618"/>
                    <a:pt x="97" y="651"/>
                    <a:pt x="138" y="676"/>
                  </a:cubicBezTo>
                  <a:cubicBezTo>
                    <a:pt x="182" y="701"/>
                    <a:pt x="230" y="715"/>
                    <a:pt x="280" y="715"/>
                  </a:cubicBezTo>
                  <a:cubicBezTo>
                    <a:pt x="314" y="713"/>
                    <a:pt x="349" y="707"/>
                    <a:pt x="383" y="701"/>
                  </a:cubicBezTo>
                  <a:cubicBezTo>
                    <a:pt x="394" y="698"/>
                    <a:pt x="404" y="695"/>
                    <a:pt x="415" y="691"/>
                  </a:cubicBezTo>
                  <a:cubicBezTo>
                    <a:pt x="446" y="679"/>
                    <a:pt x="478" y="668"/>
                    <a:pt x="507" y="651"/>
                  </a:cubicBezTo>
                  <a:cubicBezTo>
                    <a:pt x="535" y="635"/>
                    <a:pt x="560" y="613"/>
                    <a:pt x="585" y="593"/>
                  </a:cubicBezTo>
                  <a:cubicBezTo>
                    <a:pt x="620" y="566"/>
                    <a:pt x="646" y="529"/>
                    <a:pt x="671" y="495"/>
                  </a:cubicBezTo>
                  <a:cubicBezTo>
                    <a:pt x="676" y="486"/>
                    <a:pt x="683" y="477"/>
                    <a:pt x="687" y="468"/>
                  </a:cubicBezTo>
                  <a:cubicBezTo>
                    <a:pt x="714" y="412"/>
                    <a:pt x="729" y="371"/>
                    <a:pt x="732" y="309"/>
                  </a:cubicBezTo>
                  <a:cubicBezTo>
                    <a:pt x="733" y="281"/>
                    <a:pt x="729" y="252"/>
                    <a:pt x="722" y="227"/>
                  </a:cubicBezTo>
                  <a:cubicBezTo>
                    <a:pt x="719" y="212"/>
                    <a:pt x="713" y="201"/>
                    <a:pt x="707" y="185"/>
                  </a:cubicBezTo>
                  <a:cubicBezTo>
                    <a:pt x="691" y="148"/>
                    <a:pt x="693" y="153"/>
                    <a:pt x="669" y="121"/>
                  </a:cubicBezTo>
                  <a:cubicBezTo>
                    <a:pt x="640" y="84"/>
                    <a:pt x="638" y="81"/>
                    <a:pt x="591" y="49"/>
                  </a:cubicBezTo>
                  <a:cubicBezTo>
                    <a:pt x="587" y="46"/>
                    <a:pt x="583" y="44"/>
                    <a:pt x="580" y="42"/>
                  </a:cubicBezTo>
                  <a:cubicBezTo>
                    <a:pt x="565" y="34"/>
                    <a:pt x="533" y="22"/>
                    <a:pt x="517" y="15"/>
                  </a:cubicBezTo>
                  <a:cubicBezTo>
                    <a:pt x="515" y="15"/>
                    <a:pt x="513" y="14"/>
                    <a:pt x="511" y="13"/>
                  </a:cubicBezTo>
                  <a:cubicBezTo>
                    <a:pt x="497" y="9"/>
                    <a:pt x="480" y="8"/>
                    <a:pt x="466" y="6"/>
                  </a:cubicBezTo>
                  <a:cubicBezTo>
                    <a:pt x="451" y="4"/>
                    <a:pt x="435" y="1"/>
                    <a:pt x="41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9">
              <a:extLst>
                <a:ext uri="{FF2B5EF4-FFF2-40B4-BE49-F238E27FC236}">
                  <a16:creationId xmlns:a16="http://schemas.microsoft.com/office/drawing/2014/main" id="{8DE11094-22D5-E61E-B674-66D6C4E01255}"/>
                </a:ext>
              </a:extLst>
            </p:cNvPr>
            <p:cNvSpPr/>
            <p:nvPr/>
          </p:nvSpPr>
          <p:spPr>
            <a:xfrm>
              <a:off x="6488310" y="1043621"/>
              <a:ext cx="16507" cy="22655"/>
            </a:xfrm>
            <a:custGeom>
              <a:avLst/>
              <a:gdLst/>
              <a:ahLst/>
              <a:cxnLst/>
              <a:rect l="l" t="t" r="r" b="b"/>
              <a:pathLst>
                <a:path w="529" h="726" extrusionOk="0">
                  <a:moveTo>
                    <a:pt x="280" y="1"/>
                  </a:moveTo>
                  <a:cubicBezTo>
                    <a:pt x="200" y="1"/>
                    <a:pt x="131" y="44"/>
                    <a:pt x="89" y="110"/>
                  </a:cubicBezTo>
                  <a:cubicBezTo>
                    <a:pt x="81" y="123"/>
                    <a:pt x="74" y="137"/>
                    <a:pt x="67" y="150"/>
                  </a:cubicBezTo>
                  <a:cubicBezTo>
                    <a:pt x="55" y="179"/>
                    <a:pt x="41" y="208"/>
                    <a:pt x="33" y="238"/>
                  </a:cubicBezTo>
                  <a:cubicBezTo>
                    <a:pt x="24" y="269"/>
                    <a:pt x="21" y="299"/>
                    <a:pt x="17" y="330"/>
                  </a:cubicBezTo>
                  <a:cubicBezTo>
                    <a:pt x="17" y="337"/>
                    <a:pt x="16" y="343"/>
                    <a:pt x="15" y="350"/>
                  </a:cubicBezTo>
                  <a:cubicBezTo>
                    <a:pt x="15" y="360"/>
                    <a:pt x="16" y="369"/>
                    <a:pt x="18" y="379"/>
                  </a:cubicBezTo>
                  <a:cubicBezTo>
                    <a:pt x="19" y="381"/>
                    <a:pt x="19" y="384"/>
                    <a:pt x="19" y="386"/>
                  </a:cubicBezTo>
                  <a:cubicBezTo>
                    <a:pt x="7" y="420"/>
                    <a:pt x="3" y="457"/>
                    <a:pt x="0" y="493"/>
                  </a:cubicBezTo>
                  <a:cubicBezTo>
                    <a:pt x="3" y="514"/>
                    <a:pt x="6" y="534"/>
                    <a:pt x="9" y="555"/>
                  </a:cubicBezTo>
                  <a:cubicBezTo>
                    <a:pt x="16" y="586"/>
                    <a:pt x="30" y="612"/>
                    <a:pt x="51" y="635"/>
                  </a:cubicBezTo>
                  <a:cubicBezTo>
                    <a:pt x="61" y="653"/>
                    <a:pt x="75" y="666"/>
                    <a:pt x="92" y="677"/>
                  </a:cubicBezTo>
                  <a:cubicBezTo>
                    <a:pt x="115" y="698"/>
                    <a:pt x="143" y="712"/>
                    <a:pt x="173" y="720"/>
                  </a:cubicBezTo>
                  <a:cubicBezTo>
                    <a:pt x="193" y="724"/>
                    <a:pt x="214" y="726"/>
                    <a:pt x="235" y="726"/>
                  </a:cubicBezTo>
                  <a:cubicBezTo>
                    <a:pt x="256" y="726"/>
                    <a:pt x="277" y="724"/>
                    <a:pt x="298" y="720"/>
                  </a:cubicBezTo>
                  <a:cubicBezTo>
                    <a:pt x="328" y="712"/>
                    <a:pt x="355" y="698"/>
                    <a:pt x="378" y="677"/>
                  </a:cubicBezTo>
                  <a:cubicBezTo>
                    <a:pt x="403" y="660"/>
                    <a:pt x="423" y="638"/>
                    <a:pt x="438" y="611"/>
                  </a:cubicBezTo>
                  <a:cubicBezTo>
                    <a:pt x="464" y="575"/>
                    <a:pt x="480" y="534"/>
                    <a:pt x="496" y="494"/>
                  </a:cubicBezTo>
                  <a:cubicBezTo>
                    <a:pt x="510" y="460"/>
                    <a:pt x="514" y="427"/>
                    <a:pt x="519" y="391"/>
                  </a:cubicBezTo>
                  <a:cubicBezTo>
                    <a:pt x="524" y="357"/>
                    <a:pt x="529" y="323"/>
                    <a:pt x="525" y="288"/>
                  </a:cubicBezTo>
                  <a:cubicBezTo>
                    <a:pt x="523" y="262"/>
                    <a:pt x="518" y="237"/>
                    <a:pt x="514" y="212"/>
                  </a:cubicBezTo>
                  <a:cubicBezTo>
                    <a:pt x="512" y="196"/>
                    <a:pt x="505" y="185"/>
                    <a:pt x="500" y="170"/>
                  </a:cubicBezTo>
                  <a:cubicBezTo>
                    <a:pt x="490" y="149"/>
                    <a:pt x="483" y="129"/>
                    <a:pt x="470" y="110"/>
                  </a:cubicBezTo>
                  <a:cubicBezTo>
                    <a:pt x="429" y="44"/>
                    <a:pt x="359" y="1"/>
                    <a:pt x="280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9">
              <a:extLst>
                <a:ext uri="{FF2B5EF4-FFF2-40B4-BE49-F238E27FC236}">
                  <a16:creationId xmlns:a16="http://schemas.microsoft.com/office/drawing/2014/main" id="{67D5D4CB-12C4-A2E4-5363-70CFC8B5CECE}"/>
                </a:ext>
              </a:extLst>
            </p:cNvPr>
            <p:cNvSpPr/>
            <p:nvPr/>
          </p:nvSpPr>
          <p:spPr>
            <a:xfrm>
              <a:off x="6491275" y="1115892"/>
              <a:ext cx="14854" cy="14510"/>
            </a:xfrm>
            <a:custGeom>
              <a:avLst/>
              <a:gdLst/>
              <a:ahLst/>
              <a:cxnLst/>
              <a:rect l="l" t="t" r="r" b="b"/>
              <a:pathLst>
                <a:path w="476" h="465" extrusionOk="0">
                  <a:moveTo>
                    <a:pt x="241" y="1"/>
                  </a:moveTo>
                  <a:cubicBezTo>
                    <a:pt x="222" y="1"/>
                    <a:pt x="203" y="2"/>
                    <a:pt x="183" y="5"/>
                  </a:cubicBezTo>
                  <a:cubicBezTo>
                    <a:pt x="174" y="7"/>
                    <a:pt x="142" y="21"/>
                    <a:pt x="124" y="30"/>
                  </a:cubicBezTo>
                  <a:cubicBezTo>
                    <a:pt x="122" y="32"/>
                    <a:pt x="121" y="33"/>
                    <a:pt x="119" y="34"/>
                  </a:cubicBezTo>
                  <a:cubicBezTo>
                    <a:pt x="102" y="42"/>
                    <a:pt x="91" y="49"/>
                    <a:pt x="68" y="72"/>
                  </a:cubicBezTo>
                  <a:cubicBezTo>
                    <a:pt x="39" y="100"/>
                    <a:pt x="20" y="134"/>
                    <a:pt x="10" y="172"/>
                  </a:cubicBezTo>
                  <a:cubicBezTo>
                    <a:pt x="9" y="175"/>
                    <a:pt x="2" y="217"/>
                    <a:pt x="2" y="237"/>
                  </a:cubicBezTo>
                  <a:cubicBezTo>
                    <a:pt x="1" y="269"/>
                    <a:pt x="7" y="298"/>
                    <a:pt x="22" y="325"/>
                  </a:cubicBezTo>
                  <a:cubicBezTo>
                    <a:pt x="30" y="354"/>
                    <a:pt x="46" y="378"/>
                    <a:pt x="68" y="399"/>
                  </a:cubicBezTo>
                  <a:cubicBezTo>
                    <a:pt x="83" y="410"/>
                    <a:pt x="99" y="422"/>
                    <a:pt x="114" y="434"/>
                  </a:cubicBezTo>
                  <a:cubicBezTo>
                    <a:pt x="150" y="454"/>
                    <a:pt x="188" y="464"/>
                    <a:pt x="229" y="464"/>
                  </a:cubicBezTo>
                  <a:cubicBezTo>
                    <a:pt x="274" y="463"/>
                    <a:pt x="316" y="455"/>
                    <a:pt x="354" y="432"/>
                  </a:cubicBezTo>
                  <a:cubicBezTo>
                    <a:pt x="387" y="414"/>
                    <a:pt x="428" y="377"/>
                    <a:pt x="444" y="342"/>
                  </a:cubicBezTo>
                  <a:cubicBezTo>
                    <a:pt x="465" y="306"/>
                    <a:pt x="476" y="268"/>
                    <a:pt x="476" y="227"/>
                  </a:cubicBezTo>
                  <a:cubicBezTo>
                    <a:pt x="476" y="185"/>
                    <a:pt x="465" y="146"/>
                    <a:pt x="444" y="111"/>
                  </a:cubicBezTo>
                  <a:cubicBezTo>
                    <a:pt x="444" y="110"/>
                    <a:pt x="444" y="110"/>
                    <a:pt x="443" y="110"/>
                  </a:cubicBezTo>
                  <a:cubicBezTo>
                    <a:pt x="400" y="37"/>
                    <a:pt x="332" y="1"/>
                    <a:pt x="2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9">
              <a:extLst>
                <a:ext uri="{FF2B5EF4-FFF2-40B4-BE49-F238E27FC236}">
                  <a16:creationId xmlns:a16="http://schemas.microsoft.com/office/drawing/2014/main" id="{6743D490-A5F1-8433-F1AE-620026AF71BA}"/>
                </a:ext>
              </a:extLst>
            </p:cNvPr>
            <p:cNvSpPr/>
            <p:nvPr/>
          </p:nvSpPr>
          <p:spPr>
            <a:xfrm>
              <a:off x="6219136" y="1032263"/>
              <a:ext cx="17880" cy="27523"/>
            </a:xfrm>
            <a:custGeom>
              <a:avLst/>
              <a:gdLst/>
              <a:ahLst/>
              <a:cxnLst/>
              <a:rect l="l" t="t" r="r" b="b"/>
              <a:pathLst>
                <a:path w="573" h="882" extrusionOk="0">
                  <a:moveTo>
                    <a:pt x="377" y="0"/>
                  </a:moveTo>
                  <a:cubicBezTo>
                    <a:pt x="361" y="0"/>
                    <a:pt x="346" y="2"/>
                    <a:pt x="331" y="7"/>
                  </a:cubicBezTo>
                  <a:cubicBezTo>
                    <a:pt x="266" y="27"/>
                    <a:pt x="223" y="62"/>
                    <a:pt x="189" y="120"/>
                  </a:cubicBezTo>
                  <a:cubicBezTo>
                    <a:pt x="176" y="140"/>
                    <a:pt x="163" y="161"/>
                    <a:pt x="152" y="182"/>
                  </a:cubicBezTo>
                  <a:cubicBezTo>
                    <a:pt x="121" y="237"/>
                    <a:pt x="89" y="294"/>
                    <a:pt x="69" y="355"/>
                  </a:cubicBezTo>
                  <a:cubicBezTo>
                    <a:pt x="55" y="400"/>
                    <a:pt x="42" y="446"/>
                    <a:pt x="30" y="493"/>
                  </a:cubicBezTo>
                  <a:cubicBezTo>
                    <a:pt x="24" y="516"/>
                    <a:pt x="18" y="539"/>
                    <a:pt x="13" y="564"/>
                  </a:cubicBezTo>
                  <a:cubicBezTo>
                    <a:pt x="4" y="610"/>
                    <a:pt x="0" y="654"/>
                    <a:pt x="13" y="700"/>
                  </a:cubicBezTo>
                  <a:cubicBezTo>
                    <a:pt x="20" y="728"/>
                    <a:pt x="34" y="752"/>
                    <a:pt x="48" y="776"/>
                  </a:cubicBezTo>
                  <a:cubicBezTo>
                    <a:pt x="81" y="836"/>
                    <a:pt x="140" y="870"/>
                    <a:pt x="205" y="880"/>
                  </a:cubicBezTo>
                  <a:cubicBezTo>
                    <a:pt x="216" y="881"/>
                    <a:pt x="226" y="882"/>
                    <a:pt x="236" y="882"/>
                  </a:cubicBezTo>
                  <a:cubicBezTo>
                    <a:pt x="293" y="882"/>
                    <a:pt x="340" y="858"/>
                    <a:pt x="387" y="820"/>
                  </a:cubicBezTo>
                  <a:cubicBezTo>
                    <a:pt x="431" y="784"/>
                    <a:pt x="461" y="735"/>
                    <a:pt x="473" y="680"/>
                  </a:cubicBezTo>
                  <a:cubicBezTo>
                    <a:pt x="480" y="657"/>
                    <a:pt x="483" y="633"/>
                    <a:pt x="489" y="610"/>
                  </a:cubicBezTo>
                  <a:cubicBezTo>
                    <a:pt x="498" y="566"/>
                    <a:pt x="510" y="523"/>
                    <a:pt x="521" y="480"/>
                  </a:cubicBezTo>
                  <a:cubicBezTo>
                    <a:pt x="534" y="437"/>
                    <a:pt x="538" y="392"/>
                    <a:pt x="547" y="348"/>
                  </a:cubicBezTo>
                  <a:cubicBezTo>
                    <a:pt x="551" y="324"/>
                    <a:pt x="556" y="301"/>
                    <a:pt x="561" y="278"/>
                  </a:cubicBezTo>
                  <a:cubicBezTo>
                    <a:pt x="566" y="253"/>
                    <a:pt x="573" y="230"/>
                    <a:pt x="573" y="205"/>
                  </a:cubicBezTo>
                  <a:cubicBezTo>
                    <a:pt x="573" y="162"/>
                    <a:pt x="559" y="128"/>
                    <a:pt x="539" y="92"/>
                  </a:cubicBezTo>
                  <a:cubicBezTo>
                    <a:pt x="510" y="35"/>
                    <a:pt x="442" y="0"/>
                    <a:pt x="37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9">
              <a:extLst>
                <a:ext uri="{FF2B5EF4-FFF2-40B4-BE49-F238E27FC236}">
                  <a16:creationId xmlns:a16="http://schemas.microsoft.com/office/drawing/2014/main" id="{CC4B40DF-A871-6308-5BA6-C245983BE49F}"/>
                </a:ext>
              </a:extLst>
            </p:cNvPr>
            <p:cNvSpPr/>
            <p:nvPr/>
          </p:nvSpPr>
          <p:spPr>
            <a:xfrm>
              <a:off x="6436354" y="1136706"/>
              <a:ext cx="17381" cy="14292"/>
            </a:xfrm>
            <a:custGeom>
              <a:avLst/>
              <a:gdLst/>
              <a:ahLst/>
              <a:cxnLst/>
              <a:rect l="l" t="t" r="r" b="b"/>
              <a:pathLst>
                <a:path w="557" h="458" extrusionOk="0">
                  <a:moveTo>
                    <a:pt x="341" y="1"/>
                  </a:moveTo>
                  <a:cubicBezTo>
                    <a:pt x="332" y="1"/>
                    <a:pt x="324" y="1"/>
                    <a:pt x="315" y="2"/>
                  </a:cubicBezTo>
                  <a:cubicBezTo>
                    <a:pt x="277" y="4"/>
                    <a:pt x="238" y="13"/>
                    <a:pt x="203" y="32"/>
                  </a:cubicBezTo>
                  <a:lnTo>
                    <a:pt x="202" y="32"/>
                  </a:lnTo>
                  <a:cubicBezTo>
                    <a:pt x="200" y="33"/>
                    <a:pt x="198" y="34"/>
                    <a:pt x="196" y="34"/>
                  </a:cubicBezTo>
                  <a:cubicBezTo>
                    <a:pt x="166" y="43"/>
                    <a:pt x="146" y="56"/>
                    <a:pt x="126" y="71"/>
                  </a:cubicBezTo>
                  <a:cubicBezTo>
                    <a:pt x="113" y="79"/>
                    <a:pt x="101" y="88"/>
                    <a:pt x="87" y="94"/>
                  </a:cubicBezTo>
                  <a:cubicBezTo>
                    <a:pt x="61" y="109"/>
                    <a:pt x="41" y="130"/>
                    <a:pt x="25" y="155"/>
                  </a:cubicBezTo>
                  <a:cubicBezTo>
                    <a:pt x="13" y="175"/>
                    <a:pt x="6" y="196"/>
                    <a:pt x="5" y="219"/>
                  </a:cubicBezTo>
                  <a:cubicBezTo>
                    <a:pt x="0" y="242"/>
                    <a:pt x="1" y="264"/>
                    <a:pt x="9" y="287"/>
                  </a:cubicBezTo>
                  <a:cubicBezTo>
                    <a:pt x="16" y="317"/>
                    <a:pt x="31" y="342"/>
                    <a:pt x="53" y="363"/>
                  </a:cubicBezTo>
                  <a:cubicBezTo>
                    <a:pt x="73" y="383"/>
                    <a:pt x="96" y="401"/>
                    <a:pt x="121" y="417"/>
                  </a:cubicBezTo>
                  <a:cubicBezTo>
                    <a:pt x="128" y="421"/>
                    <a:pt x="134" y="425"/>
                    <a:pt x="141" y="429"/>
                  </a:cubicBezTo>
                  <a:cubicBezTo>
                    <a:pt x="166" y="444"/>
                    <a:pt x="193" y="453"/>
                    <a:pt x="221" y="454"/>
                  </a:cubicBezTo>
                  <a:cubicBezTo>
                    <a:pt x="232" y="456"/>
                    <a:pt x="243" y="458"/>
                    <a:pt x="253" y="458"/>
                  </a:cubicBezTo>
                  <a:cubicBezTo>
                    <a:pt x="258" y="458"/>
                    <a:pt x="263" y="458"/>
                    <a:pt x="267" y="457"/>
                  </a:cubicBezTo>
                  <a:cubicBezTo>
                    <a:pt x="302" y="454"/>
                    <a:pt x="339" y="451"/>
                    <a:pt x="373" y="440"/>
                  </a:cubicBezTo>
                  <a:cubicBezTo>
                    <a:pt x="409" y="429"/>
                    <a:pt x="450" y="410"/>
                    <a:pt x="475" y="379"/>
                  </a:cubicBezTo>
                  <a:cubicBezTo>
                    <a:pt x="489" y="364"/>
                    <a:pt x="505" y="342"/>
                    <a:pt x="515" y="329"/>
                  </a:cubicBezTo>
                  <a:cubicBezTo>
                    <a:pt x="530" y="309"/>
                    <a:pt x="541" y="287"/>
                    <a:pt x="547" y="262"/>
                  </a:cubicBezTo>
                  <a:cubicBezTo>
                    <a:pt x="557" y="210"/>
                    <a:pt x="556" y="149"/>
                    <a:pt x="526" y="102"/>
                  </a:cubicBezTo>
                  <a:cubicBezTo>
                    <a:pt x="497" y="58"/>
                    <a:pt x="455" y="20"/>
                    <a:pt x="402" y="8"/>
                  </a:cubicBezTo>
                  <a:cubicBezTo>
                    <a:pt x="381" y="3"/>
                    <a:pt x="361" y="1"/>
                    <a:pt x="34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9">
              <a:extLst>
                <a:ext uri="{FF2B5EF4-FFF2-40B4-BE49-F238E27FC236}">
                  <a16:creationId xmlns:a16="http://schemas.microsoft.com/office/drawing/2014/main" id="{AD6D8F76-9717-34C0-8D8D-009CAC2DAFAA}"/>
                </a:ext>
              </a:extLst>
            </p:cNvPr>
            <p:cNvSpPr/>
            <p:nvPr/>
          </p:nvSpPr>
          <p:spPr>
            <a:xfrm>
              <a:off x="6295120" y="1118794"/>
              <a:ext cx="13761" cy="23841"/>
            </a:xfrm>
            <a:custGeom>
              <a:avLst/>
              <a:gdLst/>
              <a:ahLst/>
              <a:cxnLst/>
              <a:rect l="l" t="t" r="r" b="b"/>
              <a:pathLst>
                <a:path w="441" h="764" extrusionOk="0">
                  <a:moveTo>
                    <a:pt x="211" y="1"/>
                  </a:moveTo>
                  <a:cubicBezTo>
                    <a:pt x="199" y="1"/>
                    <a:pt x="188" y="2"/>
                    <a:pt x="177" y="4"/>
                  </a:cubicBezTo>
                  <a:cubicBezTo>
                    <a:pt x="100" y="20"/>
                    <a:pt x="37" y="131"/>
                    <a:pt x="14" y="203"/>
                  </a:cubicBezTo>
                  <a:cubicBezTo>
                    <a:pt x="4" y="236"/>
                    <a:pt x="3" y="284"/>
                    <a:pt x="2" y="320"/>
                  </a:cubicBezTo>
                  <a:cubicBezTo>
                    <a:pt x="1" y="347"/>
                    <a:pt x="1" y="375"/>
                    <a:pt x="3" y="401"/>
                  </a:cubicBezTo>
                  <a:cubicBezTo>
                    <a:pt x="5" y="428"/>
                    <a:pt x="6" y="456"/>
                    <a:pt x="13" y="482"/>
                  </a:cubicBezTo>
                  <a:cubicBezTo>
                    <a:pt x="21" y="509"/>
                    <a:pt x="34" y="536"/>
                    <a:pt x="47" y="560"/>
                  </a:cubicBezTo>
                  <a:cubicBezTo>
                    <a:pt x="57" y="582"/>
                    <a:pt x="70" y="604"/>
                    <a:pt x="84" y="625"/>
                  </a:cubicBezTo>
                  <a:cubicBezTo>
                    <a:pt x="91" y="635"/>
                    <a:pt x="98" y="645"/>
                    <a:pt x="104" y="654"/>
                  </a:cubicBezTo>
                  <a:cubicBezTo>
                    <a:pt x="138" y="699"/>
                    <a:pt x="168" y="725"/>
                    <a:pt x="219" y="744"/>
                  </a:cubicBezTo>
                  <a:cubicBezTo>
                    <a:pt x="237" y="750"/>
                    <a:pt x="256" y="756"/>
                    <a:pt x="275" y="761"/>
                  </a:cubicBezTo>
                  <a:cubicBezTo>
                    <a:pt x="284" y="763"/>
                    <a:pt x="293" y="764"/>
                    <a:pt x="302" y="764"/>
                  </a:cubicBezTo>
                  <a:cubicBezTo>
                    <a:pt x="355" y="764"/>
                    <a:pt x="412" y="733"/>
                    <a:pt x="421" y="677"/>
                  </a:cubicBezTo>
                  <a:cubicBezTo>
                    <a:pt x="428" y="644"/>
                    <a:pt x="440" y="610"/>
                    <a:pt x="440" y="576"/>
                  </a:cubicBezTo>
                  <a:cubicBezTo>
                    <a:pt x="440" y="540"/>
                    <a:pt x="431" y="504"/>
                    <a:pt x="425" y="469"/>
                  </a:cubicBezTo>
                  <a:cubicBezTo>
                    <a:pt x="421" y="429"/>
                    <a:pt x="418" y="389"/>
                    <a:pt x="407" y="351"/>
                  </a:cubicBezTo>
                  <a:cubicBezTo>
                    <a:pt x="398" y="323"/>
                    <a:pt x="393" y="295"/>
                    <a:pt x="389" y="267"/>
                  </a:cubicBezTo>
                  <a:cubicBezTo>
                    <a:pt x="387" y="245"/>
                    <a:pt x="386" y="223"/>
                    <a:pt x="381" y="203"/>
                  </a:cubicBezTo>
                  <a:cubicBezTo>
                    <a:pt x="375" y="185"/>
                    <a:pt x="368" y="168"/>
                    <a:pt x="363" y="151"/>
                  </a:cubicBezTo>
                  <a:cubicBezTo>
                    <a:pt x="357" y="130"/>
                    <a:pt x="352" y="110"/>
                    <a:pt x="344" y="90"/>
                  </a:cubicBezTo>
                  <a:cubicBezTo>
                    <a:pt x="320" y="32"/>
                    <a:pt x="269" y="1"/>
                    <a:pt x="211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9">
              <a:extLst>
                <a:ext uri="{FF2B5EF4-FFF2-40B4-BE49-F238E27FC236}">
                  <a16:creationId xmlns:a16="http://schemas.microsoft.com/office/drawing/2014/main" id="{A7BA94B0-A1E5-98F6-7493-2138EC9E4882}"/>
                </a:ext>
              </a:extLst>
            </p:cNvPr>
            <p:cNvSpPr/>
            <p:nvPr/>
          </p:nvSpPr>
          <p:spPr>
            <a:xfrm>
              <a:off x="6435199" y="1019437"/>
              <a:ext cx="34357" cy="18193"/>
            </a:xfrm>
            <a:custGeom>
              <a:avLst/>
              <a:gdLst/>
              <a:ahLst/>
              <a:cxnLst/>
              <a:rect l="l" t="t" r="r" b="b"/>
              <a:pathLst>
                <a:path w="1101" h="583" extrusionOk="0">
                  <a:moveTo>
                    <a:pt x="958" y="99"/>
                  </a:moveTo>
                  <a:lnTo>
                    <a:pt x="958" y="99"/>
                  </a:lnTo>
                  <a:cubicBezTo>
                    <a:pt x="959" y="99"/>
                    <a:pt x="961" y="100"/>
                    <a:pt x="962" y="101"/>
                  </a:cubicBezTo>
                  <a:lnTo>
                    <a:pt x="962" y="101"/>
                  </a:lnTo>
                  <a:cubicBezTo>
                    <a:pt x="961" y="100"/>
                    <a:pt x="959" y="99"/>
                    <a:pt x="958" y="99"/>
                  </a:cubicBezTo>
                  <a:close/>
                  <a:moveTo>
                    <a:pt x="597" y="0"/>
                  </a:moveTo>
                  <a:cubicBezTo>
                    <a:pt x="534" y="0"/>
                    <a:pt x="471" y="7"/>
                    <a:pt x="409" y="17"/>
                  </a:cubicBezTo>
                  <a:cubicBezTo>
                    <a:pt x="327" y="29"/>
                    <a:pt x="243" y="51"/>
                    <a:pt x="173" y="95"/>
                  </a:cubicBezTo>
                  <a:cubicBezTo>
                    <a:pt x="126" y="125"/>
                    <a:pt x="72" y="158"/>
                    <a:pt x="42" y="205"/>
                  </a:cubicBezTo>
                  <a:cubicBezTo>
                    <a:pt x="7" y="263"/>
                    <a:pt x="1" y="357"/>
                    <a:pt x="53" y="407"/>
                  </a:cubicBezTo>
                  <a:cubicBezTo>
                    <a:pt x="95" y="445"/>
                    <a:pt x="139" y="468"/>
                    <a:pt x="195" y="471"/>
                  </a:cubicBezTo>
                  <a:cubicBezTo>
                    <a:pt x="224" y="472"/>
                    <a:pt x="252" y="471"/>
                    <a:pt x="281" y="473"/>
                  </a:cubicBezTo>
                  <a:cubicBezTo>
                    <a:pt x="329" y="477"/>
                    <a:pt x="376" y="477"/>
                    <a:pt x="424" y="481"/>
                  </a:cubicBezTo>
                  <a:cubicBezTo>
                    <a:pt x="495" y="494"/>
                    <a:pt x="561" y="516"/>
                    <a:pt x="630" y="537"/>
                  </a:cubicBezTo>
                  <a:cubicBezTo>
                    <a:pt x="664" y="546"/>
                    <a:pt x="697" y="562"/>
                    <a:pt x="731" y="573"/>
                  </a:cubicBezTo>
                  <a:cubicBezTo>
                    <a:pt x="754" y="579"/>
                    <a:pt x="778" y="582"/>
                    <a:pt x="803" y="582"/>
                  </a:cubicBezTo>
                  <a:cubicBezTo>
                    <a:pt x="855" y="582"/>
                    <a:pt x="908" y="568"/>
                    <a:pt x="952" y="542"/>
                  </a:cubicBezTo>
                  <a:cubicBezTo>
                    <a:pt x="976" y="528"/>
                    <a:pt x="1005" y="508"/>
                    <a:pt x="1023" y="485"/>
                  </a:cubicBezTo>
                  <a:cubicBezTo>
                    <a:pt x="1072" y="422"/>
                    <a:pt x="1101" y="364"/>
                    <a:pt x="1089" y="284"/>
                  </a:cubicBezTo>
                  <a:cubicBezTo>
                    <a:pt x="1081" y="217"/>
                    <a:pt x="1042" y="136"/>
                    <a:pt x="975" y="108"/>
                  </a:cubicBezTo>
                  <a:cubicBezTo>
                    <a:pt x="974" y="108"/>
                    <a:pt x="973" y="107"/>
                    <a:pt x="972" y="107"/>
                  </a:cubicBezTo>
                  <a:lnTo>
                    <a:pt x="972" y="107"/>
                  </a:lnTo>
                  <a:cubicBezTo>
                    <a:pt x="961" y="98"/>
                    <a:pt x="949" y="90"/>
                    <a:pt x="937" y="83"/>
                  </a:cubicBezTo>
                  <a:cubicBezTo>
                    <a:pt x="909" y="67"/>
                    <a:pt x="871" y="56"/>
                    <a:pt x="839" y="43"/>
                  </a:cubicBezTo>
                  <a:cubicBezTo>
                    <a:pt x="786" y="22"/>
                    <a:pt x="733" y="11"/>
                    <a:pt x="676" y="4"/>
                  </a:cubicBezTo>
                  <a:cubicBezTo>
                    <a:pt x="649" y="2"/>
                    <a:pt x="623" y="0"/>
                    <a:pt x="597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9">
              <a:extLst>
                <a:ext uri="{FF2B5EF4-FFF2-40B4-BE49-F238E27FC236}">
                  <a16:creationId xmlns:a16="http://schemas.microsoft.com/office/drawing/2014/main" id="{856C8FAB-48ED-34E8-1D16-E203C0ECC8DE}"/>
                </a:ext>
              </a:extLst>
            </p:cNvPr>
            <p:cNvSpPr/>
            <p:nvPr/>
          </p:nvSpPr>
          <p:spPr>
            <a:xfrm>
              <a:off x="6219885" y="921142"/>
              <a:ext cx="905" cy="1155"/>
            </a:xfrm>
            <a:custGeom>
              <a:avLst/>
              <a:gdLst/>
              <a:ahLst/>
              <a:cxnLst/>
              <a:rect l="l" t="t" r="r" b="b"/>
              <a:pathLst>
                <a:path w="29" h="37" extrusionOk="0">
                  <a:moveTo>
                    <a:pt x="29" y="1"/>
                  </a:moveTo>
                  <a:lnTo>
                    <a:pt x="29" y="1"/>
                  </a:lnTo>
                  <a:cubicBezTo>
                    <a:pt x="19" y="12"/>
                    <a:pt x="10" y="24"/>
                    <a:pt x="1" y="35"/>
                  </a:cubicBezTo>
                  <a:lnTo>
                    <a:pt x="1" y="35"/>
                  </a:lnTo>
                  <a:cubicBezTo>
                    <a:pt x="4" y="32"/>
                    <a:pt x="8" y="30"/>
                    <a:pt x="11" y="26"/>
                  </a:cubicBezTo>
                  <a:cubicBezTo>
                    <a:pt x="16" y="17"/>
                    <a:pt x="22" y="9"/>
                    <a:pt x="29" y="1"/>
                  </a:cubicBezTo>
                  <a:close/>
                  <a:moveTo>
                    <a:pt x="1" y="35"/>
                  </a:moveTo>
                  <a:cubicBezTo>
                    <a:pt x="1" y="36"/>
                    <a:pt x="1" y="36"/>
                    <a:pt x="0" y="36"/>
                  </a:cubicBezTo>
                  <a:cubicBezTo>
                    <a:pt x="1" y="36"/>
                    <a:pt x="1" y="36"/>
                    <a:pt x="1" y="35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9">
              <a:extLst>
                <a:ext uri="{FF2B5EF4-FFF2-40B4-BE49-F238E27FC236}">
                  <a16:creationId xmlns:a16="http://schemas.microsoft.com/office/drawing/2014/main" id="{D3B7EB4A-A2B6-F0E4-1AE1-55F43429B850}"/>
                </a:ext>
              </a:extLst>
            </p:cNvPr>
            <p:cNvSpPr/>
            <p:nvPr/>
          </p:nvSpPr>
          <p:spPr>
            <a:xfrm>
              <a:off x="6219854" y="92226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" y="1"/>
                    <a:pt x="2" y="0"/>
                  </a:cubicBezTo>
                  <a:close/>
                  <a:moveTo>
                    <a:pt x="1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722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9">
              <a:extLst>
                <a:ext uri="{FF2B5EF4-FFF2-40B4-BE49-F238E27FC236}">
                  <a16:creationId xmlns:a16="http://schemas.microsoft.com/office/drawing/2014/main" id="{59E147A7-A179-000F-7075-7D41381C9D0B}"/>
                </a:ext>
              </a:extLst>
            </p:cNvPr>
            <p:cNvSpPr/>
            <p:nvPr/>
          </p:nvSpPr>
          <p:spPr>
            <a:xfrm>
              <a:off x="6208058" y="903261"/>
              <a:ext cx="14729" cy="21063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470" y="155"/>
                  </a:moveTo>
                  <a:lnTo>
                    <a:pt x="470" y="155"/>
                  </a:lnTo>
                  <a:cubicBezTo>
                    <a:pt x="470" y="159"/>
                    <a:pt x="470" y="163"/>
                    <a:pt x="469" y="166"/>
                  </a:cubicBezTo>
                  <a:lnTo>
                    <a:pt x="469" y="166"/>
                  </a:lnTo>
                  <a:cubicBezTo>
                    <a:pt x="470" y="163"/>
                    <a:pt x="470" y="159"/>
                    <a:pt x="470" y="155"/>
                  </a:cubicBezTo>
                  <a:close/>
                  <a:moveTo>
                    <a:pt x="326" y="1"/>
                  </a:moveTo>
                  <a:cubicBezTo>
                    <a:pt x="292" y="1"/>
                    <a:pt x="259" y="12"/>
                    <a:pt x="228" y="31"/>
                  </a:cubicBezTo>
                  <a:cubicBezTo>
                    <a:pt x="198" y="47"/>
                    <a:pt x="172" y="69"/>
                    <a:pt x="146" y="89"/>
                  </a:cubicBezTo>
                  <a:cubicBezTo>
                    <a:pt x="117" y="113"/>
                    <a:pt x="96" y="147"/>
                    <a:pt x="80" y="180"/>
                  </a:cubicBezTo>
                  <a:cubicBezTo>
                    <a:pt x="37" y="266"/>
                    <a:pt x="0" y="359"/>
                    <a:pt x="29" y="456"/>
                  </a:cubicBezTo>
                  <a:cubicBezTo>
                    <a:pt x="39" y="492"/>
                    <a:pt x="54" y="529"/>
                    <a:pt x="71" y="562"/>
                  </a:cubicBezTo>
                  <a:cubicBezTo>
                    <a:pt x="91" y="603"/>
                    <a:pt x="133" y="634"/>
                    <a:pt x="174" y="656"/>
                  </a:cubicBezTo>
                  <a:cubicBezTo>
                    <a:pt x="199" y="668"/>
                    <a:pt x="225" y="675"/>
                    <a:pt x="250" y="675"/>
                  </a:cubicBezTo>
                  <a:cubicBezTo>
                    <a:pt x="299" y="675"/>
                    <a:pt x="346" y="652"/>
                    <a:pt x="379" y="609"/>
                  </a:cubicBezTo>
                  <a:cubicBezTo>
                    <a:pt x="402" y="581"/>
                    <a:pt x="423" y="555"/>
                    <a:pt x="433" y="518"/>
                  </a:cubicBezTo>
                  <a:cubicBezTo>
                    <a:pt x="436" y="509"/>
                    <a:pt x="437" y="500"/>
                    <a:pt x="439" y="490"/>
                  </a:cubicBezTo>
                  <a:cubicBezTo>
                    <a:pt x="448" y="454"/>
                    <a:pt x="460" y="425"/>
                    <a:pt x="462" y="384"/>
                  </a:cubicBezTo>
                  <a:cubicBezTo>
                    <a:pt x="463" y="348"/>
                    <a:pt x="460" y="312"/>
                    <a:pt x="463" y="276"/>
                  </a:cubicBezTo>
                  <a:cubicBezTo>
                    <a:pt x="466" y="256"/>
                    <a:pt x="468" y="235"/>
                    <a:pt x="468" y="214"/>
                  </a:cubicBezTo>
                  <a:cubicBezTo>
                    <a:pt x="467" y="198"/>
                    <a:pt x="468" y="182"/>
                    <a:pt x="469" y="166"/>
                  </a:cubicBezTo>
                  <a:lnTo>
                    <a:pt x="469" y="166"/>
                  </a:lnTo>
                  <a:cubicBezTo>
                    <a:pt x="469" y="172"/>
                    <a:pt x="468" y="178"/>
                    <a:pt x="467" y="184"/>
                  </a:cubicBezTo>
                  <a:lnTo>
                    <a:pt x="467" y="184"/>
                  </a:lnTo>
                  <a:cubicBezTo>
                    <a:pt x="472" y="150"/>
                    <a:pt x="472" y="121"/>
                    <a:pt x="458" y="88"/>
                  </a:cubicBezTo>
                  <a:cubicBezTo>
                    <a:pt x="454" y="77"/>
                    <a:pt x="450" y="72"/>
                    <a:pt x="444" y="62"/>
                  </a:cubicBezTo>
                  <a:cubicBezTo>
                    <a:pt x="436" y="48"/>
                    <a:pt x="430" y="35"/>
                    <a:pt x="414" y="27"/>
                  </a:cubicBezTo>
                  <a:cubicBezTo>
                    <a:pt x="401" y="18"/>
                    <a:pt x="386" y="12"/>
                    <a:pt x="371" y="8"/>
                  </a:cubicBezTo>
                  <a:cubicBezTo>
                    <a:pt x="356" y="3"/>
                    <a:pt x="341" y="1"/>
                    <a:pt x="326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9">
              <a:extLst>
                <a:ext uri="{FF2B5EF4-FFF2-40B4-BE49-F238E27FC236}">
                  <a16:creationId xmlns:a16="http://schemas.microsoft.com/office/drawing/2014/main" id="{4F6475D0-6DF7-E947-E18E-3B39E83194B7}"/>
                </a:ext>
              </a:extLst>
            </p:cNvPr>
            <p:cNvSpPr/>
            <p:nvPr/>
          </p:nvSpPr>
          <p:spPr>
            <a:xfrm>
              <a:off x="6124585" y="1077104"/>
              <a:ext cx="13605" cy="20845"/>
            </a:xfrm>
            <a:custGeom>
              <a:avLst/>
              <a:gdLst/>
              <a:ahLst/>
              <a:cxnLst/>
              <a:rect l="l" t="t" r="r" b="b"/>
              <a:pathLst>
                <a:path w="436" h="668" extrusionOk="0">
                  <a:moveTo>
                    <a:pt x="425" y="134"/>
                  </a:moveTo>
                  <a:lnTo>
                    <a:pt x="425" y="134"/>
                  </a:lnTo>
                  <a:cubicBezTo>
                    <a:pt x="426" y="139"/>
                    <a:pt x="427" y="143"/>
                    <a:pt x="427" y="148"/>
                  </a:cubicBezTo>
                  <a:lnTo>
                    <a:pt x="427" y="148"/>
                  </a:lnTo>
                  <a:cubicBezTo>
                    <a:pt x="426" y="143"/>
                    <a:pt x="426" y="139"/>
                    <a:pt x="425" y="134"/>
                  </a:cubicBezTo>
                  <a:close/>
                  <a:moveTo>
                    <a:pt x="367" y="0"/>
                  </a:moveTo>
                  <a:cubicBezTo>
                    <a:pt x="362" y="0"/>
                    <a:pt x="358" y="1"/>
                    <a:pt x="354" y="1"/>
                  </a:cubicBezTo>
                  <a:cubicBezTo>
                    <a:pt x="311" y="11"/>
                    <a:pt x="271" y="25"/>
                    <a:pt x="232" y="41"/>
                  </a:cubicBezTo>
                  <a:cubicBezTo>
                    <a:pt x="217" y="48"/>
                    <a:pt x="201" y="53"/>
                    <a:pt x="188" y="61"/>
                  </a:cubicBezTo>
                  <a:cubicBezTo>
                    <a:pt x="156" y="80"/>
                    <a:pt x="138" y="108"/>
                    <a:pt x="116" y="137"/>
                  </a:cubicBezTo>
                  <a:cubicBezTo>
                    <a:pt x="101" y="156"/>
                    <a:pt x="87" y="177"/>
                    <a:pt x="74" y="199"/>
                  </a:cubicBezTo>
                  <a:cubicBezTo>
                    <a:pt x="61" y="219"/>
                    <a:pt x="51" y="239"/>
                    <a:pt x="40" y="260"/>
                  </a:cubicBezTo>
                  <a:cubicBezTo>
                    <a:pt x="24" y="291"/>
                    <a:pt x="10" y="322"/>
                    <a:pt x="6" y="357"/>
                  </a:cubicBezTo>
                  <a:cubicBezTo>
                    <a:pt x="2" y="377"/>
                    <a:pt x="0" y="396"/>
                    <a:pt x="0" y="416"/>
                  </a:cubicBezTo>
                  <a:cubicBezTo>
                    <a:pt x="1" y="460"/>
                    <a:pt x="3" y="503"/>
                    <a:pt x="20" y="544"/>
                  </a:cubicBezTo>
                  <a:cubicBezTo>
                    <a:pt x="35" y="578"/>
                    <a:pt x="60" y="609"/>
                    <a:pt x="89" y="632"/>
                  </a:cubicBezTo>
                  <a:cubicBezTo>
                    <a:pt x="117" y="653"/>
                    <a:pt x="150" y="668"/>
                    <a:pt x="183" y="668"/>
                  </a:cubicBezTo>
                  <a:cubicBezTo>
                    <a:pt x="203" y="668"/>
                    <a:pt x="223" y="663"/>
                    <a:pt x="242" y="650"/>
                  </a:cubicBezTo>
                  <a:cubicBezTo>
                    <a:pt x="254" y="644"/>
                    <a:pt x="264" y="637"/>
                    <a:pt x="276" y="629"/>
                  </a:cubicBezTo>
                  <a:cubicBezTo>
                    <a:pt x="317" y="602"/>
                    <a:pt x="339" y="568"/>
                    <a:pt x="358" y="524"/>
                  </a:cubicBezTo>
                  <a:lnTo>
                    <a:pt x="358" y="524"/>
                  </a:lnTo>
                  <a:cubicBezTo>
                    <a:pt x="357" y="526"/>
                    <a:pt x="356" y="527"/>
                    <a:pt x="355" y="529"/>
                  </a:cubicBezTo>
                  <a:cubicBezTo>
                    <a:pt x="356" y="527"/>
                    <a:pt x="357" y="525"/>
                    <a:pt x="358" y="523"/>
                  </a:cubicBezTo>
                  <a:cubicBezTo>
                    <a:pt x="359" y="520"/>
                    <a:pt x="361" y="517"/>
                    <a:pt x="362" y="515"/>
                  </a:cubicBezTo>
                  <a:cubicBezTo>
                    <a:pt x="363" y="511"/>
                    <a:pt x="366" y="507"/>
                    <a:pt x="367" y="503"/>
                  </a:cubicBezTo>
                  <a:cubicBezTo>
                    <a:pt x="380" y="474"/>
                    <a:pt x="394" y="443"/>
                    <a:pt x="399" y="411"/>
                  </a:cubicBezTo>
                  <a:cubicBezTo>
                    <a:pt x="401" y="393"/>
                    <a:pt x="402" y="376"/>
                    <a:pt x="404" y="359"/>
                  </a:cubicBezTo>
                  <a:cubicBezTo>
                    <a:pt x="407" y="335"/>
                    <a:pt x="412" y="310"/>
                    <a:pt x="418" y="286"/>
                  </a:cubicBezTo>
                  <a:cubicBezTo>
                    <a:pt x="421" y="273"/>
                    <a:pt x="425" y="260"/>
                    <a:pt x="428" y="246"/>
                  </a:cubicBezTo>
                  <a:cubicBezTo>
                    <a:pt x="436" y="215"/>
                    <a:pt x="433" y="187"/>
                    <a:pt x="429" y="158"/>
                  </a:cubicBezTo>
                  <a:lnTo>
                    <a:pt x="429" y="158"/>
                  </a:lnTo>
                  <a:cubicBezTo>
                    <a:pt x="425" y="124"/>
                    <a:pt x="423" y="89"/>
                    <a:pt x="424" y="56"/>
                  </a:cubicBezTo>
                  <a:cubicBezTo>
                    <a:pt x="426" y="22"/>
                    <a:pt x="397" y="0"/>
                    <a:pt x="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9">
              <a:extLst>
                <a:ext uri="{FF2B5EF4-FFF2-40B4-BE49-F238E27FC236}">
                  <a16:creationId xmlns:a16="http://schemas.microsoft.com/office/drawing/2014/main" id="{E40C90A0-B6EE-B53E-DA41-905A4506479A}"/>
                </a:ext>
              </a:extLst>
            </p:cNvPr>
            <p:cNvSpPr/>
            <p:nvPr/>
          </p:nvSpPr>
          <p:spPr>
            <a:xfrm>
              <a:off x="6185903" y="1180954"/>
              <a:ext cx="22655" cy="28521"/>
            </a:xfrm>
            <a:custGeom>
              <a:avLst/>
              <a:gdLst/>
              <a:ahLst/>
              <a:cxnLst/>
              <a:rect l="l" t="t" r="r" b="b"/>
              <a:pathLst>
                <a:path w="726" h="914" extrusionOk="0">
                  <a:moveTo>
                    <a:pt x="217" y="0"/>
                  </a:moveTo>
                  <a:cubicBezTo>
                    <a:pt x="200" y="0"/>
                    <a:pt x="183" y="3"/>
                    <a:pt x="167" y="8"/>
                  </a:cubicBezTo>
                  <a:cubicBezTo>
                    <a:pt x="132" y="21"/>
                    <a:pt x="99" y="38"/>
                    <a:pt x="72" y="63"/>
                  </a:cubicBezTo>
                  <a:cubicBezTo>
                    <a:pt x="29" y="103"/>
                    <a:pt x="13" y="161"/>
                    <a:pt x="9" y="216"/>
                  </a:cubicBezTo>
                  <a:cubicBezTo>
                    <a:pt x="2" y="294"/>
                    <a:pt x="1" y="375"/>
                    <a:pt x="27" y="450"/>
                  </a:cubicBezTo>
                  <a:cubicBezTo>
                    <a:pt x="53" y="523"/>
                    <a:pt x="85" y="596"/>
                    <a:pt x="123" y="663"/>
                  </a:cubicBezTo>
                  <a:cubicBezTo>
                    <a:pt x="147" y="705"/>
                    <a:pt x="179" y="741"/>
                    <a:pt x="215" y="771"/>
                  </a:cubicBezTo>
                  <a:cubicBezTo>
                    <a:pt x="266" y="813"/>
                    <a:pt x="313" y="854"/>
                    <a:pt x="374" y="876"/>
                  </a:cubicBezTo>
                  <a:cubicBezTo>
                    <a:pt x="435" y="897"/>
                    <a:pt x="499" y="905"/>
                    <a:pt x="562" y="912"/>
                  </a:cubicBezTo>
                  <a:cubicBezTo>
                    <a:pt x="566" y="913"/>
                    <a:pt x="570" y="913"/>
                    <a:pt x="574" y="913"/>
                  </a:cubicBezTo>
                  <a:cubicBezTo>
                    <a:pt x="656" y="913"/>
                    <a:pt x="726" y="810"/>
                    <a:pt x="697" y="734"/>
                  </a:cubicBezTo>
                  <a:cubicBezTo>
                    <a:pt x="684" y="700"/>
                    <a:pt x="674" y="664"/>
                    <a:pt x="665" y="628"/>
                  </a:cubicBezTo>
                  <a:cubicBezTo>
                    <a:pt x="656" y="582"/>
                    <a:pt x="635" y="540"/>
                    <a:pt x="616" y="497"/>
                  </a:cubicBezTo>
                  <a:cubicBezTo>
                    <a:pt x="605" y="469"/>
                    <a:pt x="594" y="439"/>
                    <a:pt x="579" y="413"/>
                  </a:cubicBezTo>
                  <a:cubicBezTo>
                    <a:pt x="567" y="395"/>
                    <a:pt x="556" y="377"/>
                    <a:pt x="544" y="360"/>
                  </a:cubicBezTo>
                  <a:cubicBezTo>
                    <a:pt x="526" y="329"/>
                    <a:pt x="512" y="298"/>
                    <a:pt x="498" y="267"/>
                  </a:cubicBezTo>
                  <a:cubicBezTo>
                    <a:pt x="492" y="249"/>
                    <a:pt x="484" y="232"/>
                    <a:pt x="475" y="217"/>
                  </a:cubicBezTo>
                  <a:cubicBezTo>
                    <a:pt x="468" y="205"/>
                    <a:pt x="458" y="192"/>
                    <a:pt x="451" y="180"/>
                  </a:cubicBezTo>
                  <a:cubicBezTo>
                    <a:pt x="436" y="157"/>
                    <a:pt x="423" y="133"/>
                    <a:pt x="411" y="107"/>
                  </a:cubicBezTo>
                  <a:cubicBezTo>
                    <a:pt x="390" y="67"/>
                    <a:pt x="348" y="36"/>
                    <a:pt x="307" y="20"/>
                  </a:cubicBezTo>
                  <a:cubicBezTo>
                    <a:pt x="280" y="8"/>
                    <a:pt x="248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9">
              <a:extLst>
                <a:ext uri="{FF2B5EF4-FFF2-40B4-BE49-F238E27FC236}">
                  <a16:creationId xmlns:a16="http://schemas.microsoft.com/office/drawing/2014/main" id="{5A7AF925-10EB-C986-C4D6-C9546C05EDA9}"/>
                </a:ext>
              </a:extLst>
            </p:cNvPr>
            <p:cNvSpPr/>
            <p:nvPr/>
          </p:nvSpPr>
          <p:spPr>
            <a:xfrm>
              <a:off x="6278301" y="1233940"/>
              <a:ext cx="14885" cy="10735"/>
            </a:xfrm>
            <a:custGeom>
              <a:avLst/>
              <a:gdLst/>
              <a:ahLst/>
              <a:cxnLst/>
              <a:rect l="l" t="t" r="r" b="b"/>
              <a:pathLst>
                <a:path w="477" h="344" extrusionOk="0">
                  <a:moveTo>
                    <a:pt x="130" y="0"/>
                  </a:moveTo>
                  <a:cubicBezTo>
                    <a:pt x="120" y="0"/>
                    <a:pt x="110" y="1"/>
                    <a:pt x="100" y="3"/>
                  </a:cubicBezTo>
                  <a:cubicBezTo>
                    <a:pt x="74" y="11"/>
                    <a:pt x="52" y="27"/>
                    <a:pt x="35" y="49"/>
                  </a:cubicBezTo>
                  <a:cubicBezTo>
                    <a:pt x="4" y="89"/>
                    <a:pt x="1" y="144"/>
                    <a:pt x="25" y="189"/>
                  </a:cubicBezTo>
                  <a:cubicBezTo>
                    <a:pt x="34" y="205"/>
                    <a:pt x="50" y="223"/>
                    <a:pt x="61" y="238"/>
                  </a:cubicBezTo>
                  <a:cubicBezTo>
                    <a:pt x="67" y="245"/>
                    <a:pt x="73" y="251"/>
                    <a:pt x="79" y="259"/>
                  </a:cubicBezTo>
                  <a:cubicBezTo>
                    <a:pt x="108" y="292"/>
                    <a:pt x="143" y="321"/>
                    <a:pt x="188" y="330"/>
                  </a:cubicBezTo>
                  <a:cubicBezTo>
                    <a:pt x="219" y="337"/>
                    <a:pt x="252" y="343"/>
                    <a:pt x="284" y="344"/>
                  </a:cubicBezTo>
                  <a:cubicBezTo>
                    <a:pt x="286" y="344"/>
                    <a:pt x="288" y="344"/>
                    <a:pt x="290" y="344"/>
                  </a:cubicBezTo>
                  <a:cubicBezTo>
                    <a:pt x="328" y="344"/>
                    <a:pt x="364" y="324"/>
                    <a:pt x="396" y="306"/>
                  </a:cubicBezTo>
                  <a:cubicBezTo>
                    <a:pt x="460" y="270"/>
                    <a:pt x="477" y="170"/>
                    <a:pt x="420" y="120"/>
                  </a:cubicBezTo>
                  <a:cubicBezTo>
                    <a:pt x="413" y="113"/>
                    <a:pt x="407" y="107"/>
                    <a:pt x="402" y="102"/>
                  </a:cubicBezTo>
                  <a:cubicBezTo>
                    <a:pt x="398" y="98"/>
                    <a:pt x="395" y="94"/>
                    <a:pt x="392" y="91"/>
                  </a:cubicBezTo>
                  <a:cubicBezTo>
                    <a:pt x="376" y="76"/>
                    <a:pt x="362" y="68"/>
                    <a:pt x="346" y="60"/>
                  </a:cubicBezTo>
                  <a:lnTo>
                    <a:pt x="346" y="60"/>
                  </a:lnTo>
                  <a:cubicBezTo>
                    <a:pt x="349" y="62"/>
                    <a:pt x="352" y="63"/>
                    <a:pt x="355" y="64"/>
                  </a:cubicBezTo>
                  <a:cubicBezTo>
                    <a:pt x="339" y="58"/>
                    <a:pt x="323" y="49"/>
                    <a:pt x="307" y="40"/>
                  </a:cubicBezTo>
                  <a:cubicBezTo>
                    <a:pt x="293" y="32"/>
                    <a:pt x="281" y="23"/>
                    <a:pt x="261" y="19"/>
                  </a:cubicBezTo>
                  <a:cubicBezTo>
                    <a:pt x="246" y="16"/>
                    <a:pt x="228" y="14"/>
                    <a:pt x="211" y="13"/>
                  </a:cubicBezTo>
                  <a:cubicBezTo>
                    <a:pt x="196" y="10"/>
                    <a:pt x="182" y="7"/>
                    <a:pt x="167" y="3"/>
                  </a:cubicBezTo>
                  <a:cubicBezTo>
                    <a:pt x="155" y="2"/>
                    <a:pt x="142" y="0"/>
                    <a:pt x="1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9">
              <a:extLst>
                <a:ext uri="{FF2B5EF4-FFF2-40B4-BE49-F238E27FC236}">
                  <a16:creationId xmlns:a16="http://schemas.microsoft.com/office/drawing/2014/main" id="{24F8BE9B-662A-E92D-4F3B-5E845D0BB4EA}"/>
                </a:ext>
              </a:extLst>
            </p:cNvPr>
            <p:cNvSpPr/>
            <p:nvPr/>
          </p:nvSpPr>
          <p:spPr>
            <a:xfrm>
              <a:off x="6387674" y="1209757"/>
              <a:ext cx="18286" cy="11920"/>
            </a:xfrm>
            <a:custGeom>
              <a:avLst/>
              <a:gdLst/>
              <a:ahLst/>
              <a:cxnLst/>
              <a:rect l="l" t="t" r="r" b="b"/>
              <a:pathLst>
                <a:path w="586" h="382" extrusionOk="0">
                  <a:moveTo>
                    <a:pt x="493" y="22"/>
                  </a:moveTo>
                  <a:cubicBezTo>
                    <a:pt x="498" y="24"/>
                    <a:pt x="502" y="26"/>
                    <a:pt x="506" y="28"/>
                  </a:cubicBezTo>
                  <a:cubicBezTo>
                    <a:pt x="502" y="26"/>
                    <a:pt x="498" y="24"/>
                    <a:pt x="493" y="22"/>
                  </a:cubicBezTo>
                  <a:close/>
                  <a:moveTo>
                    <a:pt x="271" y="56"/>
                  </a:moveTo>
                  <a:cubicBezTo>
                    <a:pt x="269" y="58"/>
                    <a:pt x="267" y="60"/>
                    <a:pt x="265" y="61"/>
                  </a:cubicBezTo>
                  <a:cubicBezTo>
                    <a:pt x="267" y="60"/>
                    <a:pt x="269" y="58"/>
                    <a:pt x="271" y="56"/>
                  </a:cubicBezTo>
                  <a:close/>
                  <a:moveTo>
                    <a:pt x="416" y="1"/>
                  </a:moveTo>
                  <a:cubicBezTo>
                    <a:pt x="415" y="1"/>
                    <a:pt x="414" y="1"/>
                    <a:pt x="413" y="1"/>
                  </a:cubicBezTo>
                  <a:cubicBezTo>
                    <a:pt x="393" y="2"/>
                    <a:pt x="373" y="6"/>
                    <a:pt x="355" y="10"/>
                  </a:cubicBezTo>
                  <a:cubicBezTo>
                    <a:pt x="327" y="17"/>
                    <a:pt x="305" y="30"/>
                    <a:pt x="284" y="46"/>
                  </a:cubicBezTo>
                  <a:lnTo>
                    <a:pt x="284" y="46"/>
                  </a:lnTo>
                  <a:cubicBezTo>
                    <a:pt x="289" y="42"/>
                    <a:pt x="294" y="38"/>
                    <a:pt x="299" y="34"/>
                  </a:cubicBezTo>
                  <a:lnTo>
                    <a:pt x="299" y="34"/>
                  </a:lnTo>
                  <a:cubicBezTo>
                    <a:pt x="281" y="48"/>
                    <a:pt x="262" y="60"/>
                    <a:pt x="244" y="71"/>
                  </a:cubicBezTo>
                  <a:cubicBezTo>
                    <a:pt x="234" y="75"/>
                    <a:pt x="225" y="79"/>
                    <a:pt x="215" y="85"/>
                  </a:cubicBezTo>
                  <a:cubicBezTo>
                    <a:pt x="207" y="89"/>
                    <a:pt x="200" y="96"/>
                    <a:pt x="192" y="102"/>
                  </a:cubicBezTo>
                  <a:cubicBezTo>
                    <a:pt x="170" y="119"/>
                    <a:pt x="145" y="134"/>
                    <a:pt x="120" y="146"/>
                  </a:cubicBezTo>
                  <a:lnTo>
                    <a:pt x="119" y="146"/>
                  </a:lnTo>
                  <a:cubicBezTo>
                    <a:pt x="113" y="148"/>
                    <a:pt x="105" y="151"/>
                    <a:pt x="98" y="154"/>
                  </a:cubicBezTo>
                  <a:cubicBezTo>
                    <a:pt x="84" y="158"/>
                    <a:pt x="70" y="161"/>
                    <a:pt x="55" y="163"/>
                  </a:cubicBezTo>
                  <a:cubicBezTo>
                    <a:pt x="29" y="168"/>
                    <a:pt x="8" y="196"/>
                    <a:pt x="5" y="222"/>
                  </a:cubicBezTo>
                  <a:cubicBezTo>
                    <a:pt x="1" y="252"/>
                    <a:pt x="15" y="275"/>
                    <a:pt x="38" y="293"/>
                  </a:cubicBezTo>
                  <a:cubicBezTo>
                    <a:pt x="75" y="320"/>
                    <a:pt x="115" y="339"/>
                    <a:pt x="158" y="356"/>
                  </a:cubicBezTo>
                  <a:cubicBezTo>
                    <a:pt x="199" y="371"/>
                    <a:pt x="244" y="382"/>
                    <a:pt x="289" y="382"/>
                  </a:cubicBezTo>
                  <a:cubicBezTo>
                    <a:pt x="306" y="382"/>
                    <a:pt x="322" y="380"/>
                    <a:pt x="339" y="377"/>
                  </a:cubicBezTo>
                  <a:cubicBezTo>
                    <a:pt x="357" y="373"/>
                    <a:pt x="375" y="367"/>
                    <a:pt x="393" y="361"/>
                  </a:cubicBezTo>
                  <a:cubicBezTo>
                    <a:pt x="436" y="345"/>
                    <a:pt x="478" y="328"/>
                    <a:pt x="513" y="297"/>
                  </a:cubicBezTo>
                  <a:cubicBezTo>
                    <a:pt x="560" y="252"/>
                    <a:pt x="586" y="178"/>
                    <a:pt x="567" y="115"/>
                  </a:cubicBezTo>
                  <a:cubicBezTo>
                    <a:pt x="566" y="111"/>
                    <a:pt x="565" y="106"/>
                    <a:pt x="564" y="102"/>
                  </a:cubicBezTo>
                  <a:cubicBezTo>
                    <a:pt x="557" y="82"/>
                    <a:pt x="548" y="63"/>
                    <a:pt x="532" y="48"/>
                  </a:cubicBezTo>
                  <a:cubicBezTo>
                    <a:pt x="515" y="32"/>
                    <a:pt x="498" y="25"/>
                    <a:pt x="477" y="15"/>
                  </a:cubicBezTo>
                  <a:lnTo>
                    <a:pt x="477" y="15"/>
                  </a:lnTo>
                  <a:cubicBezTo>
                    <a:pt x="482" y="18"/>
                    <a:pt x="488" y="20"/>
                    <a:pt x="493" y="22"/>
                  </a:cubicBezTo>
                  <a:lnTo>
                    <a:pt x="493" y="22"/>
                  </a:lnTo>
                  <a:cubicBezTo>
                    <a:pt x="469" y="12"/>
                    <a:pt x="445" y="1"/>
                    <a:pt x="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9">
              <a:extLst>
                <a:ext uri="{FF2B5EF4-FFF2-40B4-BE49-F238E27FC236}">
                  <a16:creationId xmlns:a16="http://schemas.microsoft.com/office/drawing/2014/main" id="{6387293C-68AE-BC43-09EE-1C310E358965}"/>
                </a:ext>
              </a:extLst>
            </p:cNvPr>
            <p:cNvSpPr/>
            <p:nvPr/>
          </p:nvSpPr>
          <p:spPr>
            <a:xfrm>
              <a:off x="6146116" y="987015"/>
              <a:ext cx="9736" cy="12451"/>
            </a:xfrm>
            <a:custGeom>
              <a:avLst/>
              <a:gdLst/>
              <a:ahLst/>
              <a:cxnLst/>
              <a:rect l="l" t="t" r="r" b="b"/>
              <a:pathLst>
                <a:path w="312" h="399" extrusionOk="0">
                  <a:moveTo>
                    <a:pt x="204" y="0"/>
                  </a:moveTo>
                  <a:cubicBezTo>
                    <a:pt x="197" y="0"/>
                    <a:pt x="189" y="1"/>
                    <a:pt x="182" y="4"/>
                  </a:cubicBezTo>
                  <a:cubicBezTo>
                    <a:pt x="174" y="7"/>
                    <a:pt x="165" y="9"/>
                    <a:pt x="157" y="12"/>
                  </a:cubicBezTo>
                  <a:cubicBezTo>
                    <a:pt x="138" y="21"/>
                    <a:pt x="120" y="29"/>
                    <a:pt x="105" y="43"/>
                  </a:cubicBezTo>
                  <a:cubicBezTo>
                    <a:pt x="96" y="52"/>
                    <a:pt x="89" y="63"/>
                    <a:pt x="82" y="73"/>
                  </a:cubicBezTo>
                  <a:cubicBezTo>
                    <a:pt x="77" y="78"/>
                    <a:pt x="73" y="84"/>
                    <a:pt x="70" y="89"/>
                  </a:cubicBezTo>
                  <a:cubicBezTo>
                    <a:pt x="62" y="100"/>
                    <a:pt x="54" y="111"/>
                    <a:pt x="46" y="122"/>
                  </a:cubicBezTo>
                  <a:cubicBezTo>
                    <a:pt x="42" y="128"/>
                    <a:pt x="38" y="133"/>
                    <a:pt x="35" y="138"/>
                  </a:cubicBezTo>
                  <a:cubicBezTo>
                    <a:pt x="18" y="163"/>
                    <a:pt x="15" y="190"/>
                    <a:pt x="12" y="219"/>
                  </a:cubicBezTo>
                  <a:cubicBezTo>
                    <a:pt x="8" y="250"/>
                    <a:pt x="0" y="287"/>
                    <a:pt x="8" y="317"/>
                  </a:cubicBezTo>
                  <a:cubicBezTo>
                    <a:pt x="17" y="348"/>
                    <a:pt x="53" y="399"/>
                    <a:pt x="90" y="399"/>
                  </a:cubicBezTo>
                  <a:lnTo>
                    <a:pt x="107" y="399"/>
                  </a:lnTo>
                  <a:cubicBezTo>
                    <a:pt x="142" y="399"/>
                    <a:pt x="173" y="388"/>
                    <a:pt x="197" y="363"/>
                  </a:cubicBezTo>
                  <a:cubicBezTo>
                    <a:pt x="214" y="346"/>
                    <a:pt x="230" y="328"/>
                    <a:pt x="245" y="311"/>
                  </a:cubicBezTo>
                  <a:cubicBezTo>
                    <a:pt x="265" y="290"/>
                    <a:pt x="277" y="270"/>
                    <a:pt x="285" y="242"/>
                  </a:cubicBezTo>
                  <a:cubicBezTo>
                    <a:pt x="286" y="235"/>
                    <a:pt x="287" y="228"/>
                    <a:pt x="289" y="222"/>
                  </a:cubicBezTo>
                  <a:lnTo>
                    <a:pt x="296" y="187"/>
                  </a:lnTo>
                  <a:cubicBezTo>
                    <a:pt x="304" y="158"/>
                    <a:pt x="312" y="125"/>
                    <a:pt x="302" y="95"/>
                  </a:cubicBezTo>
                  <a:cubicBezTo>
                    <a:pt x="299" y="86"/>
                    <a:pt x="295" y="76"/>
                    <a:pt x="291" y="66"/>
                  </a:cubicBezTo>
                  <a:cubicBezTo>
                    <a:pt x="283" y="45"/>
                    <a:pt x="271" y="24"/>
                    <a:pt x="250" y="12"/>
                  </a:cubicBezTo>
                  <a:cubicBezTo>
                    <a:pt x="237" y="5"/>
                    <a:pt x="220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9">
              <a:extLst>
                <a:ext uri="{FF2B5EF4-FFF2-40B4-BE49-F238E27FC236}">
                  <a16:creationId xmlns:a16="http://schemas.microsoft.com/office/drawing/2014/main" id="{F439049B-06A3-876B-D11C-9801D468C88D}"/>
                </a:ext>
              </a:extLst>
            </p:cNvPr>
            <p:cNvSpPr/>
            <p:nvPr/>
          </p:nvSpPr>
          <p:spPr>
            <a:xfrm>
              <a:off x="6315372" y="986017"/>
              <a:ext cx="26930" cy="25338"/>
            </a:xfrm>
            <a:custGeom>
              <a:avLst/>
              <a:gdLst/>
              <a:ahLst/>
              <a:cxnLst/>
              <a:rect l="l" t="t" r="r" b="b"/>
              <a:pathLst>
                <a:path w="863" h="812" extrusionOk="0">
                  <a:moveTo>
                    <a:pt x="395" y="1"/>
                  </a:moveTo>
                  <a:cubicBezTo>
                    <a:pt x="390" y="1"/>
                    <a:pt x="385" y="1"/>
                    <a:pt x="380" y="2"/>
                  </a:cubicBezTo>
                  <a:cubicBezTo>
                    <a:pt x="350" y="4"/>
                    <a:pt x="319" y="9"/>
                    <a:pt x="288" y="13"/>
                  </a:cubicBezTo>
                  <a:cubicBezTo>
                    <a:pt x="284" y="14"/>
                    <a:pt x="280" y="15"/>
                    <a:pt x="276" y="16"/>
                  </a:cubicBezTo>
                  <a:cubicBezTo>
                    <a:pt x="272" y="17"/>
                    <a:pt x="269" y="18"/>
                    <a:pt x="265" y="19"/>
                  </a:cubicBezTo>
                  <a:cubicBezTo>
                    <a:pt x="244" y="27"/>
                    <a:pt x="209" y="41"/>
                    <a:pt x="189" y="52"/>
                  </a:cubicBezTo>
                  <a:cubicBezTo>
                    <a:pt x="187" y="53"/>
                    <a:pt x="185" y="54"/>
                    <a:pt x="183" y="55"/>
                  </a:cubicBezTo>
                  <a:cubicBezTo>
                    <a:pt x="154" y="71"/>
                    <a:pt x="127" y="92"/>
                    <a:pt x="105" y="115"/>
                  </a:cubicBezTo>
                  <a:cubicBezTo>
                    <a:pt x="105" y="114"/>
                    <a:pt x="105" y="114"/>
                    <a:pt x="105" y="114"/>
                  </a:cubicBezTo>
                  <a:lnTo>
                    <a:pt x="105" y="114"/>
                  </a:lnTo>
                  <a:cubicBezTo>
                    <a:pt x="107" y="114"/>
                    <a:pt x="66" y="161"/>
                    <a:pt x="53" y="184"/>
                  </a:cubicBezTo>
                  <a:cubicBezTo>
                    <a:pt x="47" y="193"/>
                    <a:pt x="36" y="223"/>
                    <a:pt x="35" y="225"/>
                  </a:cubicBezTo>
                  <a:lnTo>
                    <a:pt x="35" y="225"/>
                  </a:lnTo>
                  <a:cubicBezTo>
                    <a:pt x="32" y="233"/>
                    <a:pt x="21" y="253"/>
                    <a:pt x="18" y="267"/>
                  </a:cubicBezTo>
                  <a:cubicBezTo>
                    <a:pt x="1" y="335"/>
                    <a:pt x="6" y="380"/>
                    <a:pt x="17" y="447"/>
                  </a:cubicBezTo>
                  <a:cubicBezTo>
                    <a:pt x="20" y="466"/>
                    <a:pt x="29" y="482"/>
                    <a:pt x="36" y="500"/>
                  </a:cubicBezTo>
                  <a:cubicBezTo>
                    <a:pt x="57" y="549"/>
                    <a:pt x="64" y="567"/>
                    <a:pt x="107" y="611"/>
                  </a:cubicBezTo>
                  <a:cubicBezTo>
                    <a:pt x="112" y="615"/>
                    <a:pt x="116" y="618"/>
                    <a:pt x="121" y="622"/>
                  </a:cubicBezTo>
                  <a:cubicBezTo>
                    <a:pt x="125" y="626"/>
                    <a:pt x="131" y="631"/>
                    <a:pt x="137" y="635"/>
                  </a:cubicBezTo>
                  <a:cubicBezTo>
                    <a:pt x="150" y="654"/>
                    <a:pt x="167" y="673"/>
                    <a:pt x="180" y="690"/>
                  </a:cubicBezTo>
                  <a:cubicBezTo>
                    <a:pt x="183" y="693"/>
                    <a:pt x="186" y="696"/>
                    <a:pt x="189" y="700"/>
                  </a:cubicBezTo>
                  <a:cubicBezTo>
                    <a:pt x="200" y="711"/>
                    <a:pt x="214" y="722"/>
                    <a:pt x="229" y="731"/>
                  </a:cubicBezTo>
                  <a:cubicBezTo>
                    <a:pt x="252" y="754"/>
                    <a:pt x="280" y="771"/>
                    <a:pt x="311" y="779"/>
                  </a:cubicBezTo>
                  <a:cubicBezTo>
                    <a:pt x="326" y="790"/>
                    <a:pt x="342" y="796"/>
                    <a:pt x="359" y="798"/>
                  </a:cubicBezTo>
                  <a:cubicBezTo>
                    <a:pt x="392" y="803"/>
                    <a:pt x="424" y="807"/>
                    <a:pt x="458" y="812"/>
                  </a:cubicBezTo>
                  <a:lnTo>
                    <a:pt x="469" y="812"/>
                  </a:lnTo>
                  <a:cubicBezTo>
                    <a:pt x="507" y="811"/>
                    <a:pt x="547" y="807"/>
                    <a:pt x="584" y="795"/>
                  </a:cubicBezTo>
                  <a:cubicBezTo>
                    <a:pt x="615" y="784"/>
                    <a:pt x="647" y="774"/>
                    <a:pt x="676" y="756"/>
                  </a:cubicBezTo>
                  <a:cubicBezTo>
                    <a:pt x="677" y="755"/>
                    <a:pt x="679" y="754"/>
                    <a:pt x="680" y="753"/>
                  </a:cubicBezTo>
                  <a:cubicBezTo>
                    <a:pt x="690" y="747"/>
                    <a:pt x="743" y="707"/>
                    <a:pt x="751" y="697"/>
                  </a:cubicBezTo>
                  <a:lnTo>
                    <a:pt x="755" y="694"/>
                  </a:lnTo>
                  <a:cubicBezTo>
                    <a:pt x="755" y="694"/>
                    <a:pt x="756" y="693"/>
                    <a:pt x="756" y="692"/>
                  </a:cubicBezTo>
                  <a:cubicBezTo>
                    <a:pt x="774" y="669"/>
                    <a:pt x="792" y="646"/>
                    <a:pt x="810" y="623"/>
                  </a:cubicBezTo>
                  <a:lnTo>
                    <a:pt x="813" y="619"/>
                  </a:lnTo>
                  <a:cubicBezTo>
                    <a:pt x="817" y="611"/>
                    <a:pt x="845" y="545"/>
                    <a:pt x="848" y="535"/>
                  </a:cubicBezTo>
                  <a:cubicBezTo>
                    <a:pt x="848" y="534"/>
                    <a:pt x="848" y="533"/>
                    <a:pt x="849" y="532"/>
                  </a:cubicBezTo>
                  <a:cubicBezTo>
                    <a:pt x="851" y="523"/>
                    <a:pt x="861" y="450"/>
                    <a:pt x="861" y="440"/>
                  </a:cubicBezTo>
                  <a:cubicBezTo>
                    <a:pt x="862" y="439"/>
                    <a:pt x="861" y="437"/>
                    <a:pt x="861" y="436"/>
                  </a:cubicBezTo>
                  <a:cubicBezTo>
                    <a:pt x="862" y="429"/>
                    <a:pt x="863" y="421"/>
                    <a:pt x="863" y="416"/>
                  </a:cubicBezTo>
                  <a:cubicBezTo>
                    <a:pt x="863" y="414"/>
                    <a:pt x="863" y="412"/>
                    <a:pt x="863" y="409"/>
                  </a:cubicBezTo>
                  <a:cubicBezTo>
                    <a:pt x="861" y="394"/>
                    <a:pt x="859" y="379"/>
                    <a:pt x="857" y="366"/>
                  </a:cubicBezTo>
                  <a:cubicBezTo>
                    <a:pt x="856" y="350"/>
                    <a:pt x="854" y="334"/>
                    <a:pt x="850" y="319"/>
                  </a:cubicBezTo>
                  <a:cubicBezTo>
                    <a:pt x="849" y="318"/>
                    <a:pt x="849" y="315"/>
                    <a:pt x="848" y="313"/>
                  </a:cubicBezTo>
                  <a:cubicBezTo>
                    <a:pt x="848" y="312"/>
                    <a:pt x="848" y="311"/>
                    <a:pt x="847" y="310"/>
                  </a:cubicBezTo>
                  <a:cubicBezTo>
                    <a:pt x="837" y="284"/>
                    <a:pt x="825" y="259"/>
                    <a:pt x="815" y="233"/>
                  </a:cubicBezTo>
                  <a:cubicBezTo>
                    <a:pt x="806" y="215"/>
                    <a:pt x="793" y="201"/>
                    <a:pt x="781" y="186"/>
                  </a:cubicBezTo>
                  <a:cubicBezTo>
                    <a:pt x="766" y="166"/>
                    <a:pt x="754" y="149"/>
                    <a:pt x="735" y="133"/>
                  </a:cubicBezTo>
                  <a:cubicBezTo>
                    <a:pt x="709" y="112"/>
                    <a:pt x="677" y="83"/>
                    <a:pt x="643" y="66"/>
                  </a:cubicBezTo>
                  <a:cubicBezTo>
                    <a:pt x="611" y="50"/>
                    <a:pt x="577" y="36"/>
                    <a:pt x="543" y="23"/>
                  </a:cubicBezTo>
                  <a:cubicBezTo>
                    <a:pt x="534" y="20"/>
                    <a:pt x="525" y="17"/>
                    <a:pt x="516" y="16"/>
                  </a:cubicBezTo>
                  <a:cubicBezTo>
                    <a:pt x="480" y="9"/>
                    <a:pt x="444" y="5"/>
                    <a:pt x="409" y="2"/>
                  </a:cubicBezTo>
                  <a:cubicBezTo>
                    <a:pt x="404" y="1"/>
                    <a:pt x="399" y="1"/>
                    <a:pt x="395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9">
              <a:extLst>
                <a:ext uri="{FF2B5EF4-FFF2-40B4-BE49-F238E27FC236}">
                  <a16:creationId xmlns:a16="http://schemas.microsoft.com/office/drawing/2014/main" id="{AA36B334-4415-492F-802F-844EAEEB078D}"/>
                </a:ext>
              </a:extLst>
            </p:cNvPr>
            <p:cNvSpPr/>
            <p:nvPr/>
          </p:nvSpPr>
          <p:spPr>
            <a:xfrm>
              <a:off x="6347076" y="968043"/>
              <a:ext cx="16819" cy="15759"/>
            </a:xfrm>
            <a:custGeom>
              <a:avLst/>
              <a:gdLst/>
              <a:ahLst/>
              <a:cxnLst/>
              <a:rect l="l" t="t" r="r" b="b"/>
              <a:pathLst>
                <a:path w="539" h="505" extrusionOk="0">
                  <a:moveTo>
                    <a:pt x="284" y="0"/>
                  </a:moveTo>
                  <a:cubicBezTo>
                    <a:pt x="267" y="0"/>
                    <a:pt x="250" y="2"/>
                    <a:pt x="231" y="8"/>
                  </a:cubicBezTo>
                  <a:cubicBezTo>
                    <a:pt x="211" y="15"/>
                    <a:pt x="189" y="26"/>
                    <a:pt x="170" y="34"/>
                  </a:cubicBezTo>
                  <a:cubicBezTo>
                    <a:pt x="164" y="37"/>
                    <a:pt x="158" y="40"/>
                    <a:pt x="152" y="43"/>
                  </a:cubicBezTo>
                  <a:cubicBezTo>
                    <a:pt x="146" y="45"/>
                    <a:pt x="140" y="48"/>
                    <a:pt x="135" y="50"/>
                  </a:cubicBezTo>
                  <a:cubicBezTo>
                    <a:pt x="113" y="60"/>
                    <a:pt x="105" y="65"/>
                    <a:pt x="79" y="91"/>
                  </a:cubicBezTo>
                  <a:cubicBezTo>
                    <a:pt x="53" y="117"/>
                    <a:pt x="21" y="163"/>
                    <a:pt x="14" y="200"/>
                  </a:cubicBezTo>
                  <a:cubicBezTo>
                    <a:pt x="13" y="210"/>
                    <a:pt x="12" y="220"/>
                    <a:pt x="10" y="230"/>
                  </a:cubicBezTo>
                  <a:cubicBezTo>
                    <a:pt x="2" y="257"/>
                    <a:pt x="1" y="285"/>
                    <a:pt x="7" y="313"/>
                  </a:cubicBezTo>
                  <a:cubicBezTo>
                    <a:pt x="8" y="341"/>
                    <a:pt x="17" y="367"/>
                    <a:pt x="31" y="391"/>
                  </a:cubicBezTo>
                  <a:cubicBezTo>
                    <a:pt x="43" y="405"/>
                    <a:pt x="53" y="419"/>
                    <a:pt x="65" y="433"/>
                  </a:cubicBezTo>
                  <a:cubicBezTo>
                    <a:pt x="91" y="459"/>
                    <a:pt x="121" y="477"/>
                    <a:pt x="157" y="486"/>
                  </a:cubicBezTo>
                  <a:cubicBezTo>
                    <a:pt x="165" y="490"/>
                    <a:pt x="174" y="493"/>
                    <a:pt x="183" y="496"/>
                  </a:cubicBezTo>
                  <a:cubicBezTo>
                    <a:pt x="202" y="501"/>
                    <a:pt x="221" y="504"/>
                    <a:pt x="239" y="504"/>
                  </a:cubicBezTo>
                  <a:cubicBezTo>
                    <a:pt x="252" y="504"/>
                    <a:pt x="265" y="503"/>
                    <a:pt x="278" y="500"/>
                  </a:cubicBezTo>
                  <a:cubicBezTo>
                    <a:pt x="291" y="500"/>
                    <a:pt x="302" y="498"/>
                    <a:pt x="314" y="495"/>
                  </a:cubicBezTo>
                  <a:lnTo>
                    <a:pt x="371" y="470"/>
                  </a:lnTo>
                  <a:cubicBezTo>
                    <a:pt x="389" y="458"/>
                    <a:pt x="406" y="445"/>
                    <a:pt x="422" y="431"/>
                  </a:cubicBezTo>
                  <a:cubicBezTo>
                    <a:pt x="427" y="427"/>
                    <a:pt x="432" y="423"/>
                    <a:pt x="437" y="418"/>
                  </a:cubicBezTo>
                  <a:cubicBezTo>
                    <a:pt x="441" y="415"/>
                    <a:pt x="446" y="411"/>
                    <a:pt x="451" y="407"/>
                  </a:cubicBezTo>
                  <a:cubicBezTo>
                    <a:pt x="453" y="405"/>
                    <a:pt x="456" y="403"/>
                    <a:pt x="459" y="401"/>
                  </a:cubicBezTo>
                  <a:cubicBezTo>
                    <a:pt x="471" y="384"/>
                    <a:pt x="483" y="368"/>
                    <a:pt x="496" y="352"/>
                  </a:cubicBezTo>
                  <a:cubicBezTo>
                    <a:pt x="504" y="334"/>
                    <a:pt x="513" y="314"/>
                    <a:pt x="520" y="294"/>
                  </a:cubicBezTo>
                  <a:cubicBezTo>
                    <a:pt x="523" y="284"/>
                    <a:pt x="526" y="275"/>
                    <a:pt x="529" y="266"/>
                  </a:cubicBezTo>
                  <a:cubicBezTo>
                    <a:pt x="538" y="238"/>
                    <a:pt x="539" y="211"/>
                    <a:pt x="533" y="184"/>
                  </a:cubicBezTo>
                  <a:cubicBezTo>
                    <a:pt x="531" y="157"/>
                    <a:pt x="523" y="131"/>
                    <a:pt x="508" y="108"/>
                  </a:cubicBezTo>
                  <a:cubicBezTo>
                    <a:pt x="498" y="94"/>
                    <a:pt x="487" y="79"/>
                    <a:pt x="476" y="66"/>
                  </a:cubicBezTo>
                  <a:cubicBezTo>
                    <a:pt x="451" y="41"/>
                    <a:pt x="421" y="23"/>
                    <a:pt x="385" y="12"/>
                  </a:cubicBezTo>
                  <a:cubicBezTo>
                    <a:pt x="377" y="11"/>
                    <a:pt x="367" y="10"/>
                    <a:pt x="358" y="8"/>
                  </a:cubicBezTo>
                  <a:cubicBezTo>
                    <a:pt x="330" y="4"/>
                    <a:pt x="307" y="0"/>
                    <a:pt x="284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9">
              <a:extLst>
                <a:ext uri="{FF2B5EF4-FFF2-40B4-BE49-F238E27FC236}">
                  <a16:creationId xmlns:a16="http://schemas.microsoft.com/office/drawing/2014/main" id="{215D5C01-2F83-FB99-6F42-E2A223D1BB0B}"/>
                </a:ext>
              </a:extLst>
            </p:cNvPr>
            <p:cNvSpPr/>
            <p:nvPr/>
          </p:nvSpPr>
          <p:spPr>
            <a:xfrm>
              <a:off x="6337746" y="1085280"/>
              <a:ext cx="41471" cy="31517"/>
            </a:xfrm>
            <a:custGeom>
              <a:avLst/>
              <a:gdLst/>
              <a:ahLst/>
              <a:cxnLst/>
              <a:rect l="l" t="t" r="r" b="b"/>
              <a:pathLst>
                <a:path w="1329" h="1010" extrusionOk="0">
                  <a:moveTo>
                    <a:pt x="389" y="1"/>
                  </a:moveTo>
                  <a:cubicBezTo>
                    <a:pt x="370" y="1"/>
                    <a:pt x="350" y="3"/>
                    <a:pt x="331" y="7"/>
                  </a:cubicBezTo>
                  <a:cubicBezTo>
                    <a:pt x="259" y="17"/>
                    <a:pt x="184" y="46"/>
                    <a:pt x="133" y="102"/>
                  </a:cubicBezTo>
                  <a:cubicBezTo>
                    <a:pt x="30" y="215"/>
                    <a:pt x="0" y="382"/>
                    <a:pt x="80" y="518"/>
                  </a:cubicBezTo>
                  <a:cubicBezTo>
                    <a:pt x="167" y="668"/>
                    <a:pt x="287" y="788"/>
                    <a:pt x="431" y="884"/>
                  </a:cubicBezTo>
                  <a:cubicBezTo>
                    <a:pt x="475" y="915"/>
                    <a:pt x="529" y="933"/>
                    <a:pt x="578" y="951"/>
                  </a:cubicBezTo>
                  <a:cubicBezTo>
                    <a:pt x="604" y="962"/>
                    <a:pt x="632" y="971"/>
                    <a:pt x="660" y="979"/>
                  </a:cubicBezTo>
                  <a:cubicBezTo>
                    <a:pt x="689" y="986"/>
                    <a:pt x="720" y="992"/>
                    <a:pt x="750" y="996"/>
                  </a:cubicBezTo>
                  <a:cubicBezTo>
                    <a:pt x="778" y="1001"/>
                    <a:pt x="812" y="1009"/>
                    <a:pt x="841" y="1009"/>
                  </a:cubicBezTo>
                  <a:cubicBezTo>
                    <a:pt x="892" y="1008"/>
                    <a:pt x="950" y="993"/>
                    <a:pt x="995" y="967"/>
                  </a:cubicBezTo>
                  <a:cubicBezTo>
                    <a:pt x="999" y="964"/>
                    <a:pt x="1003" y="960"/>
                    <a:pt x="1007" y="957"/>
                  </a:cubicBezTo>
                  <a:cubicBezTo>
                    <a:pt x="1010" y="956"/>
                    <a:pt x="1012" y="956"/>
                    <a:pt x="1015" y="956"/>
                  </a:cubicBezTo>
                  <a:cubicBezTo>
                    <a:pt x="1017" y="956"/>
                    <a:pt x="1019" y="956"/>
                    <a:pt x="1021" y="956"/>
                  </a:cubicBezTo>
                  <a:cubicBezTo>
                    <a:pt x="1067" y="954"/>
                    <a:pt x="1110" y="940"/>
                    <a:pt x="1150" y="914"/>
                  </a:cubicBezTo>
                  <a:cubicBezTo>
                    <a:pt x="1221" y="872"/>
                    <a:pt x="1290" y="790"/>
                    <a:pt x="1309" y="708"/>
                  </a:cubicBezTo>
                  <a:cubicBezTo>
                    <a:pt x="1329" y="620"/>
                    <a:pt x="1324" y="520"/>
                    <a:pt x="1273" y="442"/>
                  </a:cubicBezTo>
                  <a:cubicBezTo>
                    <a:pt x="1234" y="381"/>
                    <a:pt x="1181" y="335"/>
                    <a:pt x="1117" y="305"/>
                  </a:cubicBezTo>
                  <a:lnTo>
                    <a:pt x="1117" y="305"/>
                  </a:lnTo>
                  <a:cubicBezTo>
                    <a:pt x="1118" y="306"/>
                    <a:pt x="1119" y="306"/>
                    <a:pt x="1120" y="307"/>
                  </a:cubicBezTo>
                  <a:cubicBezTo>
                    <a:pt x="1074" y="287"/>
                    <a:pt x="1031" y="263"/>
                    <a:pt x="985" y="242"/>
                  </a:cubicBezTo>
                  <a:lnTo>
                    <a:pt x="842" y="178"/>
                  </a:lnTo>
                  <a:cubicBezTo>
                    <a:pt x="745" y="135"/>
                    <a:pt x="647" y="91"/>
                    <a:pt x="550" y="48"/>
                  </a:cubicBezTo>
                  <a:cubicBezTo>
                    <a:pt x="523" y="37"/>
                    <a:pt x="496" y="24"/>
                    <a:pt x="468" y="13"/>
                  </a:cubicBezTo>
                  <a:cubicBezTo>
                    <a:pt x="442" y="5"/>
                    <a:pt x="415" y="1"/>
                    <a:pt x="389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9">
              <a:extLst>
                <a:ext uri="{FF2B5EF4-FFF2-40B4-BE49-F238E27FC236}">
                  <a16:creationId xmlns:a16="http://schemas.microsoft.com/office/drawing/2014/main" id="{194A2D4E-CEF8-546A-94D0-F6B13271046D}"/>
                </a:ext>
              </a:extLst>
            </p:cNvPr>
            <p:cNvSpPr/>
            <p:nvPr/>
          </p:nvSpPr>
          <p:spPr>
            <a:xfrm>
              <a:off x="6386613" y="1081098"/>
              <a:ext cx="13761" cy="13075"/>
            </a:xfrm>
            <a:custGeom>
              <a:avLst/>
              <a:gdLst/>
              <a:ahLst/>
              <a:cxnLst/>
              <a:rect l="l" t="t" r="r" b="b"/>
              <a:pathLst>
                <a:path w="441" h="419" extrusionOk="0">
                  <a:moveTo>
                    <a:pt x="233" y="0"/>
                  </a:moveTo>
                  <a:cubicBezTo>
                    <a:pt x="197" y="0"/>
                    <a:pt x="161" y="10"/>
                    <a:pt x="129" y="29"/>
                  </a:cubicBezTo>
                  <a:cubicBezTo>
                    <a:pt x="127" y="32"/>
                    <a:pt x="124" y="33"/>
                    <a:pt x="121" y="35"/>
                  </a:cubicBezTo>
                  <a:cubicBezTo>
                    <a:pt x="114" y="38"/>
                    <a:pt x="108" y="42"/>
                    <a:pt x="103" y="45"/>
                  </a:cubicBezTo>
                  <a:cubicBezTo>
                    <a:pt x="79" y="58"/>
                    <a:pt x="60" y="75"/>
                    <a:pt x="46" y="97"/>
                  </a:cubicBezTo>
                  <a:cubicBezTo>
                    <a:pt x="28" y="116"/>
                    <a:pt x="16" y="139"/>
                    <a:pt x="10" y="165"/>
                  </a:cubicBezTo>
                  <a:cubicBezTo>
                    <a:pt x="2" y="192"/>
                    <a:pt x="0" y="219"/>
                    <a:pt x="7" y="245"/>
                  </a:cubicBezTo>
                  <a:cubicBezTo>
                    <a:pt x="8" y="272"/>
                    <a:pt x="16" y="296"/>
                    <a:pt x="31" y="319"/>
                  </a:cubicBezTo>
                  <a:cubicBezTo>
                    <a:pt x="41" y="333"/>
                    <a:pt x="52" y="347"/>
                    <a:pt x="62" y="360"/>
                  </a:cubicBezTo>
                  <a:cubicBezTo>
                    <a:pt x="87" y="385"/>
                    <a:pt x="116" y="402"/>
                    <a:pt x="150" y="412"/>
                  </a:cubicBezTo>
                  <a:cubicBezTo>
                    <a:pt x="168" y="415"/>
                    <a:pt x="185" y="417"/>
                    <a:pt x="203" y="419"/>
                  </a:cubicBezTo>
                  <a:cubicBezTo>
                    <a:pt x="240" y="419"/>
                    <a:pt x="273" y="410"/>
                    <a:pt x="305" y="392"/>
                  </a:cubicBezTo>
                  <a:cubicBezTo>
                    <a:pt x="311" y="388"/>
                    <a:pt x="317" y="385"/>
                    <a:pt x="323" y="381"/>
                  </a:cubicBezTo>
                  <a:cubicBezTo>
                    <a:pt x="326" y="379"/>
                    <a:pt x="329" y="378"/>
                    <a:pt x="332" y="376"/>
                  </a:cubicBezTo>
                  <a:cubicBezTo>
                    <a:pt x="378" y="349"/>
                    <a:pt x="412" y="307"/>
                    <a:pt x="426" y="254"/>
                  </a:cubicBezTo>
                  <a:cubicBezTo>
                    <a:pt x="441" y="205"/>
                    <a:pt x="435" y="145"/>
                    <a:pt x="407" y="99"/>
                  </a:cubicBezTo>
                  <a:cubicBezTo>
                    <a:pt x="382" y="55"/>
                    <a:pt x="334" y="21"/>
                    <a:pt x="286" y="7"/>
                  </a:cubicBezTo>
                  <a:cubicBezTo>
                    <a:pt x="269" y="3"/>
                    <a:pt x="251" y="0"/>
                    <a:pt x="233" y="0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1531;p49">
            <a:extLst>
              <a:ext uri="{FF2B5EF4-FFF2-40B4-BE49-F238E27FC236}">
                <a16:creationId xmlns:a16="http://schemas.microsoft.com/office/drawing/2014/main" id="{FD56A8E8-F041-ABBA-D03E-69E16CCE750F}"/>
              </a:ext>
            </a:extLst>
          </p:cNvPr>
          <p:cNvGrpSpPr/>
          <p:nvPr/>
        </p:nvGrpSpPr>
        <p:grpSpPr>
          <a:xfrm>
            <a:off x="3109285" y="1225790"/>
            <a:ext cx="1304923" cy="1223709"/>
            <a:chOff x="6351976" y="66530"/>
            <a:chExt cx="281282" cy="263776"/>
          </a:xfrm>
        </p:grpSpPr>
        <p:sp>
          <p:nvSpPr>
            <p:cNvPr id="1532" name="Google Shape;1532;p49">
              <a:extLst>
                <a:ext uri="{FF2B5EF4-FFF2-40B4-BE49-F238E27FC236}">
                  <a16:creationId xmlns:a16="http://schemas.microsoft.com/office/drawing/2014/main" id="{EB55C252-F9FA-BB46-1CC1-6B98EA5A530B}"/>
                </a:ext>
              </a:extLst>
            </p:cNvPr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9">
              <a:extLst>
                <a:ext uri="{FF2B5EF4-FFF2-40B4-BE49-F238E27FC236}">
                  <a16:creationId xmlns:a16="http://schemas.microsoft.com/office/drawing/2014/main" id="{93C673FF-5F64-65BC-CD94-42303442070E}"/>
                </a:ext>
              </a:extLst>
            </p:cNvPr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9">
              <a:extLst>
                <a:ext uri="{FF2B5EF4-FFF2-40B4-BE49-F238E27FC236}">
                  <a16:creationId xmlns:a16="http://schemas.microsoft.com/office/drawing/2014/main" id="{96E2E11D-2D87-C6C1-F201-514EE1543E7B}"/>
                </a:ext>
              </a:extLst>
            </p:cNvPr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9">
              <a:extLst>
                <a:ext uri="{FF2B5EF4-FFF2-40B4-BE49-F238E27FC236}">
                  <a16:creationId xmlns:a16="http://schemas.microsoft.com/office/drawing/2014/main" id="{D8B9F179-7B60-561A-3B37-055D86F3979B}"/>
                </a:ext>
              </a:extLst>
            </p:cNvPr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9">
              <a:extLst>
                <a:ext uri="{FF2B5EF4-FFF2-40B4-BE49-F238E27FC236}">
                  <a16:creationId xmlns:a16="http://schemas.microsoft.com/office/drawing/2014/main" id="{1E9C69B8-E7BE-0947-C508-EBAABEEFEB4C}"/>
                </a:ext>
              </a:extLst>
            </p:cNvPr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9">
              <a:extLst>
                <a:ext uri="{FF2B5EF4-FFF2-40B4-BE49-F238E27FC236}">
                  <a16:creationId xmlns:a16="http://schemas.microsoft.com/office/drawing/2014/main" id="{8290F915-A406-E565-D0D5-E39EA3EC3B60}"/>
                </a:ext>
              </a:extLst>
            </p:cNvPr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9">
              <a:extLst>
                <a:ext uri="{FF2B5EF4-FFF2-40B4-BE49-F238E27FC236}">
                  <a16:creationId xmlns:a16="http://schemas.microsoft.com/office/drawing/2014/main" id="{B1ACE858-43E8-FA28-0F08-1921F05082E5}"/>
                </a:ext>
              </a:extLst>
            </p:cNvPr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9">
              <a:extLst>
                <a:ext uri="{FF2B5EF4-FFF2-40B4-BE49-F238E27FC236}">
                  <a16:creationId xmlns:a16="http://schemas.microsoft.com/office/drawing/2014/main" id="{30B93587-AC61-F15D-80D9-696D48B0C1F5}"/>
                </a:ext>
              </a:extLst>
            </p:cNvPr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9">
              <a:extLst>
                <a:ext uri="{FF2B5EF4-FFF2-40B4-BE49-F238E27FC236}">
                  <a16:creationId xmlns:a16="http://schemas.microsoft.com/office/drawing/2014/main" id="{A3EF0651-6FF7-FA05-092D-90F2E0082CC7}"/>
                </a:ext>
              </a:extLst>
            </p:cNvPr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9">
              <a:extLst>
                <a:ext uri="{FF2B5EF4-FFF2-40B4-BE49-F238E27FC236}">
                  <a16:creationId xmlns:a16="http://schemas.microsoft.com/office/drawing/2014/main" id="{1C7072C4-013A-084D-2C6B-F5BCC1961208}"/>
                </a:ext>
              </a:extLst>
            </p:cNvPr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9">
              <a:extLst>
                <a:ext uri="{FF2B5EF4-FFF2-40B4-BE49-F238E27FC236}">
                  <a16:creationId xmlns:a16="http://schemas.microsoft.com/office/drawing/2014/main" id="{40A86499-F252-D221-DCD2-E69F080A377C}"/>
                </a:ext>
              </a:extLst>
            </p:cNvPr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9">
              <a:extLst>
                <a:ext uri="{FF2B5EF4-FFF2-40B4-BE49-F238E27FC236}">
                  <a16:creationId xmlns:a16="http://schemas.microsoft.com/office/drawing/2014/main" id="{D1D36632-86F4-ECF7-5AD5-A0827635E902}"/>
                </a:ext>
              </a:extLst>
            </p:cNvPr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9">
              <a:extLst>
                <a:ext uri="{FF2B5EF4-FFF2-40B4-BE49-F238E27FC236}">
                  <a16:creationId xmlns:a16="http://schemas.microsoft.com/office/drawing/2014/main" id="{4465FCB4-854F-B0E9-BBF8-82C7DDB495FC}"/>
                </a:ext>
              </a:extLst>
            </p:cNvPr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9">
              <a:extLst>
                <a:ext uri="{FF2B5EF4-FFF2-40B4-BE49-F238E27FC236}">
                  <a16:creationId xmlns:a16="http://schemas.microsoft.com/office/drawing/2014/main" id="{4F9E43EB-97E6-3002-D4CE-D94769475782}"/>
                </a:ext>
              </a:extLst>
            </p:cNvPr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9">
              <a:extLst>
                <a:ext uri="{FF2B5EF4-FFF2-40B4-BE49-F238E27FC236}">
                  <a16:creationId xmlns:a16="http://schemas.microsoft.com/office/drawing/2014/main" id="{E6A91E9A-8312-3442-CBE1-D4B5A38DA133}"/>
                </a:ext>
              </a:extLst>
            </p:cNvPr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9">
              <a:extLst>
                <a:ext uri="{FF2B5EF4-FFF2-40B4-BE49-F238E27FC236}">
                  <a16:creationId xmlns:a16="http://schemas.microsoft.com/office/drawing/2014/main" id="{9E960A1C-6273-53C8-A01D-0052AB654412}"/>
                </a:ext>
              </a:extLst>
            </p:cNvPr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9">
              <a:extLst>
                <a:ext uri="{FF2B5EF4-FFF2-40B4-BE49-F238E27FC236}">
                  <a16:creationId xmlns:a16="http://schemas.microsoft.com/office/drawing/2014/main" id="{66EBDF0E-3638-1714-3E38-1A05E309969C}"/>
                </a:ext>
              </a:extLst>
            </p:cNvPr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9">
              <a:extLst>
                <a:ext uri="{FF2B5EF4-FFF2-40B4-BE49-F238E27FC236}">
                  <a16:creationId xmlns:a16="http://schemas.microsoft.com/office/drawing/2014/main" id="{F9FCEC29-C1FD-4EB2-8992-DF2BA9A3425C}"/>
                </a:ext>
              </a:extLst>
            </p:cNvPr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9">
              <a:extLst>
                <a:ext uri="{FF2B5EF4-FFF2-40B4-BE49-F238E27FC236}">
                  <a16:creationId xmlns:a16="http://schemas.microsoft.com/office/drawing/2014/main" id="{07A31154-1FC9-4DCC-91FC-793FC8F61490}"/>
                </a:ext>
              </a:extLst>
            </p:cNvPr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9">
              <a:extLst>
                <a:ext uri="{FF2B5EF4-FFF2-40B4-BE49-F238E27FC236}">
                  <a16:creationId xmlns:a16="http://schemas.microsoft.com/office/drawing/2014/main" id="{444EB179-53F7-D5AB-60FD-D589B5A544B3}"/>
                </a:ext>
              </a:extLst>
            </p:cNvPr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9">
              <a:extLst>
                <a:ext uri="{FF2B5EF4-FFF2-40B4-BE49-F238E27FC236}">
                  <a16:creationId xmlns:a16="http://schemas.microsoft.com/office/drawing/2014/main" id="{55F9A85C-6B0C-82BB-B045-C754CF4CF667}"/>
                </a:ext>
              </a:extLst>
            </p:cNvPr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9">
              <a:extLst>
                <a:ext uri="{FF2B5EF4-FFF2-40B4-BE49-F238E27FC236}">
                  <a16:creationId xmlns:a16="http://schemas.microsoft.com/office/drawing/2014/main" id="{63AD2EAA-5C5A-8E81-5A56-BE3890175F0E}"/>
                </a:ext>
              </a:extLst>
            </p:cNvPr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9">
              <a:extLst>
                <a:ext uri="{FF2B5EF4-FFF2-40B4-BE49-F238E27FC236}">
                  <a16:creationId xmlns:a16="http://schemas.microsoft.com/office/drawing/2014/main" id="{5C9BD113-0CB2-A2F3-8534-1146AE3A6BE5}"/>
                </a:ext>
              </a:extLst>
            </p:cNvPr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9">
              <a:extLst>
                <a:ext uri="{FF2B5EF4-FFF2-40B4-BE49-F238E27FC236}">
                  <a16:creationId xmlns:a16="http://schemas.microsoft.com/office/drawing/2014/main" id="{350B5BE7-ED4B-9CBF-67C6-443FC2492E88}"/>
                </a:ext>
              </a:extLst>
            </p:cNvPr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46864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310263E2-A914-11AD-C0E7-62DAE715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9DB3F21C-D3F9-0150-4006-EFE40B97DCB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36274" y="1163176"/>
            <a:ext cx="5084054" cy="3130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pt-BR" b="1" dirty="0"/>
              <a:t>Previsão de desempenho:</a:t>
            </a:r>
            <a:r>
              <a:rPr lang="pt-BR" dirty="0"/>
              <a:t> identificar o tempo médio de espera e o tempo total de produção.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b="1" dirty="0"/>
              <a:t>Identificação de gargalos:</a:t>
            </a:r>
            <a:r>
              <a:rPr lang="pt-BR" dirty="0"/>
              <a:t> entender onde ocorrem atrasos e perdas de produtividade.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b="1" dirty="0"/>
              <a:t>Otimização de recursos:</a:t>
            </a:r>
            <a:r>
              <a:rPr lang="pt-BR" dirty="0"/>
              <a:t> decidir o número ideal de fornos e tamanho de fila.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b="1" dirty="0"/>
              <a:t>Tomada de decisão:</a:t>
            </a:r>
            <a:r>
              <a:rPr lang="pt-BR" dirty="0"/>
              <a:t> testar diferentes configurações antes de aplicar mudanças reais.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pt-B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b="1" dirty="0"/>
              <a:t>Redução de custos:</a:t>
            </a:r>
            <a:r>
              <a:rPr lang="pt-BR" dirty="0"/>
              <a:t> simular cenários evita desperdício de energia, matéria-prima e tempo.</a:t>
            </a:r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559691E7-731B-1598-BF02-54C3659A2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Conceitos Fundamentais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8A60B991-413E-48EE-00FC-1E0C3890A165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7B3BB405-7B6E-756C-EAA9-9C3C099ABA43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A11851ED-FB51-99A9-8196-CE8349D647DA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ADCE3E5D-AD36-71DC-1919-2099DFD0B244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216F528E-6FFB-55DC-D28F-00E35E0FD22E}"/>
              </a:ext>
            </a:extLst>
          </p:cNvPr>
          <p:cNvGrpSpPr/>
          <p:nvPr/>
        </p:nvGrpSpPr>
        <p:grpSpPr>
          <a:xfrm rot="1848519">
            <a:off x="-450724" y="4167822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3079C731-B42C-AF91-992C-DAD52C0CF322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00E986F3-A3AC-13CD-6B39-83A088F0E6F6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CB0EB46B-CEDF-BDC4-51F0-A488D57E8D48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4C37D3D1-A57C-81D1-F1FF-9BABCDCFFECF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969A63D9-D4EC-2086-8DCB-108A9F5012F2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686B45EC-8304-077E-E95F-E5E60AF03B27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6FAEE8BA-B54A-4575-FF18-56C9D8CC59EE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164A4DC3-91B2-EC8E-8C1D-BA183C9DD086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63509758-B55B-A49D-C58B-D1CF4F0CE771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A43F9826-8A9C-0EF5-3F82-861AA6EA2A06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CF8FDC13-BCD7-5954-B18D-452E56EE4CAB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9918DD7A-3B45-7FAD-F5D3-D327CA57AF05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11470551-F807-65F0-9CA1-196C0D8DFB27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5CAA81E5-9849-5E06-DF2D-CE4CD532A989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97EA008C-21AC-523E-22A8-60CD9163ADDC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5ABD27D3-2E56-8492-E2CE-C4857BE7FFD2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3121;p78">
            <a:extLst>
              <a:ext uri="{FF2B5EF4-FFF2-40B4-BE49-F238E27FC236}">
                <a16:creationId xmlns:a16="http://schemas.microsoft.com/office/drawing/2014/main" id="{3C111AC1-1F61-B231-B638-4D0B3762AF60}"/>
              </a:ext>
            </a:extLst>
          </p:cNvPr>
          <p:cNvGrpSpPr/>
          <p:nvPr/>
        </p:nvGrpSpPr>
        <p:grpSpPr>
          <a:xfrm rot="12214414" flipH="1">
            <a:off x="6908703" y="518270"/>
            <a:ext cx="1299698" cy="1944490"/>
            <a:chOff x="2915088" y="1067493"/>
            <a:chExt cx="250763" cy="375147"/>
          </a:xfrm>
        </p:grpSpPr>
        <p:sp>
          <p:nvSpPr>
            <p:cNvPr id="8" name="Google Shape;3122;p78">
              <a:extLst>
                <a:ext uri="{FF2B5EF4-FFF2-40B4-BE49-F238E27FC236}">
                  <a16:creationId xmlns:a16="http://schemas.microsoft.com/office/drawing/2014/main" id="{D098D555-55A1-6AF6-890E-8E3EDE86F373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23;p78">
              <a:extLst>
                <a:ext uri="{FF2B5EF4-FFF2-40B4-BE49-F238E27FC236}">
                  <a16:creationId xmlns:a16="http://schemas.microsoft.com/office/drawing/2014/main" id="{50536C40-12A2-B2E7-5B06-820B3D91CBD4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24;p78">
              <a:extLst>
                <a:ext uri="{FF2B5EF4-FFF2-40B4-BE49-F238E27FC236}">
                  <a16:creationId xmlns:a16="http://schemas.microsoft.com/office/drawing/2014/main" id="{13206CD3-AEA5-450E-8F38-0DE360997255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25;p78">
              <a:extLst>
                <a:ext uri="{FF2B5EF4-FFF2-40B4-BE49-F238E27FC236}">
                  <a16:creationId xmlns:a16="http://schemas.microsoft.com/office/drawing/2014/main" id="{B9222B47-91DC-9A59-B723-7DECBDC6BA22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26;p78">
              <a:extLst>
                <a:ext uri="{FF2B5EF4-FFF2-40B4-BE49-F238E27FC236}">
                  <a16:creationId xmlns:a16="http://schemas.microsoft.com/office/drawing/2014/main" id="{7A74D924-7EB1-3A0E-B090-4A0C011FE466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27;p78">
              <a:extLst>
                <a:ext uri="{FF2B5EF4-FFF2-40B4-BE49-F238E27FC236}">
                  <a16:creationId xmlns:a16="http://schemas.microsoft.com/office/drawing/2014/main" id="{B2D746FA-EB55-42CD-093D-7FEFE66F7EC9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28;p78">
              <a:extLst>
                <a:ext uri="{FF2B5EF4-FFF2-40B4-BE49-F238E27FC236}">
                  <a16:creationId xmlns:a16="http://schemas.microsoft.com/office/drawing/2014/main" id="{F3A5EB1D-BC39-D95A-AE1A-6D006D0722E4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29;p78">
              <a:extLst>
                <a:ext uri="{FF2B5EF4-FFF2-40B4-BE49-F238E27FC236}">
                  <a16:creationId xmlns:a16="http://schemas.microsoft.com/office/drawing/2014/main" id="{9BF120A7-4504-7DBD-0E1D-EDF0F03C4EBE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30;p78">
              <a:extLst>
                <a:ext uri="{FF2B5EF4-FFF2-40B4-BE49-F238E27FC236}">
                  <a16:creationId xmlns:a16="http://schemas.microsoft.com/office/drawing/2014/main" id="{BCEE9AC9-B513-87B6-5BC6-F6B776EC4F67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31;p78">
              <a:extLst>
                <a:ext uri="{FF2B5EF4-FFF2-40B4-BE49-F238E27FC236}">
                  <a16:creationId xmlns:a16="http://schemas.microsoft.com/office/drawing/2014/main" id="{65485B51-5152-2288-D60A-BB1D4E435DEA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32;p78">
              <a:extLst>
                <a:ext uri="{FF2B5EF4-FFF2-40B4-BE49-F238E27FC236}">
                  <a16:creationId xmlns:a16="http://schemas.microsoft.com/office/drawing/2014/main" id="{1C7D2637-CDFD-6BCC-5E4F-695F0D9AA566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33;p78">
              <a:extLst>
                <a:ext uri="{FF2B5EF4-FFF2-40B4-BE49-F238E27FC236}">
                  <a16:creationId xmlns:a16="http://schemas.microsoft.com/office/drawing/2014/main" id="{260166D3-CFB6-A132-9368-DEDACE5D6D3E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34;p78">
              <a:extLst>
                <a:ext uri="{FF2B5EF4-FFF2-40B4-BE49-F238E27FC236}">
                  <a16:creationId xmlns:a16="http://schemas.microsoft.com/office/drawing/2014/main" id="{EEB83745-EB69-F01F-7C6A-187C4E2E94A0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35;p78">
              <a:extLst>
                <a:ext uri="{FF2B5EF4-FFF2-40B4-BE49-F238E27FC236}">
                  <a16:creationId xmlns:a16="http://schemas.microsoft.com/office/drawing/2014/main" id="{DDE5E4FE-9299-4009-8F08-FFDD5EAB97CA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36;p78">
              <a:extLst>
                <a:ext uri="{FF2B5EF4-FFF2-40B4-BE49-F238E27FC236}">
                  <a16:creationId xmlns:a16="http://schemas.microsoft.com/office/drawing/2014/main" id="{214A49E5-26E3-9645-2CBA-A7003A04B23F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37;p78">
              <a:extLst>
                <a:ext uri="{FF2B5EF4-FFF2-40B4-BE49-F238E27FC236}">
                  <a16:creationId xmlns:a16="http://schemas.microsoft.com/office/drawing/2014/main" id="{C453179D-B6E0-B021-A920-F7677045220A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38;p78">
              <a:extLst>
                <a:ext uri="{FF2B5EF4-FFF2-40B4-BE49-F238E27FC236}">
                  <a16:creationId xmlns:a16="http://schemas.microsoft.com/office/drawing/2014/main" id="{63C5AAC2-EECE-DD79-5EA9-A3F45A955AEE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39;p78">
              <a:extLst>
                <a:ext uri="{FF2B5EF4-FFF2-40B4-BE49-F238E27FC236}">
                  <a16:creationId xmlns:a16="http://schemas.microsoft.com/office/drawing/2014/main" id="{568F48BE-EC32-2362-518E-AB5269BF8069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40;p78">
              <a:extLst>
                <a:ext uri="{FF2B5EF4-FFF2-40B4-BE49-F238E27FC236}">
                  <a16:creationId xmlns:a16="http://schemas.microsoft.com/office/drawing/2014/main" id="{1E85AAA7-38FA-5654-EA15-DB0F74E67DE9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41;p78">
              <a:extLst>
                <a:ext uri="{FF2B5EF4-FFF2-40B4-BE49-F238E27FC236}">
                  <a16:creationId xmlns:a16="http://schemas.microsoft.com/office/drawing/2014/main" id="{C92D9199-692A-6FC7-3455-09E3FB68A8E2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42;p78">
              <a:extLst>
                <a:ext uri="{FF2B5EF4-FFF2-40B4-BE49-F238E27FC236}">
                  <a16:creationId xmlns:a16="http://schemas.microsoft.com/office/drawing/2014/main" id="{6A14A7D5-94A1-FB95-B732-203B3A9A8A52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43;p78">
              <a:extLst>
                <a:ext uri="{FF2B5EF4-FFF2-40B4-BE49-F238E27FC236}">
                  <a16:creationId xmlns:a16="http://schemas.microsoft.com/office/drawing/2014/main" id="{D618AA11-DD87-A926-C733-386A95BA1882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4;p78">
              <a:extLst>
                <a:ext uri="{FF2B5EF4-FFF2-40B4-BE49-F238E27FC236}">
                  <a16:creationId xmlns:a16="http://schemas.microsoft.com/office/drawing/2014/main" id="{669C8914-B96D-4A98-2F42-1E32667B0152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Google Shape;1595;p51">
            <a:extLst>
              <a:ext uri="{FF2B5EF4-FFF2-40B4-BE49-F238E27FC236}">
                <a16:creationId xmlns:a16="http://schemas.microsoft.com/office/drawing/2014/main" id="{0996B059-40F3-9D8E-5A28-AC99D28925F1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7068" t="40025" r="10829" b="5258"/>
          <a:stretch/>
        </p:blipFill>
        <p:spPr>
          <a:xfrm>
            <a:off x="6355743" y="3129990"/>
            <a:ext cx="3658986" cy="3582998"/>
          </a:xfrm>
          <a:prstGeom prst="ellipse">
            <a:avLst/>
          </a:prstGeom>
          <a:noFill/>
          <a:ln>
            <a:noFill/>
          </a:ln>
        </p:spPr>
      </p:pic>
      <p:sp>
        <p:nvSpPr>
          <p:cNvPr id="3" name="Google Shape;1592;p51">
            <a:extLst>
              <a:ext uri="{FF2B5EF4-FFF2-40B4-BE49-F238E27FC236}">
                <a16:creationId xmlns:a16="http://schemas.microsoft.com/office/drawing/2014/main" id="{C27070C4-604D-81D4-D3AA-6DAFFED5F56B}"/>
              </a:ext>
            </a:extLst>
          </p:cNvPr>
          <p:cNvSpPr/>
          <p:nvPr/>
        </p:nvSpPr>
        <p:spPr>
          <a:xfrm>
            <a:off x="6225126" y="3021462"/>
            <a:ext cx="3852300" cy="38523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83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>
          <a:extLst>
            <a:ext uri="{FF2B5EF4-FFF2-40B4-BE49-F238E27FC236}">
              <a16:creationId xmlns:a16="http://schemas.microsoft.com/office/drawing/2014/main" id="{FE7F176F-5B59-B414-B500-9BE24257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55">
            <a:extLst>
              <a:ext uri="{FF2B5EF4-FFF2-40B4-BE49-F238E27FC236}">
                <a16:creationId xmlns:a16="http://schemas.microsoft.com/office/drawing/2014/main" id="{D5B1F0CB-47D3-27C8-C6DD-C1EBF20164D3}"/>
              </a:ext>
            </a:extLst>
          </p:cNvPr>
          <p:cNvGrpSpPr/>
          <p:nvPr/>
        </p:nvGrpSpPr>
        <p:grpSpPr>
          <a:xfrm>
            <a:off x="4138502" y="-4653600"/>
            <a:ext cx="8232523" cy="8232452"/>
            <a:chOff x="-3767923" y="-4779325"/>
            <a:chExt cx="8232523" cy="8232452"/>
          </a:xfrm>
        </p:grpSpPr>
        <p:sp>
          <p:nvSpPr>
            <p:cNvPr id="1742" name="Google Shape;1742;p55">
              <a:extLst>
                <a:ext uri="{FF2B5EF4-FFF2-40B4-BE49-F238E27FC236}">
                  <a16:creationId xmlns:a16="http://schemas.microsoft.com/office/drawing/2014/main" id="{59513ED9-A3F0-DA38-D7F3-A0D6D05E870F}"/>
                </a:ext>
              </a:extLst>
            </p:cNvPr>
            <p:cNvSpPr/>
            <p:nvPr/>
          </p:nvSpPr>
          <p:spPr>
            <a:xfrm>
              <a:off x="-2459382" y="-3472112"/>
              <a:ext cx="5596478" cy="5596704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88"/>
                  </a:moveTo>
                  <a:cubicBezTo>
                    <a:pt x="15666" y="88"/>
                    <a:pt x="18754" y="1367"/>
                    <a:pt x="21075" y="3689"/>
                  </a:cubicBezTo>
                  <a:cubicBezTo>
                    <a:pt x="23398" y="6010"/>
                    <a:pt x="24677" y="9098"/>
                    <a:pt x="24677" y="12382"/>
                  </a:cubicBezTo>
                  <a:cubicBezTo>
                    <a:pt x="24677" y="15666"/>
                    <a:pt x="23398" y="18754"/>
                    <a:pt x="21075" y="21076"/>
                  </a:cubicBezTo>
                  <a:cubicBezTo>
                    <a:pt x="18754" y="23398"/>
                    <a:pt x="15666" y="24677"/>
                    <a:pt x="12382" y="24677"/>
                  </a:cubicBezTo>
                  <a:cubicBezTo>
                    <a:pt x="9098" y="24677"/>
                    <a:pt x="6010" y="23398"/>
                    <a:pt x="3688" y="21076"/>
                  </a:cubicBezTo>
                  <a:cubicBezTo>
                    <a:pt x="1367" y="18754"/>
                    <a:pt x="88" y="15666"/>
                    <a:pt x="88" y="12382"/>
                  </a:cubicBezTo>
                  <a:cubicBezTo>
                    <a:pt x="88" y="9098"/>
                    <a:pt x="1367" y="6010"/>
                    <a:pt x="3688" y="3689"/>
                  </a:cubicBezTo>
                  <a:cubicBezTo>
                    <a:pt x="6010" y="1367"/>
                    <a:pt x="9098" y="88"/>
                    <a:pt x="12382" y="88"/>
                  </a:cubicBezTo>
                  <a:close/>
                  <a:moveTo>
                    <a:pt x="12382" y="1"/>
                  </a:moveTo>
                  <a:cubicBezTo>
                    <a:pt x="9075" y="1"/>
                    <a:pt x="5965" y="1288"/>
                    <a:pt x="3626" y="3627"/>
                  </a:cubicBezTo>
                  <a:cubicBezTo>
                    <a:pt x="1288" y="5965"/>
                    <a:pt x="1" y="9075"/>
                    <a:pt x="1" y="12382"/>
                  </a:cubicBezTo>
                  <a:cubicBezTo>
                    <a:pt x="1" y="15689"/>
                    <a:pt x="1288" y="18799"/>
                    <a:pt x="3626" y="21137"/>
                  </a:cubicBezTo>
                  <a:cubicBezTo>
                    <a:pt x="5965" y="23476"/>
                    <a:pt x="9075" y="24765"/>
                    <a:pt x="12382" y="24765"/>
                  </a:cubicBezTo>
                  <a:cubicBezTo>
                    <a:pt x="15689" y="24765"/>
                    <a:pt x="18799" y="23476"/>
                    <a:pt x="21137" y="21137"/>
                  </a:cubicBezTo>
                  <a:cubicBezTo>
                    <a:pt x="23476" y="18799"/>
                    <a:pt x="24763" y="15689"/>
                    <a:pt x="24763" y="12382"/>
                  </a:cubicBezTo>
                  <a:cubicBezTo>
                    <a:pt x="24763" y="9075"/>
                    <a:pt x="23476" y="5965"/>
                    <a:pt x="21137" y="3627"/>
                  </a:cubicBezTo>
                  <a:cubicBezTo>
                    <a:pt x="18799" y="1288"/>
                    <a:pt x="15689" y="1"/>
                    <a:pt x="12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5">
              <a:extLst>
                <a:ext uri="{FF2B5EF4-FFF2-40B4-BE49-F238E27FC236}">
                  <a16:creationId xmlns:a16="http://schemas.microsoft.com/office/drawing/2014/main" id="{D0FC5F83-5D2A-D043-55F0-659863DF51B5}"/>
                </a:ext>
              </a:extLst>
            </p:cNvPr>
            <p:cNvSpPr/>
            <p:nvPr/>
          </p:nvSpPr>
          <p:spPr>
            <a:xfrm>
              <a:off x="-3767923" y="-4779325"/>
              <a:ext cx="8232523" cy="8232452"/>
            </a:xfrm>
            <a:custGeom>
              <a:avLst/>
              <a:gdLst/>
              <a:ahLst/>
              <a:cxnLst/>
              <a:rect l="l" t="t" r="r" b="b"/>
              <a:pathLst>
                <a:path w="44848" h="44847" extrusionOk="0">
                  <a:moveTo>
                    <a:pt x="22424" y="5658"/>
                  </a:moveTo>
                  <a:cubicBezTo>
                    <a:pt x="26902" y="5658"/>
                    <a:pt x="31113" y="7402"/>
                    <a:pt x="34280" y="10568"/>
                  </a:cubicBezTo>
                  <a:cubicBezTo>
                    <a:pt x="37446" y="13735"/>
                    <a:pt x="39191" y="17946"/>
                    <a:pt x="39191" y="22424"/>
                  </a:cubicBezTo>
                  <a:cubicBezTo>
                    <a:pt x="39191" y="26903"/>
                    <a:pt x="37446" y="31113"/>
                    <a:pt x="34280" y="34279"/>
                  </a:cubicBezTo>
                  <a:cubicBezTo>
                    <a:pt x="31113" y="37446"/>
                    <a:pt x="26902" y="39190"/>
                    <a:pt x="22424" y="39190"/>
                  </a:cubicBezTo>
                  <a:cubicBezTo>
                    <a:pt x="17946" y="39190"/>
                    <a:pt x="13735" y="37446"/>
                    <a:pt x="10569" y="34279"/>
                  </a:cubicBezTo>
                  <a:cubicBezTo>
                    <a:pt x="7402" y="31113"/>
                    <a:pt x="5658" y="26903"/>
                    <a:pt x="5658" y="22424"/>
                  </a:cubicBezTo>
                  <a:cubicBezTo>
                    <a:pt x="5658" y="17946"/>
                    <a:pt x="7402" y="13735"/>
                    <a:pt x="10569" y="10568"/>
                  </a:cubicBezTo>
                  <a:cubicBezTo>
                    <a:pt x="13735" y="7402"/>
                    <a:pt x="17946" y="5658"/>
                    <a:pt x="22424" y="5658"/>
                  </a:cubicBezTo>
                  <a:close/>
                  <a:moveTo>
                    <a:pt x="22424" y="1"/>
                  </a:moveTo>
                  <a:cubicBezTo>
                    <a:pt x="19398" y="1"/>
                    <a:pt x="16461" y="594"/>
                    <a:pt x="13695" y="1764"/>
                  </a:cubicBezTo>
                  <a:cubicBezTo>
                    <a:pt x="11024" y="2893"/>
                    <a:pt x="8627" y="4510"/>
                    <a:pt x="6569" y="6568"/>
                  </a:cubicBezTo>
                  <a:cubicBezTo>
                    <a:pt x="4510" y="8627"/>
                    <a:pt x="2893" y="11025"/>
                    <a:pt x="1764" y="13696"/>
                  </a:cubicBezTo>
                  <a:cubicBezTo>
                    <a:pt x="594" y="16462"/>
                    <a:pt x="0" y="19398"/>
                    <a:pt x="0" y="22424"/>
                  </a:cubicBezTo>
                  <a:cubicBezTo>
                    <a:pt x="0" y="25450"/>
                    <a:pt x="594" y="28387"/>
                    <a:pt x="1764" y="31153"/>
                  </a:cubicBezTo>
                  <a:cubicBezTo>
                    <a:pt x="2893" y="33823"/>
                    <a:pt x="4510" y="36222"/>
                    <a:pt x="6569" y="38279"/>
                  </a:cubicBezTo>
                  <a:cubicBezTo>
                    <a:pt x="8627" y="40338"/>
                    <a:pt x="11024" y="41954"/>
                    <a:pt x="13695" y="43084"/>
                  </a:cubicBezTo>
                  <a:cubicBezTo>
                    <a:pt x="16461" y="44254"/>
                    <a:pt x="19398" y="44847"/>
                    <a:pt x="22424" y="44847"/>
                  </a:cubicBezTo>
                  <a:cubicBezTo>
                    <a:pt x="25450" y="44847"/>
                    <a:pt x="28387" y="44254"/>
                    <a:pt x="31153" y="43084"/>
                  </a:cubicBezTo>
                  <a:cubicBezTo>
                    <a:pt x="33824" y="41954"/>
                    <a:pt x="36221" y="40338"/>
                    <a:pt x="38280" y="38279"/>
                  </a:cubicBezTo>
                  <a:cubicBezTo>
                    <a:pt x="40338" y="36222"/>
                    <a:pt x="41955" y="33824"/>
                    <a:pt x="43084" y="31153"/>
                  </a:cubicBezTo>
                  <a:cubicBezTo>
                    <a:pt x="44254" y="28387"/>
                    <a:pt x="44848" y="25450"/>
                    <a:pt x="44848" y="22424"/>
                  </a:cubicBezTo>
                  <a:cubicBezTo>
                    <a:pt x="44848" y="19398"/>
                    <a:pt x="44254" y="16462"/>
                    <a:pt x="43084" y="13696"/>
                  </a:cubicBezTo>
                  <a:cubicBezTo>
                    <a:pt x="41955" y="11025"/>
                    <a:pt x="40338" y="8627"/>
                    <a:pt x="38280" y="6568"/>
                  </a:cubicBezTo>
                  <a:cubicBezTo>
                    <a:pt x="36221" y="4510"/>
                    <a:pt x="33824" y="2893"/>
                    <a:pt x="31153" y="1764"/>
                  </a:cubicBezTo>
                  <a:cubicBezTo>
                    <a:pt x="28387" y="594"/>
                    <a:pt x="25450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55">
            <a:extLst>
              <a:ext uri="{FF2B5EF4-FFF2-40B4-BE49-F238E27FC236}">
                <a16:creationId xmlns:a16="http://schemas.microsoft.com/office/drawing/2014/main" id="{0D9EB739-4AD1-BA46-0736-5C7F02209E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8981" y="2003918"/>
            <a:ext cx="5034657" cy="18142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b="1" dirty="0"/>
              <a:t>Fontes de Pesquisa</a:t>
            </a:r>
            <a:endParaRPr lang="pt-BR" sz="3200" dirty="0"/>
          </a:p>
        </p:txBody>
      </p:sp>
      <p:grpSp>
        <p:nvGrpSpPr>
          <p:cNvPr id="1748" name="Google Shape;1748;p55">
            <a:extLst>
              <a:ext uri="{FF2B5EF4-FFF2-40B4-BE49-F238E27FC236}">
                <a16:creationId xmlns:a16="http://schemas.microsoft.com/office/drawing/2014/main" id="{5B0B8474-7BC9-F87F-730D-48AD0E5ACDBB}"/>
              </a:ext>
            </a:extLst>
          </p:cNvPr>
          <p:cNvGrpSpPr/>
          <p:nvPr/>
        </p:nvGrpSpPr>
        <p:grpSpPr>
          <a:xfrm rot="1848534">
            <a:off x="6279577" y="2950713"/>
            <a:ext cx="2154190" cy="1714450"/>
            <a:chOff x="1382891" y="1957553"/>
            <a:chExt cx="215970" cy="171877"/>
          </a:xfrm>
        </p:grpSpPr>
        <p:sp>
          <p:nvSpPr>
            <p:cNvPr id="1749" name="Google Shape;1749;p55">
              <a:extLst>
                <a:ext uri="{FF2B5EF4-FFF2-40B4-BE49-F238E27FC236}">
                  <a16:creationId xmlns:a16="http://schemas.microsoft.com/office/drawing/2014/main" id="{98AA45DB-E15A-9451-42CA-266ED27E77BF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5">
              <a:extLst>
                <a:ext uri="{FF2B5EF4-FFF2-40B4-BE49-F238E27FC236}">
                  <a16:creationId xmlns:a16="http://schemas.microsoft.com/office/drawing/2014/main" id="{812AD7E1-C99A-2BE1-5B77-B5F117F04D5C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5">
              <a:extLst>
                <a:ext uri="{FF2B5EF4-FFF2-40B4-BE49-F238E27FC236}">
                  <a16:creationId xmlns:a16="http://schemas.microsoft.com/office/drawing/2014/main" id="{692587D9-5FF2-BB69-C982-6C6E2670FA46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5">
              <a:extLst>
                <a:ext uri="{FF2B5EF4-FFF2-40B4-BE49-F238E27FC236}">
                  <a16:creationId xmlns:a16="http://schemas.microsoft.com/office/drawing/2014/main" id="{A0E247DB-090A-7788-DEF2-D53AFB927B1C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5">
              <a:extLst>
                <a:ext uri="{FF2B5EF4-FFF2-40B4-BE49-F238E27FC236}">
                  <a16:creationId xmlns:a16="http://schemas.microsoft.com/office/drawing/2014/main" id="{501F0B73-0FBB-5DB4-02E4-96C519AD21F5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5">
              <a:extLst>
                <a:ext uri="{FF2B5EF4-FFF2-40B4-BE49-F238E27FC236}">
                  <a16:creationId xmlns:a16="http://schemas.microsoft.com/office/drawing/2014/main" id="{749E54AB-545B-D388-8262-06D14F73F020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5">
              <a:extLst>
                <a:ext uri="{FF2B5EF4-FFF2-40B4-BE49-F238E27FC236}">
                  <a16:creationId xmlns:a16="http://schemas.microsoft.com/office/drawing/2014/main" id="{97D712DC-00E6-9F2C-AE81-85F276927EE5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5">
              <a:extLst>
                <a:ext uri="{FF2B5EF4-FFF2-40B4-BE49-F238E27FC236}">
                  <a16:creationId xmlns:a16="http://schemas.microsoft.com/office/drawing/2014/main" id="{3916BB1D-4781-2504-23B6-BEF7D9CF0FE9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5">
              <a:extLst>
                <a:ext uri="{FF2B5EF4-FFF2-40B4-BE49-F238E27FC236}">
                  <a16:creationId xmlns:a16="http://schemas.microsoft.com/office/drawing/2014/main" id="{39C76970-A8F9-DB07-E883-B8ABD6ADD69D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5">
              <a:extLst>
                <a:ext uri="{FF2B5EF4-FFF2-40B4-BE49-F238E27FC236}">
                  <a16:creationId xmlns:a16="http://schemas.microsoft.com/office/drawing/2014/main" id="{689CFF46-E099-6D8D-F632-3ECCD21D660F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5">
              <a:extLst>
                <a:ext uri="{FF2B5EF4-FFF2-40B4-BE49-F238E27FC236}">
                  <a16:creationId xmlns:a16="http://schemas.microsoft.com/office/drawing/2014/main" id="{C9F90174-F540-1F68-B606-814CFABF660F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5">
              <a:extLst>
                <a:ext uri="{FF2B5EF4-FFF2-40B4-BE49-F238E27FC236}">
                  <a16:creationId xmlns:a16="http://schemas.microsoft.com/office/drawing/2014/main" id="{C8708ABD-C3DF-797E-3ADB-64D9E9D5F593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5">
              <a:extLst>
                <a:ext uri="{FF2B5EF4-FFF2-40B4-BE49-F238E27FC236}">
                  <a16:creationId xmlns:a16="http://schemas.microsoft.com/office/drawing/2014/main" id="{64F42EF0-74BB-6B78-17DB-9A30B1AAEF9F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5">
              <a:extLst>
                <a:ext uri="{FF2B5EF4-FFF2-40B4-BE49-F238E27FC236}">
                  <a16:creationId xmlns:a16="http://schemas.microsoft.com/office/drawing/2014/main" id="{BD294D67-6D50-D0C3-176B-D02152818E10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5">
              <a:extLst>
                <a:ext uri="{FF2B5EF4-FFF2-40B4-BE49-F238E27FC236}">
                  <a16:creationId xmlns:a16="http://schemas.microsoft.com/office/drawing/2014/main" id="{FF6B1135-8D40-E4E1-8D42-369670356DB4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5">
              <a:extLst>
                <a:ext uri="{FF2B5EF4-FFF2-40B4-BE49-F238E27FC236}">
                  <a16:creationId xmlns:a16="http://schemas.microsoft.com/office/drawing/2014/main" id="{1C3F91B3-7ADD-11EE-8283-634FB2B2DFEA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55">
            <a:extLst>
              <a:ext uri="{FF2B5EF4-FFF2-40B4-BE49-F238E27FC236}">
                <a16:creationId xmlns:a16="http://schemas.microsoft.com/office/drawing/2014/main" id="{3170BBF6-3DC4-87C2-85AF-09789EACFF07}"/>
              </a:ext>
            </a:extLst>
          </p:cNvPr>
          <p:cNvGrpSpPr/>
          <p:nvPr/>
        </p:nvGrpSpPr>
        <p:grpSpPr>
          <a:xfrm rot="7663756" flipH="1">
            <a:off x="5642190" y="4198298"/>
            <a:ext cx="738522" cy="1055892"/>
            <a:chOff x="1454195" y="1382913"/>
            <a:chExt cx="73893" cy="105660"/>
          </a:xfrm>
        </p:grpSpPr>
        <p:sp>
          <p:nvSpPr>
            <p:cNvPr id="1766" name="Google Shape;1766;p55">
              <a:extLst>
                <a:ext uri="{FF2B5EF4-FFF2-40B4-BE49-F238E27FC236}">
                  <a16:creationId xmlns:a16="http://schemas.microsoft.com/office/drawing/2014/main" id="{A49C6165-E46A-E1BD-62E2-C621482FA0C3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5">
              <a:extLst>
                <a:ext uri="{FF2B5EF4-FFF2-40B4-BE49-F238E27FC236}">
                  <a16:creationId xmlns:a16="http://schemas.microsoft.com/office/drawing/2014/main" id="{BA6869C7-9829-1E9E-9631-C34CA1E1791A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5">
              <a:extLst>
                <a:ext uri="{FF2B5EF4-FFF2-40B4-BE49-F238E27FC236}">
                  <a16:creationId xmlns:a16="http://schemas.microsoft.com/office/drawing/2014/main" id="{2F3963B6-4659-525D-314D-89ADFCFDA73F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9" name="Google Shape;1769;p55">
            <a:extLst>
              <a:ext uri="{FF2B5EF4-FFF2-40B4-BE49-F238E27FC236}">
                <a16:creationId xmlns:a16="http://schemas.microsoft.com/office/drawing/2014/main" id="{93D6D866-E72F-884D-7FA4-0AF531ADC3CE}"/>
              </a:ext>
            </a:extLst>
          </p:cNvPr>
          <p:cNvGrpSpPr/>
          <p:nvPr/>
        </p:nvGrpSpPr>
        <p:grpSpPr>
          <a:xfrm rot="-1340052">
            <a:off x="7285433" y="1710730"/>
            <a:ext cx="2133564" cy="1698024"/>
            <a:chOff x="1382891" y="1957553"/>
            <a:chExt cx="215970" cy="171877"/>
          </a:xfrm>
        </p:grpSpPr>
        <p:sp>
          <p:nvSpPr>
            <p:cNvPr id="1770" name="Google Shape;1770;p55">
              <a:extLst>
                <a:ext uri="{FF2B5EF4-FFF2-40B4-BE49-F238E27FC236}">
                  <a16:creationId xmlns:a16="http://schemas.microsoft.com/office/drawing/2014/main" id="{D58C135D-D004-7E4B-2929-ADBDAE451165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5">
              <a:extLst>
                <a:ext uri="{FF2B5EF4-FFF2-40B4-BE49-F238E27FC236}">
                  <a16:creationId xmlns:a16="http://schemas.microsoft.com/office/drawing/2014/main" id="{AFD1F9DB-8C2F-95BC-51B1-A056B91A75DF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5">
              <a:extLst>
                <a:ext uri="{FF2B5EF4-FFF2-40B4-BE49-F238E27FC236}">
                  <a16:creationId xmlns:a16="http://schemas.microsoft.com/office/drawing/2014/main" id="{98ACAE53-3940-ED52-C647-8E8408FBDE88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5">
              <a:extLst>
                <a:ext uri="{FF2B5EF4-FFF2-40B4-BE49-F238E27FC236}">
                  <a16:creationId xmlns:a16="http://schemas.microsoft.com/office/drawing/2014/main" id="{13BDA40D-D1E7-90A4-F3C5-043FD0485DC8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5">
              <a:extLst>
                <a:ext uri="{FF2B5EF4-FFF2-40B4-BE49-F238E27FC236}">
                  <a16:creationId xmlns:a16="http://schemas.microsoft.com/office/drawing/2014/main" id="{F3CFD3F1-0382-60BF-D750-B7B0F63D7FEE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5">
              <a:extLst>
                <a:ext uri="{FF2B5EF4-FFF2-40B4-BE49-F238E27FC236}">
                  <a16:creationId xmlns:a16="http://schemas.microsoft.com/office/drawing/2014/main" id="{9124D003-3AD3-4640-5006-2D7DE3F1F423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5">
              <a:extLst>
                <a:ext uri="{FF2B5EF4-FFF2-40B4-BE49-F238E27FC236}">
                  <a16:creationId xmlns:a16="http://schemas.microsoft.com/office/drawing/2014/main" id="{864357C2-8DE5-BE98-90B2-AAD4FBB8CDA0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5">
              <a:extLst>
                <a:ext uri="{FF2B5EF4-FFF2-40B4-BE49-F238E27FC236}">
                  <a16:creationId xmlns:a16="http://schemas.microsoft.com/office/drawing/2014/main" id="{7DAE2AE8-CCBF-7A9B-7864-5252273DCDA5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5">
              <a:extLst>
                <a:ext uri="{FF2B5EF4-FFF2-40B4-BE49-F238E27FC236}">
                  <a16:creationId xmlns:a16="http://schemas.microsoft.com/office/drawing/2014/main" id="{A9F74BFB-5F51-265B-168E-DE8F3B1F9AAE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5">
              <a:extLst>
                <a:ext uri="{FF2B5EF4-FFF2-40B4-BE49-F238E27FC236}">
                  <a16:creationId xmlns:a16="http://schemas.microsoft.com/office/drawing/2014/main" id="{EFE3C4FB-37A2-DD97-A205-EC1749868618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5">
              <a:extLst>
                <a:ext uri="{FF2B5EF4-FFF2-40B4-BE49-F238E27FC236}">
                  <a16:creationId xmlns:a16="http://schemas.microsoft.com/office/drawing/2014/main" id="{B5A80CB8-CDB5-9358-2669-624E6E81A366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5">
              <a:extLst>
                <a:ext uri="{FF2B5EF4-FFF2-40B4-BE49-F238E27FC236}">
                  <a16:creationId xmlns:a16="http://schemas.microsoft.com/office/drawing/2014/main" id="{94473822-7260-3701-CBD7-6F7D80EFC070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5">
              <a:extLst>
                <a:ext uri="{FF2B5EF4-FFF2-40B4-BE49-F238E27FC236}">
                  <a16:creationId xmlns:a16="http://schemas.microsoft.com/office/drawing/2014/main" id="{AE235B60-8521-1CD8-E9C8-27EA2D154315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5">
              <a:extLst>
                <a:ext uri="{FF2B5EF4-FFF2-40B4-BE49-F238E27FC236}">
                  <a16:creationId xmlns:a16="http://schemas.microsoft.com/office/drawing/2014/main" id="{9CE2CB4B-03D6-BE15-F0DA-802DE58C17B7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5">
              <a:extLst>
                <a:ext uri="{FF2B5EF4-FFF2-40B4-BE49-F238E27FC236}">
                  <a16:creationId xmlns:a16="http://schemas.microsoft.com/office/drawing/2014/main" id="{6AF67759-F9C1-9DAE-600F-83C929301BCF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5">
              <a:extLst>
                <a:ext uri="{FF2B5EF4-FFF2-40B4-BE49-F238E27FC236}">
                  <a16:creationId xmlns:a16="http://schemas.microsoft.com/office/drawing/2014/main" id="{FF849821-4271-071D-BE08-B25FE4F2C800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6" name="Google Shape;1786;p55">
            <a:extLst>
              <a:ext uri="{FF2B5EF4-FFF2-40B4-BE49-F238E27FC236}">
                <a16:creationId xmlns:a16="http://schemas.microsoft.com/office/drawing/2014/main" id="{FD39906A-AD57-0C4E-C707-E1CAB651A306}"/>
              </a:ext>
            </a:extLst>
          </p:cNvPr>
          <p:cNvGrpSpPr/>
          <p:nvPr/>
        </p:nvGrpSpPr>
        <p:grpSpPr>
          <a:xfrm>
            <a:off x="6612760" y="861657"/>
            <a:ext cx="1017205" cy="702994"/>
            <a:chOff x="1759879" y="1393055"/>
            <a:chExt cx="133651" cy="92367"/>
          </a:xfrm>
        </p:grpSpPr>
        <p:sp>
          <p:nvSpPr>
            <p:cNvPr id="1787" name="Google Shape;1787;p55">
              <a:extLst>
                <a:ext uri="{FF2B5EF4-FFF2-40B4-BE49-F238E27FC236}">
                  <a16:creationId xmlns:a16="http://schemas.microsoft.com/office/drawing/2014/main" id="{6473779E-C5BB-9B51-B6A2-8598A246AF01}"/>
                </a:ext>
              </a:extLst>
            </p:cNvPr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5">
              <a:extLst>
                <a:ext uri="{FF2B5EF4-FFF2-40B4-BE49-F238E27FC236}">
                  <a16:creationId xmlns:a16="http://schemas.microsoft.com/office/drawing/2014/main" id="{DD918042-84FB-9A55-2887-0A382DD37789}"/>
                </a:ext>
              </a:extLst>
            </p:cNvPr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5">
              <a:extLst>
                <a:ext uri="{FF2B5EF4-FFF2-40B4-BE49-F238E27FC236}">
                  <a16:creationId xmlns:a16="http://schemas.microsoft.com/office/drawing/2014/main" id="{861DC726-EDE4-A915-3937-458DD9C65EFA}"/>
                </a:ext>
              </a:extLst>
            </p:cNvPr>
            <p:cNvSpPr/>
            <p:nvPr/>
          </p:nvSpPr>
          <p:spPr>
            <a:xfrm>
              <a:off x="1837517" y="1428753"/>
              <a:ext cx="18411" cy="19659"/>
            </a:xfrm>
            <a:custGeom>
              <a:avLst/>
              <a:gdLst/>
              <a:ahLst/>
              <a:cxnLst/>
              <a:rect l="l" t="t" r="r" b="b"/>
              <a:pathLst>
                <a:path w="590" h="630" extrusionOk="0">
                  <a:moveTo>
                    <a:pt x="303" y="0"/>
                  </a:moveTo>
                  <a:cubicBezTo>
                    <a:pt x="261" y="0"/>
                    <a:pt x="219" y="21"/>
                    <a:pt x="194" y="61"/>
                  </a:cubicBezTo>
                  <a:lnTo>
                    <a:pt x="26" y="324"/>
                  </a:lnTo>
                  <a:cubicBezTo>
                    <a:pt x="2" y="363"/>
                    <a:pt x="0" y="414"/>
                    <a:pt x="22" y="455"/>
                  </a:cubicBezTo>
                  <a:lnTo>
                    <a:pt x="80" y="561"/>
                  </a:lnTo>
                  <a:cubicBezTo>
                    <a:pt x="103" y="604"/>
                    <a:pt x="147" y="629"/>
                    <a:pt x="193" y="629"/>
                  </a:cubicBezTo>
                  <a:cubicBezTo>
                    <a:pt x="216" y="629"/>
                    <a:pt x="240" y="623"/>
                    <a:pt x="261" y="609"/>
                  </a:cubicBezTo>
                  <a:lnTo>
                    <a:pt x="510" y="457"/>
                  </a:lnTo>
                  <a:cubicBezTo>
                    <a:pt x="571" y="419"/>
                    <a:pt x="590" y="338"/>
                    <a:pt x="551" y="278"/>
                  </a:cubicBezTo>
                  <a:lnTo>
                    <a:pt x="412" y="60"/>
                  </a:lnTo>
                  <a:cubicBezTo>
                    <a:pt x="386" y="20"/>
                    <a:pt x="344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5">
              <a:extLst>
                <a:ext uri="{FF2B5EF4-FFF2-40B4-BE49-F238E27FC236}">
                  <a16:creationId xmlns:a16="http://schemas.microsoft.com/office/drawing/2014/main" id="{7A0CCF51-BB88-C90F-27F3-E9FDB67EDF8C}"/>
                </a:ext>
              </a:extLst>
            </p:cNvPr>
            <p:cNvSpPr/>
            <p:nvPr/>
          </p:nvSpPr>
          <p:spPr>
            <a:xfrm>
              <a:off x="1876055" y="1464358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55">
            <a:extLst>
              <a:ext uri="{FF2B5EF4-FFF2-40B4-BE49-F238E27FC236}">
                <a16:creationId xmlns:a16="http://schemas.microsoft.com/office/drawing/2014/main" id="{01DD8C88-5A81-D3F1-D127-E917516155BA}"/>
              </a:ext>
            </a:extLst>
          </p:cNvPr>
          <p:cNvGrpSpPr/>
          <p:nvPr/>
        </p:nvGrpSpPr>
        <p:grpSpPr>
          <a:xfrm rot="3281018">
            <a:off x="4139233" y="566206"/>
            <a:ext cx="2016236" cy="1604637"/>
            <a:chOff x="1382891" y="1957553"/>
            <a:chExt cx="215970" cy="171877"/>
          </a:xfrm>
        </p:grpSpPr>
        <p:sp>
          <p:nvSpPr>
            <p:cNvPr id="1792" name="Google Shape;1792;p55">
              <a:extLst>
                <a:ext uri="{FF2B5EF4-FFF2-40B4-BE49-F238E27FC236}">
                  <a16:creationId xmlns:a16="http://schemas.microsoft.com/office/drawing/2014/main" id="{E8F8DFF2-0E9F-D7B4-75F4-73762F1B38CC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5">
              <a:extLst>
                <a:ext uri="{FF2B5EF4-FFF2-40B4-BE49-F238E27FC236}">
                  <a16:creationId xmlns:a16="http://schemas.microsoft.com/office/drawing/2014/main" id="{31FBCE49-EAB4-A517-F9A9-DE362F235423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5">
              <a:extLst>
                <a:ext uri="{FF2B5EF4-FFF2-40B4-BE49-F238E27FC236}">
                  <a16:creationId xmlns:a16="http://schemas.microsoft.com/office/drawing/2014/main" id="{67076790-2F56-0C45-527F-F21031962CA2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5">
              <a:extLst>
                <a:ext uri="{FF2B5EF4-FFF2-40B4-BE49-F238E27FC236}">
                  <a16:creationId xmlns:a16="http://schemas.microsoft.com/office/drawing/2014/main" id="{8EA3A9B6-BFBE-3771-EB5F-C2B0423C69FA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5">
              <a:extLst>
                <a:ext uri="{FF2B5EF4-FFF2-40B4-BE49-F238E27FC236}">
                  <a16:creationId xmlns:a16="http://schemas.microsoft.com/office/drawing/2014/main" id="{2571B4D8-1F09-D0E1-0E94-5D69BD183370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5">
              <a:extLst>
                <a:ext uri="{FF2B5EF4-FFF2-40B4-BE49-F238E27FC236}">
                  <a16:creationId xmlns:a16="http://schemas.microsoft.com/office/drawing/2014/main" id="{03A76955-CA58-34E0-6DA8-36493B44D884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5">
              <a:extLst>
                <a:ext uri="{FF2B5EF4-FFF2-40B4-BE49-F238E27FC236}">
                  <a16:creationId xmlns:a16="http://schemas.microsoft.com/office/drawing/2014/main" id="{37D9C25F-DADB-D0C4-ACF8-ABAACD7B7FA6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5">
              <a:extLst>
                <a:ext uri="{FF2B5EF4-FFF2-40B4-BE49-F238E27FC236}">
                  <a16:creationId xmlns:a16="http://schemas.microsoft.com/office/drawing/2014/main" id="{F2332AA1-ECFB-1F53-BCF6-1E94183B095A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5">
              <a:extLst>
                <a:ext uri="{FF2B5EF4-FFF2-40B4-BE49-F238E27FC236}">
                  <a16:creationId xmlns:a16="http://schemas.microsoft.com/office/drawing/2014/main" id="{4C8FED9E-980D-E23C-E4E2-BF16232DEF9A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5">
              <a:extLst>
                <a:ext uri="{FF2B5EF4-FFF2-40B4-BE49-F238E27FC236}">
                  <a16:creationId xmlns:a16="http://schemas.microsoft.com/office/drawing/2014/main" id="{A2604459-835F-F9A8-0648-A56AFB9ABD26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5">
              <a:extLst>
                <a:ext uri="{FF2B5EF4-FFF2-40B4-BE49-F238E27FC236}">
                  <a16:creationId xmlns:a16="http://schemas.microsoft.com/office/drawing/2014/main" id="{396F837D-3F8D-4B02-C49E-023F636AE578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5">
              <a:extLst>
                <a:ext uri="{FF2B5EF4-FFF2-40B4-BE49-F238E27FC236}">
                  <a16:creationId xmlns:a16="http://schemas.microsoft.com/office/drawing/2014/main" id="{8A1A437D-9964-7C22-6A21-F39DC9FD35AA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5">
              <a:extLst>
                <a:ext uri="{FF2B5EF4-FFF2-40B4-BE49-F238E27FC236}">
                  <a16:creationId xmlns:a16="http://schemas.microsoft.com/office/drawing/2014/main" id="{01A667B3-7D5B-13F8-C317-CDED96387E35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5">
              <a:extLst>
                <a:ext uri="{FF2B5EF4-FFF2-40B4-BE49-F238E27FC236}">
                  <a16:creationId xmlns:a16="http://schemas.microsoft.com/office/drawing/2014/main" id="{5AE0209D-0002-FB77-B466-262F44760811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5">
              <a:extLst>
                <a:ext uri="{FF2B5EF4-FFF2-40B4-BE49-F238E27FC236}">
                  <a16:creationId xmlns:a16="http://schemas.microsoft.com/office/drawing/2014/main" id="{6D3576C4-AD13-873F-B234-2BC69CAE13B6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5">
              <a:extLst>
                <a:ext uri="{FF2B5EF4-FFF2-40B4-BE49-F238E27FC236}">
                  <a16:creationId xmlns:a16="http://schemas.microsoft.com/office/drawing/2014/main" id="{B1D1634E-380D-8145-166D-04E9CEF5BD9B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86651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6F2B3DC4-7271-CAFC-C80F-8556BA13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50">
            <a:extLst>
              <a:ext uri="{FF2B5EF4-FFF2-40B4-BE49-F238E27FC236}">
                <a16:creationId xmlns:a16="http://schemas.microsoft.com/office/drawing/2014/main" id="{63F3979C-07DE-62F7-F11A-E4ED5A86438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30477" y="1532758"/>
            <a:ext cx="6862391" cy="2146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pt-BR" sz="1600" u="sng" dirty="0">
                <a:hlinkClick r:id="rId3"/>
              </a:rPr>
              <a:t>Wikipedia – </a:t>
            </a:r>
            <a:r>
              <a:rPr lang="pt-BR" sz="1600" u="sng" dirty="0" err="1">
                <a:hlinkClick r:id="rId3"/>
              </a:rPr>
              <a:t>Queueing</a:t>
            </a:r>
            <a:r>
              <a:rPr lang="pt-BR" sz="1600" u="sng" dirty="0">
                <a:hlinkClick r:id="rId3"/>
              </a:rPr>
              <a:t> </a:t>
            </a:r>
            <a:r>
              <a:rPr lang="pt-BR" sz="1600" u="sng" dirty="0" err="1">
                <a:hlinkClick r:id="rId3"/>
              </a:rPr>
              <a:t>Theory</a:t>
            </a:r>
            <a:endParaRPr lang="pt-BR" sz="1600" u="sng" dirty="0"/>
          </a:p>
          <a:p>
            <a:pPr lvl="0"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s-AR" sz="1600" u="sng" dirty="0" err="1">
                <a:hlinkClick r:id="rId4"/>
              </a:rPr>
              <a:t>ResearchGate</a:t>
            </a:r>
            <a:r>
              <a:rPr lang="es-AR" sz="1600" u="sng" dirty="0">
                <a:hlinkClick r:id="rId4"/>
              </a:rPr>
              <a:t> – </a:t>
            </a:r>
            <a:r>
              <a:rPr lang="es-AR" sz="1600" u="sng" dirty="0" err="1">
                <a:hlinkClick r:id="rId4"/>
              </a:rPr>
              <a:t>Exploring</a:t>
            </a:r>
            <a:r>
              <a:rPr lang="es-AR" sz="1600" u="sng" dirty="0">
                <a:hlinkClick r:id="rId4"/>
              </a:rPr>
              <a:t> </a:t>
            </a:r>
            <a:r>
              <a:rPr lang="es-AR" sz="1600" u="sng" dirty="0" err="1">
                <a:hlinkClick r:id="rId4"/>
              </a:rPr>
              <a:t>the</a:t>
            </a:r>
            <a:r>
              <a:rPr lang="es-AR" sz="1600" u="sng" dirty="0">
                <a:hlinkClick r:id="rId4"/>
              </a:rPr>
              <a:t> Role </a:t>
            </a:r>
            <a:r>
              <a:rPr lang="es-AR" sz="1600" u="sng" dirty="0" err="1">
                <a:hlinkClick r:id="rId4"/>
              </a:rPr>
              <a:t>of</a:t>
            </a:r>
            <a:r>
              <a:rPr lang="es-AR" sz="1600" u="sng" dirty="0">
                <a:hlinkClick r:id="rId4"/>
              </a:rPr>
              <a:t> </a:t>
            </a:r>
            <a:r>
              <a:rPr lang="es-AR" sz="1600" u="sng" dirty="0" err="1">
                <a:hlinkClick r:id="rId4"/>
              </a:rPr>
              <a:t>Queueing</a:t>
            </a:r>
            <a:r>
              <a:rPr lang="es-AR" sz="1600" u="sng" dirty="0">
                <a:hlinkClick r:id="rId4"/>
              </a:rPr>
              <a:t> </a:t>
            </a:r>
            <a:r>
              <a:rPr lang="es-AR" sz="1600" u="sng" dirty="0" err="1">
                <a:hlinkClick r:id="rId4"/>
              </a:rPr>
              <a:t>Theory</a:t>
            </a:r>
            <a:r>
              <a:rPr lang="es-AR" sz="1600" u="sng" dirty="0">
                <a:hlinkClick r:id="rId4"/>
              </a:rPr>
              <a:t> in </a:t>
            </a:r>
            <a:r>
              <a:rPr lang="es-AR" sz="1600" u="sng" dirty="0" err="1">
                <a:hlinkClick r:id="rId4"/>
              </a:rPr>
              <a:t>Manufacturing</a:t>
            </a:r>
            <a:endParaRPr lang="es-AR" sz="1600" u="sng" dirty="0"/>
          </a:p>
          <a:p>
            <a:pPr lvl="0"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sz="1600" u="sng" dirty="0" err="1">
                <a:hlinkClick r:id="rId5"/>
              </a:rPr>
              <a:t>Simio</a:t>
            </a:r>
            <a:r>
              <a:rPr lang="pt-BR" sz="1600" u="sng" dirty="0">
                <a:hlinkClick r:id="rId5"/>
              </a:rPr>
              <a:t> </a:t>
            </a:r>
            <a:r>
              <a:rPr lang="pt-BR" sz="1600" u="sng" dirty="0" err="1">
                <a:hlinkClick r:id="rId5"/>
              </a:rPr>
              <a:t>Textbook</a:t>
            </a:r>
            <a:r>
              <a:rPr lang="pt-BR" sz="1600" u="sng" dirty="0">
                <a:hlinkClick r:id="rId5"/>
              </a:rPr>
              <a:t> – </a:t>
            </a:r>
            <a:r>
              <a:rPr lang="pt-BR" sz="1600" u="sng" dirty="0" err="1">
                <a:hlinkClick r:id="rId5"/>
              </a:rPr>
              <a:t>Basics</a:t>
            </a:r>
            <a:r>
              <a:rPr lang="pt-BR" sz="1600" u="sng" dirty="0">
                <a:hlinkClick r:id="rId5"/>
              </a:rPr>
              <a:t> </a:t>
            </a:r>
            <a:r>
              <a:rPr lang="pt-BR" sz="1600" u="sng" dirty="0" err="1">
                <a:hlinkClick r:id="rId5"/>
              </a:rPr>
              <a:t>of</a:t>
            </a:r>
            <a:r>
              <a:rPr lang="pt-BR" sz="1600" u="sng" dirty="0">
                <a:hlinkClick r:id="rId5"/>
              </a:rPr>
              <a:t> </a:t>
            </a:r>
            <a:r>
              <a:rPr lang="pt-BR" sz="1600" u="sng" dirty="0" err="1">
                <a:hlinkClick r:id="rId5"/>
              </a:rPr>
              <a:t>Queueing</a:t>
            </a:r>
            <a:r>
              <a:rPr lang="pt-BR" sz="1600" u="sng" dirty="0">
                <a:hlinkClick r:id="rId5"/>
              </a:rPr>
              <a:t> </a:t>
            </a:r>
            <a:r>
              <a:rPr lang="pt-BR" sz="1600" u="sng" dirty="0" err="1">
                <a:hlinkClick r:id="rId5"/>
              </a:rPr>
              <a:t>Theory</a:t>
            </a:r>
            <a:endParaRPr lang="pt-BR" sz="1600" u="sng" dirty="0"/>
          </a:p>
          <a:p>
            <a:pPr lvl="0"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pt-BR" sz="1600" u="sng" dirty="0">
                <a:hlinkClick r:id="rId6"/>
              </a:rPr>
              <a:t>Columbia Business </a:t>
            </a:r>
            <a:r>
              <a:rPr lang="pt-BR" sz="1600" u="sng" dirty="0" err="1">
                <a:hlinkClick r:id="rId6"/>
              </a:rPr>
              <a:t>School</a:t>
            </a:r>
            <a:r>
              <a:rPr lang="pt-BR" sz="1600" u="sng" dirty="0">
                <a:hlinkClick r:id="rId6"/>
              </a:rPr>
              <a:t> – </a:t>
            </a:r>
            <a:r>
              <a:rPr lang="pt-BR" sz="1600" u="sng" dirty="0" err="1">
                <a:hlinkClick r:id="rId6"/>
              </a:rPr>
              <a:t>Queueing</a:t>
            </a:r>
            <a:r>
              <a:rPr lang="pt-BR" sz="1600" u="sng" dirty="0">
                <a:hlinkClick r:id="rId6"/>
              </a:rPr>
              <a:t> </a:t>
            </a:r>
            <a:r>
              <a:rPr lang="pt-BR" sz="1600" u="sng" dirty="0" err="1">
                <a:hlinkClick r:id="rId6"/>
              </a:rPr>
              <a:t>Theory</a:t>
            </a:r>
            <a:r>
              <a:rPr lang="pt-BR" sz="1600" u="sng" dirty="0">
                <a:hlinkClick r:id="rId6"/>
              </a:rPr>
              <a:t> </a:t>
            </a:r>
            <a:r>
              <a:rPr lang="pt-BR" sz="1600" u="sng" dirty="0" err="1">
                <a:hlinkClick r:id="rId6"/>
              </a:rPr>
              <a:t>and</a:t>
            </a:r>
            <a:r>
              <a:rPr lang="pt-BR" sz="1600" u="sng" dirty="0">
                <a:hlinkClick r:id="rId6"/>
              </a:rPr>
              <a:t> </a:t>
            </a:r>
            <a:r>
              <a:rPr lang="pt-BR" sz="1600" u="sng" dirty="0" err="1">
                <a:hlinkClick r:id="rId6"/>
              </a:rPr>
              <a:t>Modeling</a:t>
            </a:r>
            <a:r>
              <a:rPr lang="pt-BR" sz="1600" u="sng" dirty="0">
                <a:hlinkClick r:id="rId6"/>
              </a:rPr>
              <a:t> (L. Green)</a:t>
            </a:r>
            <a:endParaRPr lang="pt-BR" sz="1600" dirty="0"/>
          </a:p>
          <a:p>
            <a:pPr marL="139700" lvl="0" indent="0"/>
            <a:endParaRPr lang="pt-BR" sz="1600" dirty="0"/>
          </a:p>
        </p:txBody>
      </p:sp>
      <p:sp>
        <p:nvSpPr>
          <p:cNvPr id="1562" name="Google Shape;1562;p50">
            <a:extLst>
              <a:ext uri="{FF2B5EF4-FFF2-40B4-BE49-F238E27FC236}">
                <a16:creationId xmlns:a16="http://schemas.microsoft.com/office/drawing/2014/main" id="{02F0768B-4FA0-0FB6-9E3B-47B841B96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b="1" dirty="0"/>
              <a:t>Conceitos Fundamentais</a:t>
            </a:r>
            <a:endParaRPr dirty="0"/>
          </a:p>
        </p:txBody>
      </p:sp>
      <p:grpSp>
        <p:nvGrpSpPr>
          <p:cNvPr id="1563" name="Google Shape;1563;p50">
            <a:extLst>
              <a:ext uri="{FF2B5EF4-FFF2-40B4-BE49-F238E27FC236}">
                <a16:creationId xmlns:a16="http://schemas.microsoft.com/office/drawing/2014/main" id="{5EB4477C-7226-D957-37E7-D90EA1FE23A4}"/>
              </a:ext>
            </a:extLst>
          </p:cNvPr>
          <p:cNvGrpSpPr/>
          <p:nvPr/>
        </p:nvGrpSpPr>
        <p:grpSpPr>
          <a:xfrm>
            <a:off x="7602271" y="143969"/>
            <a:ext cx="697909" cy="997823"/>
            <a:chOff x="1454195" y="1382913"/>
            <a:chExt cx="73893" cy="105660"/>
          </a:xfrm>
        </p:grpSpPr>
        <p:sp>
          <p:nvSpPr>
            <p:cNvPr id="1564" name="Google Shape;1564;p50">
              <a:extLst>
                <a:ext uri="{FF2B5EF4-FFF2-40B4-BE49-F238E27FC236}">
                  <a16:creationId xmlns:a16="http://schemas.microsoft.com/office/drawing/2014/main" id="{5E0BFB63-3C23-E106-C2FD-59974BD3C00E}"/>
                </a:ext>
              </a:extLst>
            </p:cNvPr>
            <p:cNvSpPr/>
            <p:nvPr/>
          </p:nvSpPr>
          <p:spPr>
            <a:xfrm>
              <a:off x="1505995" y="1451002"/>
              <a:ext cx="19846" cy="25182"/>
            </a:xfrm>
            <a:custGeom>
              <a:avLst/>
              <a:gdLst/>
              <a:ahLst/>
              <a:cxnLst/>
              <a:rect l="l" t="t" r="r" b="b"/>
              <a:pathLst>
                <a:path w="636" h="807" extrusionOk="0">
                  <a:moveTo>
                    <a:pt x="380" y="1"/>
                  </a:moveTo>
                  <a:cubicBezTo>
                    <a:pt x="345" y="1"/>
                    <a:pt x="309" y="15"/>
                    <a:pt x="283" y="46"/>
                  </a:cubicBezTo>
                  <a:lnTo>
                    <a:pt x="44" y="322"/>
                  </a:lnTo>
                  <a:cubicBezTo>
                    <a:pt x="0" y="373"/>
                    <a:pt x="2" y="449"/>
                    <a:pt x="50" y="497"/>
                  </a:cubicBezTo>
                  <a:lnTo>
                    <a:pt x="318" y="768"/>
                  </a:lnTo>
                  <a:cubicBezTo>
                    <a:pt x="344" y="794"/>
                    <a:pt x="377" y="806"/>
                    <a:pt x="410" y="806"/>
                  </a:cubicBezTo>
                  <a:cubicBezTo>
                    <a:pt x="453" y="806"/>
                    <a:pt x="496" y="785"/>
                    <a:pt x="520" y="743"/>
                  </a:cubicBezTo>
                  <a:lnTo>
                    <a:pt x="612" y="590"/>
                  </a:lnTo>
                  <a:cubicBezTo>
                    <a:pt x="631" y="559"/>
                    <a:pt x="635" y="520"/>
                    <a:pt x="625" y="486"/>
                  </a:cubicBezTo>
                  <a:lnTo>
                    <a:pt x="504" y="92"/>
                  </a:lnTo>
                  <a:cubicBezTo>
                    <a:pt x="486" y="34"/>
                    <a:pt x="433" y="1"/>
                    <a:pt x="3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0">
              <a:extLst>
                <a:ext uri="{FF2B5EF4-FFF2-40B4-BE49-F238E27FC236}">
                  <a16:creationId xmlns:a16="http://schemas.microsoft.com/office/drawing/2014/main" id="{A0A276FE-D7BF-1AEF-F015-853CFEDCDEDE}"/>
                </a:ext>
              </a:extLst>
            </p:cNvPr>
            <p:cNvSpPr/>
            <p:nvPr/>
          </p:nvSpPr>
          <p:spPr>
            <a:xfrm>
              <a:off x="1454195" y="1477433"/>
              <a:ext cx="10922" cy="11140"/>
            </a:xfrm>
            <a:custGeom>
              <a:avLst/>
              <a:gdLst/>
              <a:ahLst/>
              <a:cxnLst/>
              <a:rect l="l" t="t" r="r" b="b"/>
              <a:pathLst>
                <a:path w="350" h="357" extrusionOk="0">
                  <a:moveTo>
                    <a:pt x="153" y="1"/>
                  </a:moveTo>
                  <a:cubicBezTo>
                    <a:pt x="63" y="1"/>
                    <a:pt x="0" y="92"/>
                    <a:pt x="33" y="176"/>
                  </a:cubicBezTo>
                  <a:lnTo>
                    <a:pt x="69" y="273"/>
                  </a:lnTo>
                  <a:cubicBezTo>
                    <a:pt x="90" y="327"/>
                    <a:pt x="140" y="357"/>
                    <a:pt x="190" y="357"/>
                  </a:cubicBezTo>
                  <a:cubicBezTo>
                    <a:pt x="226" y="357"/>
                    <a:pt x="262" y="342"/>
                    <a:pt x="288" y="312"/>
                  </a:cubicBezTo>
                  <a:lnTo>
                    <a:pt x="318" y="275"/>
                  </a:lnTo>
                  <a:cubicBezTo>
                    <a:pt x="339" y="252"/>
                    <a:pt x="350" y="223"/>
                    <a:pt x="350" y="191"/>
                  </a:cubicBezTo>
                  <a:lnTo>
                    <a:pt x="350" y="131"/>
                  </a:lnTo>
                  <a:cubicBezTo>
                    <a:pt x="350" y="58"/>
                    <a:pt x="29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0">
              <a:extLst>
                <a:ext uri="{FF2B5EF4-FFF2-40B4-BE49-F238E27FC236}">
                  <a16:creationId xmlns:a16="http://schemas.microsoft.com/office/drawing/2014/main" id="{26492167-35A5-853B-75A8-39B242CE1EDC}"/>
                </a:ext>
              </a:extLst>
            </p:cNvPr>
            <p:cNvSpPr/>
            <p:nvPr/>
          </p:nvSpPr>
          <p:spPr>
            <a:xfrm>
              <a:off x="1516293" y="1382913"/>
              <a:ext cx="11795" cy="10173"/>
            </a:xfrm>
            <a:custGeom>
              <a:avLst/>
              <a:gdLst/>
              <a:ahLst/>
              <a:cxnLst/>
              <a:rect l="l" t="t" r="r" b="b"/>
              <a:pathLst>
                <a:path w="378" h="326" extrusionOk="0">
                  <a:moveTo>
                    <a:pt x="228" y="0"/>
                  </a:moveTo>
                  <a:cubicBezTo>
                    <a:pt x="201" y="0"/>
                    <a:pt x="174" y="9"/>
                    <a:pt x="151" y="26"/>
                  </a:cubicBezTo>
                  <a:lnTo>
                    <a:pt x="63" y="92"/>
                  </a:lnTo>
                  <a:cubicBezTo>
                    <a:pt x="20" y="124"/>
                    <a:pt x="1" y="181"/>
                    <a:pt x="17" y="232"/>
                  </a:cubicBezTo>
                  <a:lnTo>
                    <a:pt x="17" y="233"/>
                  </a:lnTo>
                  <a:cubicBezTo>
                    <a:pt x="34" y="290"/>
                    <a:pt x="86" y="325"/>
                    <a:pt x="141" y="325"/>
                  </a:cubicBezTo>
                  <a:cubicBezTo>
                    <a:pt x="165" y="325"/>
                    <a:pt x="190" y="318"/>
                    <a:pt x="212" y="303"/>
                  </a:cubicBezTo>
                  <a:lnTo>
                    <a:pt x="303" y="243"/>
                  </a:lnTo>
                  <a:cubicBezTo>
                    <a:pt x="362" y="203"/>
                    <a:pt x="378" y="124"/>
                    <a:pt x="340" y="66"/>
                  </a:cubicBezTo>
                  <a:lnTo>
                    <a:pt x="337" y="61"/>
                  </a:lnTo>
                  <a:cubicBezTo>
                    <a:pt x="312" y="21"/>
                    <a:pt x="271" y="0"/>
                    <a:pt x="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7" name="Google Shape;1567;p50">
            <a:extLst>
              <a:ext uri="{FF2B5EF4-FFF2-40B4-BE49-F238E27FC236}">
                <a16:creationId xmlns:a16="http://schemas.microsoft.com/office/drawing/2014/main" id="{40C739E6-60F9-7516-1A0E-17C9954DB948}"/>
              </a:ext>
            </a:extLst>
          </p:cNvPr>
          <p:cNvGrpSpPr/>
          <p:nvPr/>
        </p:nvGrpSpPr>
        <p:grpSpPr>
          <a:xfrm rot="1848519">
            <a:off x="7888855" y="3867485"/>
            <a:ext cx="1763651" cy="1403620"/>
            <a:chOff x="1382891" y="1957553"/>
            <a:chExt cx="215970" cy="171877"/>
          </a:xfrm>
        </p:grpSpPr>
        <p:sp>
          <p:nvSpPr>
            <p:cNvPr id="1568" name="Google Shape;1568;p50">
              <a:extLst>
                <a:ext uri="{FF2B5EF4-FFF2-40B4-BE49-F238E27FC236}">
                  <a16:creationId xmlns:a16="http://schemas.microsoft.com/office/drawing/2014/main" id="{DB84A868-F8C0-A73C-5382-B652D17B150B}"/>
                </a:ext>
              </a:extLst>
            </p:cNvPr>
            <p:cNvSpPr/>
            <p:nvPr/>
          </p:nvSpPr>
          <p:spPr>
            <a:xfrm>
              <a:off x="1382891" y="1970347"/>
              <a:ext cx="215970" cy="159083"/>
            </a:xfrm>
            <a:custGeom>
              <a:avLst/>
              <a:gdLst/>
              <a:ahLst/>
              <a:cxnLst/>
              <a:rect l="l" t="t" r="r" b="b"/>
              <a:pathLst>
                <a:path w="6921" h="5098" extrusionOk="0">
                  <a:moveTo>
                    <a:pt x="3472" y="0"/>
                  </a:moveTo>
                  <a:cubicBezTo>
                    <a:pt x="3463" y="0"/>
                    <a:pt x="3455" y="0"/>
                    <a:pt x="3446" y="0"/>
                  </a:cubicBezTo>
                  <a:cubicBezTo>
                    <a:pt x="1540" y="11"/>
                    <a:pt x="0" y="1161"/>
                    <a:pt x="9" y="2569"/>
                  </a:cubicBezTo>
                  <a:cubicBezTo>
                    <a:pt x="16" y="3969"/>
                    <a:pt x="1554" y="5097"/>
                    <a:pt x="3449" y="5097"/>
                  </a:cubicBezTo>
                  <a:cubicBezTo>
                    <a:pt x="3458" y="5097"/>
                    <a:pt x="3466" y="5097"/>
                    <a:pt x="3475" y="5097"/>
                  </a:cubicBezTo>
                  <a:cubicBezTo>
                    <a:pt x="5382" y="5086"/>
                    <a:pt x="6921" y="3937"/>
                    <a:pt x="6912" y="2529"/>
                  </a:cubicBezTo>
                  <a:cubicBezTo>
                    <a:pt x="6905" y="1128"/>
                    <a:pt x="5367" y="0"/>
                    <a:pt x="3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0">
              <a:extLst>
                <a:ext uri="{FF2B5EF4-FFF2-40B4-BE49-F238E27FC236}">
                  <a16:creationId xmlns:a16="http://schemas.microsoft.com/office/drawing/2014/main" id="{19EEED37-FD31-E50A-E37C-F3275FBB9113}"/>
                </a:ext>
              </a:extLst>
            </p:cNvPr>
            <p:cNvSpPr/>
            <p:nvPr/>
          </p:nvSpPr>
          <p:spPr>
            <a:xfrm>
              <a:off x="1389351" y="1957553"/>
              <a:ext cx="202864" cy="149472"/>
            </a:xfrm>
            <a:custGeom>
              <a:avLst/>
              <a:gdLst/>
              <a:ahLst/>
              <a:cxnLst/>
              <a:rect l="l" t="t" r="r" b="b"/>
              <a:pathLst>
                <a:path w="6501" h="4790" extrusionOk="0">
                  <a:moveTo>
                    <a:pt x="3260" y="1"/>
                  </a:moveTo>
                  <a:cubicBezTo>
                    <a:pt x="3253" y="1"/>
                    <a:pt x="3245" y="1"/>
                    <a:pt x="3237" y="1"/>
                  </a:cubicBezTo>
                  <a:cubicBezTo>
                    <a:pt x="1446" y="11"/>
                    <a:pt x="1" y="1092"/>
                    <a:pt x="8" y="2413"/>
                  </a:cubicBezTo>
                  <a:cubicBezTo>
                    <a:pt x="15" y="3729"/>
                    <a:pt x="1460" y="4789"/>
                    <a:pt x="3240" y="4789"/>
                  </a:cubicBezTo>
                  <a:cubicBezTo>
                    <a:pt x="3248" y="4789"/>
                    <a:pt x="3256" y="4789"/>
                    <a:pt x="3264" y="4789"/>
                  </a:cubicBezTo>
                  <a:cubicBezTo>
                    <a:pt x="5055" y="4779"/>
                    <a:pt x="6500" y="3699"/>
                    <a:pt x="6493" y="2377"/>
                  </a:cubicBezTo>
                  <a:cubicBezTo>
                    <a:pt x="6486" y="1061"/>
                    <a:pt x="5040" y="1"/>
                    <a:pt x="3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0">
              <a:extLst>
                <a:ext uri="{FF2B5EF4-FFF2-40B4-BE49-F238E27FC236}">
                  <a16:creationId xmlns:a16="http://schemas.microsoft.com/office/drawing/2014/main" id="{151EFF2D-B6B3-DC67-3943-DB14E97D186B}"/>
                </a:ext>
              </a:extLst>
            </p:cNvPr>
            <p:cNvSpPr/>
            <p:nvPr/>
          </p:nvSpPr>
          <p:spPr>
            <a:xfrm>
              <a:off x="1400241" y="1966634"/>
              <a:ext cx="191973" cy="140329"/>
            </a:xfrm>
            <a:custGeom>
              <a:avLst/>
              <a:gdLst/>
              <a:ahLst/>
              <a:cxnLst/>
              <a:rect l="l" t="t" r="r" b="b"/>
              <a:pathLst>
                <a:path w="6152" h="4497" extrusionOk="0">
                  <a:moveTo>
                    <a:pt x="4463" y="1"/>
                  </a:moveTo>
                  <a:lnTo>
                    <a:pt x="4463" y="1"/>
                  </a:lnTo>
                  <a:cubicBezTo>
                    <a:pt x="4680" y="319"/>
                    <a:pt x="4802" y="679"/>
                    <a:pt x="4804" y="1060"/>
                  </a:cubicBezTo>
                  <a:cubicBezTo>
                    <a:pt x="4811" y="2382"/>
                    <a:pt x="3366" y="3462"/>
                    <a:pt x="1575" y="3473"/>
                  </a:cubicBezTo>
                  <a:cubicBezTo>
                    <a:pt x="1567" y="3473"/>
                    <a:pt x="1559" y="3473"/>
                    <a:pt x="1551" y="3473"/>
                  </a:cubicBezTo>
                  <a:cubicBezTo>
                    <a:pt x="989" y="3473"/>
                    <a:pt x="460" y="3367"/>
                    <a:pt x="0" y="3181"/>
                  </a:cubicBezTo>
                  <a:lnTo>
                    <a:pt x="0" y="3181"/>
                  </a:lnTo>
                  <a:cubicBezTo>
                    <a:pt x="531" y="3962"/>
                    <a:pt x="1625" y="4496"/>
                    <a:pt x="2889" y="4496"/>
                  </a:cubicBezTo>
                  <a:cubicBezTo>
                    <a:pt x="2898" y="4496"/>
                    <a:pt x="2906" y="4496"/>
                    <a:pt x="2915" y="4496"/>
                  </a:cubicBezTo>
                  <a:cubicBezTo>
                    <a:pt x="4706" y="4487"/>
                    <a:pt x="6151" y="3407"/>
                    <a:pt x="6144" y="2085"/>
                  </a:cubicBezTo>
                  <a:cubicBezTo>
                    <a:pt x="6139" y="1184"/>
                    <a:pt x="5460" y="404"/>
                    <a:pt x="44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0">
              <a:extLst>
                <a:ext uri="{FF2B5EF4-FFF2-40B4-BE49-F238E27FC236}">
                  <a16:creationId xmlns:a16="http://schemas.microsoft.com/office/drawing/2014/main" id="{4D2C2155-3C28-2C15-05C2-DDAE29455BCD}"/>
                </a:ext>
              </a:extLst>
            </p:cNvPr>
            <p:cNvSpPr/>
            <p:nvPr/>
          </p:nvSpPr>
          <p:spPr>
            <a:xfrm>
              <a:off x="1429449" y="1995655"/>
              <a:ext cx="21313" cy="18193"/>
            </a:xfrm>
            <a:custGeom>
              <a:avLst/>
              <a:gdLst/>
              <a:ahLst/>
              <a:cxnLst/>
              <a:rect l="l" t="t" r="r" b="b"/>
              <a:pathLst>
                <a:path w="683" h="583" extrusionOk="0">
                  <a:moveTo>
                    <a:pt x="366" y="1"/>
                  </a:moveTo>
                  <a:cubicBezTo>
                    <a:pt x="349" y="1"/>
                    <a:pt x="332" y="4"/>
                    <a:pt x="316" y="12"/>
                  </a:cubicBezTo>
                  <a:lnTo>
                    <a:pt x="71" y="125"/>
                  </a:lnTo>
                  <a:cubicBezTo>
                    <a:pt x="28" y="144"/>
                    <a:pt x="1" y="187"/>
                    <a:pt x="1" y="233"/>
                  </a:cubicBezTo>
                  <a:lnTo>
                    <a:pt x="3" y="464"/>
                  </a:lnTo>
                  <a:cubicBezTo>
                    <a:pt x="3" y="533"/>
                    <a:pt x="59" y="583"/>
                    <a:pt x="122" y="583"/>
                  </a:cubicBezTo>
                  <a:cubicBezTo>
                    <a:pt x="140" y="583"/>
                    <a:pt x="158" y="579"/>
                    <a:pt x="176" y="570"/>
                  </a:cubicBezTo>
                  <a:lnTo>
                    <a:pt x="594" y="357"/>
                  </a:lnTo>
                  <a:cubicBezTo>
                    <a:pt x="672" y="317"/>
                    <a:pt x="682" y="210"/>
                    <a:pt x="612" y="156"/>
                  </a:cubicBezTo>
                  <a:lnTo>
                    <a:pt x="437" y="24"/>
                  </a:lnTo>
                  <a:cubicBezTo>
                    <a:pt x="417" y="9"/>
                    <a:pt x="392" y="1"/>
                    <a:pt x="3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0">
              <a:extLst>
                <a:ext uri="{FF2B5EF4-FFF2-40B4-BE49-F238E27FC236}">
                  <a16:creationId xmlns:a16="http://schemas.microsoft.com/office/drawing/2014/main" id="{0F3BFFAE-038F-69C8-762B-48A94CE0FDA5}"/>
                </a:ext>
              </a:extLst>
            </p:cNvPr>
            <p:cNvSpPr/>
            <p:nvPr/>
          </p:nvSpPr>
          <p:spPr>
            <a:xfrm>
              <a:off x="1499224" y="1979272"/>
              <a:ext cx="24870" cy="19597"/>
            </a:xfrm>
            <a:custGeom>
              <a:avLst/>
              <a:gdLst/>
              <a:ahLst/>
              <a:cxnLst/>
              <a:rect l="l" t="t" r="r" b="b"/>
              <a:pathLst>
                <a:path w="797" h="628" extrusionOk="0">
                  <a:moveTo>
                    <a:pt x="375" y="0"/>
                  </a:moveTo>
                  <a:cubicBezTo>
                    <a:pt x="361" y="0"/>
                    <a:pt x="348" y="2"/>
                    <a:pt x="334" y="7"/>
                  </a:cubicBezTo>
                  <a:lnTo>
                    <a:pt x="95" y="92"/>
                  </a:lnTo>
                  <a:cubicBezTo>
                    <a:pt x="33" y="114"/>
                    <a:pt x="1" y="182"/>
                    <a:pt x="22" y="244"/>
                  </a:cubicBezTo>
                  <a:lnTo>
                    <a:pt x="132" y="548"/>
                  </a:lnTo>
                  <a:cubicBezTo>
                    <a:pt x="150" y="598"/>
                    <a:pt x="196" y="628"/>
                    <a:pt x="244" y="628"/>
                  </a:cubicBezTo>
                  <a:cubicBezTo>
                    <a:pt x="260" y="628"/>
                    <a:pt x="277" y="625"/>
                    <a:pt x="293" y="617"/>
                  </a:cubicBezTo>
                  <a:lnTo>
                    <a:pt x="703" y="432"/>
                  </a:lnTo>
                  <a:cubicBezTo>
                    <a:pt x="785" y="395"/>
                    <a:pt x="797" y="281"/>
                    <a:pt x="724" y="228"/>
                  </a:cubicBezTo>
                  <a:lnTo>
                    <a:pt x="444" y="23"/>
                  </a:lnTo>
                  <a:cubicBezTo>
                    <a:pt x="424" y="8"/>
                    <a:pt x="400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0">
              <a:extLst>
                <a:ext uri="{FF2B5EF4-FFF2-40B4-BE49-F238E27FC236}">
                  <a16:creationId xmlns:a16="http://schemas.microsoft.com/office/drawing/2014/main" id="{A81EE008-DE47-B819-F94D-58F072BFDFA5}"/>
                </a:ext>
              </a:extLst>
            </p:cNvPr>
            <p:cNvSpPr/>
            <p:nvPr/>
          </p:nvSpPr>
          <p:spPr>
            <a:xfrm>
              <a:off x="1465647" y="2037188"/>
              <a:ext cx="31392" cy="19878"/>
            </a:xfrm>
            <a:custGeom>
              <a:avLst/>
              <a:gdLst/>
              <a:ahLst/>
              <a:cxnLst/>
              <a:rect l="l" t="t" r="r" b="b"/>
              <a:pathLst>
                <a:path w="1006" h="637" extrusionOk="0">
                  <a:moveTo>
                    <a:pt x="601" y="1"/>
                  </a:moveTo>
                  <a:cubicBezTo>
                    <a:pt x="592" y="1"/>
                    <a:pt x="584" y="2"/>
                    <a:pt x="575" y="4"/>
                  </a:cubicBezTo>
                  <a:lnTo>
                    <a:pt x="173" y="97"/>
                  </a:lnTo>
                  <a:cubicBezTo>
                    <a:pt x="146" y="102"/>
                    <a:pt x="123" y="118"/>
                    <a:pt x="106" y="140"/>
                  </a:cubicBezTo>
                  <a:lnTo>
                    <a:pt x="47" y="216"/>
                  </a:lnTo>
                  <a:cubicBezTo>
                    <a:pt x="1" y="275"/>
                    <a:pt x="19" y="361"/>
                    <a:pt x="86" y="395"/>
                  </a:cubicBezTo>
                  <a:lnTo>
                    <a:pt x="534" y="623"/>
                  </a:lnTo>
                  <a:cubicBezTo>
                    <a:pt x="551" y="632"/>
                    <a:pt x="569" y="636"/>
                    <a:pt x="587" y="636"/>
                  </a:cubicBezTo>
                  <a:cubicBezTo>
                    <a:pt x="614" y="636"/>
                    <a:pt x="641" y="627"/>
                    <a:pt x="663" y="609"/>
                  </a:cubicBezTo>
                  <a:lnTo>
                    <a:pt x="943" y="379"/>
                  </a:lnTo>
                  <a:cubicBezTo>
                    <a:pt x="1005" y="328"/>
                    <a:pt x="999" y="231"/>
                    <a:pt x="931" y="187"/>
                  </a:cubicBezTo>
                  <a:lnTo>
                    <a:pt x="665" y="19"/>
                  </a:lnTo>
                  <a:cubicBezTo>
                    <a:pt x="646" y="7"/>
                    <a:pt x="623" y="1"/>
                    <a:pt x="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0">
              <a:extLst>
                <a:ext uri="{FF2B5EF4-FFF2-40B4-BE49-F238E27FC236}">
                  <a16:creationId xmlns:a16="http://schemas.microsoft.com/office/drawing/2014/main" id="{D0DC1994-C609-C12B-DFE3-F1A785243961}"/>
                </a:ext>
              </a:extLst>
            </p:cNvPr>
            <p:cNvSpPr/>
            <p:nvPr/>
          </p:nvSpPr>
          <p:spPr>
            <a:xfrm>
              <a:off x="1540633" y="2040808"/>
              <a:ext cx="27928" cy="22468"/>
            </a:xfrm>
            <a:custGeom>
              <a:avLst/>
              <a:gdLst/>
              <a:ahLst/>
              <a:cxnLst/>
              <a:rect l="l" t="t" r="r" b="b"/>
              <a:pathLst>
                <a:path w="895" h="720" extrusionOk="0">
                  <a:moveTo>
                    <a:pt x="372" y="1"/>
                  </a:moveTo>
                  <a:cubicBezTo>
                    <a:pt x="354" y="1"/>
                    <a:pt x="335" y="5"/>
                    <a:pt x="319" y="13"/>
                  </a:cubicBezTo>
                  <a:lnTo>
                    <a:pt x="87" y="132"/>
                  </a:lnTo>
                  <a:cubicBezTo>
                    <a:pt x="18" y="166"/>
                    <a:pt x="1" y="256"/>
                    <a:pt x="51" y="315"/>
                  </a:cubicBezTo>
                  <a:lnTo>
                    <a:pt x="365" y="678"/>
                  </a:lnTo>
                  <a:cubicBezTo>
                    <a:pt x="388" y="706"/>
                    <a:pt x="421" y="719"/>
                    <a:pt x="454" y="719"/>
                  </a:cubicBezTo>
                  <a:cubicBezTo>
                    <a:pt x="488" y="719"/>
                    <a:pt x="521" y="705"/>
                    <a:pt x="545" y="677"/>
                  </a:cubicBezTo>
                  <a:lnTo>
                    <a:pt x="841" y="326"/>
                  </a:lnTo>
                  <a:cubicBezTo>
                    <a:pt x="894" y="262"/>
                    <a:pt x="867" y="165"/>
                    <a:pt x="789" y="138"/>
                  </a:cubicBezTo>
                  <a:lnTo>
                    <a:pt x="411" y="7"/>
                  </a:lnTo>
                  <a:cubicBezTo>
                    <a:pt x="398" y="3"/>
                    <a:pt x="385" y="1"/>
                    <a:pt x="3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0">
              <a:extLst>
                <a:ext uri="{FF2B5EF4-FFF2-40B4-BE49-F238E27FC236}">
                  <a16:creationId xmlns:a16="http://schemas.microsoft.com/office/drawing/2014/main" id="{A76008D6-9CA2-207B-17BD-4961873DDED3}"/>
                </a:ext>
              </a:extLst>
            </p:cNvPr>
            <p:cNvSpPr/>
            <p:nvPr/>
          </p:nvSpPr>
          <p:spPr>
            <a:xfrm>
              <a:off x="1565659" y="2007606"/>
              <a:ext cx="8051" cy="7489"/>
            </a:xfrm>
            <a:custGeom>
              <a:avLst/>
              <a:gdLst/>
              <a:ahLst/>
              <a:cxnLst/>
              <a:rect l="l" t="t" r="r" b="b"/>
              <a:pathLst>
                <a:path w="258" h="240" extrusionOk="0">
                  <a:moveTo>
                    <a:pt x="120" y="1"/>
                  </a:moveTo>
                  <a:cubicBezTo>
                    <a:pt x="57" y="1"/>
                    <a:pt x="0" y="51"/>
                    <a:pt x="0" y="121"/>
                  </a:cubicBezTo>
                  <a:cubicBezTo>
                    <a:pt x="1" y="193"/>
                    <a:pt x="60" y="239"/>
                    <a:pt x="121" y="239"/>
                  </a:cubicBezTo>
                  <a:cubicBezTo>
                    <a:pt x="154" y="239"/>
                    <a:pt x="188" y="225"/>
                    <a:pt x="213" y="194"/>
                  </a:cubicBezTo>
                  <a:cubicBezTo>
                    <a:pt x="258" y="137"/>
                    <a:pt x="242" y="54"/>
                    <a:pt x="179" y="17"/>
                  </a:cubicBezTo>
                  <a:cubicBezTo>
                    <a:pt x="160" y="6"/>
                    <a:pt x="140" y="1"/>
                    <a:pt x="120" y="1"/>
                  </a:cubicBezTo>
                  <a:close/>
                </a:path>
              </a:pathLst>
            </a:custGeom>
            <a:solidFill>
              <a:srgbClr val="8247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0">
              <a:extLst>
                <a:ext uri="{FF2B5EF4-FFF2-40B4-BE49-F238E27FC236}">
                  <a16:creationId xmlns:a16="http://schemas.microsoft.com/office/drawing/2014/main" id="{05F61AF6-EFC0-7D4F-22F8-910B50A99A7D}"/>
                </a:ext>
              </a:extLst>
            </p:cNvPr>
            <p:cNvSpPr/>
            <p:nvPr/>
          </p:nvSpPr>
          <p:spPr>
            <a:xfrm>
              <a:off x="1513796" y="2021149"/>
              <a:ext cx="10017" cy="9642"/>
            </a:xfrm>
            <a:custGeom>
              <a:avLst/>
              <a:gdLst/>
              <a:ahLst/>
              <a:cxnLst/>
              <a:rect l="l" t="t" r="r" b="b"/>
              <a:pathLst>
                <a:path w="321" h="309" extrusionOk="0">
                  <a:moveTo>
                    <a:pt x="201" y="1"/>
                  </a:moveTo>
                  <a:cubicBezTo>
                    <a:pt x="181" y="1"/>
                    <a:pt x="160" y="6"/>
                    <a:pt x="141" y="17"/>
                  </a:cubicBezTo>
                  <a:lnTo>
                    <a:pt x="75" y="57"/>
                  </a:lnTo>
                  <a:cubicBezTo>
                    <a:pt x="19" y="90"/>
                    <a:pt x="0" y="161"/>
                    <a:pt x="32" y="217"/>
                  </a:cubicBezTo>
                  <a:lnTo>
                    <a:pt x="49" y="248"/>
                  </a:lnTo>
                  <a:cubicBezTo>
                    <a:pt x="71" y="287"/>
                    <a:pt x="111" y="309"/>
                    <a:pt x="153" y="309"/>
                  </a:cubicBezTo>
                  <a:cubicBezTo>
                    <a:pt x="172" y="309"/>
                    <a:pt x="192" y="304"/>
                    <a:pt x="211" y="294"/>
                  </a:cubicBezTo>
                  <a:lnTo>
                    <a:pt x="260" y="267"/>
                  </a:lnTo>
                  <a:cubicBezTo>
                    <a:pt x="298" y="246"/>
                    <a:pt x="321" y="205"/>
                    <a:pt x="321" y="162"/>
                  </a:cubicBezTo>
                  <a:lnTo>
                    <a:pt x="320" y="119"/>
                  </a:lnTo>
                  <a:cubicBezTo>
                    <a:pt x="320" y="50"/>
                    <a:pt x="263" y="1"/>
                    <a:pt x="2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0">
              <a:extLst>
                <a:ext uri="{FF2B5EF4-FFF2-40B4-BE49-F238E27FC236}">
                  <a16:creationId xmlns:a16="http://schemas.microsoft.com/office/drawing/2014/main" id="{D64E8733-CF24-8ECD-2465-BCD4D14AFC18}"/>
                </a:ext>
              </a:extLst>
            </p:cNvPr>
            <p:cNvSpPr/>
            <p:nvPr/>
          </p:nvSpPr>
          <p:spPr>
            <a:xfrm>
              <a:off x="1425268" y="2039498"/>
              <a:ext cx="9361" cy="8269"/>
            </a:xfrm>
            <a:custGeom>
              <a:avLst/>
              <a:gdLst/>
              <a:ahLst/>
              <a:cxnLst/>
              <a:rect l="l" t="t" r="r" b="b"/>
              <a:pathLst>
                <a:path w="300" h="265" extrusionOk="0">
                  <a:moveTo>
                    <a:pt x="141" y="0"/>
                  </a:moveTo>
                  <a:cubicBezTo>
                    <a:pt x="62" y="0"/>
                    <a:pt x="0" y="79"/>
                    <a:pt x="30" y="160"/>
                  </a:cubicBezTo>
                  <a:lnTo>
                    <a:pt x="41" y="187"/>
                  </a:lnTo>
                  <a:cubicBezTo>
                    <a:pt x="60" y="238"/>
                    <a:pt x="106" y="265"/>
                    <a:pt x="152" y="265"/>
                  </a:cubicBezTo>
                  <a:cubicBezTo>
                    <a:pt x="195" y="265"/>
                    <a:pt x="238" y="242"/>
                    <a:pt x="259" y="197"/>
                  </a:cubicBezTo>
                  <a:lnTo>
                    <a:pt x="269" y="176"/>
                  </a:lnTo>
                  <a:cubicBezTo>
                    <a:pt x="299" y="112"/>
                    <a:pt x="267" y="34"/>
                    <a:pt x="199" y="12"/>
                  </a:cubicBezTo>
                  <a:lnTo>
                    <a:pt x="179" y="6"/>
                  </a:lnTo>
                  <a:cubicBezTo>
                    <a:pt x="166" y="2"/>
                    <a:pt x="154" y="0"/>
                    <a:pt x="1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0">
              <a:extLst>
                <a:ext uri="{FF2B5EF4-FFF2-40B4-BE49-F238E27FC236}">
                  <a16:creationId xmlns:a16="http://schemas.microsoft.com/office/drawing/2014/main" id="{74C6887A-744F-350D-F085-441E0C2B959A}"/>
                </a:ext>
              </a:extLst>
            </p:cNvPr>
            <p:cNvSpPr/>
            <p:nvPr/>
          </p:nvSpPr>
          <p:spPr>
            <a:xfrm>
              <a:off x="1493107" y="2072700"/>
              <a:ext cx="22592" cy="16944"/>
            </a:xfrm>
            <a:custGeom>
              <a:avLst/>
              <a:gdLst/>
              <a:ahLst/>
              <a:cxnLst/>
              <a:rect l="l" t="t" r="r" b="b"/>
              <a:pathLst>
                <a:path w="724" h="543" extrusionOk="0">
                  <a:moveTo>
                    <a:pt x="428" y="0"/>
                  </a:moveTo>
                  <a:cubicBezTo>
                    <a:pt x="399" y="0"/>
                    <a:pt x="371" y="11"/>
                    <a:pt x="348" y="31"/>
                  </a:cubicBezTo>
                  <a:lnTo>
                    <a:pt x="63" y="283"/>
                  </a:lnTo>
                  <a:cubicBezTo>
                    <a:pt x="1" y="338"/>
                    <a:pt x="12" y="438"/>
                    <a:pt x="86" y="476"/>
                  </a:cubicBezTo>
                  <a:lnTo>
                    <a:pt x="183" y="529"/>
                  </a:lnTo>
                  <a:cubicBezTo>
                    <a:pt x="200" y="538"/>
                    <a:pt x="219" y="542"/>
                    <a:pt x="238" y="542"/>
                  </a:cubicBezTo>
                  <a:cubicBezTo>
                    <a:pt x="261" y="542"/>
                    <a:pt x="284" y="536"/>
                    <a:pt x="304" y="523"/>
                  </a:cubicBezTo>
                  <a:lnTo>
                    <a:pt x="648" y="296"/>
                  </a:lnTo>
                  <a:cubicBezTo>
                    <a:pt x="724" y="246"/>
                    <a:pt x="718" y="132"/>
                    <a:pt x="636" y="91"/>
                  </a:cubicBezTo>
                  <a:lnTo>
                    <a:pt x="480" y="13"/>
                  </a:lnTo>
                  <a:cubicBezTo>
                    <a:pt x="464" y="4"/>
                    <a:pt x="446" y="0"/>
                    <a:pt x="4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0">
              <a:extLst>
                <a:ext uri="{FF2B5EF4-FFF2-40B4-BE49-F238E27FC236}">
                  <a16:creationId xmlns:a16="http://schemas.microsoft.com/office/drawing/2014/main" id="{40C049FC-53BB-FEFC-B499-A963DD3946DE}"/>
                </a:ext>
              </a:extLst>
            </p:cNvPr>
            <p:cNvSpPr/>
            <p:nvPr/>
          </p:nvSpPr>
          <p:spPr>
            <a:xfrm>
              <a:off x="1415001" y="2021742"/>
              <a:ext cx="36728" cy="33857"/>
            </a:xfrm>
            <a:custGeom>
              <a:avLst/>
              <a:gdLst/>
              <a:ahLst/>
              <a:cxnLst/>
              <a:rect l="l" t="t" r="r" b="b"/>
              <a:pathLst>
                <a:path w="1177" h="1085" extrusionOk="0">
                  <a:moveTo>
                    <a:pt x="0" y="1"/>
                  </a:moveTo>
                  <a:lnTo>
                    <a:pt x="754" y="191"/>
                  </a:lnTo>
                  <a:lnTo>
                    <a:pt x="981" y="632"/>
                  </a:lnTo>
                  <a:lnTo>
                    <a:pt x="1054" y="1085"/>
                  </a:lnTo>
                  <a:lnTo>
                    <a:pt x="1177" y="630"/>
                  </a:lnTo>
                  <a:lnTo>
                    <a:pt x="906" y="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0">
              <a:extLst>
                <a:ext uri="{FF2B5EF4-FFF2-40B4-BE49-F238E27FC236}">
                  <a16:creationId xmlns:a16="http://schemas.microsoft.com/office/drawing/2014/main" id="{204D927F-CC61-A7B6-5F13-77E330739686}"/>
                </a:ext>
              </a:extLst>
            </p:cNvPr>
            <p:cNvSpPr/>
            <p:nvPr/>
          </p:nvSpPr>
          <p:spPr>
            <a:xfrm>
              <a:off x="1452884" y="1973124"/>
              <a:ext cx="61848" cy="48337"/>
            </a:xfrm>
            <a:custGeom>
              <a:avLst/>
              <a:gdLst/>
              <a:ahLst/>
              <a:cxnLst/>
              <a:rect l="l" t="t" r="r" b="b"/>
              <a:pathLst>
                <a:path w="1982" h="1549" extrusionOk="0">
                  <a:moveTo>
                    <a:pt x="1026" y="0"/>
                  </a:moveTo>
                  <a:lnTo>
                    <a:pt x="754" y="429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643" y="573"/>
                  </a:lnTo>
                  <a:lnTo>
                    <a:pt x="849" y="1006"/>
                  </a:lnTo>
                  <a:lnTo>
                    <a:pt x="618" y="1548"/>
                  </a:lnTo>
                  <a:lnTo>
                    <a:pt x="906" y="1122"/>
                  </a:lnTo>
                  <a:lnTo>
                    <a:pt x="1300" y="1454"/>
                  </a:lnTo>
                  <a:lnTo>
                    <a:pt x="1982" y="1235"/>
                  </a:lnTo>
                  <a:lnTo>
                    <a:pt x="1379" y="1294"/>
                  </a:lnTo>
                  <a:lnTo>
                    <a:pt x="993" y="1005"/>
                  </a:lnTo>
                  <a:lnTo>
                    <a:pt x="856" y="572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0">
              <a:extLst>
                <a:ext uri="{FF2B5EF4-FFF2-40B4-BE49-F238E27FC236}">
                  <a16:creationId xmlns:a16="http://schemas.microsoft.com/office/drawing/2014/main" id="{BFB2D13E-AA94-B970-4103-127A730F7AC9}"/>
                </a:ext>
              </a:extLst>
            </p:cNvPr>
            <p:cNvSpPr/>
            <p:nvPr/>
          </p:nvSpPr>
          <p:spPr>
            <a:xfrm>
              <a:off x="1523751" y="2056785"/>
              <a:ext cx="10703" cy="35574"/>
            </a:xfrm>
            <a:custGeom>
              <a:avLst/>
              <a:gdLst/>
              <a:ahLst/>
              <a:cxnLst/>
              <a:rect l="l" t="t" r="r" b="b"/>
              <a:pathLst>
                <a:path w="343" h="1140" extrusionOk="0">
                  <a:moveTo>
                    <a:pt x="154" y="1"/>
                  </a:moveTo>
                  <a:lnTo>
                    <a:pt x="1" y="386"/>
                  </a:lnTo>
                  <a:lnTo>
                    <a:pt x="160" y="777"/>
                  </a:lnTo>
                  <a:lnTo>
                    <a:pt x="5" y="1139"/>
                  </a:lnTo>
                  <a:lnTo>
                    <a:pt x="343" y="776"/>
                  </a:lnTo>
                  <a:lnTo>
                    <a:pt x="126" y="395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0">
              <a:extLst>
                <a:ext uri="{FF2B5EF4-FFF2-40B4-BE49-F238E27FC236}">
                  <a16:creationId xmlns:a16="http://schemas.microsoft.com/office/drawing/2014/main" id="{5219DECC-B77F-779D-9F53-03F24C95A32C}"/>
                </a:ext>
              </a:extLst>
            </p:cNvPr>
            <p:cNvSpPr/>
            <p:nvPr/>
          </p:nvSpPr>
          <p:spPr>
            <a:xfrm>
              <a:off x="1458095" y="2081312"/>
              <a:ext cx="14510" cy="13949"/>
            </a:xfrm>
            <a:custGeom>
              <a:avLst/>
              <a:gdLst/>
              <a:ahLst/>
              <a:cxnLst/>
              <a:rect l="l" t="t" r="r" b="b"/>
              <a:pathLst>
                <a:path w="465" h="447" extrusionOk="0">
                  <a:moveTo>
                    <a:pt x="464" y="1"/>
                  </a:moveTo>
                  <a:lnTo>
                    <a:pt x="152" y="102"/>
                  </a:lnTo>
                  <a:lnTo>
                    <a:pt x="1" y="446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0">
              <a:extLst>
                <a:ext uri="{FF2B5EF4-FFF2-40B4-BE49-F238E27FC236}">
                  <a16:creationId xmlns:a16="http://schemas.microsoft.com/office/drawing/2014/main" id="{7DC895ED-4CB3-DC4F-3579-7EC26C5E0135}"/>
                </a:ext>
              </a:extLst>
            </p:cNvPr>
            <p:cNvSpPr/>
            <p:nvPr/>
          </p:nvSpPr>
          <p:spPr>
            <a:xfrm>
              <a:off x="1561571" y="2009915"/>
              <a:ext cx="18754" cy="17849"/>
            </a:xfrm>
            <a:custGeom>
              <a:avLst/>
              <a:gdLst/>
              <a:ahLst/>
              <a:cxnLst/>
              <a:rect l="l" t="t" r="r" b="b"/>
              <a:pathLst>
                <a:path w="601" h="572" extrusionOk="0">
                  <a:moveTo>
                    <a:pt x="552" y="1"/>
                  </a:moveTo>
                  <a:lnTo>
                    <a:pt x="499" y="321"/>
                  </a:lnTo>
                  <a:lnTo>
                    <a:pt x="310" y="444"/>
                  </a:lnTo>
                  <a:lnTo>
                    <a:pt x="0" y="447"/>
                  </a:lnTo>
                  <a:lnTo>
                    <a:pt x="372" y="571"/>
                  </a:lnTo>
                  <a:lnTo>
                    <a:pt x="600" y="350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3121;p78">
            <a:extLst>
              <a:ext uri="{FF2B5EF4-FFF2-40B4-BE49-F238E27FC236}">
                <a16:creationId xmlns:a16="http://schemas.microsoft.com/office/drawing/2014/main" id="{5469BC34-14AF-296A-EF9B-23E9807CF129}"/>
              </a:ext>
            </a:extLst>
          </p:cNvPr>
          <p:cNvGrpSpPr/>
          <p:nvPr/>
        </p:nvGrpSpPr>
        <p:grpSpPr>
          <a:xfrm rot="12214414" flipH="1">
            <a:off x="-406497" y="3781476"/>
            <a:ext cx="1299698" cy="1944490"/>
            <a:chOff x="2915088" y="1067493"/>
            <a:chExt cx="250763" cy="375147"/>
          </a:xfrm>
        </p:grpSpPr>
        <p:sp>
          <p:nvSpPr>
            <p:cNvPr id="8" name="Google Shape;3122;p78">
              <a:extLst>
                <a:ext uri="{FF2B5EF4-FFF2-40B4-BE49-F238E27FC236}">
                  <a16:creationId xmlns:a16="http://schemas.microsoft.com/office/drawing/2014/main" id="{7A288282-D376-E379-428D-B6CA181D8E2D}"/>
                </a:ext>
              </a:extLst>
            </p:cNvPr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23;p78">
              <a:extLst>
                <a:ext uri="{FF2B5EF4-FFF2-40B4-BE49-F238E27FC236}">
                  <a16:creationId xmlns:a16="http://schemas.microsoft.com/office/drawing/2014/main" id="{5D696F42-815B-4CFB-857A-83DE459B5C20}"/>
                </a:ext>
              </a:extLst>
            </p:cNvPr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24;p78">
              <a:extLst>
                <a:ext uri="{FF2B5EF4-FFF2-40B4-BE49-F238E27FC236}">
                  <a16:creationId xmlns:a16="http://schemas.microsoft.com/office/drawing/2014/main" id="{EBFB1268-5ABD-9707-8C7B-53F3E8B186A4}"/>
                </a:ext>
              </a:extLst>
            </p:cNvPr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25;p78">
              <a:extLst>
                <a:ext uri="{FF2B5EF4-FFF2-40B4-BE49-F238E27FC236}">
                  <a16:creationId xmlns:a16="http://schemas.microsoft.com/office/drawing/2014/main" id="{145614D2-CB83-32D5-A26D-7ED9B558BAF3}"/>
                </a:ext>
              </a:extLst>
            </p:cNvPr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26;p78">
              <a:extLst>
                <a:ext uri="{FF2B5EF4-FFF2-40B4-BE49-F238E27FC236}">
                  <a16:creationId xmlns:a16="http://schemas.microsoft.com/office/drawing/2014/main" id="{69B41005-07C0-20F9-8DFF-BE7CEA2278D6}"/>
                </a:ext>
              </a:extLst>
            </p:cNvPr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27;p78">
              <a:extLst>
                <a:ext uri="{FF2B5EF4-FFF2-40B4-BE49-F238E27FC236}">
                  <a16:creationId xmlns:a16="http://schemas.microsoft.com/office/drawing/2014/main" id="{F02612F6-C792-B653-44EC-B7DAF943F429}"/>
                </a:ext>
              </a:extLst>
            </p:cNvPr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28;p78">
              <a:extLst>
                <a:ext uri="{FF2B5EF4-FFF2-40B4-BE49-F238E27FC236}">
                  <a16:creationId xmlns:a16="http://schemas.microsoft.com/office/drawing/2014/main" id="{1F53520C-96C0-EFEC-E6E4-921149FF389C}"/>
                </a:ext>
              </a:extLst>
            </p:cNvPr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29;p78">
              <a:extLst>
                <a:ext uri="{FF2B5EF4-FFF2-40B4-BE49-F238E27FC236}">
                  <a16:creationId xmlns:a16="http://schemas.microsoft.com/office/drawing/2014/main" id="{55F0BC35-0559-FFF8-47B3-1760C88632FB}"/>
                </a:ext>
              </a:extLst>
            </p:cNvPr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30;p78">
              <a:extLst>
                <a:ext uri="{FF2B5EF4-FFF2-40B4-BE49-F238E27FC236}">
                  <a16:creationId xmlns:a16="http://schemas.microsoft.com/office/drawing/2014/main" id="{AFAEDEF9-E7A4-F164-334F-BFE7DC9CD755}"/>
                </a:ext>
              </a:extLst>
            </p:cNvPr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31;p78">
              <a:extLst>
                <a:ext uri="{FF2B5EF4-FFF2-40B4-BE49-F238E27FC236}">
                  <a16:creationId xmlns:a16="http://schemas.microsoft.com/office/drawing/2014/main" id="{14CEAF8A-0643-9813-6307-DCFDCF614C92}"/>
                </a:ext>
              </a:extLst>
            </p:cNvPr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32;p78">
              <a:extLst>
                <a:ext uri="{FF2B5EF4-FFF2-40B4-BE49-F238E27FC236}">
                  <a16:creationId xmlns:a16="http://schemas.microsoft.com/office/drawing/2014/main" id="{46CA73F4-CE2B-BE14-2B37-BCBB528BE6FB}"/>
                </a:ext>
              </a:extLst>
            </p:cNvPr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33;p78">
              <a:extLst>
                <a:ext uri="{FF2B5EF4-FFF2-40B4-BE49-F238E27FC236}">
                  <a16:creationId xmlns:a16="http://schemas.microsoft.com/office/drawing/2014/main" id="{B9573C69-B4A9-DB90-86C3-FFEFF4123D60}"/>
                </a:ext>
              </a:extLst>
            </p:cNvPr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34;p78">
              <a:extLst>
                <a:ext uri="{FF2B5EF4-FFF2-40B4-BE49-F238E27FC236}">
                  <a16:creationId xmlns:a16="http://schemas.microsoft.com/office/drawing/2014/main" id="{9BB4FC03-47C3-3441-B780-86F2955C8EB2}"/>
                </a:ext>
              </a:extLst>
            </p:cNvPr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35;p78">
              <a:extLst>
                <a:ext uri="{FF2B5EF4-FFF2-40B4-BE49-F238E27FC236}">
                  <a16:creationId xmlns:a16="http://schemas.microsoft.com/office/drawing/2014/main" id="{155A1D9B-3023-D5A5-F97E-753A2589C682}"/>
                </a:ext>
              </a:extLst>
            </p:cNvPr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36;p78">
              <a:extLst>
                <a:ext uri="{FF2B5EF4-FFF2-40B4-BE49-F238E27FC236}">
                  <a16:creationId xmlns:a16="http://schemas.microsoft.com/office/drawing/2014/main" id="{4196848A-42C9-E265-F7D1-F7A9C1085079}"/>
                </a:ext>
              </a:extLst>
            </p:cNvPr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37;p78">
              <a:extLst>
                <a:ext uri="{FF2B5EF4-FFF2-40B4-BE49-F238E27FC236}">
                  <a16:creationId xmlns:a16="http://schemas.microsoft.com/office/drawing/2014/main" id="{7C0874FE-CA27-DCBD-B0A4-84B6D61F02C6}"/>
                </a:ext>
              </a:extLst>
            </p:cNvPr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38;p78">
              <a:extLst>
                <a:ext uri="{FF2B5EF4-FFF2-40B4-BE49-F238E27FC236}">
                  <a16:creationId xmlns:a16="http://schemas.microsoft.com/office/drawing/2014/main" id="{C57965D9-65F3-0946-A3B0-963564503F32}"/>
                </a:ext>
              </a:extLst>
            </p:cNvPr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39;p78">
              <a:extLst>
                <a:ext uri="{FF2B5EF4-FFF2-40B4-BE49-F238E27FC236}">
                  <a16:creationId xmlns:a16="http://schemas.microsoft.com/office/drawing/2014/main" id="{D57568D4-8574-78F1-5E84-3A3DB97AD42A}"/>
                </a:ext>
              </a:extLst>
            </p:cNvPr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40;p78">
              <a:extLst>
                <a:ext uri="{FF2B5EF4-FFF2-40B4-BE49-F238E27FC236}">
                  <a16:creationId xmlns:a16="http://schemas.microsoft.com/office/drawing/2014/main" id="{D65F98E1-5FB3-3C32-DDB7-534C074C9C38}"/>
                </a:ext>
              </a:extLst>
            </p:cNvPr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41;p78">
              <a:extLst>
                <a:ext uri="{FF2B5EF4-FFF2-40B4-BE49-F238E27FC236}">
                  <a16:creationId xmlns:a16="http://schemas.microsoft.com/office/drawing/2014/main" id="{CEFE5A7B-8E58-47BD-5ED3-DB828FAE116B}"/>
                </a:ext>
              </a:extLst>
            </p:cNvPr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42;p78">
              <a:extLst>
                <a:ext uri="{FF2B5EF4-FFF2-40B4-BE49-F238E27FC236}">
                  <a16:creationId xmlns:a16="http://schemas.microsoft.com/office/drawing/2014/main" id="{7077698A-738E-169E-B266-F4C7DAC87889}"/>
                </a:ext>
              </a:extLst>
            </p:cNvPr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43;p78">
              <a:extLst>
                <a:ext uri="{FF2B5EF4-FFF2-40B4-BE49-F238E27FC236}">
                  <a16:creationId xmlns:a16="http://schemas.microsoft.com/office/drawing/2014/main" id="{42A81773-9B8E-6493-1AEB-335B14DDCA43}"/>
                </a:ext>
              </a:extLst>
            </p:cNvPr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4;p78">
              <a:extLst>
                <a:ext uri="{FF2B5EF4-FFF2-40B4-BE49-F238E27FC236}">
                  <a16:creationId xmlns:a16="http://schemas.microsoft.com/office/drawing/2014/main" id="{2FD038C3-2DFF-C523-4A4B-9B975CD10426}"/>
                </a:ext>
              </a:extLst>
            </p:cNvPr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5848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78"/>
          <p:cNvSpPr/>
          <p:nvPr/>
        </p:nvSpPr>
        <p:spPr>
          <a:xfrm rot="10800000" flipH="1">
            <a:off x="5165675" y="540000"/>
            <a:ext cx="3111600" cy="40635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5" name="Google Shape;3095;p78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7274" t="-16192" r="17267" b="-16205"/>
          <a:stretch/>
        </p:blipFill>
        <p:spPr>
          <a:xfrm>
            <a:off x="5314951" y="675900"/>
            <a:ext cx="2812800" cy="3791700"/>
          </a:xfrm>
          <a:prstGeom prst="roundRect">
            <a:avLst>
              <a:gd name="adj" fmla="val 50000"/>
            </a:avLst>
          </a:prstGeom>
        </p:spPr>
      </p:pic>
      <p:sp>
        <p:nvSpPr>
          <p:cNvPr id="3096" name="Google Shape;3096;p78"/>
          <p:cNvSpPr txBox="1">
            <a:spLocks noGrp="1"/>
          </p:cNvSpPr>
          <p:nvPr>
            <p:ph type="ctrTitle"/>
          </p:nvPr>
        </p:nvSpPr>
        <p:spPr>
          <a:xfrm>
            <a:off x="711439" y="596740"/>
            <a:ext cx="2681199" cy="1612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Fim</a:t>
            </a:r>
            <a:endParaRPr dirty="0"/>
          </a:p>
        </p:txBody>
      </p:sp>
      <p:grpSp>
        <p:nvGrpSpPr>
          <p:cNvPr id="3100" name="Google Shape;3100;p78"/>
          <p:cNvGrpSpPr/>
          <p:nvPr/>
        </p:nvGrpSpPr>
        <p:grpSpPr>
          <a:xfrm>
            <a:off x="719999" y="2639265"/>
            <a:ext cx="674993" cy="674989"/>
            <a:chOff x="2079475" y="4843225"/>
            <a:chExt cx="294725" cy="294700"/>
          </a:xfrm>
        </p:grpSpPr>
        <p:sp>
          <p:nvSpPr>
            <p:cNvPr id="3101" name="Google Shape;3101;p78"/>
            <p:cNvSpPr/>
            <p:nvPr/>
          </p:nvSpPr>
          <p:spPr>
            <a:xfrm>
              <a:off x="2079475" y="4843225"/>
              <a:ext cx="294725" cy="294700"/>
            </a:xfrm>
            <a:custGeom>
              <a:avLst/>
              <a:gdLst/>
              <a:ahLst/>
              <a:cxnLst/>
              <a:rect l="l" t="t" r="r" b="b"/>
              <a:pathLst>
                <a:path w="11789" h="11788" extrusionOk="0">
                  <a:moveTo>
                    <a:pt x="10268" y="461"/>
                  </a:moveTo>
                  <a:cubicBezTo>
                    <a:pt x="10853" y="461"/>
                    <a:pt x="11327" y="935"/>
                    <a:pt x="11327" y="1520"/>
                  </a:cubicBezTo>
                  <a:lnTo>
                    <a:pt x="11327" y="10268"/>
                  </a:lnTo>
                  <a:cubicBezTo>
                    <a:pt x="11327" y="10852"/>
                    <a:pt x="10853" y="11328"/>
                    <a:pt x="10268" y="11328"/>
                  </a:cubicBezTo>
                  <a:lnTo>
                    <a:pt x="1520" y="11328"/>
                  </a:lnTo>
                  <a:cubicBezTo>
                    <a:pt x="936" y="11328"/>
                    <a:pt x="461" y="10852"/>
                    <a:pt x="461" y="10268"/>
                  </a:cubicBezTo>
                  <a:lnTo>
                    <a:pt x="461" y="1520"/>
                  </a:lnTo>
                  <a:cubicBezTo>
                    <a:pt x="461" y="935"/>
                    <a:pt x="936" y="461"/>
                    <a:pt x="1520" y="461"/>
                  </a:cubicBezTo>
                  <a:close/>
                  <a:moveTo>
                    <a:pt x="1520" y="0"/>
                  </a:moveTo>
                  <a:cubicBezTo>
                    <a:pt x="681" y="0"/>
                    <a:pt x="1" y="681"/>
                    <a:pt x="1" y="1520"/>
                  </a:cubicBezTo>
                  <a:lnTo>
                    <a:pt x="1" y="10268"/>
                  </a:lnTo>
                  <a:cubicBezTo>
                    <a:pt x="1" y="11108"/>
                    <a:pt x="681" y="11788"/>
                    <a:pt x="1520" y="11788"/>
                  </a:cubicBezTo>
                  <a:lnTo>
                    <a:pt x="10268" y="11788"/>
                  </a:lnTo>
                  <a:cubicBezTo>
                    <a:pt x="11107" y="11788"/>
                    <a:pt x="11788" y="11108"/>
                    <a:pt x="11788" y="10268"/>
                  </a:cubicBezTo>
                  <a:lnTo>
                    <a:pt x="11788" y="1520"/>
                  </a:lnTo>
                  <a:cubicBezTo>
                    <a:pt x="11788" y="681"/>
                    <a:pt x="11107" y="0"/>
                    <a:pt x="10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78"/>
            <p:cNvSpPr/>
            <p:nvPr/>
          </p:nvSpPr>
          <p:spPr>
            <a:xfrm>
              <a:off x="2192925" y="4949975"/>
              <a:ext cx="135775" cy="143075"/>
            </a:xfrm>
            <a:custGeom>
              <a:avLst/>
              <a:gdLst/>
              <a:ahLst/>
              <a:cxnLst/>
              <a:rect l="l" t="t" r="r" b="b"/>
              <a:pathLst>
                <a:path w="5431" h="5723" extrusionOk="0">
                  <a:moveTo>
                    <a:pt x="3604" y="471"/>
                  </a:moveTo>
                  <a:cubicBezTo>
                    <a:pt x="4038" y="471"/>
                    <a:pt x="4364" y="606"/>
                    <a:pt x="4601" y="879"/>
                  </a:cubicBezTo>
                  <a:cubicBezTo>
                    <a:pt x="4844" y="1158"/>
                    <a:pt x="4967" y="1612"/>
                    <a:pt x="4967" y="2229"/>
                  </a:cubicBezTo>
                  <a:lnTo>
                    <a:pt x="4970" y="5261"/>
                  </a:lnTo>
                  <a:lnTo>
                    <a:pt x="3864" y="5261"/>
                  </a:lnTo>
                  <a:lnTo>
                    <a:pt x="3864" y="2435"/>
                  </a:lnTo>
                  <a:cubicBezTo>
                    <a:pt x="3864" y="2144"/>
                    <a:pt x="3746" y="1865"/>
                    <a:pt x="3538" y="1668"/>
                  </a:cubicBezTo>
                  <a:cubicBezTo>
                    <a:pt x="3353" y="1493"/>
                    <a:pt x="3117" y="1397"/>
                    <a:pt x="2869" y="1397"/>
                  </a:cubicBezTo>
                  <a:cubicBezTo>
                    <a:pt x="2851" y="1397"/>
                    <a:pt x="2832" y="1398"/>
                    <a:pt x="2814" y="1399"/>
                  </a:cubicBezTo>
                  <a:lnTo>
                    <a:pt x="2754" y="1401"/>
                  </a:lnTo>
                  <a:cubicBezTo>
                    <a:pt x="2149" y="1434"/>
                    <a:pt x="1676" y="1956"/>
                    <a:pt x="1676" y="2587"/>
                  </a:cubicBezTo>
                  <a:lnTo>
                    <a:pt x="1676" y="5261"/>
                  </a:lnTo>
                  <a:lnTo>
                    <a:pt x="457" y="5261"/>
                  </a:lnTo>
                  <a:lnTo>
                    <a:pt x="457" y="589"/>
                  </a:lnTo>
                  <a:lnTo>
                    <a:pt x="1676" y="589"/>
                  </a:lnTo>
                  <a:lnTo>
                    <a:pt x="1676" y="1189"/>
                  </a:lnTo>
                  <a:cubicBezTo>
                    <a:pt x="1676" y="1269"/>
                    <a:pt x="1715" y="1346"/>
                    <a:pt x="1784" y="1389"/>
                  </a:cubicBezTo>
                  <a:cubicBezTo>
                    <a:pt x="1823" y="1413"/>
                    <a:pt x="1865" y="1424"/>
                    <a:pt x="1906" y="1424"/>
                  </a:cubicBezTo>
                  <a:cubicBezTo>
                    <a:pt x="1978" y="1424"/>
                    <a:pt x="2047" y="1390"/>
                    <a:pt x="2092" y="1330"/>
                  </a:cubicBezTo>
                  <a:cubicBezTo>
                    <a:pt x="2322" y="1016"/>
                    <a:pt x="2554" y="791"/>
                    <a:pt x="2781" y="662"/>
                  </a:cubicBezTo>
                  <a:cubicBezTo>
                    <a:pt x="3001" y="535"/>
                    <a:pt x="3279" y="471"/>
                    <a:pt x="3604" y="471"/>
                  </a:cubicBezTo>
                  <a:close/>
                  <a:moveTo>
                    <a:pt x="3609" y="1"/>
                  </a:moveTo>
                  <a:cubicBezTo>
                    <a:pt x="3202" y="1"/>
                    <a:pt x="2847" y="84"/>
                    <a:pt x="2556" y="250"/>
                  </a:cubicBezTo>
                  <a:cubicBezTo>
                    <a:pt x="2416" y="331"/>
                    <a:pt x="2278" y="436"/>
                    <a:pt x="2140" y="567"/>
                  </a:cubicBezTo>
                  <a:lnTo>
                    <a:pt x="2140" y="359"/>
                  </a:lnTo>
                  <a:cubicBezTo>
                    <a:pt x="2140" y="233"/>
                    <a:pt x="2037" y="129"/>
                    <a:pt x="1910" y="129"/>
                  </a:cubicBezTo>
                  <a:lnTo>
                    <a:pt x="229" y="129"/>
                  </a:lnTo>
                  <a:cubicBezTo>
                    <a:pt x="103" y="129"/>
                    <a:pt x="1" y="233"/>
                    <a:pt x="1" y="359"/>
                  </a:cubicBezTo>
                  <a:lnTo>
                    <a:pt x="1" y="5492"/>
                  </a:lnTo>
                  <a:cubicBezTo>
                    <a:pt x="1" y="5619"/>
                    <a:pt x="103" y="5722"/>
                    <a:pt x="229" y="5722"/>
                  </a:cubicBezTo>
                  <a:lnTo>
                    <a:pt x="1895" y="5722"/>
                  </a:lnTo>
                  <a:cubicBezTo>
                    <a:pt x="1895" y="5722"/>
                    <a:pt x="2125" y="5603"/>
                    <a:pt x="2140" y="5477"/>
                  </a:cubicBezTo>
                  <a:lnTo>
                    <a:pt x="2140" y="2572"/>
                  </a:lnTo>
                  <a:cubicBezTo>
                    <a:pt x="2125" y="2185"/>
                    <a:pt x="2410" y="1866"/>
                    <a:pt x="2771" y="1847"/>
                  </a:cubicBezTo>
                  <a:lnTo>
                    <a:pt x="2830" y="1844"/>
                  </a:lnTo>
                  <a:cubicBezTo>
                    <a:pt x="2840" y="1844"/>
                    <a:pt x="2850" y="1843"/>
                    <a:pt x="2861" y="1843"/>
                  </a:cubicBezTo>
                  <a:cubicBezTo>
                    <a:pt x="2992" y="1843"/>
                    <a:pt x="3117" y="1896"/>
                    <a:pt x="3216" y="1989"/>
                  </a:cubicBezTo>
                  <a:cubicBezTo>
                    <a:pt x="3332" y="2099"/>
                    <a:pt x="3400" y="2257"/>
                    <a:pt x="3406" y="2422"/>
                  </a:cubicBezTo>
                  <a:lnTo>
                    <a:pt x="3406" y="5477"/>
                  </a:lnTo>
                  <a:cubicBezTo>
                    <a:pt x="3400" y="5603"/>
                    <a:pt x="3629" y="5700"/>
                    <a:pt x="3629" y="5700"/>
                  </a:cubicBezTo>
                  <a:lnTo>
                    <a:pt x="5201" y="5700"/>
                  </a:lnTo>
                  <a:cubicBezTo>
                    <a:pt x="5327" y="5700"/>
                    <a:pt x="5431" y="5597"/>
                    <a:pt x="5431" y="5470"/>
                  </a:cubicBezTo>
                  <a:lnTo>
                    <a:pt x="5431" y="2214"/>
                  </a:lnTo>
                  <a:cubicBezTo>
                    <a:pt x="5431" y="1482"/>
                    <a:pt x="5270" y="928"/>
                    <a:pt x="4952" y="564"/>
                  </a:cubicBezTo>
                  <a:cubicBezTo>
                    <a:pt x="4626" y="190"/>
                    <a:pt x="4173" y="1"/>
                    <a:pt x="3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78"/>
            <p:cNvSpPr/>
            <p:nvPr/>
          </p:nvSpPr>
          <p:spPr>
            <a:xfrm>
              <a:off x="2127250" y="4953150"/>
              <a:ext cx="53550" cy="139775"/>
            </a:xfrm>
            <a:custGeom>
              <a:avLst/>
              <a:gdLst/>
              <a:ahLst/>
              <a:cxnLst/>
              <a:rect l="l" t="t" r="r" b="b"/>
              <a:pathLst>
                <a:path w="2142" h="5591" extrusionOk="0">
                  <a:moveTo>
                    <a:pt x="231" y="0"/>
                  </a:moveTo>
                  <a:cubicBezTo>
                    <a:pt x="104" y="0"/>
                    <a:pt x="1" y="102"/>
                    <a:pt x="1" y="229"/>
                  </a:cubicBezTo>
                  <a:lnTo>
                    <a:pt x="1" y="2140"/>
                  </a:lnTo>
                  <a:cubicBezTo>
                    <a:pt x="1" y="2255"/>
                    <a:pt x="82" y="2358"/>
                    <a:pt x="198" y="2374"/>
                  </a:cubicBezTo>
                  <a:cubicBezTo>
                    <a:pt x="209" y="2376"/>
                    <a:pt x="221" y="2377"/>
                    <a:pt x="232" y="2377"/>
                  </a:cubicBezTo>
                  <a:cubicBezTo>
                    <a:pt x="359" y="2377"/>
                    <a:pt x="462" y="2274"/>
                    <a:pt x="462" y="2146"/>
                  </a:cubicBezTo>
                  <a:lnTo>
                    <a:pt x="462" y="459"/>
                  </a:lnTo>
                  <a:lnTo>
                    <a:pt x="1682" y="459"/>
                  </a:lnTo>
                  <a:lnTo>
                    <a:pt x="1682" y="5131"/>
                  </a:lnTo>
                  <a:lnTo>
                    <a:pt x="462" y="5131"/>
                  </a:lnTo>
                  <a:lnTo>
                    <a:pt x="462" y="4119"/>
                  </a:lnTo>
                  <a:cubicBezTo>
                    <a:pt x="462" y="4003"/>
                    <a:pt x="380" y="3901"/>
                    <a:pt x="265" y="3885"/>
                  </a:cubicBezTo>
                  <a:cubicBezTo>
                    <a:pt x="253" y="3883"/>
                    <a:pt x="241" y="3882"/>
                    <a:pt x="230" y="3882"/>
                  </a:cubicBezTo>
                  <a:cubicBezTo>
                    <a:pt x="103" y="3882"/>
                    <a:pt x="1" y="3985"/>
                    <a:pt x="1" y="4112"/>
                  </a:cubicBezTo>
                  <a:lnTo>
                    <a:pt x="1" y="5361"/>
                  </a:lnTo>
                  <a:cubicBezTo>
                    <a:pt x="1" y="5487"/>
                    <a:pt x="104" y="5591"/>
                    <a:pt x="231" y="5591"/>
                  </a:cubicBezTo>
                  <a:lnTo>
                    <a:pt x="1910" y="5591"/>
                  </a:lnTo>
                  <a:cubicBezTo>
                    <a:pt x="2037" y="5591"/>
                    <a:pt x="2140" y="5487"/>
                    <a:pt x="2140" y="5361"/>
                  </a:cubicBezTo>
                  <a:lnTo>
                    <a:pt x="2140" y="228"/>
                  </a:lnTo>
                  <a:cubicBezTo>
                    <a:pt x="2141" y="102"/>
                    <a:pt x="2039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78"/>
            <p:cNvSpPr/>
            <p:nvPr/>
          </p:nvSpPr>
          <p:spPr>
            <a:xfrm>
              <a:off x="2127000" y="5026875"/>
              <a:ext cx="11550" cy="11500"/>
            </a:xfrm>
            <a:custGeom>
              <a:avLst/>
              <a:gdLst/>
              <a:ahLst/>
              <a:cxnLst/>
              <a:rect l="l" t="t" r="r" b="b"/>
              <a:pathLst>
                <a:path w="462" h="460" extrusionOk="0">
                  <a:moveTo>
                    <a:pt x="231" y="0"/>
                  </a:moveTo>
                  <a:cubicBezTo>
                    <a:pt x="170" y="0"/>
                    <a:pt x="111" y="25"/>
                    <a:pt x="68" y="68"/>
                  </a:cubicBezTo>
                  <a:cubicBezTo>
                    <a:pt x="26" y="110"/>
                    <a:pt x="1" y="170"/>
                    <a:pt x="1" y="229"/>
                  </a:cubicBezTo>
                  <a:cubicBezTo>
                    <a:pt x="1" y="290"/>
                    <a:pt x="26" y="349"/>
                    <a:pt x="68" y="392"/>
                  </a:cubicBezTo>
                  <a:cubicBezTo>
                    <a:pt x="111" y="435"/>
                    <a:pt x="170" y="459"/>
                    <a:pt x="231" y="459"/>
                  </a:cubicBezTo>
                  <a:cubicBezTo>
                    <a:pt x="291" y="459"/>
                    <a:pt x="351" y="435"/>
                    <a:pt x="395" y="392"/>
                  </a:cubicBezTo>
                  <a:cubicBezTo>
                    <a:pt x="437" y="349"/>
                    <a:pt x="462" y="290"/>
                    <a:pt x="462" y="229"/>
                  </a:cubicBezTo>
                  <a:cubicBezTo>
                    <a:pt x="462" y="170"/>
                    <a:pt x="439" y="110"/>
                    <a:pt x="395" y="68"/>
                  </a:cubicBezTo>
                  <a:cubicBezTo>
                    <a:pt x="352" y="25"/>
                    <a:pt x="29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78"/>
            <p:cNvSpPr/>
            <p:nvPr/>
          </p:nvSpPr>
          <p:spPr>
            <a:xfrm>
              <a:off x="2124525" y="4888600"/>
              <a:ext cx="58450" cy="58400"/>
            </a:xfrm>
            <a:custGeom>
              <a:avLst/>
              <a:gdLst/>
              <a:ahLst/>
              <a:cxnLst/>
              <a:rect l="l" t="t" r="r" b="b"/>
              <a:pathLst>
                <a:path w="2338" h="2336" extrusionOk="0">
                  <a:moveTo>
                    <a:pt x="1169" y="462"/>
                  </a:moveTo>
                  <a:cubicBezTo>
                    <a:pt x="1560" y="462"/>
                    <a:pt x="1875" y="780"/>
                    <a:pt x="1875" y="1170"/>
                  </a:cubicBezTo>
                  <a:cubicBezTo>
                    <a:pt x="1876" y="1559"/>
                    <a:pt x="1560" y="1876"/>
                    <a:pt x="1169" y="1876"/>
                  </a:cubicBezTo>
                  <a:cubicBezTo>
                    <a:pt x="778" y="1876"/>
                    <a:pt x="462" y="1559"/>
                    <a:pt x="462" y="1170"/>
                  </a:cubicBezTo>
                  <a:cubicBezTo>
                    <a:pt x="462" y="779"/>
                    <a:pt x="780" y="462"/>
                    <a:pt x="1169" y="462"/>
                  </a:cubicBezTo>
                  <a:close/>
                  <a:moveTo>
                    <a:pt x="1169" y="0"/>
                  </a:moveTo>
                  <a:cubicBezTo>
                    <a:pt x="525" y="0"/>
                    <a:pt x="1" y="525"/>
                    <a:pt x="1" y="1169"/>
                  </a:cubicBezTo>
                  <a:cubicBezTo>
                    <a:pt x="1" y="1812"/>
                    <a:pt x="525" y="2336"/>
                    <a:pt x="1169" y="2336"/>
                  </a:cubicBezTo>
                  <a:cubicBezTo>
                    <a:pt x="1813" y="2336"/>
                    <a:pt x="2336" y="1812"/>
                    <a:pt x="2336" y="1169"/>
                  </a:cubicBezTo>
                  <a:cubicBezTo>
                    <a:pt x="2337" y="525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78"/>
            <p:cNvSpPr/>
            <p:nvPr/>
          </p:nvSpPr>
          <p:spPr>
            <a:xfrm>
              <a:off x="2249775" y="4870825"/>
              <a:ext cx="59375" cy="11550"/>
            </a:xfrm>
            <a:custGeom>
              <a:avLst/>
              <a:gdLst/>
              <a:ahLst/>
              <a:cxnLst/>
              <a:rect l="l" t="t" r="r" b="b"/>
              <a:pathLst>
                <a:path w="2375" h="462" extrusionOk="0">
                  <a:moveTo>
                    <a:pt x="257" y="1"/>
                  </a:moveTo>
                  <a:cubicBezTo>
                    <a:pt x="140" y="1"/>
                    <a:pt x="38" y="83"/>
                    <a:pt x="21" y="198"/>
                  </a:cubicBezTo>
                  <a:cubicBezTo>
                    <a:pt x="0" y="338"/>
                    <a:pt x="111" y="462"/>
                    <a:pt x="249" y="462"/>
                  </a:cubicBezTo>
                  <a:lnTo>
                    <a:pt x="2118" y="462"/>
                  </a:lnTo>
                  <a:cubicBezTo>
                    <a:pt x="2234" y="462"/>
                    <a:pt x="2337" y="379"/>
                    <a:pt x="2354" y="265"/>
                  </a:cubicBezTo>
                  <a:cubicBezTo>
                    <a:pt x="2374" y="123"/>
                    <a:pt x="2264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78"/>
            <p:cNvSpPr/>
            <p:nvPr/>
          </p:nvSpPr>
          <p:spPr>
            <a:xfrm>
              <a:off x="2223100" y="4870825"/>
              <a:ext cx="13500" cy="11550"/>
            </a:xfrm>
            <a:custGeom>
              <a:avLst/>
              <a:gdLst/>
              <a:ahLst/>
              <a:cxnLst/>
              <a:rect l="l" t="t" r="r" b="b"/>
              <a:pathLst>
                <a:path w="540" h="462" extrusionOk="0">
                  <a:moveTo>
                    <a:pt x="270" y="1"/>
                  </a:moveTo>
                  <a:cubicBezTo>
                    <a:pt x="171" y="1"/>
                    <a:pt x="79" y="62"/>
                    <a:pt x="50" y="158"/>
                  </a:cubicBezTo>
                  <a:cubicBezTo>
                    <a:pt x="0" y="315"/>
                    <a:pt x="119" y="462"/>
                    <a:pt x="269" y="462"/>
                  </a:cubicBezTo>
                  <a:lnTo>
                    <a:pt x="270" y="462"/>
                  </a:lnTo>
                  <a:cubicBezTo>
                    <a:pt x="369" y="462"/>
                    <a:pt x="461" y="400"/>
                    <a:pt x="490" y="304"/>
                  </a:cubicBezTo>
                  <a:cubicBezTo>
                    <a:pt x="539" y="147"/>
                    <a:pt x="423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1" name="Google Shape;3121;p78"/>
          <p:cNvGrpSpPr/>
          <p:nvPr/>
        </p:nvGrpSpPr>
        <p:grpSpPr>
          <a:xfrm rot="7046616" flipH="1">
            <a:off x="5424709" y="3631257"/>
            <a:ext cx="1299698" cy="1944490"/>
            <a:chOff x="2915088" y="1067493"/>
            <a:chExt cx="250763" cy="375147"/>
          </a:xfrm>
        </p:grpSpPr>
        <p:sp>
          <p:nvSpPr>
            <p:cNvPr id="3122" name="Google Shape;3122;p78"/>
            <p:cNvSpPr/>
            <p:nvPr/>
          </p:nvSpPr>
          <p:spPr>
            <a:xfrm>
              <a:off x="2995566" y="1086653"/>
              <a:ext cx="170254" cy="352117"/>
            </a:xfrm>
            <a:custGeom>
              <a:avLst/>
              <a:gdLst/>
              <a:ahLst/>
              <a:cxnLst/>
              <a:rect l="l" t="t" r="r" b="b"/>
              <a:pathLst>
                <a:path w="5456" h="11284" extrusionOk="0">
                  <a:moveTo>
                    <a:pt x="3466" y="0"/>
                  </a:moveTo>
                  <a:cubicBezTo>
                    <a:pt x="3359" y="184"/>
                    <a:pt x="3245" y="364"/>
                    <a:pt x="3115" y="533"/>
                  </a:cubicBezTo>
                  <a:cubicBezTo>
                    <a:pt x="2713" y="1051"/>
                    <a:pt x="2234" y="1277"/>
                    <a:pt x="1680" y="1595"/>
                  </a:cubicBezTo>
                  <a:cubicBezTo>
                    <a:pt x="1218" y="1860"/>
                    <a:pt x="1123" y="2187"/>
                    <a:pt x="898" y="2642"/>
                  </a:cubicBezTo>
                  <a:cubicBezTo>
                    <a:pt x="773" y="2894"/>
                    <a:pt x="635" y="2958"/>
                    <a:pt x="465" y="3165"/>
                  </a:cubicBezTo>
                  <a:cubicBezTo>
                    <a:pt x="111" y="3591"/>
                    <a:pt x="235" y="4453"/>
                    <a:pt x="116" y="5021"/>
                  </a:cubicBezTo>
                  <a:cubicBezTo>
                    <a:pt x="1" y="5563"/>
                    <a:pt x="58" y="5834"/>
                    <a:pt x="315" y="6299"/>
                  </a:cubicBezTo>
                  <a:cubicBezTo>
                    <a:pt x="465" y="6569"/>
                    <a:pt x="603" y="6833"/>
                    <a:pt x="658" y="7140"/>
                  </a:cubicBezTo>
                  <a:cubicBezTo>
                    <a:pt x="724" y="7503"/>
                    <a:pt x="655" y="7753"/>
                    <a:pt x="898" y="8078"/>
                  </a:cubicBezTo>
                  <a:cubicBezTo>
                    <a:pt x="1084" y="8326"/>
                    <a:pt x="1306" y="8495"/>
                    <a:pt x="1458" y="8781"/>
                  </a:cubicBezTo>
                  <a:cubicBezTo>
                    <a:pt x="1839" y="9491"/>
                    <a:pt x="1812" y="10358"/>
                    <a:pt x="2310" y="11003"/>
                  </a:cubicBezTo>
                  <a:cubicBezTo>
                    <a:pt x="2386" y="11102"/>
                    <a:pt x="2470" y="11194"/>
                    <a:pt x="2554" y="11284"/>
                  </a:cubicBezTo>
                  <a:cubicBezTo>
                    <a:pt x="2869" y="11094"/>
                    <a:pt x="3154" y="10854"/>
                    <a:pt x="3416" y="10598"/>
                  </a:cubicBezTo>
                  <a:cubicBezTo>
                    <a:pt x="3956" y="10066"/>
                    <a:pt x="4558" y="9477"/>
                    <a:pt x="4845" y="8762"/>
                  </a:cubicBezTo>
                  <a:cubicBezTo>
                    <a:pt x="5000" y="8379"/>
                    <a:pt x="4968" y="7964"/>
                    <a:pt x="5085" y="7571"/>
                  </a:cubicBezTo>
                  <a:cubicBezTo>
                    <a:pt x="5211" y="7149"/>
                    <a:pt x="5316" y="6731"/>
                    <a:pt x="5367" y="6291"/>
                  </a:cubicBezTo>
                  <a:cubicBezTo>
                    <a:pt x="5416" y="5859"/>
                    <a:pt x="5429" y="5425"/>
                    <a:pt x="5433" y="4990"/>
                  </a:cubicBezTo>
                  <a:cubicBezTo>
                    <a:pt x="5437" y="4551"/>
                    <a:pt x="5456" y="4098"/>
                    <a:pt x="5370" y="3663"/>
                  </a:cubicBezTo>
                  <a:cubicBezTo>
                    <a:pt x="5243" y="3025"/>
                    <a:pt x="4747" y="2506"/>
                    <a:pt x="4477" y="1902"/>
                  </a:cubicBezTo>
                  <a:cubicBezTo>
                    <a:pt x="4142" y="1156"/>
                    <a:pt x="3997" y="634"/>
                    <a:pt x="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8"/>
            <p:cNvSpPr/>
            <p:nvPr/>
          </p:nvSpPr>
          <p:spPr>
            <a:xfrm>
              <a:off x="3013259" y="1086653"/>
              <a:ext cx="152561" cy="352117"/>
            </a:xfrm>
            <a:custGeom>
              <a:avLst/>
              <a:gdLst/>
              <a:ahLst/>
              <a:cxnLst/>
              <a:rect l="l" t="t" r="r" b="b"/>
              <a:pathLst>
                <a:path w="4889" h="11284" extrusionOk="0">
                  <a:moveTo>
                    <a:pt x="2899" y="0"/>
                  </a:moveTo>
                  <a:cubicBezTo>
                    <a:pt x="2792" y="184"/>
                    <a:pt x="2678" y="364"/>
                    <a:pt x="2548" y="533"/>
                  </a:cubicBezTo>
                  <a:cubicBezTo>
                    <a:pt x="2146" y="1051"/>
                    <a:pt x="1667" y="1277"/>
                    <a:pt x="1113" y="1595"/>
                  </a:cubicBezTo>
                  <a:cubicBezTo>
                    <a:pt x="893" y="1721"/>
                    <a:pt x="758" y="1861"/>
                    <a:pt x="651" y="2022"/>
                  </a:cubicBezTo>
                  <a:cubicBezTo>
                    <a:pt x="731" y="2359"/>
                    <a:pt x="796" y="2699"/>
                    <a:pt x="836" y="3044"/>
                  </a:cubicBezTo>
                  <a:cubicBezTo>
                    <a:pt x="875" y="3363"/>
                    <a:pt x="893" y="3695"/>
                    <a:pt x="784" y="3996"/>
                  </a:cubicBezTo>
                  <a:cubicBezTo>
                    <a:pt x="701" y="4227"/>
                    <a:pt x="550" y="4427"/>
                    <a:pt x="439" y="4646"/>
                  </a:cubicBezTo>
                  <a:cubicBezTo>
                    <a:pt x="105" y="5305"/>
                    <a:pt x="148" y="6105"/>
                    <a:pt x="0" y="6825"/>
                  </a:cubicBezTo>
                  <a:cubicBezTo>
                    <a:pt x="38" y="6927"/>
                    <a:pt x="71" y="7030"/>
                    <a:pt x="91" y="7140"/>
                  </a:cubicBezTo>
                  <a:cubicBezTo>
                    <a:pt x="157" y="7503"/>
                    <a:pt x="88" y="7753"/>
                    <a:pt x="331" y="8078"/>
                  </a:cubicBezTo>
                  <a:cubicBezTo>
                    <a:pt x="517" y="8327"/>
                    <a:pt x="739" y="8496"/>
                    <a:pt x="891" y="8781"/>
                  </a:cubicBezTo>
                  <a:cubicBezTo>
                    <a:pt x="1272" y="9491"/>
                    <a:pt x="1245" y="10358"/>
                    <a:pt x="1743" y="11003"/>
                  </a:cubicBezTo>
                  <a:cubicBezTo>
                    <a:pt x="1819" y="11102"/>
                    <a:pt x="1903" y="11195"/>
                    <a:pt x="1987" y="11284"/>
                  </a:cubicBezTo>
                  <a:cubicBezTo>
                    <a:pt x="2302" y="11094"/>
                    <a:pt x="2587" y="10854"/>
                    <a:pt x="2849" y="10598"/>
                  </a:cubicBezTo>
                  <a:cubicBezTo>
                    <a:pt x="3389" y="10066"/>
                    <a:pt x="3991" y="9477"/>
                    <a:pt x="4278" y="8762"/>
                  </a:cubicBezTo>
                  <a:cubicBezTo>
                    <a:pt x="4433" y="8379"/>
                    <a:pt x="4401" y="7964"/>
                    <a:pt x="4518" y="7572"/>
                  </a:cubicBezTo>
                  <a:cubicBezTo>
                    <a:pt x="4644" y="7149"/>
                    <a:pt x="4749" y="6731"/>
                    <a:pt x="4800" y="6291"/>
                  </a:cubicBezTo>
                  <a:cubicBezTo>
                    <a:pt x="4849" y="5859"/>
                    <a:pt x="4862" y="5425"/>
                    <a:pt x="4866" y="4990"/>
                  </a:cubicBezTo>
                  <a:cubicBezTo>
                    <a:pt x="4870" y="4551"/>
                    <a:pt x="4889" y="4098"/>
                    <a:pt x="4803" y="3663"/>
                  </a:cubicBezTo>
                  <a:cubicBezTo>
                    <a:pt x="4676" y="3025"/>
                    <a:pt x="4180" y="2506"/>
                    <a:pt x="3910" y="1902"/>
                  </a:cubicBezTo>
                  <a:cubicBezTo>
                    <a:pt x="3575" y="1156"/>
                    <a:pt x="3430" y="634"/>
                    <a:pt x="28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8"/>
            <p:cNvSpPr/>
            <p:nvPr/>
          </p:nvSpPr>
          <p:spPr>
            <a:xfrm>
              <a:off x="3051610" y="1086653"/>
              <a:ext cx="114242" cy="352117"/>
            </a:xfrm>
            <a:custGeom>
              <a:avLst/>
              <a:gdLst/>
              <a:ahLst/>
              <a:cxnLst/>
              <a:rect l="l" t="t" r="r" b="b"/>
              <a:pathLst>
                <a:path w="3661" h="11284" extrusionOk="0">
                  <a:moveTo>
                    <a:pt x="1670" y="0"/>
                  </a:moveTo>
                  <a:cubicBezTo>
                    <a:pt x="1563" y="184"/>
                    <a:pt x="1449" y="364"/>
                    <a:pt x="1319" y="533"/>
                  </a:cubicBezTo>
                  <a:cubicBezTo>
                    <a:pt x="1213" y="669"/>
                    <a:pt x="1102" y="784"/>
                    <a:pt x="986" y="887"/>
                  </a:cubicBezTo>
                  <a:cubicBezTo>
                    <a:pt x="1598" y="1775"/>
                    <a:pt x="2168" y="2697"/>
                    <a:pt x="2466" y="3728"/>
                  </a:cubicBezTo>
                  <a:cubicBezTo>
                    <a:pt x="2611" y="4231"/>
                    <a:pt x="2681" y="4798"/>
                    <a:pt x="2433" y="5259"/>
                  </a:cubicBezTo>
                  <a:cubicBezTo>
                    <a:pt x="2346" y="5418"/>
                    <a:pt x="2225" y="5560"/>
                    <a:pt x="2166" y="5731"/>
                  </a:cubicBezTo>
                  <a:cubicBezTo>
                    <a:pt x="2086" y="5963"/>
                    <a:pt x="2132" y="6216"/>
                    <a:pt x="2145" y="6460"/>
                  </a:cubicBezTo>
                  <a:cubicBezTo>
                    <a:pt x="2198" y="7367"/>
                    <a:pt x="1774" y="8289"/>
                    <a:pt x="1050" y="8839"/>
                  </a:cubicBezTo>
                  <a:cubicBezTo>
                    <a:pt x="812" y="9019"/>
                    <a:pt x="545" y="9161"/>
                    <a:pt x="328" y="9366"/>
                  </a:cubicBezTo>
                  <a:cubicBezTo>
                    <a:pt x="205" y="9482"/>
                    <a:pt x="100" y="9616"/>
                    <a:pt x="1" y="9754"/>
                  </a:cubicBezTo>
                  <a:cubicBezTo>
                    <a:pt x="117" y="10196"/>
                    <a:pt x="230" y="10636"/>
                    <a:pt x="514" y="11003"/>
                  </a:cubicBezTo>
                  <a:cubicBezTo>
                    <a:pt x="590" y="11102"/>
                    <a:pt x="674" y="11195"/>
                    <a:pt x="758" y="11284"/>
                  </a:cubicBezTo>
                  <a:cubicBezTo>
                    <a:pt x="1073" y="11094"/>
                    <a:pt x="1358" y="10854"/>
                    <a:pt x="1620" y="10598"/>
                  </a:cubicBezTo>
                  <a:cubicBezTo>
                    <a:pt x="2161" y="10066"/>
                    <a:pt x="2762" y="9477"/>
                    <a:pt x="3050" y="8762"/>
                  </a:cubicBezTo>
                  <a:cubicBezTo>
                    <a:pt x="3204" y="8379"/>
                    <a:pt x="3172" y="7964"/>
                    <a:pt x="3289" y="7572"/>
                  </a:cubicBezTo>
                  <a:cubicBezTo>
                    <a:pt x="3416" y="7149"/>
                    <a:pt x="3520" y="6731"/>
                    <a:pt x="3571" y="6291"/>
                  </a:cubicBezTo>
                  <a:cubicBezTo>
                    <a:pt x="3620" y="5860"/>
                    <a:pt x="3633" y="5425"/>
                    <a:pt x="3637" y="4990"/>
                  </a:cubicBezTo>
                  <a:cubicBezTo>
                    <a:pt x="3641" y="4551"/>
                    <a:pt x="3661" y="4098"/>
                    <a:pt x="3574" y="3663"/>
                  </a:cubicBezTo>
                  <a:cubicBezTo>
                    <a:pt x="3447" y="3025"/>
                    <a:pt x="2951" y="2506"/>
                    <a:pt x="2681" y="1902"/>
                  </a:cubicBezTo>
                  <a:cubicBezTo>
                    <a:pt x="2346" y="1156"/>
                    <a:pt x="2201" y="634"/>
                    <a:pt x="1670" y="0"/>
                  </a:cubicBezTo>
                  <a:close/>
                </a:path>
              </a:pathLst>
            </a:custGeom>
            <a:solidFill>
              <a:srgbClr val="4F3945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8"/>
            <p:cNvSpPr/>
            <p:nvPr/>
          </p:nvSpPr>
          <p:spPr>
            <a:xfrm>
              <a:off x="3001869" y="1190753"/>
              <a:ext cx="8457" cy="21781"/>
            </a:xfrm>
            <a:custGeom>
              <a:avLst/>
              <a:gdLst/>
              <a:ahLst/>
              <a:cxnLst/>
              <a:rect l="l" t="t" r="r" b="b"/>
              <a:pathLst>
                <a:path w="271" h="698" extrusionOk="0">
                  <a:moveTo>
                    <a:pt x="154" y="1"/>
                  </a:moveTo>
                  <a:cubicBezTo>
                    <a:pt x="61" y="197"/>
                    <a:pt x="23" y="442"/>
                    <a:pt x="1" y="698"/>
                  </a:cubicBezTo>
                  <a:cubicBezTo>
                    <a:pt x="11" y="694"/>
                    <a:pt x="23" y="691"/>
                    <a:pt x="32" y="686"/>
                  </a:cubicBezTo>
                  <a:cubicBezTo>
                    <a:pt x="86" y="660"/>
                    <a:pt x="129" y="622"/>
                    <a:pt x="162" y="574"/>
                  </a:cubicBezTo>
                  <a:cubicBezTo>
                    <a:pt x="202" y="533"/>
                    <a:pt x="230" y="484"/>
                    <a:pt x="246" y="427"/>
                  </a:cubicBezTo>
                  <a:cubicBezTo>
                    <a:pt x="266" y="370"/>
                    <a:pt x="271" y="313"/>
                    <a:pt x="260" y="254"/>
                  </a:cubicBezTo>
                  <a:cubicBezTo>
                    <a:pt x="259" y="193"/>
                    <a:pt x="244" y="136"/>
                    <a:pt x="212" y="82"/>
                  </a:cubicBezTo>
                  <a:cubicBezTo>
                    <a:pt x="197" y="52"/>
                    <a:pt x="176" y="26"/>
                    <a:pt x="1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8"/>
            <p:cNvSpPr/>
            <p:nvPr/>
          </p:nvSpPr>
          <p:spPr>
            <a:xfrm>
              <a:off x="3038535" y="1262119"/>
              <a:ext cx="37758" cy="30924"/>
            </a:xfrm>
            <a:custGeom>
              <a:avLst/>
              <a:gdLst/>
              <a:ahLst/>
              <a:cxnLst/>
              <a:rect l="l" t="t" r="r" b="b"/>
              <a:pathLst>
                <a:path w="1210" h="991" extrusionOk="0">
                  <a:moveTo>
                    <a:pt x="453" y="0"/>
                  </a:moveTo>
                  <a:cubicBezTo>
                    <a:pt x="342" y="0"/>
                    <a:pt x="225" y="45"/>
                    <a:pt x="146" y="122"/>
                  </a:cubicBezTo>
                  <a:cubicBezTo>
                    <a:pt x="61" y="204"/>
                    <a:pt x="15" y="309"/>
                    <a:pt x="7" y="426"/>
                  </a:cubicBezTo>
                  <a:cubicBezTo>
                    <a:pt x="0" y="507"/>
                    <a:pt x="22" y="602"/>
                    <a:pt x="61" y="672"/>
                  </a:cubicBezTo>
                  <a:cubicBezTo>
                    <a:pt x="102" y="746"/>
                    <a:pt x="163" y="811"/>
                    <a:pt x="236" y="853"/>
                  </a:cubicBezTo>
                  <a:cubicBezTo>
                    <a:pt x="282" y="881"/>
                    <a:pt x="332" y="902"/>
                    <a:pt x="382" y="919"/>
                  </a:cubicBezTo>
                  <a:cubicBezTo>
                    <a:pt x="422" y="933"/>
                    <a:pt x="457" y="938"/>
                    <a:pt x="493" y="938"/>
                  </a:cubicBezTo>
                  <a:cubicBezTo>
                    <a:pt x="500" y="938"/>
                    <a:pt x="508" y="938"/>
                    <a:pt x="515" y="937"/>
                  </a:cubicBezTo>
                  <a:cubicBezTo>
                    <a:pt x="537" y="949"/>
                    <a:pt x="558" y="961"/>
                    <a:pt x="582" y="969"/>
                  </a:cubicBezTo>
                  <a:cubicBezTo>
                    <a:pt x="629" y="983"/>
                    <a:pt x="677" y="990"/>
                    <a:pt x="725" y="990"/>
                  </a:cubicBezTo>
                  <a:cubicBezTo>
                    <a:pt x="761" y="990"/>
                    <a:pt x="796" y="986"/>
                    <a:pt x="832" y="978"/>
                  </a:cubicBezTo>
                  <a:lnTo>
                    <a:pt x="953" y="933"/>
                  </a:lnTo>
                  <a:cubicBezTo>
                    <a:pt x="1026" y="893"/>
                    <a:pt x="1086" y="837"/>
                    <a:pt x="1131" y="766"/>
                  </a:cubicBezTo>
                  <a:cubicBezTo>
                    <a:pt x="1166" y="713"/>
                    <a:pt x="1187" y="656"/>
                    <a:pt x="1192" y="594"/>
                  </a:cubicBezTo>
                  <a:cubicBezTo>
                    <a:pt x="1209" y="532"/>
                    <a:pt x="1208" y="468"/>
                    <a:pt x="1191" y="406"/>
                  </a:cubicBezTo>
                  <a:cubicBezTo>
                    <a:pt x="1171" y="321"/>
                    <a:pt x="1133" y="247"/>
                    <a:pt x="1073" y="185"/>
                  </a:cubicBezTo>
                  <a:cubicBezTo>
                    <a:pt x="1015" y="124"/>
                    <a:pt x="947" y="81"/>
                    <a:pt x="868" y="56"/>
                  </a:cubicBezTo>
                  <a:cubicBezTo>
                    <a:pt x="839" y="44"/>
                    <a:pt x="806" y="39"/>
                    <a:pt x="773" y="36"/>
                  </a:cubicBezTo>
                  <a:cubicBezTo>
                    <a:pt x="743" y="31"/>
                    <a:pt x="715" y="27"/>
                    <a:pt x="687" y="27"/>
                  </a:cubicBezTo>
                  <a:cubicBezTo>
                    <a:pt x="675" y="26"/>
                    <a:pt x="665" y="22"/>
                    <a:pt x="653" y="21"/>
                  </a:cubicBezTo>
                  <a:cubicBezTo>
                    <a:pt x="631" y="19"/>
                    <a:pt x="609" y="18"/>
                    <a:pt x="587" y="16"/>
                  </a:cubicBezTo>
                  <a:cubicBezTo>
                    <a:pt x="553" y="10"/>
                    <a:pt x="519" y="4"/>
                    <a:pt x="485" y="2"/>
                  </a:cubicBezTo>
                  <a:cubicBezTo>
                    <a:pt x="474" y="1"/>
                    <a:pt x="464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8"/>
            <p:cNvSpPr/>
            <p:nvPr/>
          </p:nvSpPr>
          <p:spPr>
            <a:xfrm>
              <a:off x="3038785" y="1172997"/>
              <a:ext cx="29926" cy="27242"/>
            </a:xfrm>
            <a:custGeom>
              <a:avLst/>
              <a:gdLst/>
              <a:ahLst/>
              <a:cxnLst/>
              <a:rect l="l" t="t" r="r" b="b"/>
              <a:pathLst>
                <a:path w="959" h="873" extrusionOk="0">
                  <a:moveTo>
                    <a:pt x="526" y="1"/>
                  </a:moveTo>
                  <a:cubicBezTo>
                    <a:pt x="507" y="1"/>
                    <a:pt x="487" y="3"/>
                    <a:pt x="460" y="6"/>
                  </a:cubicBezTo>
                  <a:cubicBezTo>
                    <a:pt x="458" y="5"/>
                    <a:pt x="456" y="5"/>
                    <a:pt x="454" y="5"/>
                  </a:cubicBezTo>
                  <a:cubicBezTo>
                    <a:pt x="417" y="5"/>
                    <a:pt x="383" y="14"/>
                    <a:pt x="351" y="31"/>
                  </a:cubicBezTo>
                  <a:cubicBezTo>
                    <a:pt x="346" y="33"/>
                    <a:pt x="341" y="35"/>
                    <a:pt x="334" y="37"/>
                  </a:cubicBezTo>
                  <a:cubicBezTo>
                    <a:pt x="315" y="42"/>
                    <a:pt x="294" y="48"/>
                    <a:pt x="255" y="69"/>
                  </a:cubicBezTo>
                  <a:cubicBezTo>
                    <a:pt x="210" y="93"/>
                    <a:pt x="180" y="119"/>
                    <a:pt x="151" y="149"/>
                  </a:cubicBezTo>
                  <a:cubicBezTo>
                    <a:pt x="150" y="150"/>
                    <a:pt x="150" y="150"/>
                    <a:pt x="149" y="151"/>
                  </a:cubicBezTo>
                  <a:cubicBezTo>
                    <a:pt x="143" y="156"/>
                    <a:pt x="136" y="159"/>
                    <a:pt x="129" y="165"/>
                  </a:cubicBezTo>
                  <a:cubicBezTo>
                    <a:pt x="80" y="212"/>
                    <a:pt x="45" y="268"/>
                    <a:pt x="25" y="333"/>
                  </a:cubicBezTo>
                  <a:cubicBezTo>
                    <a:pt x="4" y="400"/>
                    <a:pt x="1" y="468"/>
                    <a:pt x="16" y="537"/>
                  </a:cubicBezTo>
                  <a:cubicBezTo>
                    <a:pt x="32" y="606"/>
                    <a:pt x="64" y="666"/>
                    <a:pt x="113" y="717"/>
                  </a:cubicBezTo>
                  <a:cubicBezTo>
                    <a:pt x="115" y="720"/>
                    <a:pt x="118" y="722"/>
                    <a:pt x="120" y="726"/>
                  </a:cubicBezTo>
                  <a:cubicBezTo>
                    <a:pt x="121" y="727"/>
                    <a:pt x="123" y="728"/>
                    <a:pt x="124" y="729"/>
                  </a:cubicBezTo>
                  <a:cubicBezTo>
                    <a:pt x="147" y="749"/>
                    <a:pt x="181" y="778"/>
                    <a:pt x="206" y="796"/>
                  </a:cubicBezTo>
                  <a:cubicBezTo>
                    <a:pt x="209" y="799"/>
                    <a:pt x="213" y="801"/>
                    <a:pt x="216" y="803"/>
                  </a:cubicBezTo>
                  <a:cubicBezTo>
                    <a:pt x="217" y="803"/>
                    <a:pt x="219" y="804"/>
                    <a:pt x="220" y="805"/>
                  </a:cubicBezTo>
                  <a:cubicBezTo>
                    <a:pt x="244" y="817"/>
                    <a:pt x="297" y="841"/>
                    <a:pt x="321" y="851"/>
                  </a:cubicBezTo>
                  <a:cubicBezTo>
                    <a:pt x="323" y="851"/>
                    <a:pt x="324" y="852"/>
                    <a:pt x="326" y="853"/>
                  </a:cubicBezTo>
                  <a:cubicBezTo>
                    <a:pt x="344" y="860"/>
                    <a:pt x="363" y="863"/>
                    <a:pt x="382" y="863"/>
                  </a:cubicBezTo>
                  <a:cubicBezTo>
                    <a:pt x="402" y="869"/>
                    <a:pt x="423" y="872"/>
                    <a:pt x="445" y="872"/>
                  </a:cubicBezTo>
                  <a:cubicBezTo>
                    <a:pt x="461" y="872"/>
                    <a:pt x="477" y="871"/>
                    <a:pt x="494" y="867"/>
                  </a:cubicBezTo>
                  <a:cubicBezTo>
                    <a:pt x="568" y="861"/>
                    <a:pt x="536" y="868"/>
                    <a:pt x="607" y="842"/>
                  </a:cubicBezTo>
                  <a:cubicBezTo>
                    <a:pt x="630" y="832"/>
                    <a:pt x="647" y="829"/>
                    <a:pt x="665" y="819"/>
                  </a:cubicBezTo>
                  <a:cubicBezTo>
                    <a:pt x="667" y="818"/>
                    <a:pt x="669" y="816"/>
                    <a:pt x="670" y="815"/>
                  </a:cubicBezTo>
                  <a:cubicBezTo>
                    <a:pt x="698" y="797"/>
                    <a:pt x="737" y="769"/>
                    <a:pt x="763" y="749"/>
                  </a:cubicBezTo>
                  <a:cubicBezTo>
                    <a:pt x="767" y="745"/>
                    <a:pt x="771" y="742"/>
                    <a:pt x="774" y="738"/>
                  </a:cubicBezTo>
                  <a:cubicBezTo>
                    <a:pt x="776" y="737"/>
                    <a:pt x="777" y="735"/>
                    <a:pt x="779" y="733"/>
                  </a:cubicBezTo>
                  <a:cubicBezTo>
                    <a:pt x="779" y="733"/>
                    <a:pt x="780" y="732"/>
                    <a:pt x="781" y="731"/>
                  </a:cubicBezTo>
                  <a:lnTo>
                    <a:pt x="849" y="647"/>
                  </a:lnTo>
                  <a:cubicBezTo>
                    <a:pt x="850" y="647"/>
                    <a:pt x="850" y="646"/>
                    <a:pt x="851" y="645"/>
                  </a:cubicBezTo>
                  <a:cubicBezTo>
                    <a:pt x="866" y="613"/>
                    <a:pt x="882" y="580"/>
                    <a:pt x="896" y="548"/>
                  </a:cubicBezTo>
                  <a:lnTo>
                    <a:pt x="898" y="545"/>
                  </a:lnTo>
                  <a:lnTo>
                    <a:pt x="900" y="535"/>
                  </a:lnTo>
                  <a:cubicBezTo>
                    <a:pt x="902" y="533"/>
                    <a:pt x="904" y="530"/>
                    <a:pt x="906" y="528"/>
                  </a:cubicBezTo>
                  <a:cubicBezTo>
                    <a:pt x="930" y="491"/>
                    <a:pt x="945" y="451"/>
                    <a:pt x="949" y="407"/>
                  </a:cubicBezTo>
                  <a:cubicBezTo>
                    <a:pt x="957" y="379"/>
                    <a:pt x="958" y="350"/>
                    <a:pt x="952" y="321"/>
                  </a:cubicBezTo>
                  <a:cubicBezTo>
                    <a:pt x="952" y="276"/>
                    <a:pt x="939" y="233"/>
                    <a:pt x="916" y="192"/>
                  </a:cubicBezTo>
                  <a:cubicBezTo>
                    <a:pt x="900" y="169"/>
                    <a:pt x="883" y="146"/>
                    <a:pt x="866" y="122"/>
                  </a:cubicBezTo>
                  <a:cubicBezTo>
                    <a:pt x="825" y="80"/>
                    <a:pt x="777" y="51"/>
                    <a:pt x="723" y="33"/>
                  </a:cubicBezTo>
                  <a:cubicBezTo>
                    <a:pt x="682" y="25"/>
                    <a:pt x="641" y="16"/>
                    <a:pt x="600" y="13"/>
                  </a:cubicBezTo>
                  <a:cubicBezTo>
                    <a:pt x="571" y="4"/>
                    <a:pt x="549" y="1"/>
                    <a:pt x="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8"/>
            <p:cNvSpPr/>
            <p:nvPr/>
          </p:nvSpPr>
          <p:spPr>
            <a:xfrm>
              <a:off x="3048677" y="1263148"/>
              <a:ext cx="27616" cy="29894"/>
            </a:xfrm>
            <a:custGeom>
              <a:avLst/>
              <a:gdLst/>
              <a:ahLst/>
              <a:cxnLst/>
              <a:rect l="l" t="t" r="r" b="b"/>
              <a:pathLst>
                <a:path w="885" h="958" extrusionOk="0">
                  <a:moveTo>
                    <a:pt x="428" y="1"/>
                  </a:moveTo>
                  <a:lnTo>
                    <a:pt x="428" y="1"/>
                  </a:lnTo>
                  <a:cubicBezTo>
                    <a:pt x="491" y="95"/>
                    <a:pt x="534" y="198"/>
                    <a:pt x="534" y="310"/>
                  </a:cubicBezTo>
                  <a:cubicBezTo>
                    <a:pt x="536" y="500"/>
                    <a:pt x="405" y="674"/>
                    <a:pt x="239" y="769"/>
                  </a:cubicBezTo>
                  <a:cubicBezTo>
                    <a:pt x="165" y="812"/>
                    <a:pt x="84" y="840"/>
                    <a:pt x="1" y="861"/>
                  </a:cubicBezTo>
                  <a:cubicBezTo>
                    <a:pt x="21" y="869"/>
                    <a:pt x="38" y="880"/>
                    <a:pt x="57" y="886"/>
                  </a:cubicBezTo>
                  <a:cubicBezTo>
                    <a:pt x="97" y="900"/>
                    <a:pt x="132" y="905"/>
                    <a:pt x="167" y="905"/>
                  </a:cubicBezTo>
                  <a:cubicBezTo>
                    <a:pt x="175" y="905"/>
                    <a:pt x="182" y="905"/>
                    <a:pt x="190" y="904"/>
                  </a:cubicBezTo>
                  <a:cubicBezTo>
                    <a:pt x="212" y="916"/>
                    <a:pt x="233" y="928"/>
                    <a:pt x="257" y="936"/>
                  </a:cubicBezTo>
                  <a:cubicBezTo>
                    <a:pt x="304" y="950"/>
                    <a:pt x="352" y="957"/>
                    <a:pt x="400" y="957"/>
                  </a:cubicBezTo>
                  <a:cubicBezTo>
                    <a:pt x="436" y="957"/>
                    <a:pt x="471" y="953"/>
                    <a:pt x="507" y="945"/>
                  </a:cubicBezTo>
                  <a:lnTo>
                    <a:pt x="628" y="900"/>
                  </a:lnTo>
                  <a:cubicBezTo>
                    <a:pt x="701" y="860"/>
                    <a:pt x="761" y="804"/>
                    <a:pt x="806" y="733"/>
                  </a:cubicBezTo>
                  <a:cubicBezTo>
                    <a:pt x="841" y="680"/>
                    <a:pt x="862" y="623"/>
                    <a:pt x="867" y="561"/>
                  </a:cubicBezTo>
                  <a:cubicBezTo>
                    <a:pt x="884" y="499"/>
                    <a:pt x="883" y="436"/>
                    <a:pt x="866" y="373"/>
                  </a:cubicBezTo>
                  <a:cubicBezTo>
                    <a:pt x="846" y="288"/>
                    <a:pt x="808" y="214"/>
                    <a:pt x="748" y="152"/>
                  </a:cubicBezTo>
                  <a:cubicBezTo>
                    <a:pt x="690" y="91"/>
                    <a:pt x="622" y="48"/>
                    <a:pt x="543" y="23"/>
                  </a:cubicBezTo>
                  <a:cubicBezTo>
                    <a:pt x="514" y="11"/>
                    <a:pt x="481" y="6"/>
                    <a:pt x="448" y="3"/>
                  </a:cubicBezTo>
                  <a:cubicBezTo>
                    <a:pt x="440" y="2"/>
                    <a:pt x="434" y="2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8"/>
            <p:cNvSpPr/>
            <p:nvPr/>
          </p:nvSpPr>
          <p:spPr>
            <a:xfrm>
              <a:off x="3047210" y="1173652"/>
              <a:ext cx="21500" cy="26587"/>
            </a:xfrm>
            <a:custGeom>
              <a:avLst/>
              <a:gdLst/>
              <a:ahLst/>
              <a:cxnLst/>
              <a:rect l="l" t="t" r="r" b="b"/>
              <a:pathLst>
                <a:path w="689" h="852" extrusionOk="0">
                  <a:moveTo>
                    <a:pt x="382" y="0"/>
                  </a:moveTo>
                  <a:cubicBezTo>
                    <a:pt x="433" y="105"/>
                    <a:pt x="441" y="236"/>
                    <a:pt x="407" y="349"/>
                  </a:cubicBezTo>
                  <a:cubicBezTo>
                    <a:pt x="350" y="531"/>
                    <a:pt x="205" y="673"/>
                    <a:pt x="47" y="779"/>
                  </a:cubicBezTo>
                  <a:cubicBezTo>
                    <a:pt x="32" y="789"/>
                    <a:pt x="16" y="799"/>
                    <a:pt x="1" y="807"/>
                  </a:cubicBezTo>
                  <a:cubicBezTo>
                    <a:pt x="19" y="817"/>
                    <a:pt x="38" y="825"/>
                    <a:pt x="51" y="830"/>
                  </a:cubicBezTo>
                  <a:cubicBezTo>
                    <a:pt x="53" y="830"/>
                    <a:pt x="54" y="831"/>
                    <a:pt x="56" y="832"/>
                  </a:cubicBezTo>
                  <a:cubicBezTo>
                    <a:pt x="74" y="839"/>
                    <a:pt x="93" y="842"/>
                    <a:pt x="112" y="842"/>
                  </a:cubicBezTo>
                  <a:cubicBezTo>
                    <a:pt x="132" y="848"/>
                    <a:pt x="153" y="851"/>
                    <a:pt x="175" y="851"/>
                  </a:cubicBezTo>
                  <a:cubicBezTo>
                    <a:pt x="191" y="851"/>
                    <a:pt x="207" y="850"/>
                    <a:pt x="224" y="846"/>
                  </a:cubicBezTo>
                  <a:cubicBezTo>
                    <a:pt x="298" y="840"/>
                    <a:pt x="266" y="847"/>
                    <a:pt x="337" y="821"/>
                  </a:cubicBezTo>
                  <a:cubicBezTo>
                    <a:pt x="360" y="811"/>
                    <a:pt x="377" y="808"/>
                    <a:pt x="395" y="798"/>
                  </a:cubicBezTo>
                  <a:cubicBezTo>
                    <a:pt x="397" y="797"/>
                    <a:pt x="399" y="795"/>
                    <a:pt x="400" y="794"/>
                  </a:cubicBezTo>
                  <a:cubicBezTo>
                    <a:pt x="428" y="776"/>
                    <a:pt x="467" y="748"/>
                    <a:pt x="493" y="728"/>
                  </a:cubicBezTo>
                  <a:cubicBezTo>
                    <a:pt x="497" y="724"/>
                    <a:pt x="501" y="721"/>
                    <a:pt x="504" y="717"/>
                  </a:cubicBezTo>
                  <a:cubicBezTo>
                    <a:pt x="506" y="716"/>
                    <a:pt x="507" y="714"/>
                    <a:pt x="509" y="712"/>
                  </a:cubicBezTo>
                  <a:cubicBezTo>
                    <a:pt x="509" y="712"/>
                    <a:pt x="510" y="711"/>
                    <a:pt x="511" y="710"/>
                  </a:cubicBezTo>
                  <a:lnTo>
                    <a:pt x="579" y="626"/>
                  </a:lnTo>
                  <a:cubicBezTo>
                    <a:pt x="580" y="626"/>
                    <a:pt x="580" y="625"/>
                    <a:pt x="581" y="624"/>
                  </a:cubicBezTo>
                  <a:cubicBezTo>
                    <a:pt x="596" y="592"/>
                    <a:pt x="612" y="559"/>
                    <a:pt x="626" y="527"/>
                  </a:cubicBezTo>
                  <a:lnTo>
                    <a:pt x="628" y="524"/>
                  </a:lnTo>
                  <a:lnTo>
                    <a:pt x="630" y="514"/>
                  </a:lnTo>
                  <a:cubicBezTo>
                    <a:pt x="632" y="512"/>
                    <a:pt x="634" y="509"/>
                    <a:pt x="636" y="507"/>
                  </a:cubicBezTo>
                  <a:cubicBezTo>
                    <a:pt x="660" y="470"/>
                    <a:pt x="675" y="430"/>
                    <a:pt x="679" y="386"/>
                  </a:cubicBezTo>
                  <a:cubicBezTo>
                    <a:pt x="687" y="358"/>
                    <a:pt x="688" y="329"/>
                    <a:pt x="682" y="300"/>
                  </a:cubicBezTo>
                  <a:cubicBezTo>
                    <a:pt x="682" y="255"/>
                    <a:pt x="669" y="212"/>
                    <a:pt x="646" y="171"/>
                  </a:cubicBezTo>
                  <a:cubicBezTo>
                    <a:pt x="630" y="148"/>
                    <a:pt x="613" y="125"/>
                    <a:pt x="596" y="101"/>
                  </a:cubicBezTo>
                  <a:cubicBezTo>
                    <a:pt x="555" y="59"/>
                    <a:pt x="508" y="30"/>
                    <a:pt x="453" y="12"/>
                  </a:cubicBezTo>
                  <a:cubicBezTo>
                    <a:pt x="429" y="8"/>
                    <a:pt x="406" y="4"/>
                    <a:pt x="3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8"/>
            <p:cNvSpPr/>
            <p:nvPr/>
          </p:nvSpPr>
          <p:spPr>
            <a:xfrm>
              <a:off x="3044183" y="1271667"/>
              <a:ext cx="7052" cy="7832"/>
            </a:xfrm>
            <a:custGeom>
              <a:avLst/>
              <a:gdLst/>
              <a:ahLst/>
              <a:cxnLst/>
              <a:rect l="l" t="t" r="r" b="b"/>
              <a:pathLst>
                <a:path w="226" h="251" extrusionOk="0">
                  <a:moveTo>
                    <a:pt x="125" y="0"/>
                  </a:moveTo>
                  <a:cubicBezTo>
                    <a:pt x="115" y="1"/>
                    <a:pt x="106" y="2"/>
                    <a:pt x="97" y="2"/>
                  </a:cubicBezTo>
                  <a:cubicBezTo>
                    <a:pt x="88" y="5"/>
                    <a:pt x="80" y="10"/>
                    <a:pt x="70" y="13"/>
                  </a:cubicBezTo>
                  <a:cubicBezTo>
                    <a:pt x="66" y="15"/>
                    <a:pt x="55" y="22"/>
                    <a:pt x="48" y="29"/>
                  </a:cubicBezTo>
                  <a:cubicBezTo>
                    <a:pt x="38" y="40"/>
                    <a:pt x="29" y="51"/>
                    <a:pt x="20" y="64"/>
                  </a:cubicBezTo>
                  <a:cubicBezTo>
                    <a:pt x="20" y="65"/>
                    <a:pt x="19" y="66"/>
                    <a:pt x="18" y="67"/>
                  </a:cubicBezTo>
                  <a:cubicBezTo>
                    <a:pt x="18" y="68"/>
                    <a:pt x="18" y="69"/>
                    <a:pt x="17" y="69"/>
                  </a:cubicBezTo>
                  <a:cubicBezTo>
                    <a:pt x="15" y="73"/>
                    <a:pt x="13" y="79"/>
                    <a:pt x="11" y="83"/>
                  </a:cubicBezTo>
                  <a:cubicBezTo>
                    <a:pt x="7" y="90"/>
                    <a:pt x="3" y="100"/>
                    <a:pt x="3" y="109"/>
                  </a:cubicBezTo>
                  <a:cubicBezTo>
                    <a:pt x="1" y="117"/>
                    <a:pt x="0" y="123"/>
                    <a:pt x="0" y="130"/>
                  </a:cubicBezTo>
                  <a:cubicBezTo>
                    <a:pt x="1" y="142"/>
                    <a:pt x="2" y="154"/>
                    <a:pt x="3" y="165"/>
                  </a:cubicBezTo>
                  <a:cubicBezTo>
                    <a:pt x="4" y="169"/>
                    <a:pt x="4" y="172"/>
                    <a:pt x="6" y="174"/>
                  </a:cubicBezTo>
                  <a:cubicBezTo>
                    <a:pt x="9" y="182"/>
                    <a:pt x="12" y="191"/>
                    <a:pt x="15" y="199"/>
                  </a:cubicBezTo>
                  <a:cubicBezTo>
                    <a:pt x="20" y="205"/>
                    <a:pt x="25" y="213"/>
                    <a:pt x="30" y="220"/>
                  </a:cubicBezTo>
                  <a:cubicBezTo>
                    <a:pt x="37" y="225"/>
                    <a:pt x="43" y="230"/>
                    <a:pt x="49" y="236"/>
                  </a:cubicBezTo>
                  <a:cubicBezTo>
                    <a:pt x="60" y="243"/>
                    <a:pt x="71" y="247"/>
                    <a:pt x="84" y="248"/>
                  </a:cubicBezTo>
                  <a:cubicBezTo>
                    <a:pt x="89" y="250"/>
                    <a:pt x="94" y="251"/>
                    <a:pt x="99" y="251"/>
                  </a:cubicBezTo>
                  <a:cubicBezTo>
                    <a:pt x="103" y="251"/>
                    <a:pt x="106" y="250"/>
                    <a:pt x="110" y="249"/>
                  </a:cubicBezTo>
                  <a:cubicBezTo>
                    <a:pt x="120" y="249"/>
                    <a:pt x="128" y="248"/>
                    <a:pt x="135" y="243"/>
                  </a:cubicBezTo>
                  <a:cubicBezTo>
                    <a:pt x="144" y="242"/>
                    <a:pt x="152" y="238"/>
                    <a:pt x="158" y="231"/>
                  </a:cubicBezTo>
                  <a:cubicBezTo>
                    <a:pt x="169" y="225"/>
                    <a:pt x="178" y="216"/>
                    <a:pt x="184" y="204"/>
                  </a:cubicBezTo>
                  <a:cubicBezTo>
                    <a:pt x="188" y="198"/>
                    <a:pt x="192" y="192"/>
                    <a:pt x="196" y="186"/>
                  </a:cubicBezTo>
                  <a:cubicBezTo>
                    <a:pt x="197" y="185"/>
                    <a:pt x="198" y="184"/>
                    <a:pt x="198" y="183"/>
                  </a:cubicBezTo>
                  <a:cubicBezTo>
                    <a:pt x="203" y="176"/>
                    <a:pt x="208" y="168"/>
                    <a:pt x="210" y="158"/>
                  </a:cubicBezTo>
                  <a:cubicBezTo>
                    <a:pt x="211" y="156"/>
                    <a:pt x="211" y="155"/>
                    <a:pt x="212" y="153"/>
                  </a:cubicBezTo>
                  <a:cubicBezTo>
                    <a:pt x="213" y="151"/>
                    <a:pt x="214" y="149"/>
                    <a:pt x="214" y="147"/>
                  </a:cubicBezTo>
                  <a:cubicBezTo>
                    <a:pt x="216" y="142"/>
                    <a:pt x="219" y="138"/>
                    <a:pt x="220" y="135"/>
                  </a:cubicBezTo>
                  <a:cubicBezTo>
                    <a:pt x="224" y="122"/>
                    <a:pt x="225" y="108"/>
                    <a:pt x="223" y="94"/>
                  </a:cubicBezTo>
                  <a:cubicBezTo>
                    <a:pt x="224" y="89"/>
                    <a:pt x="223" y="85"/>
                    <a:pt x="221" y="80"/>
                  </a:cubicBezTo>
                  <a:cubicBezTo>
                    <a:pt x="221" y="78"/>
                    <a:pt x="220" y="75"/>
                    <a:pt x="219" y="72"/>
                  </a:cubicBezTo>
                  <a:cubicBezTo>
                    <a:pt x="216" y="65"/>
                    <a:pt x="214" y="58"/>
                    <a:pt x="211" y="49"/>
                  </a:cubicBezTo>
                  <a:cubicBezTo>
                    <a:pt x="205" y="38"/>
                    <a:pt x="197" y="29"/>
                    <a:pt x="188" y="22"/>
                  </a:cubicBezTo>
                  <a:cubicBezTo>
                    <a:pt x="181" y="17"/>
                    <a:pt x="175" y="13"/>
                    <a:pt x="168" y="10"/>
                  </a:cubicBezTo>
                  <a:cubicBezTo>
                    <a:pt x="157" y="4"/>
                    <a:pt x="146" y="1"/>
                    <a:pt x="133" y="1"/>
                  </a:cubicBezTo>
                  <a:lnTo>
                    <a:pt x="1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8"/>
            <p:cNvSpPr/>
            <p:nvPr/>
          </p:nvSpPr>
          <p:spPr>
            <a:xfrm>
              <a:off x="3042810" y="1183076"/>
              <a:ext cx="5492" cy="6272"/>
            </a:xfrm>
            <a:custGeom>
              <a:avLst/>
              <a:gdLst/>
              <a:ahLst/>
              <a:cxnLst/>
              <a:rect l="l" t="t" r="r" b="b"/>
              <a:pathLst>
                <a:path w="176" h="201" extrusionOk="0">
                  <a:moveTo>
                    <a:pt x="89" y="0"/>
                  </a:moveTo>
                  <a:cubicBezTo>
                    <a:pt x="75" y="0"/>
                    <a:pt x="62" y="4"/>
                    <a:pt x="51" y="10"/>
                  </a:cubicBezTo>
                  <a:cubicBezTo>
                    <a:pt x="45" y="14"/>
                    <a:pt x="39" y="18"/>
                    <a:pt x="34" y="23"/>
                  </a:cubicBezTo>
                  <a:cubicBezTo>
                    <a:pt x="22" y="33"/>
                    <a:pt x="15" y="45"/>
                    <a:pt x="11" y="58"/>
                  </a:cubicBezTo>
                  <a:cubicBezTo>
                    <a:pt x="8" y="70"/>
                    <a:pt x="6" y="81"/>
                    <a:pt x="3" y="94"/>
                  </a:cubicBezTo>
                  <a:cubicBezTo>
                    <a:pt x="0" y="104"/>
                    <a:pt x="0" y="115"/>
                    <a:pt x="3" y="126"/>
                  </a:cubicBezTo>
                  <a:cubicBezTo>
                    <a:pt x="5" y="134"/>
                    <a:pt x="8" y="141"/>
                    <a:pt x="12" y="148"/>
                  </a:cubicBezTo>
                  <a:lnTo>
                    <a:pt x="13" y="149"/>
                  </a:lnTo>
                  <a:cubicBezTo>
                    <a:pt x="13" y="151"/>
                    <a:pt x="14" y="152"/>
                    <a:pt x="14" y="155"/>
                  </a:cubicBezTo>
                  <a:cubicBezTo>
                    <a:pt x="15" y="158"/>
                    <a:pt x="17" y="160"/>
                    <a:pt x="18" y="163"/>
                  </a:cubicBezTo>
                  <a:cubicBezTo>
                    <a:pt x="23" y="173"/>
                    <a:pt x="32" y="183"/>
                    <a:pt x="42" y="189"/>
                  </a:cubicBezTo>
                  <a:cubicBezTo>
                    <a:pt x="50" y="194"/>
                    <a:pt x="58" y="197"/>
                    <a:pt x="67" y="199"/>
                  </a:cubicBezTo>
                  <a:cubicBezTo>
                    <a:pt x="72" y="200"/>
                    <a:pt x="77" y="200"/>
                    <a:pt x="81" y="200"/>
                  </a:cubicBezTo>
                  <a:cubicBezTo>
                    <a:pt x="86" y="200"/>
                    <a:pt x="90" y="200"/>
                    <a:pt x="95" y="199"/>
                  </a:cubicBezTo>
                  <a:cubicBezTo>
                    <a:pt x="107" y="195"/>
                    <a:pt x="118" y="189"/>
                    <a:pt x="127" y="181"/>
                  </a:cubicBezTo>
                  <a:cubicBezTo>
                    <a:pt x="130" y="179"/>
                    <a:pt x="132" y="177"/>
                    <a:pt x="135" y="174"/>
                  </a:cubicBezTo>
                  <a:cubicBezTo>
                    <a:pt x="136" y="173"/>
                    <a:pt x="137" y="172"/>
                    <a:pt x="138" y="171"/>
                  </a:cubicBezTo>
                  <a:lnTo>
                    <a:pt x="142" y="169"/>
                  </a:lnTo>
                  <a:cubicBezTo>
                    <a:pt x="146" y="163"/>
                    <a:pt x="150" y="158"/>
                    <a:pt x="155" y="152"/>
                  </a:cubicBezTo>
                  <a:cubicBezTo>
                    <a:pt x="159" y="146"/>
                    <a:pt x="163" y="140"/>
                    <a:pt x="165" y="133"/>
                  </a:cubicBezTo>
                  <a:cubicBezTo>
                    <a:pt x="167" y="124"/>
                    <a:pt x="168" y="117"/>
                    <a:pt x="170" y="108"/>
                  </a:cubicBezTo>
                  <a:cubicBezTo>
                    <a:pt x="174" y="98"/>
                    <a:pt x="175" y="87"/>
                    <a:pt x="173" y="76"/>
                  </a:cubicBezTo>
                  <a:cubicBezTo>
                    <a:pt x="173" y="65"/>
                    <a:pt x="170" y="54"/>
                    <a:pt x="164" y="45"/>
                  </a:cubicBezTo>
                  <a:cubicBezTo>
                    <a:pt x="158" y="34"/>
                    <a:pt x="152" y="26"/>
                    <a:pt x="143" y="20"/>
                  </a:cubicBezTo>
                  <a:cubicBezTo>
                    <a:pt x="135" y="12"/>
                    <a:pt x="126" y="7"/>
                    <a:pt x="115" y="4"/>
                  </a:cubicBezTo>
                  <a:cubicBezTo>
                    <a:pt x="108" y="3"/>
                    <a:pt x="101" y="2"/>
                    <a:pt x="95" y="1"/>
                  </a:cubicBezTo>
                  <a:cubicBezTo>
                    <a:pt x="93" y="1"/>
                    <a:pt x="91" y="0"/>
                    <a:pt x="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8"/>
            <p:cNvSpPr/>
            <p:nvPr/>
          </p:nvSpPr>
          <p:spPr>
            <a:xfrm>
              <a:off x="3059567" y="1305525"/>
              <a:ext cx="26056" cy="25245"/>
            </a:xfrm>
            <a:custGeom>
              <a:avLst/>
              <a:gdLst/>
              <a:ahLst/>
              <a:cxnLst/>
              <a:rect l="l" t="t" r="r" b="b"/>
              <a:pathLst>
                <a:path w="835" h="809" extrusionOk="0">
                  <a:moveTo>
                    <a:pt x="680" y="1"/>
                  </a:moveTo>
                  <a:cubicBezTo>
                    <a:pt x="658" y="1"/>
                    <a:pt x="636" y="6"/>
                    <a:pt x="618" y="18"/>
                  </a:cubicBezTo>
                  <a:cubicBezTo>
                    <a:pt x="586" y="39"/>
                    <a:pt x="554" y="57"/>
                    <a:pt x="520" y="73"/>
                  </a:cubicBezTo>
                  <a:cubicBezTo>
                    <a:pt x="477" y="94"/>
                    <a:pt x="441" y="122"/>
                    <a:pt x="404" y="151"/>
                  </a:cubicBezTo>
                  <a:cubicBezTo>
                    <a:pt x="378" y="168"/>
                    <a:pt x="352" y="185"/>
                    <a:pt x="331" y="206"/>
                  </a:cubicBezTo>
                  <a:cubicBezTo>
                    <a:pt x="315" y="221"/>
                    <a:pt x="302" y="237"/>
                    <a:pt x="286" y="252"/>
                  </a:cubicBezTo>
                  <a:cubicBezTo>
                    <a:pt x="261" y="276"/>
                    <a:pt x="234" y="297"/>
                    <a:pt x="206" y="318"/>
                  </a:cubicBezTo>
                  <a:cubicBezTo>
                    <a:pt x="191" y="328"/>
                    <a:pt x="176" y="338"/>
                    <a:pt x="162" y="351"/>
                  </a:cubicBezTo>
                  <a:cubicBezTo>
                    <a:pt x="152" y="362"/>
                    <a:pt x="143" y="373"/>
                    <a:pt x="132" y="382"/>
                  </a:cubicBezTo>
                  <a:cubicBezTo>
                    <a:pt x="112" y="402"/>
                    <a:pt x="92" y="421"/>
                    <a:pt x="71" y="438"/>
                  </a:cubicBezTo>
                  <a:cubicBezTo>
                    <a:pt x="36" y="467"/>
                    <a:pt x="16" y="515"/>
                    <a:pt x="8" y="558"/>
                  </a:cubicBezTo>
                  <a:cubicBezTo>
                    <a:pt x="0" y="604"/>
                    <a:pt x="4" y="657"/>
                    <a:pt x="28" y="697"/>
                  </a:cubicBezTo>
                  <a:cubicBezTo>
                    <a:pt x="48" y="730"/>
                    <a:pt x="73" y="757"/>
                    <a:pt x="104" y="778"/>
                  </a:cubicBezTo>
                  <a:cubicBezTo>
                    <a:pt x="137" y="801"/>
                    <a:pt x="176" y="809"/>
                    <a:pt x="216" y="809"/>
                  </a:cubicBezTo>
                  <a:cubicBezTo>
                    <a:pt x="233" y="809"/>
                    <a:pt x="250" y="808"/>
                    <a:pt x="267" y="805"/>
                  </a:cubicBezTo>
                  <a:cubicBezTo>
                    <a:pt x="345" y="795"/>
                    <a:pt x="424" y="778"/>
                    <a:pt x="490" y="735"/>
                  </a:cubicBezTo>
                  <a:cubicBezTo>
                    <a:pt x="556" y="693"/>
                    <a:pt x="620" y="647"/>
                    <a:pt x="676" y="594"/>
                  </a:cubicBezTo>
                  <a:cubicBezTo>
                    <a:pt x="713" y="560"/>
                    <a:pt x="739" y="523"/>
                    <a:pt x="761" y="480"/>
                  </a:cubicBezTo>
                  <a:cubicBezTo>
                    <a:pt x="791" y="422"/>
                    <a:pt x="820" y="367"/>
                    <a:pt x="827" y="301"/>
                  </a:cubicBezTo>
                  <a:cubicBezTo>
                    <a:pt x="834" y="238"/>
                    <a:pt x="828" y="174"/>
                    <a:pt x="822" y="111"/>
                  </a:cubicBezTo>
                  <a:cubicBezTo>
                    <a:pt x="816" y="46"/>
                    <a:pt x="745" y="1"/>
                    <a:pt x="6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8"/>
            <p:cNvSpPr/>
            <p:nvPr/>
          </p:nvSpPr>
          <p:spPr>
            <a:xfrm>
              <a:off x="3091053" y="1215186"/>
              <a:ext cx="10017" cy="14292"/>
            </a:xfrm>
            <a:custGeom>
              <a:avLst/>
              <a:gdLst/>
              <a:ahLst/>
              <a:cxnLst/>
              <a:rect l="l" t="t" r="r" b="b"/>
              <a:pathLst>
                <a:path w="321" h="458" extrusionOk="0">
                  <a:moveTo>
                    <a:pt x="18" y="161"/>
                  </a:moveTo>
                  <a:cubicBezTo>
                    <a:pt x="18" y="163"/>
                    <a:pt x="17" y="166"/>
                    <a:pt x="17" y="168"/>
                  </a:cubicBezTo>
                  <a:cubicBezTo>
                    <a:pt x="17" y="166"/>
                    <a:pt x="18" y="164"/>
                    <a:pt x="18" y="161"/>
                  </a:cubicBezTo>
                  <a:close/>
                  <a:moveTo>
                    <a:pt x="161" y="0"/>
                  </a:moveTo>
                  <a:cubicBezTo>
                    <a:pt x="121" y="0"/>
                    <a:pt x="82" y="18"/>
                    <a:pt x="62" y="55"/>
                  </a:cubicBezTo>
                  <a:cubicBezTo>
                    <a:pt x="58" y="62"/>
                    <a:pt x="54" y="71"/>
                    <a:pt x="48" y="77"/>
                  </a:cubicBezTo>
                  <a:cubicBezTo>
                    <a:pt x="46" y="81"/>
                    <a:pt x="44" y="85"/>
                    <a:pt x="41" y="88"/>
                  </a:cubicBezTo>
                  <a:cubicBezTo>
                    <a:pt x="30" y="105"/>
                    <a:pt x="25" y="120"/>
                    <a:pt x="22" y="137"/>
                  </a:cubicBezTo>
                  <a:lnTo>
                    <a:pt x="22" y="137"/>
                  </a:lnTo>
                  <a:cubicBezTo>
                    <a:pt x="22" y="135"/>
                    <a:pt x="23" y="132"/>
                    <a:pt x="23" y="130"/>
                  </a:cubicBezTo>
                  <a:lnTo>
                    <a:pt x="23" y="130"/>
                  </a:lnTo>
                  <a:cubicBezTo>
                    <a:pt x="20" y="148"/>
                    <a:pt x="16" y="165"/>
                    <a:pt x="11" y="182"/>
                  </a:cubicBezTo>
                  <a:cubicBezTo>
                    <a:pt x="5" y="199"/>
                    <a:pt x="0" y="212"/>
                    <a:pt x="0" y="233"/>
                  </a:cubicBezTo>
                  <a:cubicBezTo>
                    <a:pt x="0" y="249"/>
                    <a:pt x="3" y="266"/>
                    <a:pt x="5" y="282"/>
                  </a:cubicBezTo>
                  <a:cubicBezTo>
                    <a:pt x="5" y="297"/>
                    <a:pt x="5" y="312"/>
                    <a:pt x="6" y="327"/>
                  </a:cubicBezTo>
                  <a:cubicBezTo>
                    <a:pt x="7" y="349"/>
                    <a:pt x="11" y="372"/>
                    <a:pt x="21" y="392"/>
                  </a:cubicBezTo>
                  <a:cubicBezTo>
                    <a:pt x="35" y="416"/>
                    <a:pt x="56" y="435"/>
                    <a:pt x="80" y="445"/>
                  </a:cubicBezTo>
                  <a:cubicBezTo>
                    <a:pt x="97" y="453"/>
                    <a:pt x="115" y="457"/>
                    <a:pt x="133" y="457"/>
                  </a:cubicBezTo>
                  <a:cubicBezTo>
                    <a:pt x="163" y="457"/>
                    <a:pt x="193" y="446"/>
                    <a:pt x="218" y="424"/>
                  </a:cubicBezTo>
                  <a:cubicBezTo>
                    <a:pt x="233" y="412"/>
                    <a:pt x="246" y="392"/>
                    <a:pt x="258" y="378"/>
                  </a:cubicBezTo>
                  <a:cubicBezTo>
                    <a:pt x="264" y="371"/>
                    <a:pt x="269" y="364"/>
                    <a:pt x="274" y="356"/>
                  </a:cubicBezTo>
                  <a:cubicBezTo>
                    <a:pt x="301" y="320"/>
                    <a:pt x="320" y="280"/>
                    <a:pt x="319" y="234"/>
                  </a:cubicBezTo>
                  <a:cubicBezTo>
                    <a:pt x="319" y="201"/>
                    <a:pt x="317" y="169"/>
                    <a:pt x="311" y="138"/>
                  </a:cubicBezTo>
                  <a:cubicBezTo>
                    <a:pt x="304" y="99"/>
                    <a:pt x="275" y="65"/>
                    <a:pt x="249" y="37"/>
                  </a:cubicBezTo>
                  <a:cubicBezTo>
                    <a:pt x="227" y="13"/>
                    <a:pt x="194" y="0"/>
                    <a:pt x="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8"/>
            <p:cNvSpPr/>
            <p:nvPr/>
          </p:nvSpPr>
          <p:spPr>
            <a:xfrm>
              <a:off x="3000995" y="1361569"/>
              <a:ext cx="21844" cy="22967"/>
            </a:xfrm>
            <a:custGeom>
              <a:avLst/>
              <a:gdLst/>
              <a:ahLst/>
              <a:cxnLst/>
              <a:rect l="l" t="t" r="r" b="b"/>
              <a:pathLst>
                <a:path w="700" h="736" extrusionOk="0">
                  <a:moveTo>
                    <a:pt x="292" y="1"/>
                  </a:moveTo>
                  <a:cubicBezTo>
                    <a:pt x="273" y="1"/>
                    <a:pt x="253" y="3"/>
                    <a:pt x="233" y="9"/>
                  </a:cubicBezTo>
                  <a:lnTo>
                    <a:pt x="159" y="37"/>
                  </a:lnTo>
                  <a:cubicBezTo>
                    <a:pt x="114" y="61"/>
                    <a:pt x="77" y="96"/>
                    <a:pt x="50" y="140"/>
                  </a:cubicBezTo>
                  <a:cubicBezTo>
                    <a:pt x="39" y="162"/>
                    <a:pt x="29" y="185"/>
                    <a:pt x="18" y="208"/>
                  </a:cubicBezTo>
                  <a:cubicBezTo>
                    <a:pt x="3" y="258"/>
                    <a:pt x="1" y="309"/>
                    <a:pt x="12" y="360"/>
                  </a:cubicBezTo>
                  <a:cubicBezTo>
                    <a:pt x="27" y="409"/>
                    <a:pt x="44" y="459"/>
                    <a:pt x="70" y="503"/>
                  </a:cubicBezTo>
                  <a:cubicBezTo>
                    <a:pt x="90" y="534"/>
                    <a:pt x="112" y="563"/>
                    <a:pt x="134" y="593"/>
                  </a:cubicBezTo>
                  <a:cubicBezTo>
                    <a:pt x="142" y="603"/>
                    <a:pt x="151" y="613"/>
                    <a:pt x="161" y="622"/>
                  </a:cubicBezTo>
                  <a:cubicBezTo>
                    <a:pt x="165" y="627"/>
                    <a:pt x="170" y="632"/>
                    <a:pt x="174" y="636"/>
                  </a:cubicBezTo>
                  <a:cubicBezTo>
                    <a:pt x="175" y="637"/>
                    <a:pt x="176" y="638"/>
                    <a:pt x="178" y="638"/>
                  </a:cubicBezTo>
                  <a:cubicBezTo>
                    <a:pt x="203" y="667"/>
                    <a:pt x="233" y="688"/>
                    <a:pt x="269" y="701"/>
                  </a:cubicBezTo>
                  <a:cubicBezTo>
                    <a:pt x="290" y="710"/>
                    <a:pt x="294" y="714"/>
                    <a:pt x="309" y="717"/>
                  </a:cubicBezTo>
                  <a:cubicBezTo>
                    <a:pt x="342" y="724"/>
                    <a:pt x="376" y="732"/>
                    <a:pt x="410" y="734"/>
                  </a:cubicBezTo>
                  <a:lnTo>
                    <a:pt x="420" y="734"/>
                  </a:lnTo>
                  <a:lnTo>
                    <a:pt x="423" y="735"/>
                  </a:lnTo>
                  <a:cubicBezTo>
                    <a:pt x="447" y="732"/>
                    <a:pt x="471" y="730"/>
                    <a:pt x="494" y="728"/>
                  </a:cubicBezTo>
                  <a:cubicBezTo>
                    <a:pt x="505" y="724"/>
                    <a:pt x="517" y="719"/>
                    <a:pt x="528" y="715"/>
                  </a:cubicBezTo>
                  <a:cubicBezTo>
                    <a:pt x="562" y="706"/>
                    <a:pt x="590" y="689"/>
                    <a:pt x="615" y="664"/>
                  </a:cubicBezTo>
                  <a:cubicBezTo>
                    <a:pt x="616" y="663"/>
                    <a:pt x="616" y="663"/>
                    <a:pt x="617" y="662"/>
                  </a:cubicBezTo>
                  <a:cubicBezTo>
                    <a:pt x="618" y="661"/>
                    <a:pt x="620" y="659"/>
                    <a:pt x="622" y="658"/>
                  </a:cubicBezTo>
                  <a:cubicBezTo>
                    <a:pt x="664" y="616"/>
                    <a:pt x="690" y="562"/>
                    <a:pt x="695" y="503"/>
                  </a:cubicBezTo>
                  <a:cubicBezTo>
                    <a:pt x="695" y="500"/>
                    <a:pt x="695" y="497"/>
                    <a:pt x="695" y="494"/>
                  </a:cubicBezTo>
                  <a:cubicBezTo>
                    <a:pt x="700" y="453"/>
                    <a:pt x="690" y="419"/>
                    <a:pt x="677" y="382"/>
                  </a:cubicBezTo>
                  <a:cubicBezTo>
                    <a:pt x="668" y="361"/>
                    <a:pt x="659" y="342"/>
                    <a:pt x="651" y="321"/>
                  </a:cubicBezTo>
                  <a:cubicBezTo>
                    <a:pt x="649" y="314"/>
                    <a:pt x="646" y="308"/>
                    <a:pt x="644" y="302"/>
                  </a:cubicBezTo>
                  <a:cubicBezTo>
                    <a:pt x="630" y="282"/>
                    <a:pt x="615" y="261"/>
                    <a:pt x="600" y="241"/>
                  </a:cubicBezTo>
                  <a:cubicBezTo>
                    <a:pt x="597" y="238"/>
                    <a:pt x="594" y="235"/>
                    <a:pt x="591" y="232"/>
                  </a:cubicBezTo>
                  <a:cubicBezTo>
                    <a:pt x="586" y="223"/>
                    <a:pt x="582" y="215"/>
                    <a:pt x="576" y="206"/>
                  </a:cubicBezTo>
                  <a:cubicBezTo>
                    <a:pt x="568" y="176"/>
                    <a:pt x="554" y="148"/>
                    <a:pt x="534" y="125"/>
                  </a:cubicBezTo>
                  <a:cubicBezTo>
                    <a:pt x="515" y="91"/>
                    <a:pt x="488" y="65"/>
                    <a:pt x="454" y="46"/>
                  </a:cubicBezTo>
                  <a:cubicBezTo>
                    <a:pt x="421" y="24"/>
                    <a:pt x="387" y="12"/>
                    <a:pt x="348" y="8"/>
                  </a:cubicBezTo>
                  <a:cubicBezTo>
                    <a:pt x="330" y="3"/>
                    <a:pt x="311" y="1"/>
                    <a:pt x="2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8"/>
            <p:cNvSpPr/>
            <p:nvPr/>
          </p:nvSpPr>
          <p:spPr>
            <a:xfrm>
              <a:off x="2990979" y="1334857"/>
              <a:ext cx="15166" cy="15041"/>
            </a:xfrm>
            <a:custGeom>
              <a:avLst/>
              <a:gdLst/>
              <a:ahLst/>
              <a:cxnLst/>
              <a:rect l="l" t="t" r="r" b="b"/>
              <a:pathLst>
                <a:path w="486" h="482" extrusionOk="0">
                  <a:moveTo>
                    <a:pt x="224" y="0"/>
                  </a:moveTo>
                  <a:cubicBezTo>
                    <a:pt x="209" y="1"/>
                    <a:pt x="184" y="3"/>
                    <a:pt x="168" y="6"/>
                  </a:cubicBezTo>
                  <a:cubicBezTo>
                    <a:pt x="167" y="6"/>
                    <a:pt x="166" y="7"/>
                    <a:pt x="164" y="7"/>
                  </a:cubicBezTo>
                  <a:cubicBezTo>
                    <a:pt x="129" y="15"/>
                    <a:pt x="99" y="32"/>
                    <a:pt x="72" y="56"/>
                  </a:cubicBezTo>
                  <a:cubicBezTo>
                    <a:pt x="46" y="80"/>
                    <a:pt x="29" y="109"/>
                    <a:pt x="18" y="143"/>
                  </a:cubicBezTo>
                  <a:cubicBezTo>
                    <a:pt x="0" y="199"/>
                    <a:pt x="10" y="264"/>
                    <a:pt x="43" y="313"/>
                  </a:cubicBezTo>
                  <a:cubicBezTo>
                    <a:pt x="44" y="313"/>
                    <a:pt x="44" y="313"/>
                    <a:pt x="44" y="314"/>
                  </a:cubicBezTo>
                  <a:cubicBezTo>
                    <a:pt x="45" y="316"/>
                    <a:pt x="47" y="320"/>
                    <a:pt x="50" y="322"/>
                  </a:cubicBezTo>
                  <a:lnTo>
                    <a:pt x="50" y="323"/>
                  </a:lnTo>
                  <a:cubicBezTo>
                    <a:pt x="56" y="336"/>
                    <a:pt x="61" y="351"/>
                    <a:pt x="66" y="365"/>
                  </a:cubicBezTo>
                  <a:cubicBezTo>
                    <a:pt x="79" y="392"/>
                    <a:pt x="98" y="414"/>
                    <a:pt x="122" y="429"/>
                  </a:cubicBezTo>
                  <a:cubicBezTo>
                    <a:pt x="135" y="444"/>
                    <a:pt x="151" y="453"/>
                    <a:pt x="170" y="460"/>
                  </a:cubicBezTo>
                  <a:cubicBezTo>
                    <a:pt x="195" y="474"/>
                    <a:pt x="222" y="482"/>
                    <a:pt x="253" y="482"/>
                  </a:cubicBezTo>
                  <a:cubicBezTo>
                    <a:pt x="263" y="481"/>
                    <a:pt x="272" y="481"/>
                    <a:pt x="283" y="479"/>
                  </a:cubicBezTo>
                  <a:cubicBezTo>
                    <a:pt x="312" y="479"/>
                    <a:pt x="342" y="471"/>
                    <a:pt x="368" y="456"/>
                  </a:cubicBezTo>
                  <a:cubicBezTo>
                    <a:pt x="395" y="442"/>
                    <a:pt x="416" y="423"/>
                    <a:pt x="433" y="399"/>
                  </a:cubicBezTo>
                  <a:cubicBezTo>
                    <a:pt x="454" y="378"/>
                    <a:pt x="467" y="354"/>
                    <a:pt x="474" y="326"/>
                  </a:cubicBezTo>
                  <a:cubicBezTo>
                    <a:pt x="479" y="306"/>
                    <a:pt x="482" y="287"/>
                    <a:pt x="485" y="268"/>
                  </a:cubicBezTo>
                  <a:cubicBezTo>
                    <a:pt x="486" y="227"/>
                    <a:pt x="478" y="189"/>
                    <a:pt x="459" y="153"/>
                  </a:cubicBezTo>
                  <a:cubicBezTo>
                    <a:pt x="431" y="104"/>
                    <a:pt x="400" y="74"/>
                    <a:pt x="355" y="41"/>
                  </a:cubicBezTo>
                  <a:cubicBezTo>
                    <a:pt x="352" y="39"/>
                    <a:pt x="349" y="37"/>
                    <a:pt x="346" y="35"/>
                  </a:cubicBezTo>
                  <a:cubicBezTo>
                    <a:pt x="329" y="25"/>
                    <a:pt x="311" y="15"/>
                    <a:pt x="293" y="11"/>
                  </a:cubicBezTo>
                  <a:cubicBezTo>
                    <a:pt x="284" y="8"/>
                    <a:pt x="247" y="2"/>
                    <a:pt x="238" y="1"/>
                  </a:cubicBezTo>
                  <a:cubicBezTo>
                    <a:pt x="237" y="0"/>
                    <a:pt x="236" y="0"/>
                    <a:pt x="2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8"/>
            <p:cNvSpPr/>
            <p:nvPr/>
          </p:nvSpPr>
          <p:spPr>
            <a:xfrm>
              <a:off x="2941987" y="1315542"/>
              <a:ext cx="24652" cy="19191"/>
            </a:xfrm>
            <a:custGeom>
              <a:avLst/>
              <a:gdLst/>
              <a:ahLst/>
              <a:cxnLst/>
              <a:rect l="l" t="t" r="r" b="b"/>
              <a:pathLst>
                <a:path w="790" h="615" extrusionOk="0">
                  <a:moveTo>
                    <a:pt x="649" y="211"/>
                  </a:moveTo>
                  <a:lnTo>
                    <a:pt x="649" y="211"/>
                  </a:lnTo>
                  <a:cubicBezTo>
                    <a:pt x="652" y="214"/>
                    <a:pt x="655" y="217"/>
                    <a:pt x="659" y="219"/>
                  </a:cubicBezTo>
                  <a:cubicBezTo>
                    <a:pt x="655" y="217"/>
                    <a:pt x="652" y="214"/>
                    <a:pt x="649" y="211"/>
                  </a:cubicBezTo>
                  <a:close/>
                  <a:moveTo>
                    <a:pt x="303" y="0"/>
                  </a:moveTo>
                  <a:cubicBezTo>
                    <a:pt x="298" y="0"/>
                    <a:pt x="293" y="1"/>
                    <a:pt x="287" y="1"/>
                  </a:cubicBezTo>
                  <a:cubicBezTo>
                    <a:pt x="259" y="2"/>
                    <a:pt x="233" y="1"/>
                    <a:pt x="203" y="7"/>
                  </a:cubicBezTo>
                  <a:cubicBezTo>
                    <a:pt x="140" y="23"/>
                    <a:pt x="83" y="62"/>
                    <a:pt x="49" y="118"/>
                  </a:cubicBezTo>
                  <a:cubicBezTo>
                    <a:pt x="9" y="181"/>
                    <a:pt x="0" y="257"/>
                    <a:pt x="21" y="327"/>
                  </a:cubicBezTo>
                  <a:cubicBezTo>
                    <a:pt x="39" y="386"/>
                    <a:pt x="62" y="439"/>
                    <a:pt x="110" y="479"/>
                  </a:cubicBezTo>
                  <a:cubicBezTo>
                    <a:pt x="139" y="503"/>
                    <a:pt x="169" y="529"/>
                    <a:pt x="199" y="551"/>
                  </a:cubicBezTo>
                  <a:cubicBezTo>
                    <a:pt x="235" y="576"/>
                    <a:pt x="270" y="584"/>
                    <a:pt x="310" y="591"/>
                  </a:cubicBezTo>
                  <a:cubicBezTo>
                    <a:pt x="364" y="600"/>
                    <a:pt x="416" y="610"/>
                    <a:pt x="469" y="614"/>
                  </a:cubicBezTo>
                  <a:cubicBezTo>
                    <a:pt x="477" y="615"/>
                    <a:pt x="485" y="615"/>
                    <a:pt x="493" y="615"/>
                  </a:cubicBezTo>
                  <a:cubicBezTo>
                    <a:pt x="534" y="615"/>
                    <a:pt x="575" y="608"/>
                    <a:pt x="616" y="598"/>
                  </a:cubicBezTo>
                  <a:cubicBezTo>
                    <a:pt x="658" y="588"/>
                    <a:pt x="696" y="573"/>
                    <a:pt x="728" y="542"/>
                  </a:cubicBezTo>
                  <a:cubicBezTo>
                    <a:pt x="735" y="535"/>
                    <a:pt x="741" y="526"/>
                    <a:pt x="749" y="519"/>
                  </a:cubicBezTo>
                  <a:cubicBezTo>
                    <a:pt x="767" y="498"/>
                    <a:pt x="780" y="478"/>
                    <a:pt x="784" y="450"/>
                  </a:cubicBezTo>
                  <a:cubicBezTo>
                    <a:pt x="790" y="421"/>
                    <a:pt x="783" y="400"/>
                    <a:pt x="773" y="372"/>
                  </a:cubicBezTo>
                  <a:lnTo>
                    <a:pt x="773" y="372"/>
                  </a:lnTo>
                  <a:lnTo>
                    <a:pt x="781" y="393"/>
                  </a:lnTo>
                  <a:cubicBezTo>
                    <a:pt x="779" y="387"/>
                    <a:pt x="777" y="381"/>
                    <a:pt x="775" y="374"/>
                  </a:cubicBezTo>
                  <a:cubicBezTo>
                    <a:pt x="763" y="340"/>
                    <a:pt x="751" y="313"/>
                    <a:pt x="726" y="286"/>
                  </a:cubicBezTo>
                  <a:cubicBezTo>
                    <a:pt x="722" y="281"/>
                    <a:pt x="716" y="277"/>
                    <a:pt x="712" y="272"/>
                  </a:cubicBezTo>
                  <a:cubicBezTo>
                    <a:pt x="703" y="262"/>
                    <a:pt x="694" y="254"/>
                    <a:pt x="686" y="244"/>
                  </a:cubicBezTo>
                  <a:cubicBezTo>
                    <a:pt x="671" y="226"/>
                    <a:pt x="652" y="212"/>
                    <a:pt x="634" y="198"/>
                  </a:cubicBezTo>
                  <a:lnTo>
                    <a:pt x="634" y="198"/>
                  </a:lnTo>
                  <a:cubicBezTo>
                    <a:pt x="617" y="183"/>
                    <a:pt x="601" y="168"/>
                    <a:pt x="586" y="151"/>
                  </a:cubicBezTo>
                  <a:cubicBezTo>
                    <a:pt x="558" y="123"/>
                    <a:pt x="534" y="91"/>
                    <a:pt x="499" y="73"/>
                  </a:cubicBezTo>
                  <a:cubicBezTo>
                    <a:pt x="485" y="66"/>
                    <a:pt x="470" y="59"/>
                    <a:pt x="457" y="52"/>
                  </a:cubicBezTo>
                  <a:cubicBezTo>
                    <a:pt x="430" y="37"/>
                    <a:pt x="403" y="22"/>
                    <a:pt x="375" y="12"/>
                  </a:cubicBezTo>
                  <a:cubicBezTo>
                    <a:pt x="344" y="3"/>
                    <a:pt x="326" y="0"/>
                    <a:pt x="3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8"/>
            <p:cNvSpPr/>
            <p:nvPr/>
          </p:nvSpPr>
          <p:spPr>
            <a:xfrm>
              <a:off x="2961115" y="1238434"/>
              <a:ext cx="13730" cy="15134"/>
            </a:xfrm>
            <a:custGeom>
              <a:avLst/>
              <a:gdLst/>
              <a:ahLst/>
              <a:cxnLst/>
              <a:rect l="l" t="t" r="r" b="b"/>
              <a:pathLst>
                <a:path w="440" h="485" extrusionOk="0">
                  <a:moveTo>
                    <a:pt x="236" y="1"/>
                  </a:moveTo>
                  <a:cubicBezTo>
                    <a:pt x="217" y="3"/>
                    <a:pt x="199" y="4"/>
                    <a:pt x="180" y="6"/>
                  </a:cubicBezTo>
                  <a:cubicBezTo>
                    <a:pt x="150" y="11"/>
                    <a:pt x="125" y="24"/>
                    <a:pt x="103" y="43"/>
                  </a:cubicBezTo>
                  <a:cubicBezTo>
                    <a:pt x="80" y="56"/>
                    <a:pt x="61" y="76"/>
                    <a:pt x="47" y="100"/>
                  </a:cubicBezTo>
                  <a:lnTo>
                    <a:pt x="39" y="110"/>
                  </a:lnTo>
                  <a:cubicBezTo>
                    <a:pt x="38" y="112"/>
                    <a:pt x="37" y="113"/>
                    <a:pt x="36" y="115"/>
                  </a:cubicBezTo>
                  <a:cubicBezTo>
                    <a:pt x="35" y="115"/>
                    <a:pt x="34" y="117"/>
                    <a:pt x="34" y="118"/>
                  </a:cubicBezTo>
                  <a:cubicBezTo>
                    <a:pt x="26" y="135"/>
                    <a:pt x="19" y="151"/>
                    <a:pt x="11" y="168"/>
                  </a:cubicBezTo>
                  <a:cubicBezTo>
                    <a:pt x="7" y="187"/>
                    <a:pt x="4" y="206"/>
                    <a:pt x="1" y="225"/>
                  </a:cubicBezTo>
                  <a:cubicBezTo>
                    <a:pt x="3" y="244"/>
                    <a:pt x="5" y="263"/>
                    <a:pt x="6" y="283"/>
                  </a:cubicBezTo>
                  <a:cubicBezTo>
                    <a:pt x="7" y="285"/>
                    <a:pt x="7" y="286"/>
                    <a:pt x="7" y="289"/>
                  </a:cubicBezTo>
                  <a:cubicBezTo>
                    <a:pt x="8" y="292"/>
                    <a:pt x="8" y="296"/>
                    <a:pt x="9" y="299"/>
                  </a:cubicBezTo>
                  <a:cubicBezTo>
                    <a:pt x="11" y="313"/>
                    <a:pt x="13" y="326"/>
                    <a:pt x="15" y="341"/>
                  </a:cubicBezTo>
                  <a:cubicBezTo>
                    <a:pt x="24" y="373"/>
                    <a:pt x="38" y="402"/>
                    <a:pt x="61" y="427"/>
                  </a:cubicBezTo>
                  <a:cubicBezTo>
                    <a:pt x="84" y="450"/>
                    <a:pt x="111" y="466"/>
                    <a:pt x="141" y="476"/>
                  </a:cubicBezTo>
                  <a:cubicBezTo>
                    <a:pt x="159" y="482"/>
                    <a:pt x="178" y="485"/>
                    <a:pt x="196" y="485"/>
                  </a:cubicBezTo>
                  <a:cubicBezTo>
                    <a:pt x="243" y="485"/>
                    <a:pt x="289" y="466"/>
                    <a:pt x="324" y="434"/>
                  </a:cubicBezTo>
                  <a:cubicBezTo>
                    <a:pt x="336" y="425"/>
                    <a:pt x="346" y="414"/>
                    <a:pt x="357" y="405"/>
                  </a:cubicBezTo>
                  <a:lnTo>
                    <a:pt x="364" y="398"/>
                  </a:lnTo>
                  <a:cubicBezTo>
                    <a:pt x="366" y="396"/>
                    <a:pt x="367" y="395"/>
                    <a:pt x="369" y="394"/>
                  </a:cubicBezTo>
                  <a:cubicBezTo>
                    <a:pt x="376" y="388"/>
                    <a:pt x="383" y="380"/>
                    <a:pt x="388" y="371"/>
                  </a:cubicBezTo>
                  <a:cubicBezTo>
                    <a:pt x="402" y="359"/>
                    <a:pt x="411" y="343"/>
                    <a:pt x="417" y="324"/>
                  </a:cubicBezTo>
                  <a:cubicBezTo>
                    <a:pt x="424" y="316"/>
                    <a:pt x="428" y="306"/>
                    <a:pt x="429" y="296"/>
                  </a:cubicBezTo>
                  <a:cubicBezTo>
                    <a:pt x="433" y="278"/>
                    <a:pt x="436" y="259"/>
                    <a:pt x="439" y="240"/>
                  </a:cubicBezTo>
                  <a:lnTo>
                    <a:pt x="439" y="235"/>
                  </a:lnTo>
                  <a:cubicBezTo>
                    <a:pt x="439" y="231"/>
                    <a:pt x="439" y="227"/>
                    <a:pt x="439" y="222"/>
                  </a:cubicBezTo>
                  <a:cubicBezTo>
                    <a:pt x="437" y="203"/>
                    <a:pt x="436" y="184"/>
                    <a:pt x="434" y="165"/>
                  </a:cubicBezTo>
                  <a:cubicBezTo>
                    <a:pt x="429" y="137"/>
                    <a:pt x="416" y="112"/>
                    <a:pt x="397" y="90"/>
                  </a:cubicBezTo>
                  <a:cubicBezTo>
                    <a:pt x="389" y="73"/>
                    <a:pt x="376" y="60"/>
                    <a:pt x="361" y="50"/>
                  </a:cubicBezTo>
                  <a:cubicBezTo>
                    <a:pt x="341" y="31"/>
                    <a:pt x="318" y="17"/>
                    <a:pt x="291" y="10"/>
                  </a:cubicBezTo>
                  <a:cubicBezTo>
                    <a:pt x="272" y="7"/>
                    <a:pt x="254" y="4"/>
                    <a:pt x="2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8"/>
            <p:cNvSpPr/>
            <p:nvPr/>
          </p:nvSpPr>
          <p:spPr>
            <a:xfrm>
              <a:off x="3033574" y="1426475"/>
              <a:ext cx="16913" cy="16164"/>
            </a:xfrm>
            <a:custGeom>
              <a:avLst/>
              <a:gdLst/>
              <a:ahLst/>
              <a:cxnLst/>
              <a:rect l="l" t="t" r="r" b="b"/>
              <a:pathLst>
                <a:path w="542" h="518" extrusionOk="0">
                  <a:moveTo>
                    <a:pt x="153" y="1"/>
                  </a:moveTo>
                  <a:cubicBezTo>
                    <a:pt x="101" y="1"/>
                    <a:pt x="51" y="32"/>
                    <a:pt x="24" y="74"/>
                  </a:cubicBezTo>
                  <a:cubicBezTo>
                    <a:pt x="10" y="98"/>
                    <a:pt x="2" y="124"/>
                    <a:pt x="1" y="151"/>
                  </a:cubicBezTo>
                  <a:cubicBezTo>
                    <a:pt x="0" y="179"/>
                    <a:pt x="5" y="206"/>
                    <a:pt x="19" y="232"/>
                  </a:cubicBezTo>
                  <a:cubicBezTo>
                    <a:pt x="28" y="253"/>
                    <a:pt x="37" y="274"/>
                    <a:pt x="46" y="296"/>
                  </a:cubicBezTo>
                  <a:cubicBezTo>
                    <a:pt x="50" y="307"/>
                    <a:pt x="55" y="317"/>
                    <a:pt x="59" y="329"/>
                  </a:cubicBezTo>
                  <a:cubicBezTo>
                    <a:pt x="71" y="361"/>
                    <a:pt x="96" y="384"/>
                    <a:pt x="124" y="405"/>
                  </a:cubicBezTo>
                  <a:cubicBezTo>
                    <a:pt x="133" y="412"/>
                    <a:pt x="140" y="421"/>
                    <a:pt x="149" y="429"/>
                  </a:cubicBezTo>
                  <a:cubicBezTo>
                    <a:pt x="164" y="450"/>
                    <a:pt x="183" y="469"/>
                    <a:pt x="206" y="484"/>
                  </a:cubicBezTo>
                  <a:cubicBezTo>
                    <a:pt x="240" y="501"/>
                    <a:pt x="274" y="517"/>
                    <a:pt x="313" y="517"/>
                  </a:cubicBezTo>
                  <a:cubicBezTo>
                    <a:pt x="332" y="515"/>
                    <a:pt x="352" y="513"/>
                    <a:pt x="372" y="512"/>
                  </a:cubicBezTo>
                  <a:cubicBezTo>
                    <a:pt x="389" y="504"/>
                    <a:pt x="408" y="498"/>
                    <a:pt x="426" y="491"/>
                  </a:cubicBezTo>
                  <a:cubicBezTo>
                    <a:pt x="461" y="472"/>
                    <a:pt x="488" y="447"/>
                    <a:pt x="508" y="414"/>
                  </a:cubicBezTo>
                  <a:cubicBezTo>
                    <a:pt x="529" y="381"/>
                    <a:pt x="540" y="345"/>
                    <a:pt x="541" y="308"/>
                  </a:cubicBezTo>
                  <a:cubicBezTo>
                    <a:pt x="541" y="298"/>
                    <a:pt x="537" y="256"/>
                    <a:pt x="536" y="247"/>
                  </a:cubicBezTo>
                  <a:cubicBezTo>
                    <a:pt x="536" y="247"/>
                    <a:pt x="536" y="246"/>
                    <a:pt x="536" y="246"/>
                  </a:cubicBezTo>
                  <a:cubicBezTo>
                    <a:pt x="532" y="226"/>
                    <a:pt x="523" y="205"/>
                    <a:pt x="513" y="187"/>
                  </a:cubicBezTo>
                  <a:cubicBezTo>
                    <a:pt x="503" y="170"/>
                    <a:pt x="490" y="153"/>
                    <a:pt x="477" y="137"/>
                  </a:cubicBezTo>
                  <a:cubicBezTo>
                    <a:pt x="476" y="135"/>
                    <a:pt x="474" y="133"/>
                    <a:pt x="473" y="132"/>
                  </a:cubicBezTo>
                  <a:cubicBezTo>
                    <a:pt x="465" y="121"/>
                    <a:pt x="454" y="113"/>
                    <a:pt x="445" y="105"/>
                  </a:cubicBezTo>
                  <a:cubicBezTo>
                    <a:pt x="425" y="88"/>
                    <a:pt x="405" y="71"/>
                    <a:pt x="384" y="55"/>
                  </a:cubicBezTo>
                  <a:lnTo>
                    <a:pt x="375" y="48"/>
                  </a:lnTo>
                  <a:cubicBezTo>
                    <a:pt x="342" y="22"/>
                    <a:pt x="299" y="15"/>
                    <a:pt x="260" y="10"/>
                  </a:cubicBezTo>
                  <a:cubicBezTo>
                    <a:pt x="244" y="8"/>
                    <a:pt x="229" y="7"/>
                    <a:pt x="214" y="6"/>
                  </a:cubicBezTo>
                  <a:lnTo>
                    <a:pt x="164" y="1"/>
                  </a:lnTo>
                  <a:cubicBezTo>
                    <a:pt x="161" y="1"/>
                    <a:pt x="157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8"/>
            <p:cNvSpPr/>
            <p:nvPr/>
          </p:nvSpPr>
          <p:spPr>
            <a:xfrm>
              <a:off x="2937119" y="1161545"/>
              <a:ext cx="22156" cy="22561"/>
            </a:xfrm>
            <a:custGeom>
              <a:avLst/>
              <a:gdLst/>
              <a:ahLst/>
              <a:cxnLst/>
              <a:rect l="l" t="t" r="r" b="b"/>
              <a:pathLst>
                <a:path w="710" h="723" extrusionOk="0">
                  <a:moveTo>
                    <a:pt x="387" y="0"/>
                  </a:moveTo>
                  <a:cubicBezTo>
                    <a:pt x="378" y="0"/>
                    <a:pt x="368" y="2"/>
                    <a:pt x="358" y="5"/>
                  </a:cubicBezTo>
                  <a:cubicBezTo>
                    <a:pt x="343" y="5"/>
                    <a:pt x="327" y="7"/>
                    <a:pt x="312" y="9"/>
                  </a:cubicBezTo>
                  <a:cubicBezTo>
                    <a:pt x="261" y="20"/>
                    <a:pt x="193" y="54"/>
                    <a:pt x="160" y="95"/>
                  </a:cubicBezTo>
                  <a:lnTo>
                    <a:pt x="136" y="123"/>
                  </a:lnTo>
                  <a:cubicBezTo>
                    <a:pt x="115" y="149"/>
                    <a:pt x="87" y="176"/>
                    <a:pt x="73" y="200"/>
                  </a:cubicBezTo>
                  <a:cubicBezTo>
                    <a:pt x="54" y="229"/>
                    <a:pt x="44" y="254"/>
                    <a:pt x="35" y="285"/>
                  </a:cubicBezTo>
                  <a:cubicBezTo>
                    <a:pt x="29" y="308"/>
                    <a:pt x="21" y="332"/>
                    <a:pt x="16" y="356"/>
                  </a:cubicBezTo>
                  <a:cubicBezTo>
                    <a:pt x="4" y="391"/>
                    <a:pt x="1" y="428"/>
                    <a:pt x="7" y="465"/>
                  </a:cubicBezTo>
                  <a:cubicBezTo>
                    <a:pt x="8" y="503"/>
                    <a:pt x="17" y="539"/>
                    <a:pt x="37" y="573"/>
                  </a:cubicBezTo>
                  <a:lnTo>
                    <a:pt x="42" y="581"/>
                  </a:lnTo>
                  <a:cubicBezTo>
                    <a:pt x="43" y="582"/>
                    <a:pt x="44" y="584"/>
                    <a:pt x="46" y="586"/>
                  </a:cubicBezTo>
                  <a:cubicBezTo>
                    <a:pt x="57" y="604"/>
                    <a:pt x="70" y="621"/>
                    <a:pt x="83" y="637"/>
                  </a:cubicBezTo>
                  <a:cubicBezTo>
                    <a:pt x="111" y="668"/>
                    <a:pt x="145" y="689"/>
                    <a:pt x="185" y="701"/>
                  </a:cubicBezTo>
                  <a:cubicBezTo>
                    <a:pt x="190" y="703"/>
                    <a:pt x="194" y="705"/>
                    <a:pt x="199" y="707"/>
                  </a:cubicBezTo>
                  <a:cubicBezTo>
                    <a:pt x="225" y="718"/>
                    <a:pt x="251" y="722"/>
                    <a:pt x="277" y="722"/>
                  </a:cubicBezTo>
                  <a:cubicBezTo>
                    <a:pt x="331" y="722"/>
                    <a:pt x="386" y="704"/>
                    <a:pt x="434" y="680"/>
                  </a:cubicBezTo>
                  <a:cubicBezTo>
                    <a:pt x="478" y="659"/>
                    <a:pt x="529" y="639"/>
                    <a:pt x="563" y="602"/>
                  </a:cubicBezTo>
                  <a:cubicBezTo>
                    <a:pt x="571" y="593"/>
                    <a:pt x="578" y="583"/>
                    <a:pt x="587" y="573"/>
                  </a:cubicBezTo>
                  <a:cubicBezTo>
                    <a:pt x="591" y="568"/>
                    <a:pt x="595" y="564"/>
                    <a:pt x="599" y="559"/>
                  </a:cubicBezTo>
                  <a:cubicBezTo>
                    <a:pt x="618" y="536"/>
                    <a:pt x="637" y="514"/>
                    <a:pt x="655" y="491"/>
                  </a:cubicBezTo>
                  <a:cubicBezTo>
                    <a:pt x="666" y="466"/>
                    <a:pt x="678" y="442"/>
                    <a:pt x="689" y="416"/>
                  </a:cubicBezTo>
                  <a:cubicBezTo>
                    <a:pt x="709" y="362"/>
                    <a:pt x="709" y="288"/>
                    <a:pt x="691" y="233"/>
                  </a:cubicBezTo>
                  <a:cubicBezTo>
                    <a:pt x="690" y="230"/>
                    <a:pt x="690" y="228"/>
                    <a:pt x="689" y="226"/>
                  </a:cubicBezTo>
                  <a:cubicBezTo>
                    <a:pt x="682" y="187"/>
                    <a:pt x="665" y="154"/>
                    <a:pt x="640" y="124"/>
                  </a:cubicBezTo>
                  <a:cubicBezTo>
                    <a:pt x="613" y="87"/>
                    <a:pt x="610" y="77"/>
                    <a:pt x="561" y="47"/>
                  </a:cubicBezTo>
                  <a:cubicBezTo>
                    <a:pt x="512" y="17"/>
                    <a:pt x="460" y="7"/>
                    <a:pt x="404" y="2"/>
                  </a:cubicBezTo>
                  <a:cubicBezTo>
                    <a:pt x="399" y="1"/>
                    <a:pt x="393" y="0"/>
                    <a:pt x="3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8"/>
            <p:cNvSpPr/>
            <p:nvPr/>
          </p:nvSpPr>
          <p:spPr>
            <a:xfrm>
              <a:off x="2982148" y="1144944"/>
              <a:ext cx="12420" cy="14510"/>
            </a:xfrm>
            <a:custGeom>
              <a:avLst/>
              <a:gdLst/>
              <a:ahLst/>
              <a:cxnLst/>
              <a:rect l="l" t="t" r="r" b="b"/>
              <a:pathLst>
                <a:path w="398" h="465" extrusionOk="0">
                  <a:moveTo>
                    <a:pt x="34" y="146"/>
                  </a:moveTo>
                  <a:cubicBezTo>
                    <a:pt x="34" y="147"/>
                    <a:pt x="34" y="149"/>
                    <a:pt x="34" y="150"/>
                  </a:cubicBezTo>
                  <a:lnTo>
                    <a:pt x="34" y="150"/>
                  </a:lnTo>
                  <a:cubicBezTo>
                    <a:pt x="34" y="149"/>
                    <a:pt x="34" y="147"/>
                    <a:pt x="34" y="146"/>
                  </a:cubicBezTo>
                  <a:close/>
                  <a:moveTo>
                    <a:pt x="182" y="1"/>
                  </a:moveTo>
                  <a:cubicBezTo>
                    <a:pt x="155" y="1"/>
                    <a:pt x="127" y="8"/>
                    <a:pt x="102" y="19"/>
                  </a:cubicBezTo>
                  <a:cubicBezTo>
                    <a:pt x="85" y="29"/>
                    <a:pt x="70" y="46"/>
                    <a:pt x="61" y="64"/>
                  </a:cubicBezTo>
                  <a:cubicBezTo>
                    <a:pt x="58" y="71"/>
                    <a:pt x="60" y="79"/>
                    <a:pt x="59" y="86"/>
                  </a:cubicBezTo>
                  <a:cubicBezTo>
                    <a:pt x="58" y="86"/>
                    <a:pt x="58" y="87"/>
                    <a:pt x="58" y="87"/>
                  </a:cubicBezTo>
                  <a:cubicBezTo>
                    <a:pt x="57" y="88"/>
                    <a:pt x="56" y="89"/>
                    <a:pt x="56" y="90"/>
                  </a:cubicBezTo>
                  <a:cubicBezTo>
                    <a:pt x="51" y="97"/>
                    <a:pt x="48" y="104"/>
                    <a:pt x="46" y="112"/>
                  </a:cubicBezTo>
                  <a:cubicBezTo>
                    <a:pt x="38" y="126"/>
                    <a:pt x="37" y="141"/>
                    <a:pt x="34" y="155"/>
                  </a:cubicBezTo>
                  <a:cubicBezTo>
                    <a:pt x="33" y="157"/>
                    <a:pt x="33" y="158"/>
                    <a:pt x="32" y="159"/>
                  </a:cubicBezTo>
                  <a:cubicBezTo>
                    <a:pt x="33" y="156"/>
                    <a:pt x="33" y="153"/>
                    <a:pt x="34" y="150"/>
                  </a:cubicBezTo>
                  <a:lnTo>
                    <a:pt x="34" y="150"/>
                  </a:lnTo>
                  <a:cubicBezTo>
                    <a:pt x="32" y="158"/>
                    <a:pt x="29" y="165"/>
                    <a:pt x="26" y="172"/>
                  </a:cubicBezTo>
                  <a:cubicBezTo>
                    <a:pt x="21" y="182"/>
                    <a:pt x="15" y="192"/>
                    <a:pt x="11" y="203"/>
                  </a:cubicBezTo>
                  <a:cubicBezTo>
                    <a:pt x="3" y="228"/>
                    <a:pt x="1" y="255"/>
                    <a:pt x="5" y="280"/>
                  </a:cubicBezTo>
                  <a:cubicBezTo>
                    <a:pt x="7" y="296"/>
                    <a:pt x="7" y="303"/>
                    <a:pt x="11" y="316"/>
                  </a:cubicBezTo>
                  <a:cubicBezTo>
                    <a:pt x="11" y="317"/>
                    <a:pt x="11" y="317"/>
                    <a:pt x="11" y="318"/>
                  </a:cubicBezTo>
                  <a:cubicBezTo>
                    <a:pt x="16" y="345"/>
                    <a:pt x="27" y="367"/>
                    <a:pt x="44" y="385"/>
                  </a:cubicBezTo>
                  <a:cubicBezTo>
                    <a:pt x="56" y="406"/>
                    <a:pt x="73" y="423"/>
                    <a:pt x="94" y="436"/>
                  </a:cubicBezTo>
                  <a:cubicBezTo>
                    <a:pt x="108" y="444"/>
                    <a:pt x="122" y="450"/>
                    <a:pt x="138" y="456"/>
                  </a:cubicBezTo>
                  <a:cubicBezTo>
                    <a:pt x="153" y="461"/>
                    <a:pt x="169" y="463"/>
                    <a:pt x="185" y="464"/>
                  </a:cubicBezTo>
                  <a:cubicBezTo>
                    <a:pt x="189" y="464"/>
                    <a:pt x="193" y="464"/>
                    <a:pt x="196" y="464"/>
                  </a:cubicBezTo>
                  <a:cubicBezTo>
                    <a:pt x="218" y="464"/>
                    <a:pt x="240" y="459"/>
                    <a:pt x="259" y="450"/>
                  </a:cubicBezTo>
                  <a:cubicBezTo>
                    <a:pt x="269" y="446"/>
                    <a:pt x="278" y="444"/>
                    <a:pt x="288" y="439"/>
                  </a:cubicBezTo>
                  <a:cubicBezTo>
                    <a:pt x="320" y="422"/>
                    <a:pt x="347" y="398"/>
                    <a:pt x="367" y="367"/>
                  </a:cubicBezTo>
                  <a:cubicBezTo>
                    <a:pt x="382" y="345"/>
                    <a:pt x="390" y="322"/>
                    <a:pt x="392" y="295"/>
                  </a:cubicBezTo>
                  <a:cubicBezTo>
                    <a:pt x="394" y="287"/>
                    <a:pt x="396" y="278"/>
                    <a:pt x="396" y="268"/>
                  </a:cubicBezTo>
                  <a:cubicBezTo>
                    <a:pt x="397" y="266"/>
                    <a:pt x="397" y="264"/>
                    <a:pt x="397" y="262"/>
                  </a:cubicBezTo>
                  <a:cubicBezTo>
                    <a:pt x="397" y="257"/>
                    <a:pt x="397" y="251"/>
                    <a:pt x="396" y="247"/>
                  </a:cubicBezTo>
                  <a:cubicBezTo>
                    <a:pt x="393" y="182"/>
                    <a:pt x="383" y="113"/>
                    <a:pt x="337" y="64"/>
                  </a:cubicBezTo>
                  <a:cubicBezTo>
                    <a:pt x="312" y="38"/>
                    <a:pt x="288" y="27"/>
                    <a:pt x="256" y="14"/>
                  </a:cubicBezTo>
                  <a:cubicBezTo>
                    <a:pt x="253" y="13"/>
                    <a:pt x="251" y="12"/>
                    <a:pt x="248" y="11"/>
                  </a:cubicBezTo>
                  <a:cubicBezTo>
                    <a:pt x="231" y="5"/>
                    <a:pt x="212" y="2"/>
                    <a:pt x="195" y="1"/>
                  </a:cubicBezTo>
                  <a:cubicBezTo>
                    <a:pt x="191" y="1"/>
                    <a:pt x="186" y="1"/>
                    <a:pt x="1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8"/>
            <p:cNvSpPr/>
            <p:nvPr/>
          </p:nvSpPr>
          <p:spPr>
            <a:xfrm>
              <a:off x="3028331" y="1085873"/>
              <a:ext cx="25526" cy="23060"/>
            </a:xfrm>
            <a:custGeom>
              <a:avLst/>
              <a:gdLst/>
              <a:ahLst/>
              <a:cxnLst/>
              <a:rect l="l" t="t" r="r" b="b"/>
              <a:pathLst>
                <a:path w="818" h="739" extrusionOk="0">
                  <a:moveTo>
                    <a:pt x="479" y="0"/>
                  </a:moveTo>
                  <a:cubicBezTo>
                    <a:pt x="466" y="0"/>
                    <a:pt x="452" y="2"/>
                    <a:pt x="439" y="5"/>
                  </a:cubicBezTo>
                  <a:cubicBezTo>
                    <a:pt x="420" y="6"/>
                    <a:pt x="403" y="8"/>
                    <a:pt x="384" y="10"/>
                  </a:cubicBezTo>
                  <a:cubicBezTo>
                    <a:pt x="376" y="10"/>
                    <a:pt x="369" y="11"/>
                    <a:pt x="362" y="12"/>
                  </a:cubicBezTo>
                  <a:cubicBezTo>
                    <a:pt x="316" y="17"/>
                    <a:pt x="273" y="36"/>
                    <a:pt x="232" y="59"/>
                  </a:cubicBezTo>
                  <a:cubicBezTo>
                    <a:pt x="201" y="77"/>
                    <a:pt x="168" y="96"/>
                    <a:pt x="142" y="122"/>
                  </a:cubicBezTo>
                  <a:cubicBezTo>
                    <a:pt x="129" y="132"/>
                    <a:pt x="119" y="144"/>
                    <a:pt x="112" y="159"/>
                  </a:cubicBezTo>
                  <a:cubicBezTo>
                    <a:pt x="100" y="171"/>
                    <a:pt x="90" y="183"/>
                    <a:pt x="80" y="197"/>
                  </a:cubicBezTo>
                  <a:cubicBezTo>
                    <a:pt x="78" y="200"/>
                    <a:pt x="77" y="202"/>
                    <a:pt x="75" y="205"/>
                  </a:cubicBezTo>
                  <a:cubicBezTo>
                    <a:pt x="68" y="216"/>
                    <a:pt x="59" y="226"/>
                    <a:pt x="52" y="238"/>
                  </a:cubicBezTo>
                  <a:cubicBezTo>
                    <a:pt x="22" y="286"/>
                    <a:pt x="6" y="338"/>
                    <a:pt x="3" y="396"/>
                  </a:cubicBezTo>
                  <a:cubicBezTo>
                    <a:pt x="1" y="454"/>
                    <a:pt x="13" y="511"/>
                    <a:pt x="41" y="563"/>
                  </a:cubicBezTo>
                  <a:cubicBezTo>
                    <a:pt x="69" y="613"/>
                    <a:pt x="106" y="653"/>
                    <a:pt x="155" y="683"/>
                  </a:cubicBezTo>
                  <a:cubicBezTo>
                    <a:pt x="203" y="714"/>
                    <a:pt x="256" y="730"/>
                    <a:pt x="313" y="733"/>
                  </a:cubicBezTo>
                  <a:cubicBezTo>
                    <a:pt x="326" y="734"/>
                    <a:pt x="339" y="736"/>
                    <a:pt x="352" y="737"/>
                  </a:cubicBezTo>
                  <a:cubicBezTo>
                    <a:pt x="357" y="738"/>
                    <a:pt x="361" y="738"/>
                    <a:pt x="365" y="738"/>
                  </a:cubicBezTo>
                  <a:cubicBezTo>
                    <a:pt x="366" y="738"/>
                    <a:pt x="367" y="739"/>
                    <a:pt x="369" y="739"/>
                  </a:cubicBezTo>
                  <a:cubicBezTo>
                    <a:pt x="400" y="736"/>
                    <a:pt x="432" y="733"/>
                    <a:pt x="463" y="729"/>
                  </a:cubicBezTo>
                  <a:cubicBezTo>
                    <a:pt x="472" y="728"/>
                    <a:pt x="479" y="725"/>
                    <a:pt x="487" y="722"/>
                  </a:cubicBezTo>
                  <a:cubicBezTo>
                    <a:pt x="490" y="721"/>
                    <a:pt x="494" y="720"/>
                    <a:pt x="498" y="719"/>
                  </a:cubicBezTo>
                  <a:cubicBezTo>
                    <a:pt x="499" y="718"/>
                    <a:pt x="500" y="718"/>
                    <a:pt x="502" y="717"/>
                  </a:cubicBezTo>
                  <a:cubicBezTo>
                    <a:pt x="550" y="707"/>
                    <a:pt x="593" y="688"/>
                    <a:pt x="630" y="656"/>
                  </a:cubicBezTo>
                  <a:cubicBezTo>
                    <a:pt x="651" y="640"/>
                    <a:pt x="665" y="631"/>
                    <a:pt x="682" y="615"/>
                  </a:cubicBezTo>
                  <a:cubicBezTo>
                    <a:pt x="687" y="610"/>
                    <a:pt x="692" y="605"/>
                    <a:pt x="698" y="601"/>
                  </a:cubicBezTo>
                  <a:cubicBezTo>
                    <a:pt x="700" y="598"/>
                    <a:pt x="703" y="595"/>
                    <a:pt x="705" y="593"/>
                  </a:cubicBezTo>
                  <a:cubicBezTo>
                    <a:pt x="724" y="570"/>
                    <a:pt x="742" y="547"/>
                    <a:pt x="761" y="525"/>
                  </a:cubicBezTo>
                  <a:cubicBezTo>
                    <a:pt x="775" y="499"/>
                    <a:pt x="788" y="471"/>
                    <a:pt x="798" y="443"/>
                  </a:cubicBezTo>
                  <a:cubicBezTo>
                    <a:pt x="814" y="399"/>
                    <a:pt x="817" y="355"/>
                    <a:pt x="810" y="311"/>
                  </a:cubicBezTo>
                  <a:cubicBezTo>
                    <a:pt x="809" y="265"/>
                    <a:pt x="797" y="221"/>
                    <a:pt x="773" y="180"/>
                  </a:cubicBezTo>
                  <a:cubicBezTo>
                    <a:pt x="756" y="156"/>
                    <a:pt x="739" y="133"/>
                    <a:pt x="722" y="109"/>
                  </a:cubicBezTo>
                  <a:cubicBezTo>
                    <a:pt x="681" y="66"/>
                    <a:pt x="632" y="36"/>
                    <a:pt x="575" y="17"/>
                  </a:cubicBezTo>
                  <a:cubicBezTo>
                    <a:pt x="561" y="11"/>
                    <a:pt x="545" y="8"/>
                    <a:pt x="528" y="8"/>
                  </a:cubicBezTo>
                  <a:cubicBezTo>
                    <a:pt x="512" y="3"/>
                    <a:pt x="495" y="0"/>
                    <a:pt x="4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8"/>
            <p:cNvSpPr/>
            <p:nvPr/>
          </p:nvSpPr>
          <p:spPr>
            <a:xfrm>
              <a:off x="3075107" y="1067493"/>
              <a:ext cx="12544" cy="12888"/>
            </a:xfrm>
            <a:custGeom>
              <a:avLst/>
              <a:gdLst/>
              <a:ahLst/>
              <a:cxnLst/>
              <a:rect l="l" t="t" r="r" b="b"/>
              <a:pathLst>
                <a:path w="402" h="413" extrusionOk="0">
                  <a:moveTo>
                    <a:pt x="205" y="0"/>
                  </a:moveTo>
                  <a:cubicBezTo>
                    <a:pt x="197" y="0"/>
                    <a:pt x="190" y="1"/>
                    <a:pt x="183" y="3"/>
                  </a:cubicBezTo>
                  <a:cubicBezTo>
                    <a:pt x="181" y="3"/>
                    <a:pt x="179" y="3"/>
                    <a:pt x="177" y="3"/>
                  </a:cubicBezTo>
                  <a:cubicBezTo>
                    <a:pt x="160" y="3"/>
                    <a:pt x="145" y="7"/>
                    <a:pt x="130" y="15"/>
                  </a:cubicBezTo>
                  <a:cubicBezTo>
                    <a:pt x="105" y="22"/>
                    <a:pt x="82" y="35"/>
                    <a:pt x="63" y="55"/>
                  </a:cubicBezTo>
                  <a:lnTo>
                    <a:pt x="31" y="95"/>
                  </a:lnTo>
                  <a:cubicBezTo>
                    <a:pt x="23" y="110"/>
                    <a:pt x="16" y="125"/>
                    <a:pt x="9" y="141"/>
                  </a:cubicBezTo>
                  <a:cubicBezTo>
                    <a:pt x="6" y="159"/>
                    <a:pt x="4" y="176"/>
                    <a:pt x="0" y="192"/>
                  </a:cubicBezTo>
                  <a:cubicBezTo>
                    <a:pt x="1" y="210"/>
                    <a:pt x="4" y="228"/>
                    <a:pt x="5" y="246"/>
                  </a:cubicBezTo>
                  <a:cubicBezTo>
                    <a:pt x="11" y="262"/>
                    <a:pt x="18" y="280"/>
                    <a:pt x="24" y="297"/>
                  </a:cubicBezTo>
                  <a:cubicBezTo>
                    <a:pt x="36" y="321"/>
                    <a:pt x="53" y="340"/>
                    <a:pt x="75" y="354"/>
                  </a:cubicBezTo>
                  <a:cubicBezTo>
                    <a:pt x="86" y="368"/>
                    <a:pt x="101" y="376"/>
                    <a:pt x="118" y="382"/>
                  </a:cubicBezTo>
                  <a:cubicBezTo>
                    <a:pt x="127" y="388"/>
                    <a:pt x="139" y="387"/>
                    <a:pt x="148" y="390"/>
                  </a:cubicBezTo>
                  <a:cubicBezTo>
                    <a:pt x="150" y="391"/>
                    <a:pt x="152" y="393"/>
                    <a:pt x="154" y="394"/>
                  </a:cubicBezTo>
                  <a:cubicBezTo>
                    <a:pt x="156" y="395"/>
                    <a:pt x="156" y="396"/>
                    <a:pt x="158" y="397"/>
                  </a:cubicBezTo>
                  <a:cubicBezTo>
                    <a:pt x="176" y="407"/>
                    <a:pt x="195" y="412"/>
                    <a:pt x="216" y="412"/>
                  </a:cubicBezTo>
                  <a:cubicBezTo>
                    <a:pt x="231" y="411"/>
                    <a:pt x="244" y="410"/>
                    <a:pt x="258" y="408"/>
                  </a:cubicBezTo>
                  <a:cubicBezTo>
                    <a:pt x="285" y="402"/>
                    <a:pt x="309" y="389"/>
                    <a:pt x="330" y="370"/>
                  </a:cubicBezTo>
                  <a:cubicBezTo>
                    <a:pt x="374" y="327"/>
                    <a:pt x="398" y="271"/>
                    <a:pt x="401" y="210"/>
                  </a:cubicBezTo>
                  <a:cubicBezTo>
                    <a:pt x="399" y="192"/>
                    <a:pt x="398" y="174"/>
                    <a:pt x="396" y="156"/>
                  </a:cubicBezTo>
                  <a:cubicBezTo>
                    <a:pt x="390" y="139"/>
                    <a:pt x="383" y="122"/>
                    <a:pt x="377" y="105"/>
                  </a:cubicBezTo>
                  <a:cubicBezTo>
                    <a:pt x="366" y="81"/>
                    <a:pt x="349" y="62"/>
                    <a:pt x="327" y="47"/>
                  </a:cubicBezTo>
                  <a:cubicBezTo>
                    <a:pt x="315" y="34"/>
                    <a:pt x="301" y="26"/>
                    <a:pt x="284" y="21"/>
                  </a:cubicBezTo>
                  <a:cubicBezTo>
                    <a:pt x="269" y="11"/>
                    <a:pt x="253" y="6"/>
                    <a:pt x="235" y="5"/>
                  </a:cubicBezTo>
                  <a:cubicBezTo>
                    <a:pt x="225" y="2"/>
                    <a:pt x="215" y="0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8"/>
            <p:cNvSpPr/>
            <p:nvPr/>
          </p:nvSpPr>
          <p:spPr>
            <a:xfrm>
              <a:off x="2987702" y="1074982"/>
              <a:ext cx="11702" cy="9954"/>
            </a:xfrm>
            <a:custGeom>
              <a:avLst/>
              <a:gdLst/>
              <a:ahLst/>
              <a:cxnLst/>
              <a:rect l="l" t="t" r="r" b="b"/>
              <a:pathLst>
                <a:path w="375" h="319" extrusionOk="0">
                  <a:moveTo>
                    <a:pt x="194" y="1"/>
                  </a:moveTo>
                  <a:cubicBezTo>
                    <a:pt x="98" y="1"/>
                    <a:pt x="0" y="76"/>
                    <a:pt x="28" y="196"/>
                  </a:cubicBezTo>
                  <a:cubicBezTo>
                    <a:pt x="47" y="281"/>
                    <a:pt x="113" y="318"/>
                    <a:pt x="181" y="318"/>
                  </a:cubicBezTo>
                  <a:cubicBezTo>
                    <a:pt x="276" y="318"/>
                    <a:pt x="374" y="243"/>
                    <a:pt x="346" y="123"/>
                  </a:cubicBezTo>
                  <a:cubicBezTo>
                    <a:pt x="327" y="38"/>
                    <a:pt x="261" y="1"/>
                    <a:pt x="1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8"/>
            <p:cNvSpPr/>
            <p:nvPr/>
          </p:nvSpPr>
          <p:spPr>
            <a:xfrm>
              <a:off x="2915088" y="1254598"/>
              <a:ext cx="12295" cy="11858"/>
            </a:xfrm>
            <a:custGeom>
              <a:avLst/>
              <a:gdLst/>
              <a:ahLst/>
              <a:cxnLst/>
              <a:rect l="l" t="t" r="r" b="b"/>
              <a:pathLst>
                <a:path w="394" h="380" extrusionOk="0">
                  <a:moveTo>
                    <a:pt x="220" y="0"/>
                  </a:moveTo>
                  <a:cubicBezTo>
                    <a:pt x="214" y="0"/>
                    <a:pt x="208" y="2"/>
                    <a:pt x="202" y="2"/>
                  </a:cubicBezTo>
                  <a:cubicBezTo>
                    <a:pt x="194" y="3"/>
                    <a:pt x="186" y="3"/>
                    <a:pt x="179" y="5"/>
                  </a:cubicBezTo>
                  <a:cubicBezTo>
                    <a:pt x="164" y="8"/>
                    <a:pt x="152" y="14"/>
                    <a:pt x="140" y="24"/>
                  </a:cubicBezTo>
                  <a:cubicBezTo>
                    <a:pt x="129" y="31"/>
                    <a:pt x="119" y="41"/>
                    <a:pt x="112" y="53"/>
                  </a:cubicBezTo>
                  <a:cubicBezTo>
                    <a:pt x="105" y="66"/>
                    <a:pt x="99" y="79"/>
                    <a:pt x="96" y="94"/>
                  </a:cubicBezTo>
                  <a:cubicBezTo>
                    <a:pt x="92" y="104"/>
                    <a:pt x="87" y="115"/>
                    <a:pt x="82" y="125"/>
                  </a:cubicBezTo>
                  <a:cubicBezTo>
                    <a:pt x="82" y="126"/>
                    <a:pt x="82" y="127"/>
                    <a:pt x="82" y="127"/>
                  </a:cubicBezTo>
                  <a:cubicBezTo>
                    <a:pt x="81" y="131"/>
                    <a:pt x="80" y="134"/>
                    <a:pt x="79" y="137"/>
                  </a:cubicBezTo>
                  <a:cubicBezTo>
                    <a:pt x="73" y="145"/>
                    <a:pt x="69" y="154"/>
                    <a:pt x="66" y="166"/>
                  </a:cubicBezTo>
                  <a:cubicBezTo>
                    <a:pt x="65" y="172"/>
                    <a:pt x="64" y="180"/>
                    <a:pt x="63" y="187"/>
                  </a:cubicBezTo>
                  <a:cubicBezTo>
                    <a:pt x="62" y="188"/>
                    <a:pt x="63" y="188"/>
                    <a:pt x="62" y="189"/>
                  </a:cubicBezTo>
                  <a:cubicBezTo>
                    <a:pt x="55" y="195"/>
                    <a:pt x="48" y="203"/>
                    <a:pt x="41" y="208"/>
                  </a:cubicBezTo>
                  <a:lnTo>
                    <a:pt x="41" y="208"/>
                  </a:lnTo>
                  <a:cubicBezTo>
                    <a:pt x="42" y="208"/>
                    <a:pt x="44" y="207"/>
                    <a:pt x="45" y="206"/>
                  </a:cubicBezTo>
                  <a:lnTo>
                    <a:pt x="45" y="206"/>
                  </a:lnTo>
                  <a:cubicBezTo>
                    <a:pt x="43" y="207"/>
                    <a:pt x="42" y="208"/>
                    <a:pt x="40" y="209"/>
                  </a:cubicBezTo>
                  <a:lnTo>
                    <a:pt x="40" y="209"/>
                  </a:lnTo>
                  <a:cubicBezTo>
                    <a:pt x="41" y="209"/>
                    <a:pt x="41" y="209"/>
                    <a:pt x="41" y="208"/>
                  </a:cubicBezTo>
                  <a:lnTo>
                    <a:pt x="41" y="208"/>
                  </a:lnTo>
                  <a:cubicBezTo>
                    <a:pt x="40" y="209"/>
                    <a:pt x="39" y="210"/>
                    <a:pt x="39" y="210"/>
                  </a:cubicBezTo>
                  <a:lnTo>
                    <a:pt x="39" y="210"/>
                  </a:lnTo>
                  <a:cubicBezTo>
                    <a:pt x="39" y="210"/>
                    <a:pt x="40" y="209"/>
                    <a:pt x="40" y="209"/>
                  </a:cubicBezTo>
                  <a:lnTo>
                    <a:pt x="40" y="209"/>
                  </a:lnTo>
                  <a:cubicBezTo>
                    <a:pt x="39" y="210"/>
                    <a:pt x="39" y="210"/>
                    <a:pt x="38" y="211"/>
                  </a:cubicBezTo>
                  <a:cubicBezTo>
                    <a:pt x="38" y="211"/>
                    <a:pt x="38" y="211"/>
                    <a:pt x="39" y="210"/>
                  </a:cubicBezTo>
                  <a:lnTo>
                    <a:pt x="39" y="210"/>
                  </a:lnTo>
                  <a:cubicBezTo>
                    <a:pt x="29" y="217"/>
                    <a:pt x="20" y="225"/>
                    <a:pt x="14" y="235"/>
                  </a:cubicBezTo>
                  <a:cubicBezTo>
                    <a:pt x="3" y="252"/>
                    <a:pt x="0" y="270"/>
                    <a:pt x="1" y="289"/>
                  </a:cubicBezTo>
                  <a:cubicBezTo>
                    <a:pt x="1" y="297"/>
                    <a:pt x="3" y="303"/>
                    <a:pt x="6" y="311"/>
                  </a:cubicBezTo>
                  <a:cubicBezTo>
                    <a:pt x="8" y="318"/>
                    <a:pt x="12" y="325"/>
                    <a:pt x="17" y="330"/>
                  </a:cubicBezTo>
                  <a:cubicBezTo>
                    <a:pt x="27" y="345"/>
                    <a:pt x="43" y="358"/>
                    <a:pt x="60" y="363"/>
                  </a:cubicBezTo>
                  <a:cubicBezTo>
                    <a:pt x="86" y="369"/>
                    <a:pt x="111" y="374"/>
                    <a:pt x="137" y="378"/>
                  </a:cubicBezTo>
                  <a:cubicBezTo>
                    <a:pt x="147" y="379"/>
                    <a:pt x="156" y="380"/>
                    <a:pt x="165" y="380"/>
                  </a:cubicBezTo>
                  <a:cubicBezTo>
                    <a:pt x="175" y="380"/>
                    <a:pt x="184" y="379"/>
                    <a:pt x="193" y="378"/>
                  </a:cubicBezTo>
                  <a:lnTo>
                    <a:pt x="193" y="378"/>
                  </a:lnTo>
                  <a:cubicBezTo>
                    <a:pt x="196" y="378"/>
                    <a:pt x="200" y="379"/>
                    <a:pt x="203" y="379"/>
                  </a:cubicBezTo>
                  <a:cubicBezTo>
                    <a:pt x="204" y="379"/>
                    <a:pt x="206" y="379"/>
                    <a:pt x="207" y="379"/>
                  </a:cubicBezTo>
                  <a:cubicBezTo>
                    <a:pt x="223" y="379"/>
                    <a:pt x="240" y="378"/>
                    <a:pt x="255" y="374"/>
                  </a:cubicBezTo>
                  <a:cubicBezTo>
                    <a:pt x="298" y="367"/>
                    <a:pt x="338" y="337"/>
                    <a:pt x="361" y="300"/>
                  </a:cubicBezTo>
                  <a:cubicBezTo>
                    <a:pt x="369" y="286"/>
                    <a:pt x="381" y="261"/>
                    <a:pt x="385" y="243"/>
                  </a:cubicBezTo>
                  <a:cubicBezTo>
                    <a:pt x="388" y="226"/>
                    <a:pt x="391" y="208"/>
                    <a:pt x="394" y="191"/>
                  </a:cubicBezTo>
                  <a:cubicBezTo>
                    <a:pt x="394" y="187"/>
                    <a:pt x="394" y="184"/>
                    <a:pt x="394" y="180"/>
                  </a:cubicBezTo>
                  <a:cubicBezTo>
                    <a:pt x="393" y="165"/>
                    <a:pt x="391" y="151"/>
                    <a:pt x="390" y="137"/>
                  </a:cubicBezTo>
                  <a:cubicBezTo>
                    <a:pt x="387" y="122"/>
                    <a:pt x="382" y="109"/>
                    <a:pt x="374" y="96"/>
                  </a:cubicBezTo>
                  <a:cubicBezTo>
                    <a:pt x="366" y="84"/>
                    <a:pt x="358" y="73"/>
                    <a:pt x="350" y="63"/>
                  </a:cubicBezTo>
                  <a:cubicBezTo>
                    <a:pt x="350" y="61"/>
                    <a:pt x="349" y="60"/>
                    <a:pt x="348" y="60"/>
                  </a:cubicBezTo>
                  <a:cubicBezTo>
                    <a:pt x="338" y="50"/>
                    <a:pt x="321" y="37"/>
                    <a:pt x="313" y="31"/>
                  </a:cubicBezTo>
                  <a:cubicBezTo>
                    <a:pt x="300" y="22"/>
                    <a:pt x="283" y="14"/>
                    <a:pt x="269" y="9"/>
                  </a:cubicBezTo>
                  <a:cubicBezTo>
                    <a:pt x="267" y="8"/>
                    <a:pt x="265" y="8"/>
                    <a:pt x="262" y="7"/>
                  </a:cubicBezTo>
                  <a:cubicBezTo>
                    <a:pt x="250" y="4"/>
                    <a:pt x="237" y="1"/>
                    <a:pt x="224" y="1"/>
                  </a:cubicBezTo>
                  <a:cubicBezTo>
                    <a:pt x="223" y="1"/>
                    <a:pt x="221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5" name="Google Shape;3145;p78"/>
          <p:cNvGrpSpPr/>
          <p:nvPr/>
        </p:nvGrpSpPr>
        <p:grpSpPr>
          <a:xfrm>
            <a:off x="7570838" y="651001"/>
            <a:ext cx="1249313" cy="1171613"/>
            <a:chOff x="6351976" y="66530"/>
            <a:chExt cx="281282" cy="263776"/>
          </a:xfrm>
        </p:grpSpPr>
        <p:sp>
          <p:nvSpPr>
            <p:cNvPr id="3146" name="Google Shape;3146;p78"/>
            <p:cNvSpPr/>
            <p:nvPr/>
          </p:nvSpPr>
          <p:spPr>
            <a:xfrm>
              <a:off x="6351976" y="66530"/>
              <a:ext cx="250451" cy="201647"/>
            </a:xfrm>
            <a:custGeom>
              <a:avLst/>
              <a:gdLst/>
              <a:ahLst/>
              <a:cxnLst/>
              <a:rect l="l" t="t" r="r" b="b"/>
              <a:pathLst>
                <a:path w="8026" h="646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806" y="6082"/>
                    <a:pt x="4474" y="6299"/>
                    <a:pt x="5153" y="6462"/>
                  </a:cubicBezTo>
                  <a:cubicBezTo>
                    <a:pt x="5819" y="5387"/>
                    <a:pt x="6660" y="4374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8"/>
            <p:cNvSpPr/>
            <p:nvPr/>
          </p:nvSpPr>
          <p:spPr>
            <a:xfrm>
              <a:off x="6351976" y="66530"/>
              <a:ext cx="250451" cy="186980"/>
            </a:xfrm>
            <a:custGeom>
              <a:avLst/>
              <a:gdLst/>
              <a:ahLst/>
              <a:cxnLst/>
              <a:rect l="l" t="t" r="r" b="b"/>
              <a:pathLst>
                <a:path w="8026" h="5992" extrusionOk="0">
                  <a:moveTo>
                    <a:pt x="6176" y="0"/>
                  </a:moveTo>
                  <a:cubicBezTo>
                    <a:pt x="5775" y="0"/>
                    <a:pt x="5374" y="39"/>
                    <a:pt x="5006" y="168"/>
                  </a:cubicBezTo>
                  <a:cubicBezTo>
                    <a:pt x="4648" y="293"/>
                    <a:pt x="4378" y="564"/>
                    <a:pt x="4037" y="720"/>
                  </a:cubicBezTo>
                  <a:cubicBezTo>
                    <a:pt x="3668" y="888"/>
                    <a:pt x="3315" y="1069"/>
                    <a:pt x="2981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7" y="2559"/>
                    <a:pt x="1158" y="2882"/>
                  </a:cubicBezTo>
                  <a:cubicBezTo>
                    <a:pt x="793" y="3355"/>
                    <a:pt x="732" y="4011"/>
                    <a:pt x="478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437" y="5666"/>
                    <a:pt x="876" y="5806"/>
                    <a:pt x="1354" y="5877"/>
                  </a:cubicBezTo>
                  <a:cubicBezTo>
                    <a:pt x="1934" y="5964"/>
                    <a:pt x="2529" y="5908"/>
                    <a:pt x="3112" y="5988"/>
                  </a:cubicBezTo>
                  <a:cubicBezTo>
                    <a:pt x="3120" y="5988"/>
                    <a:pt x="3126" y="5990"/>
                    <a:pt x="3132" y="5991"/>
                  </a:cubicBezTo>
                  <a:cubicBezTo>
                    <a:pt x="3328" y="5775"/>
                    <a:pt x="3544" y="5568"/>
                    <a:pt x="3814" y="5462"/>
                  </a:cubicBezTo>
                  <a:cubicBezTo>
                    <a:pt x="4024" y="5381"/>
                    <a:pt x="4253" y="5365"/>
                    <a:pt x="4472" y="5310"/>
                  </a:cubicBezTo>
                  <a:cubicBezTo>
                    <a:pt x="5305" y="5099"/>
                    <a:pt x="5930" y="4334"/>
                    <a:pt x="6729" y="4083"/>
                  </a:cubicBezTo>
                  <a:cubicBezTo>
                    <a:pt x="6896" y="3806"/>
                    <a:pt x="7050" y="3523"/>
                    <a:pt x="7184" y="3232"/>
                  </a:cubicBezTo>
                  <a:cubicBezTo>
                    <a:pt x="7621" y="2277"/>
                    <a:pt x="7764" y="1215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2" y="0"/>
                    <a:pt x="6176" y="0"/>
                  </a:cubicBezTo>
                  <a:close/>
                </a:path>
              </a:pathLst>
            </a:custGeom>
            <a:solidFill>
              <a:srgbClr val="FFB253">
                <a:alpha val="72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8"/>
            <p:cNvSpPr/>
            <p:nvPr/>
          </p:nvSpPr>
          <p:spPr>
            <a:xfrm>
              <a:off x="6351976" y="66530"/>
              <a:ext cx="250451" cy="180989"/>
            </a:xfrm>
            <a:custGeom>
              <a:avLst/>
              <a:gdLst/>
              <a:ahLst/>
              <a:cxnLst/>
              <a:rect l="l" t="t" r="r" b="b"/>
              <a:pathLst>
                <a:path w="8026" h="5800" extrusionOk="0">
                  <a:moveTo>
                    <a:pt x="6178" y="1"/>
                  </a:moveTo>
                  <a:cubicBezTo>
                    <a:pt x="5776" y="1"/>
                    <a:pt x="5375" y="40"/>
                    <a:pt x="5006" y="169"/>
                  </a:cubicBezTo>
                  <a:cubicBezTo>
                    <a:pt x="4647" y="293"/>
                    <a:pt x="4378" y="564"/>
                    <a:pt x="4037" y="720"/>
                  </a:cubicBezTo>
                  <a:cubicBezTo>
                    <a:pt x="3667" y="888"/>
                    <a:pt x="3314" y="1069"/>
                    <a:pt x="2979" y="1298"/>
                  </a:cubicBezTo>
                  <a:cubicBezTo>
                    <a:pt x="2651" y="1524"/>
                    <a:pt x="2343" y="1778"/>
                    <a:pt x="2040" y="2037"/>
                  </a:cubicBezTo>
                  <a:cubicBezTo>
                    <a:pt x="1732" y="2300"/>
                    <a:pt x="1406" y="2559"/>
                    <a:pt x="1158" y="2882"/>
                  </a:cubicBezTo>
                  <a:cubicBezTo>
                    <a:pt x="793" y="3355"/>
                    <a:pt x="732" y="4011"/>
                    <a:pt x="477" y="4562"/>
                  </a:cubicBezTo>
                  <a:cubicBezTo>
                    <a:pt x="298" y="4952"/>
                    <a:pt x="133" y="5253"/>
                    <a:pt x="1" y="5580"/>
                  </a:cubicBezTo>
                  <a:cubicBezTo>
                    <a:pt x="310" y="5640"/>
                    <a:pt x="621" y="5728"/>
                    <a:pt x="946" y="5799"/>
                  </a:cubicBezTo>
                  <a:cubicBezTo>
                    <a:pt x="1166" y="5030"/>
                    <a:pt x="1440" y="4280"/>
                    <a:pt x="1872" y="3610"/>
                  </a:cubicBezTo>
                  <a:cubicBezTo>
                    <a:pt x="2133" y="3205"/>
                    <a:pt x="2482" y="2815"/>
                    <a:pt x="2951" y="2709"/>
                  </a:cubicBezTo>
                  <a:cubicBezTo>
                    <a:pt x="3114" y="2672"/>
                    <a:pt x="3285" y="2671"/>
                    <a:pt x="3440" y="2608"/>
                  </a:cubicBezTo>
                  <a:cubicBezTo>
                    <a:pt x="3648" y="2525"/>
                    <a:pt x="3796" y="2340"/>
                    <a:pt x="3957" y="2182"/>
                  </a:cubicBezTo>
                  <a:cubicBezTo>
                    <a:pt x="4433" y="1717"/>
                    <a:pt x="5099" y="1456"/>
                    <a:pt x="5765" y="1456"/>
                  </a:cubicBezTo>
                  <a:cubicBezTo>
                    <a:pt x="5932" y="1456"/>
                    <a:pt x="6100" y="1472"/>
                    <a:pt x="6265" y="1506"/>
                  </a:cubicBezTo>
                  <a:cubicBezTo>
                    <a:pt x="6533" y="1562"/>
                    <a:pt x="6792" y="1660"/>
                    <a:pt x="7064" y="1687"/>
                  </a:cubicBezTo>
                  <a:cubicBezTo>
                    <a:pt x="7123" y="1693"/>
                    <a:pt x="7182" y="1696"/>
                    <a:pt x="7241" y="1696"/>
                  </a:cubicBezTo>
                  <a:cubicBezTo>
                    <a:pt x="7390" y="1696"/>
                    <a:pt x="7538" y="1680"/>
                    <a:pt x="7687" y="1664"/>
                  </a:cubicBezTo>
                  <a:cubicBezTo>
                    <a:pt x="7802" y="1177"/>
                    <a:pt x="7901" y="683"/>
                    <a:pt x="8025" y="198"/>
                  </a:cubicBezTo>
                  <a:cubicBezTo>
                    <a:pt x="7736" y="116"/>
                    <a:pt x="7436" y="73"/>
                    <a:pt x="7139" y="50"/>
                  </a:cubicBezTo>
                  <a:cubicBezTo>
                    <a:pt x="6828" y="26"/>
                    <a:pt x="6503" y="1"/>
                    <a:pt x="6178" y="1"/>
                  </a:cubicBezTo>
                  <a:close/>
                </a:path>
              </a:pathLst>
            </a:custGeom>
            <a:solidFill>
              <a:srgbClr val="F78838">
                <a:alpha val="575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8"/>
            <p:cNvSpPr/>
            <p:nvPr/>
          </p:nvSpPr>
          <p:spPr>
            <a:xfrm>
              <a:off x="6436479" y="164982"/>
              <a:ext cx="70398" cy="57074"/>
            </a:xfrm>
            <a:custGeom>
              <a:avLst/>
              <a:gdLst/>
              <a:ahLst/>
              <a:cxnLst/>
              <a:rect l="l" t="t" r="r" b="b"/>
              <a:pathLst>
                <a:path w="2256" h="1829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7" y="61"/>
                    <a:pt x="456" y="97"/>
                  </a:cubicBezTo>
                  <a:cubicBezTo>
                    <a:pt x="277" y="187"/>
                    <a:pt x="114" y="333"/>
                    <a:pt x="56" y="530"/>
                  </a:cubicBezTo>
                  <a:cubicBezTo>
                    <a:pt x="0" y="717"/>
                    <a:pt x="5" y="902"/>
                    <a:pt x="80" y="1084"/>
                  </a:cubicBezTo>
                  <a:cubicBezTo>
                    <a:pt x="114" y="1170"/>
                    <a:pt x="167" y="1255"/>
                    <a:pt x="231" y="1322"/>
                  </a:cubicBezTo>
                  <a:cubicBezTo>
                    <a:pt x="308" y="1403"/>
                    <a:pt x="398" y="1489"/>
                    <a:pt x="493" y="1554"/>
                  </a:cubicBezTo>
                  <a:cubicBezTo>
                    <a:pt x="683" y="1682"/>
                    <a:pt x="874" y="1754"/>
                    <a:pt x="1095" y="1798"/>
                  </a:cubicBezTo>
                  <a:cubicBezTo>
                    <a:pt x="1143" y="1808"/>
                    <a:pt x="1191" y="1812"/>
                    <a:pt x="1240" y="1812"/>
                  </a:cubicBezTo>
                  <a:cubicBezTo>
                    <a:pt x="1285" y="1812"/>
                    <a:pt x="1331" y="1808"/>
                    <a:pt x="1377" y="1802"/>
                  </a:cubicBezTo>
                  <a:cubicBezTo>
                    <a:pt x="1438" y="1819"/>
                    <a:pt x="1501" y="1829"/>
                    <a:pt x="1564" y="1829"/>
                  </a:cubicBezTo>
                  <a:cubicBezTo>
                    <a:pt x="1594" y="1829"/>
                    <a:pt x="1624" y="1827"/>
                    <a:pt x="1654" y="1822"/>
                  </a:cubicBezTo>
                  <a:cubicBezTo>
                    <a:pt x="1769" y="1803"/>
                    <a:pt x="1874" y="1758"/>
                    <a:pt x="1965" y="1685"/>
                  </a:cubicBezTo>
                  <a:cubicBezTo>
                    <a:pt x="2144" y="1542"/>
                    <a:pt x="2256" y="1289"/>
                    <a:pt x="2207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8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8"/>
            <p:cNvSpPr/>
            <p:nvPr/>
          </p:nvSpPr>
          <p:spPr>
            <a:xfrm>
              <a:off x="6525507" y="134245"/>
              <a:ext cx="35168" cy="36572"/>
            </a:xfrm>
            <a:custGeom>
              <a:avLst/>
              <a:gdLst/>
              <a:ahLst/>
              <a:cxnLst/>
              <a:rect l="l" t="t" r="r" b="b"/>
              <a:pathLst>
                <a:path w="1127" h="117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2" y="298"/>
                    <a:pt x="35" y="316"/>
                  </a:cubicBezTo>
                  <a:cubicBezTo>
                    <a:pt x="0" y="398"/>
                    <a:pt x="6" y="429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1" y="612"/>
                    <a:pt x="34" y="652"/>
                    <a:pt x="45" y="693"/>
                  </a:cubicBezTo>
                  <a:cubicBezTo>
                    <a:pt x="67" y="729"/>
                    <a:pt x="89" y="766"/>
                    <a:pt x="111" y="803"/>
                  </a:cubicBezTo>
                  <a:cubicBezTo>
                    <a:pt x="132" y="826"/>
                    <a:pt x="155" y="844"/>
                    <a:pt x="178" y="865"/>
                  </a:cubicBezTo>
                  <a:cubicBezTo>
                    <a:pt x="199" y="887"/>
                    <a:pt x="219" y="911"/>
                    <a:pt x="236" y="937"/>
                  </a:cubicBezTo>
                  <a:cubicBezTo>
                    <a:pt x="259" y="975"/>
                    <a:pt x="285" y="1011"/>
                    <a:pt x="321" y="1039"/>
                  </a:cubicBezTo>
                  <a:cubicBezTo>
                    <a:pt x="363" y="1087"/>
                    <a:pt x="416" y="1122"/>
                    <a:pt x="479" y="1143"/>
                  </a:cubicBezTo>
                  <a:cubicBezTo>
                    <a:pt x="524" y="1162"/>
                    <a:pt x="570" y="1171"/>
                    <a:pt x="617" y="1171"/>
                  </a:cubicBezTo>
                  <a:cubicBezTo>
                    <a:pt x="631" y="1171"/>
                    <a:pt x="646" y="1171"/>
                    <a:pt x="660" y="1169"/>
                  </a:cubicBezTo>
                  <a:cubicBezTo>
                    <a:pt x="666" y="1169"/>
                    <a:pt x="673" y="1169"/>
                    <a:pt x="679" y="1169"/>
                  </a:cubicBezTo>
                  <a:cubicBezTo>
                    <a:pt x="734" y="1169"/>
                    <a:pt x="786" y="1158"/>
                    <a:pt x="837" y="1133"/>
                  </a:cubicBezTo>
                  <a:cubicBezTo>
                    <a:pt x="872" y="1112"/>
                    <a:pt x="907" y="1090"/>
                    <a:pt x="942" y="1069"/>
                  </a:cubicBezTo>
                  <a:cubicBezTo>
                    <a:pt x="1010" y="1015"/>
                    <a:pt x="1060" y="946"/>
                    <a:pt x="1091" y="865"/>
                  </a:cubicBezTo>
                  <a:cubicBezTo>
                    <a:pt x="1100" y="825"/>
                    <a:pt x="1110" y="785"/>
                    <a:pt x="1119" y="745"/>
                  </a:cubicBezTo>
                  <a:cubicBezTo>
                    <a:pt x="1127" y="662"/>
                    <a:pt x="1114" y="583"/>
                    <a:pt x="1081" y="506"/>
                  </a:cubicBezTo>
                  <a:cubicBezTo>
                    <a:pt x="1069" y="474"/>
                    <a:pt x="1054" y="442"/>
                    <a:pt x="1038" y="411"/>
                  </a:cubicBezTo>
                  <a:cubicBezTo>
                    <a:pt x="1008" y="361"/>
                    <a:pt x="979" y="311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cubicBezTo>
                    <a:pt x="894" y="195"/>
                    <a:pt x="892" y="191"/>
                    <a:pt x="889" y="188"/>
                  </a:cubicBezTo>
                  <a:cubicBezTo>
                    <a:pt x="888" y="187"/>
                    <a:pt x="887" y="186"/>
                    <a:pt x="885" y="185"/>
                  </a:cubicBezTo>
                  <a:cubicBezTo>
                    <a:pt x="844" y="130"/>
                    <a:pt x="793" y="88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8"/>
            <p:cNvSpPr/>
            <p:nvPr/>
          </p:nvSpPr>
          <p:spPr>
            <a:xfrm>
              <a:off x="6436479" y="164982"/>
              <a:ext cx="69306" cy="38008"/>
            </a:xfrm>
            <a:custGeom>
              <a:avLst/>
              <a:gdLst/>
              <a:ahLst/>
              <a:cxnLst/>
              <a:rect l="l" t="t" r="r" b="b"/>
              <a:pathLst>
                <a:path w="2221" h="1218" extrusionOk="0">
                  <a:moveTo>
                    <a:pt x="929" y="2"/>
                  </a:moveTo>
                  <a:cubicBezTo>
                    <a:pt x="925" y="2"/>
                    <a:pt x="920" y="2"/>
                    <a:pt x="915" y="2"/>
                  </a:cubicBezTo>
                  <a:cubicBezTo>
                    <a:pt x="838" y="4"/>
                    <a:pt x="761" y="1"/>
                    <a:pt x="686" y="22"/>
                  </a:cubicBezTo>
                  <a:cubicBezTo>
                    <a:pt x="612" y="42"/>
                    <a:pt x="528" y="61"/>
                    <a:pt x="457" y="97"/>
                  </a:cubicBezTo>
                  <a:cubicBezTo>
                    <a:pt x="278" y="187"/>
                    <a:pt x="116" y="333"/>
                    <a:pt x="56" y="530"/>
                  </a:cubicBezTo>
                  <a:cubicBezTo>
                    <a:pt x="0" y="717"/>
                    <a:pt x="6" y="902"/>
                    <a:pt x="80" y="1084"/>
                  </a:cubicBezTo>
                  <a:cubicBezTo>
                    <a:pt x="95" y="1121"/>
                    <a:pt x="114" y="1156"/>
                    <a:pt x="135" y="1192"/>
                  </a:cubicBezTo>
                  <a:cubicBezTo>
                    <a:pt x="171" y="1039"/>
                    <a:pt x="246" y="896"/>
                    <a:pt x="360" y="788"/>
                  </a:cubicBezTo>
                  <a:cubicBezTo>
                    <a:pt x="543" y="616"/>
                    <a:pt x="793" y="535"/>
                    <a:pt x="1045" y="535"/>
                  </a:cubicBezTo>
                  <a:cubicBezTo>
                    <a:pt x="1179" y="535"/>
                    <a:pt x="1314" y="558"/>
                    <a:pt x="1439" y="603"/>
                  </a:cubicBezTo>
                  <a:cubicBezTo>
                    <a:pt x="1756" y="715"/>
                    <a:pt x="2017" y="946"/>
                    <a:pt x="2216" y="1218"/>
                  </a:cubicBezTo>
                  <a:cubicBezTo>
                    <a:pt x="2220" y="1166"/>
                    <a:pt x="2218" y="1112"/>
                    <a:pt x="2208" y="1061"/>
                  </a:cubicBezTo>
                  <a:cubicBezTo>
                    <a:pt x="2176" y="914"/>
                    <a:pt x="2133" y="793"/>
                    <a:pt x="2044" y="672"/>
                  </a:cubicBezTo>
                  <a:cubicBezTo>
                    <a:pt x="2026" y="645"/>
                    <a:pt x="2006" y="620"/>
                    <a:pt x="1986" y="595"/>
                  </a:cubicBezTo>
                  <a:cubicBezTo>
                    <a:pt x="1903" y="490"/>
                    <a:pt x="1808" y="401"/>
                    <a:pt x="1710" y="308"/>
                  </a:cubicBezTo>
                  <a:cubicBezTo>
                    <a:pt x="1531" y="139"/>
                    <a:pt x="1318" y="69"/>
                    <a:pt x="1084" y="19"/>
                  </a:cubicBezTo>
                  <a:cubicBezTo>
                    <a:pt x="1032" y="7"/>
                    <a:pt x="982" y="2"/>
                    <a:pt x="929" y="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8"/>
            <p:cNvSpPr/>
            <p:nvPr/>
          </p:nvSpPr>
          <p:spPr>
            <a:xfrm>
              <a:off x="6525507" y="134245"/>
              <a:ext cx="33233" cy="24402"/>
            </a:xfrm>
            <a:custGeom>
              <a:avLst/>
              <a:gdLst/>
              <a:ahLst/>
              <a:cxnLst/>
              <a:rect l="l" t="t" r="r" b="b"/>
              <a:pathLst>
                <a:path w="1065" h="782" extrusionOk="0">
                  <a:moveTo>
                    <a:pt x="544" y="1"/>
                  </a:moveTo>
                  <a:cubicBezTo>
                    <a:pt x="502" y="2"/>
                    <a:pt x="460" y="3"/>
                    <a:pt x="418" y="5"/>
                  </a:cubicBezTo>
                  <a:cubicBezTo>
                    <a:pt x="355" y="12"/>
                    <a:pt x="298" y="34"/>
                    <a:pt x="247" y="69"/>
                  </a:cubicBezTo>
                  <a:lnTo>
                    <a:pt x="247" y="69"/>
                  </a:lnTo>
                  <a:cubicBezTo>
                    <a:pt x="228" y="81"/>
                    <a:pt x="195" y="101"/>
                    <a:pt x="187" y="107"/>
                  </a:cubicBezTo>
                  <a:cubicBezTo>
                    <a:pt x="112" y="161"/>
                    <a:pt x="104" y="189"/>
                    <a:pt x="67" y="256"/>
                  </a:cubicBezTo>
                  <a:cubicBezTo>
                    <a:pt x="68" y="255"/>
                    <a:pt x="68" y="254"/>
                    <a:pt x="68" y="254"/>
                  </a:cubicBezTo>
                  <a:lnTo>
                    <a:pt x="68" y="254"/>
                  </a:lnTo>
                  <a:cubicBezTo>
                    <a:pt x="68" y="254"/>
                    <a:pt x="43" y="299"/>
                    <a:pt x="36" y="316"/>
                  </a:cubicBezTo>
                  <a:cubicBezTo>
                    <a:pt x="0" y="398"/>
                    <a:pt x="6" y="430"/>
                    <a:pt x="8" y="504"/>
                  </a:cubicBezTo>
                  <a:cubicBezTo>
                    <a:pt x="7" y="526"/>
                    <a:pt x="8" y="549"/>
                    <a:pt x="10" y="571"/>
                  </a:cubicBezTo>
                  <a:cubicBezTo>
                    <a:pt x="22" y="612"/>
                    <a:pt x="34" y="652"/>
                    <a:pt x="45" y="693"/>
                  </a:cubicBezTo>
                  <a:cubicBezTo>
                    <a:pt x="63" y="722"/>
                    <a:pt x="82" y="752"/>
                    <a:pt x="100" y="782"/>
                  </a:cubicBezTo>
                  <a:cubicBezTo>
                    <a:pt x="153" y="613"/>
                    <a:pt x="270" y="465"/>
                    <a:pt x="433" y="392"/>
                  </a:cubicBezTo>
                  <a:cubicBezTo>
                    <a:pt x="508" y="358"/>
                    <a:pt x="589" y="343"/>
                    <a:pt x="671" y="343"/>
                  </a:cubicBezTo>
                  <a:cubicBezTo>
                    <a:pt x="810" y="343"/>
                    <a:pt x="951" y="389"/>
                    <a:pt x="1065" y="472"/>
                  </a:cubicBezTo>
                  <a:cubicBezTo>
                    <a:pt x="1056" y="451"/>
                    <a:pt x="1048" y="430"/>
                    <a:pt x="1038" y="411"/>
                  </a:cubicBezTo>
                  <a:cubicBezTo>
                    <a:pt x="1008" y="361"/>
                    <a:pt x="979" y="312"/>
                    <a:pt x="948" y="264"/>
                  </a:cubicBezTo>
                  <a:cubicBezTo>
                    <a:pt x="937" y="248"/>
                    <a:pt x="926" y="233"/>
                    <a:pt x="914" y="219"/>
                  </a:cubicBezTo>
                  <a:cubicBezTo>
                    <a:pt x="909" y="211"/>
                    <a:pt x="904" y="205"/>
                    <a:pt x="897" y="199"/>
                  </a:cubicBezTo>
                  <a:lnTo>
                    <a:pt x="889" y="188"/>
                  </a:lnTo>
                  <a:cubicBezTo>
                    <a:pt x="888" y="187"/>
                    <a:pt x="887" y="186"/>
                    <a:pt x="886" y="185"/>
                  </a:cubicBezTo>
                  <a:cubicBezTo>
                    <a:pt x="844" y="130"/>
                    <a:pt x="793" y="89"/>
                    <a:pt x="731" y="62"/>
                  </a:cubicBezTo>
                  <a:cubicBezTo>
                    <a:pt x="694" y="35"/>
                    <a:pt x="655" y="20"/>
                    <a:pt x="610" y="16"/>
                  </a:cubicBezTo>
                  <a:cubicBezTo>
                    <a:pt x="589" y="6"/>
                    <a:pt x="566" y="1"/>
                    <a:pt x="5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8"/>
            <p:cNvSpPr/>
            <p:nvPr/>
          </p:nvSpPr>
          <p:spPr>
            <a:xfrm>
              <a:off x="6469369" y="200899"/>
              <a:ext cx="23310" cy="15384"/>
            </a:xfrm>
            <a:custGeom>
              <a:avLst/>
              <a:gdLst/>
              <a:ahLst/>
              <a:cxnLst/>
              <a:rect l="l" t="t" r="r" b="b"/>
              <a:pathLst>
                <a:path w="747" h="493" extrusionOk="0">
                  <a:moveTo>
                    <a:pt x="383" y="1"/>
                  </a:moveTo>
                  <a:cubicBezTo>
                    <a:pt x="278" y="1"/>
                    <a:pt x="156" y="22"/>
                    <a:pt x="80" y="99"/>
                  </a:cubicBezTo>
                  <a:cubicBezTo>
                    <a:pt x="50" y="123"/>
                    <a:pt x="29" y="154"/>
                    <a:pt x="15" y="189"/>
                  </a:cubicBezTo>
                  <a:cubicBezTo>
                    <a:pt x="3" y="216"/>
                    <a:pt x="0" y="242"/>
                    <a:pt x="3" y="269"/>
                  </a:cubicBezTo>
                  <a:cubicBezTo>
                    <a:pt x="5" y="331"/>
                    <a:pt x="33" y="399"/>
                    <a:pt x="87" y="432"/>
                  </a:cubicBezTo>
                  <a:cubicBezTo>
                    <a:pt x="113" y="448"/>
                    <a:pt x="143" y="465"/>
                    <a:pt x="172" y="476"/>
                  </a:cubicBezTo>
                  <a:cubicBezTo>
                    <a:pt x="202" y="489"/>
                    <a:pt x="236" y="492"/>
                    <a:pt x="269" y="492"/>
                  </a:cubicBezTo>
                  <a:cubicBezTo>
                    <a:pt x="286" y="492"/>
                    <a:pt x="303" y="492"/>
                    <a:pt x="320" y="491"/>
                  </a:cubicBezTo>
                  <a:cubicBezTo>
                    <a:pt x="353" y="490"/>
                    <a:pt x="384" y="489"/>
                    <a:pt x="417" y="479"/>
                  </a:cubicBezTo>
                  <a:cubicBezTo>
                    <a:pt x="432" y="475"/>
                    <a:pt x="446" y="471"/>
                    <a:pt x="462" y="467"/>
                  </a:cubicBezTo>
                  <a:cubicBezTo>
                    <a:pt x="493" y="457"/>
                    <a:pt x="527" y="452"/>
                    <a:pt x="555" y="437"/>
                  </a:cubicBezTo>
                  <a:cubicBezTo>
                    <a:pt x="581" y="426"/>
                    <a:pt x="616" y="407"/>
                    <a:pt x="637" y="391"/>
                  </a:cubicBezTo>
                  <a:cubicBezTo>
                    <a:pt x="648" y="382"/>
                    <a:pt x="658" y="373"/>
                    <a:pt x="669" y="363"/>
                  </a:cubicBezTo>
                  <a:cubicBezTo>
                    <a:pt x="718" y="317"/>
                    <a:pt x="747" y="257"/>
                    <a:pt x="736" y="189"/>
                  </a:cubicBezTo>
                  <a:cubicBezTo>
                    <a:pt x="731" y="157"/>
                    <a:pt x="718" y="129"/>
                    <a:pt x="697" y="104"/>
                  </a:cubicBezTo>
                  <a:cubicBezTo>
                    <a:pt x="676" y="77"/>
                    <a:pt x="650" y="58"/>
                    <a:pt x="618" y="46"/>
                  </a:cubicBezTo>
                  <a:cubicBezTo>
                    <a:pt x="605" y="39"/>
                    <a:pt x="592" y="30"/>
                    <a:pt x="578" y="25"/>
                  </a:cubicBezTo>
                  <a:cubicBezTo>
                    <a:pt x="567" y="22"/>
                    <a:pt x="553" y="20"/>
                    <a:pt x="540" y="17"/>
                  </a:cubicBezTo>
                  <a:cubicBezTo>
                    <a:pt x="501" y="7"/>
                    <a:pt x="481" y="3"/>
                    <a:pt x="444" y="2"/>
                  </a:cubicBezTo>
                  <a:cubicBezTo>
                    <a:pt x="429" y="2"/>
                    <a:pt x="414" y="1"/>
                    <a:pt x="399" y="1"/>
                  </a:cubicBezTo>
                  <a:cubicBezTo>
                    <a:pt x="394" y="1"/>
                    <a:pt x="389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8"/>
            <p:cNvSpPr/>
            <p:nvPr/>
          </p:nvSpPr>
          <p:spPr>
            <a:xfrm>
              <a:off x="6459539" y="203988"/>
              <a:ext cx="156" cy="562"/>
            </a:xfrm>
            <a:custGeom>
              <a:avLst/>
              <a:gdLst/>
              <a:ahLst/>
              <a:cxnLst/>
              <a:rect l="l" t="t" r="r" b="b"/>
              <a:pathLst>
                <a:path w="5" h="18" extrusionOk="0">
                  <a:moveTo>
                    <a:pt x="0" y="0"/>
                  </a:moveTo>
                  <a:cubicBezTo>
                    <a:pt x="1" y="7"/>
                    <a:pt x="3" y="12"/>
                    <a:pt x="4" y="17"/>
                  </a:cubicBezTo>
                  <a:cubicBezTo>
                    <a:pt x="4" y="15"/>
                    <a:pt x="4" y="13"/>
                    <a:pt x="4" y="11"/>
                  </a:cubicBezTo>
                  <a:cubicBezTo>
                    <a:pt x="4" y="8"/>
                    <a:pt x="1" y="5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8"/>
            <p:cNvSpPr/>
            <p:nvPr/>
          </p:nvSpPr>
          <p:spPr>
            <a:xfrm>
              <a:off x="6450521" y="200930"/>
              <a:ext cx="9268" cy="7988"/>
            </a:xfrm>
            <a:custGeom>
              <a:avLst/>
              <a:gdLst/>
              <a:ahLst/>
              <a:cxnLst/>
              <a:rect l="l" t="t" r="r" b="b"/>
              <a:pathLst>
                <a:path w="297" h="256" extrusionOk="0">
                  <a:moveTo>
                    <a:pt x="157" y="0"/>
                  </a:moveTo>
                  <a:cubicBezTo>
                    <a:pt x="147" y="0"/>
                    <a:pt x="135" y="0"/>
                    <a:pt x="125" y="1"/>
                  </a:cubicBezTo>
                  <a:cubicBezTo>
                    <a:pt x="115" y="4"/>
                    <a:pt x="104" y="7"/>
                    <a:pt x="94" y="10"/>
                  </a:cubicBezTo>
                  <a:cubicBezTo>
                    <a:pt x="91" y="10"/>
                    <a:pt x="89" y="12"/>
                    <a:pt x="87" y="13"/>
                  </a:cubicBezTo>
                  <a:cubicBezTo>
                    <a:pt x="83" y="14"/>
                    <a:pt x="79" y="15"/>
                    <a:pt x="75" y="17"/>
                  </a:cubicBezTo>
                  <a:cubicBezTo>
                    <a:pt x="55" y="26"/>
                    <a:pt x="39" y="39"/>
                    <a:pt x="27" y="57"/>
                  </a:cubicBezTo>
                  <a:cubicBezTo>
                    <a:pt x="14" y="74"/>
                    <a:pt x="6" y="93"/>
                    <a:pt x="4" y="115"/>
                  </a:cubicBezTo>
                  <a:cubicBezTo>
                    <a:pt x="0" y="156"/>
                    <a:pt x="18" y="201"/>
                    <a:pt x="53" y="224"/>
                  </a:cubicBezTo>
                  <a:lnTo>
                    <a:pt x="54" y="224"/>
                  </a:lnTo>
                  <a:cubicBezTo>
                    <a:pt x="63" y="229"/>
                    <a:pt x="73" y="234"/>
                    <a:pt x="83" y="240"/>
                  </a:cubicBezTo>
                  <a:cubicBezTo>
                    <a:pt x="83" y="240"/>
                    <a:pt x="84" y="241"/>
                    <a:pt x="85" y="241"/>
                  </a:cubicBezTo>
                  <a:cubicBezTo>
                    <a:pt x="87" y="242"/>
                    <a:pt x="89" y="243"/>
                    <a:pt x="93" y="244"/>
                  </a:cubicBezTo>
                  <a:cubicBezTo>
                    <a:pt x="94" y="245"/>
                    <a:pt x="96" y="246"/>
                    <a:pt x="98" y="247"/>
                  </a:cubicBezTo>
                  <a:cubicBezTo>
                    <a:pt x="104" y="249"/>
                    <a:pt x="109" y="249"/>
                    <a:pt x="117" y="251"/>
                  </a:cubicBezTo>
                  <a:cubicBezTo>
                    <a:pt x="124" y="254"/>
                    <a:pt x="131" y="255"/>
                    <a:pt x="138" y="255"/>
                  </a:cubicBezTo>
                  <a:cubicBezTo>
                    <a:pt x="141" y="255"/>
                    <a:pt x="145" y="255"/>
                    <a:pt x="149" y="254"/>
                  </a:cubicBezTo>
                  <a:cubicBezTo>
                    <a:pt x="152" y="255"/>
                    <a:pt x="154" y="255"/>
                    <a:pt x="156" y="255"/>
                  </a:cubicBezTo>
                  <a:cubicBezTo>
                    <a:pt x="160" y="255"/>
                    <a:pt x="163" y="255"/>
                    <a:pt x="167" y="253"/>
                  </a:cubicBezTo>
                  <a:cubicBezTo>
                    <a:pt x="176" y="251"/>
                    <a:pt x="185" y="249"/>
                    <a:pt x="194" y="247"/>
                  </a:cubicBezTo>
                  <a:lnTo>
                    <a:pt x="223" y="239"/>
                  </a:lnTo>
                  <a:cubicBezTo>
                    <a:pt x="238" y="232"/>
                    <a:pt x="252" y="223"/>
                    <a:pt x="261" y="210"/>
                  </a:cubicBezTo>
                  <a:cubicBezTo>
                    <a:pt x="269" y="203"/>
                    <a:pt x="276" y="195"/>
                    <a:pt x="280" y="184"/>
                  </a:cubicBezTo>
                  <a:cubicBezTo>
                    <a:pt x="286" y="174"/>
                    <a:pt x="290" y="162"/>
                    <a:pt x="292" y="150"/>
                  </a:cubicBezTo>
                  <a:lnTo>
                    <a:pt x="292" y="150"/>
                  </a:lnTo>
                  <a:lnTo>
                    <a:pt x="293" y="142"/>
                  </a:lnTo>
                  <a:cubicBezTo>
                    <a:pt x="293" y="141"/>
                    <a:pt x="295" y="141"/>
                    <a:pt x="295" y="140"/>
                  </a:cubicBezTo>
                  <a:lnTo>
                    <a:pt x="295" y="139"/>
                  </a:lnTo>
                  <a:lnTo>
                    <a:pt x="295" y="137"/>
                  </a:lnTo>
                  <a:cubicBezTo>
                    <a:pt x="297" y="124"/>
                    <a:pt x="293" y="111"/>
                    <a:pt x="289" y="98"/>
                  </a:cubicBezTo>
                  <a:cubicBezTo>
                    <a:pt x="285" y="83"/>
                    <a:pt x="280" y="66"/>
                    <a:pt x="269" y="53"/>
                  </a:cubicBezTo>
                  <a:cubicBezTo>
                    <a:pt x="255" y="36"/>
                    <a:pt x="238" y="23"/>
                    <a:pt x="217" y="16"/>
                  </a:cubicBezTo>
                  <a:cubicBezTo>
                    <a:pt x="209" y="13"/>
                    <a:pt x="200" y="10"/>
                    <a:pt x="192" y="7"/>
                  </a:cubicBezTo>
                  <a:lnTo>
                    <a:pt x="190" y="7"/>
                  </a:lnTo>
                  <a:cubicBezTo>
                    <a:pt x="179" y="5"/>
                    <a:pt x="169" y="2"/>
                    <a:pt x="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8"/>
            <p:cNvSpPr/>
            <p:nvPr/>
          </p:nvSpPr>
          <p:spPr>
            <a:xfrm>
              <a:off x="6459477" y="203863"/>
              <a:ext cx="62" cy="125"/>
            </a:xfrm>
            <a:custGeom>
              <a:avLst/>
              <a:gdLst/>
              <a:ahLst/>
              <a:cxnLst/>
              <a:rect l="l" t="t" r="r" b="b"/>
              <a:pathLst>
                <a:path w="2" h="4" extrusionOk="0">
                  <a:moveTo>
                    <a:pt x="0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8"/>
            <p:cNvSpPr/>
            <p:nvPr/>
          </p:nvSpPr>
          <p:spPr>
            <a:xfrm>
              <a:off x="6459508" y="203957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0"/>
                    <a:pt x="0" y="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25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8"/>
            <p:cNvSpPr/>
            <p:nvPr/>
          </p:nvSpPr>
          <p:spPr>
            <a:xfrm>
              <a:off x="6538332" y="153998"/>
              <a:ext cx="14448" cy="13574"/>
            </a:xfrm>
            <a:custGeom>
              <a:avLst/>
              <a:gdLst/>
              <a:ahLst/>
              <a:cxnLst/>
              <a:rect l="l" t="t" r="r" b="b"/>
              <a:pathLst>
                <a:path w="463" h="435" extrusionOk="0">
                  <a:moveTo>
                    <a:pt x="358" y="372"/>
                  </a:moveTo>
                  <a:cubicBezTo>
                    <a:pt x="357" y="373"/>
                    <a:pt x="357" y="373"/>
                    <a:pt x="357" y="374"/>
                  </a:cubicBezTo>
                  <a:lnTo>
                    <a:pt x="358" y="372"/>
                  </a:lnTo>
                  <a:close/>
                  <a:moveTo>
                    <a:pt x="297" y="409"/>
                  </a:moveTo>
                  <a:cubicBezTo>
                    <a:pt x="296" y="409"/>
                    <a:pt x="296" y="410"/>
                    <a:pt x="295" y="410"/>
                  </a:cubicBezTo>
                  <a:cubicBezTo>
                    <a:pt x="296" y="410"/>
                    <a:pt x="296" y="410"/>
                    <a:pt x="297" y="409"/>
                  </a:cubicBezTo>
                  <a:close/>
                  <a:moveTo>
                    <a:pt x="248" y="0"/>
                  </a:moveTo>
                  <a:cubicBezTo>
                    <a:pt x="232" y="0"/>
                    <a:pt x="208" y="1"/>
                    <a:pt x="192" y="2"/>
                  </a:cubicBezTo>
                  <a:lnTo>
                    <a:pt x="188" y="2"/>
                  </a:lnTo>
                  <a:cubicBezTo>
                    <a:pt x="170" y="7"/>
                    <a:pt x="154" y="13"/>
                    <a:pt x="136" y="18"/>
                  </a:cubicBezTo>
                  <a:cubicBezTo>
                    <a:pt x="117" y="24"/>
                    <a:pt x="101" y="34"/>
                    <a:pt x="89" y="46"/>
                  </a:cubicBezTo>
                  <a:cubicBezTo>
                    <a:pt x="81" y="52"/>
                    <a:pt x="67" y="69"/>
                    <a:pt x="67" y="69"/>
                  </a:cubicBezTo>
                  <a:cubicBezTo>
                    <a:pt x="61" y="74"/>
                    <a:pt x="52" y="84"/>
                    <a:pt x="46" y="92"/>
                  </a:cubicBezTo>
                  <a:cubicBezTo>
                    <a:pt x="35" y="106"/>
                    <a:pt x="15" y="147"/>
                    <a:pt x="15" y="147"/>
                  </a:cubicBezTo>
                  <a:cubicBezTo>
                    <a:pt x="15" y="147"/>
                    <a:pt x="15" y="147"/>
                    <a:pt x="15" y="147"/>
                  </a:cubicBezTo>
                  <a:lnTo>
                    <a:pt x="15" y="147"/>
                  </a:lnTo>
                  <a:cubicBezTo>
                    <a:pt x="7" y="165"/>
                    <a:pt x="3" y="186"/>
                    <a:pt x="1" y="207"/>
                  </a:cubicBezTo>
                  <a:cubicBezTo>
                    <a:pt x="1" y="211"/>
                    <a:pt x="2" y="256"/>
                    <a:pt x="3" y="261"/>
                  </a:cubicBezTo>
                  <a:lnTo>
                    <a:pt x="18" y="312"/>
                  </a:lnTo>
                  <a:cubicBezTo>
                    <a:pt x="27" y="327"/>
                    <a:pt x="36" y="342"/>
                    <a:pt x="45" y="357"/>
                  </a:cubicBezTo>
                  <a:cubicBezTo>
                    <a:pt x="51" y="365"/>
                    <a:pt x="57" y="372"/>
                    <a:pt x="66" y="377"/>
                  </a:cubicBezTo>
                  <a:cubicBezTo>
                    <a:pt x="77" y="391"/>
                    <a:pt x="92" y="402"/>
                    <a:pt x="110" y="409"/>
                  </a:cubicBezTo>
                  <a:cubicBezTo>
                    <a:pt x="138" y="424"/>
                    <a:pt x="148" y="432"/>
                    <a:pt x="186" y="434"/>
                  </a:cubicBezTo>
                  <a:cubicBezTo>
                    <a:pt x="189" y="434"/>
                    <a:pt x="235" y="433"/>
                    <a:pt x="237" y="432"/>
                  </a:cubicBezTo>
                  <a:cubicBezTo>
                    <a:pt x="247" y="432"/>
                    <a:pt x="255" y="430"/>
                    <a:pt x="263" y="425"/>
                  </a:cubicBezTo>
                  <a:cubicBezTo>
                    <a:pt x="277" y="423"/>
                    <a:pt x="288" y="413"/>
                    <a:pt x="299" y="407"/>
                  </a:cubicBezTo>
                  <a:lnTo>
                    <a:pt x="299" y="407"/>
                  </a:lnTo>
                  <a:cubicBezTo>
                    <a:pt x="298" y="408"/>
                    <a:pt x="298" y="408"/>
                    <a:pt x="297" y="409"/>
                  </a:cubicBezTo>
                  <a:lnTo>
                    <a:pt x="297" y="409"/>
                  </a:lnTo>
                  <a:cubicBezTo>
                    <a:pt x="299" y="408"/>
                    <a:pt x="302" y="407"/>
                    <a:pt x="304" y="406"/>
                  </a:cubicBezTo>
                  <a:cubicBezTo>
                    <a:pt x="306" y="405"/>
                    <a:pt x="307" y="403"/>
                    <a:pt x="310" y="402"/>
                  </a:cubicBezTo>
                  <a:cubicBezTo>
                    <a:pt x="318" y="398"/>
                    <a:pt x="327" y="397"/>
                    <a:pt x="335" y="390"/>
                  </a:cubicBezTo>
                  <a:cubicBezTo>
                    <a:pt x="336" y="389"/>
                    <a:pt x="339" y="386"/>
                    <a:pt x="342" y="382"/>
                  </a:cubicBezTo>
                  <a:cubicBezTo>
                    <a:pt x="348" y="378"/>
                    <a:pt x="356" y="374"/>
                    <a:pt x="361" y="368"/>
                  </a:cubicBezTo>
                  <a:lnTo>
                    <a:pt x="361" y="368"/>
                  </a:lnTo>
                  <a:lnTo>
                    <a:pt x="358" y="372"/>
                  </a:lnTo>
                  <a:lnTo>
                    <a:pt x="358" y="372"/>
                  </a:lnTo>
                  <a:cubicBezTo>
                    <a:pt x="361" y="369"/>
                    <a:pt x="365" y="366"/>
                    <a:pt x="369" y="363"/>
                  </a:cubicBezTo>
                  <a:cubicBezTo>
                    <a:pt x="388" y="351"/>
                    <a:pt x="405" y="336"/>
                    <a:pt x="418" y="317"/>
                  </a:cubicBezTo>
                  <a:cubicBezTo>
                    <a:pt x="428" y="301"/>
                    <a:pt x="436" y="286"/>
                    <a:pt x="445" y="270"/>
                  </a:cubicBezTo>
                  <a:cubicBezTo>
                    <a:pt x="445" y="269"/>
                    <a:pt x="445" y="268"/>
                    <a:pt x="445" y="267"/>
                  </a:cubicBezTo>
                  <a:cubicBezTo>
                    <a:pt x="450" y="250"/>
                    <a:pt x="454" y="232"/>
                    <a:pt x="457" y="216"/>
                  </a:cubicBezTo>
                  <a:cubicBezTo>
                    <a:pt x="462" y="185"/>
                    <a:pt x="455" y="154"/>
                    <a:pt x="441" y="126"/>
                  </a:cubicBezTo>
                  <a:lnTo>
                    <a:pt x="441" y="126"/>
                  </a:lnTo>
                  <a:cubicBezTo>
                    <a:pt x="441" y="125"/>
                    <a:pt x="441" y="124"/>
                    <a:pt x="440" y="124"/>
                  </a:cubicBezTo>
                  <a:lnTo>
                    <a:pt x="440" y="124"/>
                  </a:lnTo>
                  <a:cubicBezTo>
                    <a:pt x="437" y="116"/>
                    <a:pt x="432" y="108"/>
                    <a:pt x="428" y="101"/>
                  </a:cubicBezTo>
                  <a:lnTo>
                    <a:pt x="428" y="101"/>
                  </a:lnTo>
                  <a:cubicBezTo>
                    <a:pt x="417" y="82"/>
                    <a:pt x="416" y="81"/>
                    <a:pt x="394" y="61"/>
                  </a:cubicBezTo>
                  <a:cubicBezTo>
                    <a:pt x="373" y="40"/>
                    <a:pt x="359" y="25"/>
                    <a:pt x="327" y="17"/>
                  </a:cubicBezTo>
                  <a:cubicBezTo>
                    <a:pt x="325" y="17"/>
                    <a:pt x="324" y="16"/>
                    <a:pt x="323" y="16"/>
                  </a:cubicBezTo>
                  <a:cubicBezTo>
                    <a:pt x="304" y="12"/>
                    <a:pt x="285" y="6"/>
                    <a:pt x="267" y="3"/>
                  </a:cubicBezTo>
                  <a:cubicBezTo>
                    <a:pt x="261" y="1"/>
                    <a:pt x="256" y="1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8"/>
            <p:cNvSpPr/>
            <p:nvPr/>
          </p:nvSpPr>
          <p:spPr>
            <a:xfrm>
              <a:off x="6406616" y="226705"/>
              <a:ext cx="20845" cy="18349"/>
            </a:xfrm>
            <a:custGeom>
              <a:avLst/>
              <a:gdLst/>
              <a:ahLst/>
              <a:cxnLst/>
              <a:rect l="l" t="t" r="r" b="b"/>
              <a:pathLst>
                <a:path w="668" h="588" extrusionOk="0">
                  <a:moveTo>
                    <a:pt x="447" y="0"/>
                  </a:moveTo>
                  <a:cubicBezTo>
                    <a:pt x="399" y="0"/>
                    <a:pt x="358" y="6"/>
                    <a:pt x="311" y="21"/>
                  </a:cubicBezTo>
                  <a:cubicBezTo>
                    <a:pt x="288" y="28"/>
                    <a:pt x="266" y="35"/>
                    <a:pt x="244" y="46"/>
                  </a:cubicBezTo>
                  <a:cubicBezTo>
                    <a:pt x="207" y="64"/>
                    <a:pt x="168" y="84"/>
                    <a:pt x="136" y="110"/>
                  </a:cubicBezTo>
                  <a:cubicBezTo>
                    <a:pt x="113" y="127"/>
                    <a:pt x="93" y="152"/>
                    <a:pt x="74" y="174"/>
                  </a:cubicBezTo>
                  <a:cubicBezTo>
                    <a:pt x="54" y="196"/>
                    <a:pt x="38" y="222"/>
                    <a:pt x="28" y="249"/>
                  </a:cubicBezTo>
                  <a:cubicBezTo>
                    <a:pt x="14" y="284"/>
                    <a:pt x="5" y="324"/>
                    <a:pt x="3" y="363"/>
                  </a:cubicBezTo>
                  <a:cubicBezTo>
                    <a:pt x="1" y="423"/>
                    <a:pt x="15" y="475"/>
                    <a:pt x="53" y="522"/>
                  </a:cubicBezTo>
                  <a:cubicBezTo>
                    <a:pt x="61" y="533"/>
                    <a:pt x="70" y="543"/>
                    <a:pt x="78" y="554"/>
                  </a:cubicBezTo>
                  <a:cubicBezTo>
                    <a:pt x="95" y="576"/>
                    <a:pt x="123" y="588"/>
                    <a:pt x="150" y="588"/>
                  </a:cubicBezTo>
                  <a:cubicBezTo>
                    <a:pt x="161" y="588"/>
                    <a:pt x="173" y="585"/>
                    <a:pt x="184" y="581"/>
                  </a:cubicBezTo>
                  <a:lnTo>
                    <a:pt x="184" y="580"/>
                  </a:lnTo>
                  <a:cubicBezTo>
                    <a:pt x="197" y="580"/>
                    <a:pt x="209" y="579"/>
                    <a:pt x="220" y="578"/>
                  </a:cubicBezTo>
                  <a:cubicBezTo>
                    <a:pt x="244" y="574"/>
                    <a:pt x="268" y="566"/>
                    <a:pt x="290" y="554"/>
                  </a:cubicBezTo>
                  <a:cubicBezTo>
                    <a:pt x="322" y="537"/>
                    <a:pt x="362" y="519"/>
                    <a:pt x="388" y="494"/>
                  </a:cubicBezTo>
                  <a:cubicBezTo>
                    <a:pt x="419" y="464"/>
                    <a:pt x="449" y="434"/>
                    <a:pt x="479" y="404"/>
                  </a:cubicBezTo>
                  <a:lnTo>
                    <a:pt x="479" y="404"/>
                  </a:lnTo>
                  <a:lnTo>
                    <a:pt x="437" y="447"/>
                  </a:lnTo>
                  <a:cubicBezTo>
                    <a:pt x="462" y="422"/>
                    <a:pt x="490" y="400"/>
                    <a:pt x="519" y="380"/>
                  </a:cubicBezTo>
                  <a:cubicBezTo>
                    <a:pt x="532" y="371"/>
                    <a:pt x="544" y="361"/>
                    <a:pt x="558" y="351"/>
                  </a:cubicBezTo>
                  <a:cubicBezTo>
                    <a:pt x="578" y="337"/>
                    <a:pt x="594" y="322"/>
                    <a:pt x="611" y="304"/>
                  </a:cubicBezTo>
                  <a:lnTo>
                    <a:pt x="611" y="304"/>
                  </a:lnTo>
                  <a:lnTo>
                    <a:pt x="593" y="323"/>
                  </a:lnTo>
                  <a:cubicBezTo>
                    <a:pt x="608" y="309"/>
                    <a:pt x="627" y="296"/>
                    <a:pt x="636" y="277"/>
                  </a:cubicBezTo>
                  <a:cubicBezTo>
                    <a:pt x="654" y="244"/>
                    <a:pt x="667" y="215"/>
                    <a:pt x="666" y="176"/>
                  </a:cubicBezTo>
                  <a:cubicBezTo>
                    <a:pt x="665" y="144"/>
                    <a:pt x="656" y="101"/>
                    <a:pt x="632" y="78"/>
                  </a:cubicBezTo>
                  <a:cubicBezTo>
                    <a:pt x="606" y="53"/>
                    <a:pt x="590" y="39"/>
                    <a:pt x="555" y="23"/>
                  </a:cubicBezTo>
                  <a:cubicBezTo>
                    <a:pt x="552" y="21"/>
                    <a:pt x="548" y="19"/>
                    <a:pt x="545" y="18"/>
                  </a:cubicBezTo>
                  <a:cubicBezTo>
                    <a:pt x="521" y="7"/>
                    <a:pt x="496" y="1"/>
                    <a:pt x="471" y="1"/>
                  </a:cubicBezTo>
                  <a:cubicBezTo>
                    <a:pt x="463" y="1"/>
                    <a:pt x="455" y="0"/>
                    <a:pt x="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8"/>
            <p:cNvSpPr/>
            <p:nvPr/>
          </p:nvSpPr>
          <p:spPr>
            <a:xfrm>
              <a:off x="6605516" y="136086"/>
              <a:ext cx="27741" cy="34326"/>
            </a:xfrm>
            <a:custGeom>
              <a:avLst/>
              <a:gdLst/>
              <a:ahLst/>
              <a:cxnLst/>
              <a:rect l="l" t="t" r="r" b="b"/>
              <a:pathLst>
                <a:path w="889" h="1100" extrusionOk="0">
                  <a:moveTo>
                    <a:pt x="438" y="0"/>
                  </a:moveTo>
                  <a:cubicBezTo>
                    <a:pt x="420" y="0"/>
                    <a:pt x="401" y="2"/>
                    <a:pt x="383" y="5"/>
                  </a:cubicBezTo>
                  <a:cubicBezTo>
                    <a:pt x="321" y="15"/>
                    <a:pt x="265" y="39"/>
                    <a:pt x="216" y="78"/>
                  </a:cubicBezTo>
                  <a:cubicBezTo>
                    <a:pt x="211" y="84"/>
                    <a:pt x="204" y="89"/>
                    <a:pt x="197" y="95"/>
                  </a:cubicBezTo>
                  <a:cubicBezTo>
                    <a:pt x="153" y="128"/>
                    <a:pt x="121" y="169"/>
                    <a:pt x="99" y="218"/>
                  </a:cubicBezTo>
                  <a:cubicBezTo>
                    <a:pt x="85" y="234"/>
                    <a:pt x="77" y="252"/>
                    <a:pt x="73" y="271"/>
                  </a:cubicBezTo>
                  <a:cubicBezTo>
                    <a:pt x="71" y="278"/>
                    <a:pt x="69" y="285"/>
                    <a:pt x="67" y="291"/>
                  </a:cubicBezTo>
                  <a:cubicBezTo>
                    <a:pt x="59" y="319"/>
                    <a:pt x="50" y="344"/>
                    <a:pt x="39" y="370"/>
                  </a:cubicBezTo>
                  <a:cubicBezTo>
                    <a:pt x="14" y="435"/>
                    <a:pt x="14" y="496"/>
                    <a:pt x="5" y="561"/>
                  </a:cubicBezTo>
                  <a:cubicBezTo>
                    <a:pt x="4" y="569"/>
                    <a:pt x="2" y="577"/>
                    <a:pt x="1" y="585"/>
                  </a:cubicBezTo>
                  <a:cubicBezTo>
                    <a:pt x="2" y="622"/>
                    <a:pt x="3" y="660"/>
                    <a:pt x="4" y="696"/>
                  </a:cubicBezTo>
                  <a:cubicBezTo>
                    <a:pt x="5" y="701"/>
                    <a:pt x="5" y="704"/>
                    <a:pt x="6" y="708"/>
                  </a:cubicBezTo>
                  <a:cubicBezTo>
                    <a:pt x="9" y="723"/>
                    <a:pt x="12" y="737"/>
                    <a:pt x="14" y="752"/>
                  </a:cubicBezTo>
                  <a:cubicBezTo>
                    <a:pt x="25" y="787"/>
                    <a:pt x="34" y="820"/>
                    <a:pt x="45" y="853"/>
                  </a:cubicBezTo>
                  <a:cubicBezTo>
                    <a:pt x="62" y="885"/>
                    <a:pt x="81" y="915"/>
                    <a:pt x="100" y="946"/>
                  </a:cubicBezTo>
                  <a:cubicBezTo>
                    <a:pt x="126" y="971"/>
                    <a:pt x="153" y="997"/>
                    <a:pt x="180" y="1022"/>
                  </a:cubicBezTo>
                  <a:cubicBezTo>
                    <a:pt x="225" y="1058"/>
                    <a:pt x="275" y="1079"/>
                    <a:pt x="330" y="1087"/>
                  </a:cubicBezTo>
                  <a:cubicBezTo>
                    <a:pt x="354" y="1096"/>
                    <a:pt x="378" y="1100"/>
                    <a:pt x="402" y="1100"/>
                  </a:cubicBezTo>
                  <a:cubicBezTo>
                    <a:pt x="413" y="1100"/>
                    <a:pt x="424" y="1099"/>
                    <a:pt x="435" y="1097"/>
                  </a:cubicBezTo>
                  <a:cubicBezTo>
                    <a:pt x="442" y="1098"/>
                    <a:pt x="448" y="1098"/>
                    <a:pt x="455" y="1098"/>
                  </a:cubicBezTo>
                  <a:cubicBezTo>
                    <a:pt x="483" y="1098"/>
                    <a:pt x="511" y="1093"/>
                    <a:pt x="539" y="1081"/>
                  </a:cubicBezTo>
                  <a:cubicBezTo>
                    <a:pt x="574" y="1075"/>
                    <a:pt x="607" y="1061"/>
                    <a:pt x="635" y="1039"/>
                  </a:cubicBezTo>
                  <a:cubicBezTo>
                    <a:pt x="685" y="1014"/>
                    <a:pt x="726" y="978"/>
                    <a:pt x="757" y="930"/>
                  </a:cubicBezTo>
                  <a:cubicBezTo>
                    <a:pt x="767" y="918"/>
                    <a:pt x="775" y="907"/>
                    <a:pt x="783" y="894"/>
                  </a:cubicBezTo>
                  <a:cubicBezTo>
                    <a:pt x="786" y="891"/>
                    <a:pt x="788" y="888"/>
                    <a:pt x="790" y="885"/>
                  </a:cubicBezTo>
                  <a:cubicBezTo>
                    <a:pt x="836" y="821"/>
                    <a:pt x="863" y="750"/>
                    <a:pt x="870" y="671"/>
                  </a:cubicBezTo>
                  <a:cubicBezTo>
                    <a:pt x="872" y="663"/>
                    <a:pt x="874" y="656"/>
                    <a:pt x="875" y="647"/>
                  </a:cubicBezTo>
                  <a:cubicBezTo>
                    <a:pt x="884" y="583"/>
                    <a:pt x="888" y="514"/>
                    <a:pt x="878" y="452"/>
                  </a:cubicBezTo>
                  <a:cubicBezTo>
                    <a:pt x="870" y="410"/>
                    <a:pt x="850" y="353"/>
                    <a:pt x="834" y="308"/>
                  </a:cubicBezTo>
                  <a:cubicBezTo>
                    <a:pt x="830" y="296"/>
                    <a:pt x="824" y="283"/>
                    <a:pt x="819" y="272"/>
                  </a:cubicBezTo>
                  <a:cubicBezTo>
                    <a:pt x="789" y="199"/>
                    <a:pt x="744" y="122"/>
                    <a:pt x="674" y="82"/>
                  </a:cubicBezTo>
                  <a:cubicBezTo>
                    <a:pt x="638" y="61"/>
                    <a:pt x="601" y="41"/>
                    <a:pt x="564" y="22"/>
                  </a:cubicBezTo>
                  <a:cubicBezTo>
                    <a:pt x="523" y="8"/>
                    <a:pt x="481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8"/>
            <p:cNvSpPr/>
            <p:nvPr/>
          </p:nvSpPr>
          <p:spPr>
            <a:xfrm>
              <a:off x="6595999" y="190945"/>
              <a:ext cx="94" cy="94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0" y="1"/>
                  </a:move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2"/>
                    <a:pt x="1" y="2"/>
                    <a:pt x="1" y="2"/>
                  </a:cubicBezTo>
                  <a:lnTo>
                    <a:pt x="0" y="1"/>
                  </a:ln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1" y="3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8"/>
            <p:cNvSpPr/>
            <p:nvPr/>
          </p:nvSpPr>
          <p:spPr>
            <a:xfrm>
              <a:off x="6589945" y="189790"/>
              <a:ext cx="6928" cy="7333"/>
            </a:xfrm>
            <a:custGeom>
              <a:avLst/>
              <a:gdLst/>
              <a:ahLst/>
              <a:cxnLst/>
              <a:rect l="l" t="t" r="r" b="b"/>
              <a:pathLst>
                <a:path w="222" h="235" extrusionOk="0">
                  <a:moveTo>
                    <a:pt x="123" y="0"/>
                  </a:moveTo>
                  <a:cubicBezTo>
                    <a:pt x="122" y="0"/>
                    <a:pt x="98" y="1"/>
                    <a:pt x="97" y="1"/>
                  </a:cubicBezTo>
                  <a:lnTo>
                    <a:pt x="94" y="1"/>
                  </a:lnTo>
                  <a:cubicBezTo>
                    <a:pt x="79" y="3"/>
                    <a:pt x="66" y="7"/>
                    <a:pt x="55" y="16"/>
                  </a:cubicBezTo>
                  <a:cubicBezTo>
                    <a:pt x="41" y="23"/>
                    <a:pt x="31" y="33"/>
                    <a:pt x="22" y="45"/>
                  </a:cubicBezTo>
                  <a:cubicBezTo>
                    <a:pt x="18" y="53"/>
                    <a:pt x="13" y="62"/>
                    <a:pt x="9" y="70"/>
                  </a:cubicBezTo>
                  <a:cubicBezTo>
                    <a:pt x="1" y="88"/>
                    <a:pt x="0" y="107"/>
                    <a:pt x="2" y="126"/>
                  </a:cubicBezTo>
                  <a:cubicBezTo>
                    <a:pt x="4" y="131"/>
                    <a:pt x="6" y="134"/>
                    <a:pt x="7" y="139"/>
                  </a:cubicBezTo>
                  <a:cubicBezTo>
                    <a:pt x="7" y="140"/>
                    <a:pt x="10" y="149"/>
                    <a:pt x="11" y="153"/>
                  </a:cubicBezTo>
                  <a:cubicBezTo>
                    <a:pt x="11" y="153"/>
                    <a:pt x="11" y="154"/>
                    <a:pt x="11" y="154"/>
                  </a:cubicBezTo>
                  <a:cubicBezTo>
                    <a:pt x="11" y="154"/>
                    <a:pt x="12" y="155"/>
                    <a:pt x="12" y="155"/>
                  </a:cubicBezTo>
                  <a:cubicBezTo>
                    <a:pt x="12" y="156"/>
                    <a:pt x="12" y="157"/>
                    <a:pt x="13" y="157"/>
                  </a:cubicBezTo>
                  <a:lnTo>
                    <a:pt x="14" y="160"/>
                  </a:lnTo>
                  <a:cubicBezTo>
                    <a:pt x="19" y="169"/>
                    <a:pt x="24" y="176"/>
                    <a:pt x="29" y="184"/>
                  </a:cubicBezTo>
                  <a:lnTo>
                    <a:pt x="30" y="185"/>
                  </a:lnTo>
                  <a:cubicBezTo>
                    <a:pt x="31" y="187"/>
                    <a:pt x="32" y="189"/>
                    <a:pt x="33" y="190"/>
                  </a:cubicBezTo>
                  <a:cubicBezTo>
                    <a:pt x="34" y="191"/>
                    <a:pt x="35" y="192"/>
                    <a:pt x="35" y="193"/>
                  </a:cubicBezTo>
                  <a:cubicBezTo>
                    <a:pt x="41" y="199"/>
                    <a:pt x="49" y="205"/>
                    <a:pt x="55" y="210"/>
                  </a:cubicBezTo>
                  <a:cubicBezTo>
                    <a:pt x="55" y="212"/>
                    <a:pt x="56" y="212"/>
                    <a:pt x="56" y="212"/>
                  </a:cubicBezTo>
                  <a:cubicBezTo>
                    <a:pt x="57" y="213"/>
                    <a:pt x="59" y="214"/>
                    <a:pt x="60" y="215"/>
                  </a:cubicBezTo>
                  <a:cubicBezTo>
                    <a:pt x="63" y="217"/>
                    <a:pt x="67" y="219"/>
                    <a:pt x="72" y="221"/>
                  </a:cubicBezTo>
                  <a:cubicBezTo>
                    <a:pt x="75" y="223"/>
                    <a:pt x="79" y="226"/>
                    <a:pt x="83" y="227"/>
                  </a:cubicBezTo>
                  <a:cubicBezTo>
                    <a:pt x="84" y="228"/>
                    <a:pt x="84" y="228"/>
                    <a:pt x="85" y="228"/>
                  </a:cubicBezTo>
                  <a:cubicBezTo>
                    <a:pt x="93" y="230"/>
                    <a:pt x="101" y="232"/>
                    <a:pt x="109" y="234"/>
                  </a:cubicBezTo>
                  <a:cubicBezTo>
                    <a:pt x="109" y="235"/>
                    <a:pt x="110" y="235"/>
                    <a:pt x="110" y="235"/>
                  </a:cubicBezTo>
                  <a:lnTo>
                    <a:pt x="111" y="235"/>
                  </a:lnTo>
                  <a:cubicBezTo>
                    <a:pt x="113" y="235"/>
                    <a:pt x="131" y="234"/>
                    <a:pt x="133" y="234"/>
                  </a:cubicBezTo>
                  <a:lnTo>
                    <a:pt x="135" y="234"/>
                  </a:lnTo>
                  <a:cubicBezTo>
                    <a:pt x="138" y="232"/>
                    <a:pt x="153" y="228"/>
                    <a:pt x="156" y="227"/>
                  </a:cubicBezTo>
                  <a:cubicBezTo>
                    <a:pt x="156" y="227"/>
                    <a:pt x="157" y="226"/>
                    <a:pt x="157" y="226"/>
                  </a:cubicBezTo>
                  <a:cubicBezTo>
                    <a:pt x="158" y="226"/>
                    <a:pt x="175" y="216"/>
                    <a:pt x="176" y="216"/>
                  </a:cubicBezTo>
                  <a:cubicBezTo>
                    <a:pt x="176" y="215"/>
                    <a:pt x="176" y="215"/>
                    <a:pt x="176" y="215"/>
                  </a:cubicBezTo>
                  <a:cubicBezTo>
                    <a:pt x="176" y="215"/>
                    <a:pt x="192" y="199"/>
                    <a:pt x="192" y="199"/>
                  </a:cubicBezTo>
                  <a:cubicBezTo>
                    <a:pt x="192" y="199"/>
                    <a:pt x="202" y="180"/>
                    <a:pt x="202" y="180"/>
                  </a:cubicBezTo>
                  <a:cubicBezTo>
                    <a:pt x="202" y="180"/>
                    <a:pt x="202" y="179"/>
                    <a:pt x="202" y="179"/>
                  </a:cubicBezTo>
                  <a:cubicBezTo>
                    <a:pt x="204" y="173"/>
                    <a:pt x="207" y="165"/>
                    <a:pt x="208" y="158"/>
                  </a:cubicBezTo>
                  <a:cubicBezTo>
                    <a:pt x="208" y="157"/>
                    <a:pt x="208" y="157"/>
                    <a:pt x="208" y="156"/>
                  </a:cubicBezTo>
                  <a:cubicBezTo>
                    <a:pt x="208" y="155"/>
                    <a:pt x="208" y="154"/>
                    <a:pt x="208" y="154"/>
                  </a:cubicBezTo>
                  <a:cubicBezTo>
                    <a:pt x="211" y="147"/>
                    <a:pt x="215" y="141"/>
                    <a:pt x="216" y="134"/>
                  </a:cubicBezTo>
                  <a:cubicBezTo>
                    <a:pt x="220" y="120"/>
                    <a:pt x="221" y="106"/>
                    <a:pt x="218" y="92"/>
                  </a:cubicBezTo>
                  <a:cubicBezTo>
                    <a:pt x="216" y="83"/>
                    <a:pt x="213" y="74"/>
                    <a:pt x="211" y="65"/>
                  </a:cubicBezTo>
                  <a:cubicBezTo>
                    <a:pt x="210" y="64"/>
                    <a:pt x="208" y="63"/>
                    <a:pt x="208" y="61"/>
                  </a:cubicBezTo>
                  <a:cubicBezTo>
                    <a:pt x="207" y="61"/>
                    <a:pt x="207" y="60"/>
                    <a:pt x="207" y="60"/>
                  </a:cubicBezTo>
                  <a:lnTo>
                    <a:pt x="207" y="60"/>
                  </a:lnTo>
                  <a:cubicBezTo>
                    <a:pt x="207" y="59"/>
                    <a:pt x="207" y="59"/>
                    <a:pt x="207" y="59"/>
                  </a:cubicBezTo>
                  <a:cubicBezTo>
                    <a:pt x="207" y="57"/>
                    <a:pt x="206" y="56"/>
                    <a:pt x="205" y="56"/>
                  </a:cubicBezTo>
                  <a:lnTo>
                    <a:pt x="205" y="56"/>
                  </a:lnTo>
                  <a:cubicBezTo>
                    <a:pt x="198" y="44"/>
                    <a:pt x="190" y="33"/>
                    <a:pt x="179" y="24"/>
                  </a:cubicBezTo>
                  <a:lnTo>
                    <a:pt x="179" y="24"/>
                  </a:lnTo>
                  <a:cubicBezTo>
                    <a:pt x="178" y="23"/>
                    <a:pt x="177" y="21"/>
                    <a:pt x="176" y="20"/>
                  </a:cubicBezTo>
                  <a:cubicBezTo>
                    <a:pt x="169" y="14"/>
                    <a:pt x="159" y="10"/>
                    <a:pt x="151" y="6"/>
                  </a:cubicBezTo>
                  <a:lnTo>
                    <a:pt x="150" y="6"/>
                  </a:lnTo>
                  <a:cubicBezTo>
                    <a:pt x="150" y="6"/>
                    <a:pt x="12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8"/>
            <p:cNvSpPr/>
            <p:nvPr/>
          </p:nvSpPr>
          <p:spPr>
            <a:xfrm>
              <a:off x="6595624" y="190632"/>
              <a:ext cx="687" cy="843"/>
            </a:xfrm>
            <a:custGeom>
              <a:avLst/>
              <a:gdLst/>
              <a:ahLst/>
              <a:cxnLst/>
              <a:rect l="l" t="t" r="r" b="b"/>
              <a:pathLst>
                <a:path w="22" h="27" extrusionOk="0">
                  <a:moveTo>
                    <a:pt x="1" y="0"/>
                  </a:moveTo>
                  <a:cubicBezTo>
                    <a:pt x="7" y="7"/>
                    <a:pt x="13" y="13"/>
                    <a:pt x="18" y="20"/>
                  </a:cubicBezTo>
                  <a:lnTo>
                    <a:pt x="18" y="20"/>
                  </a:lnTo>
                  <a:cubicBezTo>
                    <a:pt x="16" y="18"/>
                    <a:pt x="15" y="15"/>
                    <a:pt x="13" y="13"/>
                  </a:cubicBezTo>
                  <a:cubicBezTo>
                    <a:pt x="9" y="9"/>
                    <a:pt x="5" y="5"/>
                    <a:pt x="1" y="0"/>
                  </a:cubicBezTo>
                  <a:close/>
                  <a:moveTo>
                    <a:pt x="18" y="20"/>
                  </a:moveTo>
                  <a:cubicBezTo>
                    <a:pt x="19" y="22"/>
                    <a:pt x="20" y="25"/>
                    <a:pt x="21" y="26"/>
                  </a:cubicBezTo>
                  <a:cubicBezTo>
                    <a:pt x="20" y="24"/>
                    <a:pt x="19" y="22"/>
                    <a:pt x="18" y="20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8"/>
            <p:cNvSpPr/>
            <p:nvPr/>
          </p:nvSpPr>
          <p:spPr>
            <a:xfrm>
              <a:off x="6591318" y="232884"/>
              <a:ext cx="20314" cy="21594"/>
            </a:xfrm>
            <a:custGeom>
              <a:avLst/>
              <a:gdLst/>
              <a:ahLst/>
              <a:cxnLst/>
              <a:rect l="l" t="t" r="r" b="b"/>
              <a:pathLst>
                <a:path w="651" h="692" extrusionOk="0">
                  <a:moveTo>
                    <a:pt x="333" y="1"/>
                  </a:moveTo>
                  <a:cubicBezTo>
                    <a:pt x="325" y="1"/>
                    <a:pt x="317" y="1"/>
                    <a:pt x="309" y="3"/>
                  </a:cubicBezTo>
                  <a:cubicBezTo>
                    <a:pt x="305" y="2"/>
                    <a:pt x="301" y="2"/>
                    <a:pt x="296" y="2"/>
                  </a:cubicBezTo>
                  <a:cubicBezTo>
                    <a:pt x="266" y="2"/>
                    <a:pt x="237" y="9"/>
                    <a:pt x="209" y="23"/>
                  </a:cubicBezTo>
                  <a:cubicBezTo>
                    <a:pt x="205" y="24"/>
                    <a:pt x="202" y="26"/>
                    <a:pt x="199" y="27"/>
                  </a:cubicBezTo>
                  <a:cubicBezTo>
                    <a:pt x="198" y="27"/>
                    <a:pt x="197" y="28"/>
                    <a:pt x="195" y="29"/>
                  </a:cubicBezTo>
                  <a:cubicBezTo>
                    <a:pt x="170" y="40"/>
                    <a:pt x="146" y="55"/>
                    <a:pt x="123" y="72"/>
                  </a:cubicBezTo>
                  <a:cubicBezTo>
                    <a:pt x="87" y="98"/>
                    <a:pt x="61" y="131"/>
                    <a:pt x="43" y="172"/>
                  </a:cubicBezTo>
                  <a:cubicBezTo>
                    <a:pt x="20" y="208"/>
                    <a:pt x="8" y="247"/>
                    <a:pt x="5" y="291"/>
                  </a:cubicBezTo>
                  <a:cubicBezTo>
                    <a:pt x="0" y="319"/>
                    <a:pt x="0" y="347"/>
                    <a:pt x="7" y="376"/>
                  </a:cubicBezTo>
                  <a:cubicBezTo>
                    <a:pt x="8" y="382"/>
                    <a:pt x="9" y="387"/>
                    <a:pt x="9" y="392"/>
                  </a:cubicBezTo>
                  <a:cubicBezTo>
                    <a:pt x="11" y="403"/>
                    <a:pt x="13" y="412"/>
                    <a:pt x="14" y="423"/>
                  </a:cubicBezTo>
                  <a:cubicBezTo>
                    <a:pt x="19" y="465"/>
                    <a:pt x="34" y="503"/>
                    <a:pt x="59" y="537"/>
                  </a:cubicBezTo>
                  <a:cubicBezTo>
                    <a:pt x="78" y="574"/>
                    <a:pt x="105" y="606"/>
                    <a:pt x="142" y="630"/>
                  </a:cubicBezTo>
                  <a:cubicBezTo>
                    <a:pt x="176" y="658"/>
                    <a:pt x="214" y="674"/>
                    <a:pt x="257" y="680"/>
                  </a:cubicBezTo>
                  <a:cubicBezTo>
                    <a:pt x="281" y="688"/>
                    <a:pt x="306" y="692"/>
                    <a:pt x="331" y="692"/>
                  </a:cubicBezTo>
                  <a:cubicBezTo>
                    <a:pt x="347" y="692"/>
                    <a:pt x="362" y="690"/>
                    <a:pt x="378" y="687"/>
                  </a:cubicBezTo>
                  <a:cubicBezTo>
                    <a:pt x="403" y="680"/>
                    <a:pt x="429" y="672"/>
                    <a:pt x="456" y="664"/>
                  </a:cubicBezTo>
                  <a:cubicBezTo>
                    <a:pt x="508" y="641"/>
                    <a:pt x="551" y="607"/>
                    <a:pt x="585" y="560"/>
                  </a:cubicBezTo>
                  <a:lnTo>
                    <a:pt x="625" y="485"/>
                  </a:lnTo>
                  <a:cubicBezTo>
                    <a:pt x="645" y="433"/>
                    <a:pt x="650" y="378"/>
                    <a:pt x="642" y="324"/>
                  </a:cubicBezTo>
                  <a:cubicBezTo>
                    <a:pt x="641" y="313"/>
                    <a:pt x="641" y="302"/>
                    <a:pt x="640" y="292"/>
                  </a:cubicBezTo>
                  <a:cubicBezTo>
                    <a:pt x="640" y="286"/>
                    <a:pt x="640" y="281"/>
                    <a:pt x="640" y="276"/>
                  </a:cubicBezTo>
                  <a:cubicBezTo>
                    <a:pt x="631" y="250"/>
                    <a:pt x="624" y="224"/>
                    <a:pt x="617" y="197"/>
                  </a:cubicBezTo>
                  <a:cubicBezTo>
                    <a:pt x="616" y="196"/>
                    <a:pt x="616" y="194"/>
                    <a:pt x="616" y="193"/>
                  </a:cubicBezTo>
                  <a:cubicBezTo>
                    <a:pt x="601" y="170"/>
                    <a:pt x="586" y="146"/>
                    <a:pt x="572" y="123"/>
                  </a:cubicBezTo>
                  <a:cubicBezTo>
                    <a:pt x="546" y="86"/>
                    <a:pt x="512" y="60"/>
                    <a:pt x="472" y="44"/>
                  </a:cubicBezTo>
                  <a:cubicBezTo>
                    <a:pt x="447" y="29"/>
                    <a:pt x="442" y="25"/>
                    <a:pt x="422" y="19"/>
                  </a:cubicBezTo>
                  <a:cubicBezTo>
                    <a:pt x="419" y="19"/>
                    <a:pt x="417" y="18"/>
                    <a:pt x="415" y="17"/>
                  </a:cubicBezTo>
                  <a:cubicBezTo>
                    <a:pt x="402" y="15"/>
                    <a:pt x="391" y="12"/>
                    <a:pt x="378" y="9"/>
                  </a:cubicBezTo>
                  <a:cubicBezTo>
                    <a:pt x="364" y="3"/>
                    <a:pt x="348" y="1"/>
                    <a:pt x="3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8"/>
            <p:cNvSpPr/>
            <p:nvPr/>
          </p:nvSpPr>
          <p:spPr>
            <a:xfrm>
              <a:off x="6616906" y="102853"/>
              <a:ext cx="13886" cy="14042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228" y="1"/>
                  </a:moveTo>
                  <a:cubicBezTo>
                    <a:pt x="179" y="1"/>
                    <a:pt x="131" y="16"/>
                    <a:pt x="93" y="47"/>
                  </a:cubicBezTo>
                  <a:cubicBezTo>
                    <a:pt x="71" y="66"/>
                    <a:pt x="57" y="81"/>
                    <a:pt x="45" y="103"/>
                  </a:cubicBezTo>
                  <a:cubicBezTo>
                    <a:pt x="22" y="135"/>
                    <a:pt x="8" y="171"/>
                    <a:pt x="4" y="209"/>
                  </a:cubicBezTo>
                  <a:cubicBezTo>
                    <a:pt x="1" y="248"/>
                    <a:pt x="6" y="285"/>
                    <a:pt x="22" y="319"/>
                  </a:cubicBezTo>
                  <a:lnTo>
                    <a:pt x="51" y="367"/>
                  </a:lnTo>
                  <a:cubicBezTo>
                    <a:pt x="76" y="399"/>
                    <a:pt x="108" y="422"/>
                    <a:pt x="145" y="436"/>
                  </a:cubicBezTo>
                  <a:cubicBezTo>
                    <a:pt x="167" y="445"/>
                    <a:pt x="188" y="449"/>
                    <a:pt x="210" y="449"/>
                  </a:cubicBezTo>
                  <a:cubicBezTo>
                    <a:pt x="216" y="449"/>
                    <a:pt x="222" y="449"/>
                    <a:pt x="228" y="448"/>
                  </a:cubicBezTo>
                  <a:cubicBezTo>
                    <a:pt x="230" y="448"/>
                    <a:pt x="233" y="448"/>
                    <a:pt x="235" y="448"/>
                  </a:cubicBezTo>
                  <a:cubicBezTo>
                    <a:pt x="261" y="448"/>
                    <a:pt x="286" y="443"/>
                    <a:pt x="310" y="431"/>
                  </a:cubicBezTo>
                  <a:cubicBezTo>
                    <a:pt x="382" y="400"/>
                    <a:pt x="430" y="331"/>
                    <a:pt x="439" y="253"/>
                  </a:cubicBezTo>
                  <a:cubicBezTo>
                    <a:pt x="442" y="229"/>
                    <a:pt x="445" y="204"/>
                    <a:pt x="438" y="181"/>
                  </a:cubicBezTo>
                  <a:cubicBezTo>
                    <a:pt x="432" y="143"/>
                    <a:pt x="417" y="110"/>
                    <a:pt x="394" y="81"/>
                  </a:cubicBezTo>
                  <a:cubicBezTo>
                    <a:pt x="369" y="50"/>
                    <a:pt x="339" y="28"/>
                    <a:pt x="302" y="14"/>
                  </a:cubicBezTo>
                  <a:cubicBezTo>
                    <a:pt x="279" y="5"/>
                    <a:pt x="253" y="1"/>
                    <a:pt x="228" y="1"/>
                  </a:cubicBezTo>
                  <a:close/>
                </a:path>
              </a:pathLst>
            </a:custGeom>
            <a:solidFill>
              <a:srgbClr val="FFB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8"/>
            <p:cNvSpPr/>
            <p:nvPr/>
          </p:nvSpPr>
          <p:spPr>
            <a:xfrm>
              <a:off x="6544011" y="266429"/>
              <a:ext cx="19628" cy="17194"/>
            </a:xfrm>
            <a:custGeom>
              <a:avLst/>
              <a:gdLst/>
              <a:ahLst/>
              <a:cxnLst/>
              <a:rect l="l" t="t" r="r" b="b"/>
              <a:pathLst>
                <a:path w="629" h="551" extrusionOk="0">
                  <a:moveTo>
                    <a:pt x="353" y="1"/>
                  </a:moveTo>
                  <a:lnTo>
                    <a:pt x="283" y="3"/>
                  </a:lnTo>
                  <a:cubicBezTo>
                    <a:pt x="255" y="6"/>
                    <a:pt x="216" y="18"/>
                    <a:pt x="188" y="34"/>
                  </a:cubicBezTo>
                  <a:cubicBezTo>
                    <a:pt x="160" y="51"/>
                    <a:pt x="130" y="66"/>
                    <a:pt x="104" y="87"/>
                  </a:cubicBezTo>
                  <a:cubicBezTo>
                    <a:pt x="67" y="119"/>
                    <a:pt x="32" y="158"/>
                    <a:pt x="17" y="206"/>
                  </a:cubicBezTo>
                  <a:lnTo>
                    <a:pt x="2" y="271"/>
                  </a:lnTo>
                  <a:cubicBezTo>
                    <a:pt x="1" y="293"/>
                    <a:pt x="1" y="314"/>
                    <a:pt x="4" y="336"/>
                  </a:cubicBezTo>
                  <a:cubicBezTo>
                    <a:pt x="4" y="338"/>
                    <a:pt x="4" y="339"/>
                    <a:pt x="4" y="340"/>
                  </a:cubicBezTo>
                  <a:cubicBezTo>
                    <a:pt x="4" y="343"/>
                    <a:pt x="5" y="346"/>
                    <a:pt x="6" y="348"/>
                  </a:cubicBezTo>
                  <a:cubicBezTo>
                    <a:pt x="6" y="350"/>
                    <a:pt x="6" y="351"/>
                    <a:pt x="7" y="353"/>
                  </a:cubicBezTo>
                  <a:cubicBezTo>
                    <a:pt x="9" y="373"/>
                    <a:pt x="14" y="391"/>
                    <a:pt x="24" y="409"/>
                  </a:cubicBezTo>
                  <a:cubicBezTo>
                    <a:pt x="34" y="437"/>
                    <a:pt x="51" y="460"/>
                    <a:pt x="74" y="478"/>
                  </a:cubicBezTo>
                  <a:cubicBezTo>
                    <a:pt x="100" y="502"/>
                    <a:pt x="110" y="512"/>
                    <a:pt x="149" y="527"/>
                  </a:cubicBezTo>
                  <a:cubicBezTo>
                    <a:pt x="151" y="528"/>
                    <a:pt x="153" y="528"/>
                    <a:pt x="154" y="528"/>
                  </a:cubicBezTo>
                  <a:cubicBezTo>
                    <a:pt x="156" y="529"/>
                    <a:pt x="159" y="530"/>
                    <a:pt x="161" y="532"/>
                  </a:cubicBezTo>
                  <a:cubicBezTo>
                    <a:pt x="188" y="545"/>
                    <a:pt x="221" y="550"/>
                    <a:pt x="254" y="550"/>
                  </a:cubicBezTo>
                  <a:cubicBezTo>
                    <a:pt x="269" y="550"/>
                    <a:pt x="284" y="549"/>
                    <a:pt x="298" y="547"/>
                  </a:cubicBezTo>
                  <a:cubicBezTo>
                    <a:pt x="308" y="545"/>
                    <a:pt x="316" y="543"/>
                    <a:pt x="325" y="540"/>
                  </a:cubicBezTo>
                  <a:cubicBezTo>
                    <a:pt x="335" y="537"/>
                    <a:pt x="344" y="535"/>
                    <a:pt x="354" y="535"/>
                  </a:cubicBezTo>
                  <a:cubicBezTo>
                    <a:pt x="356" y="535"/>
                    <a:pt x="358" y="535"/>
                    <a:pt x="360" y="535"/>
                  </a:cubicBezTo>
                  <a:cubicBezTo>
                    <a:pt x="362" y="535"/>
                    <a:pt x="364" y="535"/>
                    <a:pt x="366" y="534"/>
                  </a:cubicBezTo>
                  <a:cubicBezTo>
                    <a:pt x="401" y="529"/>
                    <a:pt x="429" y="516"/>
                    <a:pt x="456" y="501"/>
                  </a:cubicBezTo>
                  <a:cubicBezTo>
                    <a:pt x="465" y="497"/>
                    <a:pt x="473" y="491"/>
                    <a:pt x="482" y="489"/>
                  </a:cubicBezTo>
                  <a:cubicBezTo>
                    <a:pt x="522" y="471"/>
                    <a:pt x="555" y="445"/>
                    <a:pt x="580" y="410"/>
                  </a:cubicBezTo>
                  <a:cubicBezTo>
                    <a:pt x="606" y="375"/>
                    <a:pt x="620" y="336"/>
                    <a:pt x="625" y="293"/>
                  </a:cubicBezTo>
                  <a:cubicBezTo>
                    <a:pt x="629" y="251"/>
                    <a:pt x="623" y="211"/>
                    <a:pt x="606" y="172"/>
                  </a:cubicBezTo>
                  <a:cubicBezTo>
                    <a:pt x="588" y="133"/>
                    <a:pt x="562" y="101"/>
                    <a:pt x="527" y="75"/>
                  </a:cubicBezTo>
                  <a:cubicBezTo>
                    <a:pt x="519" y="69"/>
                    <a:pt x="511" y="62"/>
                    <a:pt x="502" y="58"/>
                  </a:cubicBezTo>
                  <a:cubicBezTo>
                    <a:pt x="478" y="44"/>
                    <a:pt x="454" y="30"/>
                    <a:pt x="430" y="19"/>
                  </a:cubicBezTo>
                  <a:cubicBezTo>
                    <a:pt x="428" y="18"/>
                    <a:pt x="426" y="17"/>
                    <a:pt x="423" y="16"/>
                  </a:cubicBezTo>
                  <a:cubicBezTo>
                    <a:pt x="401" y="8"/>
                    <a:pt x="378" y="3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8"/>
            <p:cNvSpPr/>
            <p:nvPr/>
          </p:nvSpPr>
          <p:spPr>
            <a:xfrm>
              <a:off x="6484316" y="306590"/>
              <a:ext cx="23747" cy="23716"/>
            </a:xfrm>
            <a:custGeom>
              <a:avLst/>
              <a:gdLst/>
              <a:ahLst/>
              <a:cxnLst/>
              <a:rect l="l" t="t" r="r" b="b"/>
              <a:pathLst>
                <a:path w="761" h="760" extrusionOk="0">
                  <a:moveTo>
                    <a:pt x="330" y="0"/>
                  </a:moveTo>
                  <a:cubicBezTo>
                    <a:pt x="145" y="0"/>
                    <a:pt x="1" y="218"/>
                    <a:pt x="85" y="389"/>
                  </a:cubicBezTo>
                  <a:cubicBezTo>
                    <a:pt x="89" y="395"/>
                    <a:pt x="92" y="403"/>
                    <a:pt x="95" y="410"/>
                  </a:cubicBezTo>
                  <a:cubicBezTo>
                    <a:pt x="97" y="414"/>
                    <a:pt x="98" y="418"/>
                    <a:pt x="100" y="423"/>
                  </a:cubicBezTo>
                  <a:cubicBezTo>
                    <a:pt x="108" y="440"/>
                    <a:pt x="131" y="479"/>
                    <a:pt x="144" y="494"/>
                  </a:cubicBezTo>
                  <a:cubicBezTo>
                    <a:pt x="156" y="507"/>
                    <a:pt x="168" y="521"/>
                    <a:pt x="179" y="536"/>
                  </a:cubicBezTo>
                  <a:cubicBezTo>
                    <a:pt x="204" y="569"/>
                    <a:pt x="234" y="597"/>
                    <a:pt x="268" y="623"/>
                  </a:cubicBezTo>
                  <a:cubicBezTo>
                    <a:pt x="275" y="628"/>
                    <a:pt x="281" y="633"/>
                    <a:pt x="287" y="638"/>
                  </a:cubicBezTo>
                  <a:cubicBezTo>
                    <a:pt x="300" y="652"/>
                    <a:pt x="313" y="666"/>
                    <a:pt x="327" y="679"/>
                  </a:cubicBezTo>
                  <a:cubicBezTo>
                    <a:pt x="355" y="707"/>
                    <a:pt x="388" y="729"/>
                    <a:pt x="428" y="741"/>
                  </a:cubicBezTo>
                  <a:cubicBezTo>
                    <a:pt x="435" y="742"/>
                    <a:pt x="441" y="745"/>
                    <a:pt x="449" y="747"/>
                  </a:cubicBezTo>
                  <a:cubicBezTo>
                    <a:pt x="471" y="755"/>
                    <a:pt x="496" y="760"/>
                    <a:pt x="523" y="760"/>
                  </a:cubicBezTo>
                  <a:cubicBezTo>
                    <a:pt x="568" y="760"/>
                    <a:pt x="614" y="746"/>
                    <a:pt x="645" y="716"/>
                  </a:cubicBezTo>
                  <a:cubicBezTo>
                    <a:pt x="665" y="697"/>
                    <a:pt x="686" y="677"/>
                    <a:pt x="703" y="655"/>
                  </a:cubicBezTo>
                  <a:cubicBezTo>
                    <a:pt x="720" y="635"/>
                    <a:pt x="733" y="609"/>
                    <a:pt x="743" y="586"/>
                  </a:cubicBezTo>
                  <a:cubicBezTo>
                    <a:pt x="761" y="537"/>
                    <a:pt x="757" y="494"/>
                    <a:pt x="755" y="443"/>
                  </a:cubicBezTo>
                  <a:cubicBezTo>
                    <a:pt x="753" y="412"/>
                    <a:pt x="749" y="382"/>
                    <a:pt x="741" y="353"/>
                  </a:cubicBezTo>
                  <a:cubicBezTo>
                    <a:pt x="723" y="286"/>
                    <a:pt x="710" y="233"/>
                    <a:pt x="667" y="178"/>
                  </a:cubicBezTo>
                  <a:cubicBezTo>
                    <a:pt x="643" y="146"/>
                    <a:pt x="611" y="119"/>
                    <a:pt x="583" y="94"/>
                  </a:cubicBezTo>
                  <a:cubicBezTo>
                    <a:pt x="551" y="66"/>
                    <a:pt x="520" y="44"/>
                    <a:pt x="478" y="28"/>
                  </a:cubicBezTo>
                  <a:cubicBezTo>
                    <a:pt x="444" y="14"/>
                    <a:pt x="404" y="8"/>
                    <a:pt x="366" y="3"/>
                  </a:cubicBezTo>
                  <a:cubicBezTo>
                    <a:pt x="354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78"/>
            <p:cNvSpPr/>
            <p:nvPr/>
          </p:nvSpPr>
          <p:spPr>
            <a:xfrm>
              <a:off x="6450115" y="279192"/>
              <a:ext cx="14947" cy="12139"/>
            </a:xfrm>
            <a:custGeom>
              <a:avLst/>
              <a:gdLst/>
              <a:ahLst/>
              <a:cxnLst/>
              <a:rect l="l" t="t" r="r" b="b"/>
              <a:pathLst>
                <a:path w="479" h="389" extrusionOk="0">
                  <a:moveTo>
                    <a:pt x="250" y="1"/>
                  </a:moveTo>
                  <a:cubicBezTo>
                    <a:pt x="233" y="1"/>
                    <a:pt x="213" y="2"/>
                    <a:pt x="196" y="3"/>
                  </a:cubicBezTo>
                  <a:cubicBezTo>
                    <a:pt x="179" y="3"/>
                    <a:pt x="162" y="8"/>
                    <a:pt x="146" y="16"/>
                  </a:cubicBezTo>
                  <a:cubicBezTo>
                    <a:pt x="132" y="25"/>
                    <a:pt x="118" y="34"/>
                    <a:pt x="103" y="43"/>
                  </a:cubicBezTo>
                  <a:cubicBezTo>
                    <a:pt x="91" y="52"/>
                    <a:pt x="75" y="70"/>
                    <a:pt x="65" y="81"/>
                  </a:cubicBezTo>
                  <a:cubicBezTo>
                    <a:pt x="64" y="83"/>
                    <a:pt x="63" y="86"/>
                    <a:pt x="61" y="87"/>
                  </a:cubicBezTo>
                  <a:cubicBezTo>
                    <a:pt x="49" y="101"/>
                    <a:pt x="40" y="116"/>
                    <a:pt x="30" y="132"/>
                  </a:cubicBezTo>
                  <a:cubicBezTo>
                    <a:pt x="24" y="144"/>
                    <a:pt x="17" y="157"/>
                    <a:pt x="10" y="169"/>
                  </a:cubicBezTo>
                  <a:cubicBezTo>
                    <a:pt x="7" y="183"/>
                    <a:pt x="4" y="196"/>
                    <a:pt x="1" y="210"/>
                  </a:cubicBezTo>
                  <a:cubicBezTo>
                    <a:pt x="1" y="224"/>
                    <a:pt x="2" y="237"/>
                    <a:pt x="2" y="251"/>
                  </a:cubicBezTo>
                  <a:cubicBezTo>
                    <a:pt x="5" y="272"/>
                    <a:pt x="12" y="292"/>
                    <a:pt x="24" y="308"/>
                  </a:cubicBezTo>
                  <a:cubicBezTo>
                    <a:pt x="30" y="322"/>
                    <a:pt x="39" y="333"/>
                    <a:pt x="51" y="341"/>
                  </a:cubicBezTo>
                  <a:cubicBezTo>
                    <a:pt x="59" y="352"/>
                    <a:pt x="71" y="361"/>
                    <a:pt x="86" y="366"/>
                  </a:cubicBezTo>
                  <a:cubicBezTo>
                    <a:pt x="97" y="374"/>
                    <a:pt x="110" y="380"/>
                    <a:pt x="124" y="382"/>
                  </a:cubicBezTo>
                  <a:cubicBezTo>
                    <a:pt x="136" y="385"/>
                    <a:pt x="148" y="387"/>
                    <a:pt x="161" y="387"/>
                  </a:cubicBezTo>
                  <a:cubicBezTo>
                    <a:pt x="166" y="387"/>
                    <a:pt x="171" y="386"/>
                    <a:pt x="177" y="386"/>
                  </a:cubicBezTo>
                  <a:lnTo>
                    <a:pt x="177" y="386"/>
                  </a:lnTo>
                  <a:cubicBezTo>
                    <a:pt x="185" y="386"/>
                    <a:pt x="193" y="387"/>
                    <a:pt x="201" y="388"/>
                  </a:cubicBezTo>
                  <a:cubicBezTo>
                    <a:pt x="204" y="388"/>
                    <a:pt x="209" y="388"/>
                    <a:pt x="214" y="388"/>
                  </a:cubicBezTo>
                  <a:cubicBezTo>
                    <a:pt x="228" y="388"/>
                    <a:pt x="246" y="388"/>
                    <a:pt x="253" y="387"/>
                  </a:cubicBezTo>
                  <a:cubicBezTo>
                    <a:pt x="263" y="386"/>
                    <a:pt x="271" y="383"/>
                    <a:pt x="279" y="380"/>
                  </a:cubicBezTo>
                  <a:cubicBezTo>
                    <a:pt x="296" y="376"/>
                    <a:pt x="311" y="370"/>
                    <a:pt x="324" y="360"/>
                  </a:cubicBezTo>
                  <a:cubicBezTo>
                    <a:pt x="336" y="352"/>
                    <a:pt x="345" y="346"/>
                    <a:pt x="356" y="339"/>
                  </a:cubicBezTo>
                  <a:cubicBezTo>
                    <a:pt x="358" y="338"/>
                    <a:pt x="360" y="337"/>
                    <a:pt x="362" y="336"/>
                  </a:cubicBezTo>
                  <a:cubicBezTo>
                    <a:pt x="364" y="335"/>
                    <a:pt x="366" y="334"/>
                    <a:pt x="368" y="333"/>
                  </a:cubicBezTo>
                  <a:cubicBezTo>
                    <a:pt x="382" y="325"/>
                    <a:pt x="394" y="317"/>
                    <a:pt x="407" y="309"/>
                  </a:cubicBezTo>
                  <a:cubicBezTo>
                    <a:pt x="417" y="298"/>
                    <a:pt x="428" y="288"/>
                    <a:pt x="438" y="276"/>
                  </a:cubicBezTo>
                  <a:cubicBezTo>
                    <a:pt x="449" y="262"/>
                    <a:pt x="457" y="247"/>
                    <a:pt x="462" y="231"/>
                  </a:cubicBezTo>
                  <a:cubicBezTo>
                    <a:pt x="463" y="227"/>
                    <a:pt x="465" y="224"/>
                    <a:pt x="466" y="221"/>
                  </a:cubicBezTo>
                  <a:cubicBezTo>
                    <a:pt x="478" y="189"/>
                    <a:pt x="478" y="159"/>
                    <a:pt x="467" y="127"/>
                  </a:cubicBezTo>
                  <a:cubicBezTo>
                    <a:pt x="463" y="121"/>
                    <a:pt x="460" y="114"/>
                    <a:pt x="457" y="107"/>
                  </a:cubicBezTo>
                  <a:cubicBezTo>
                    <a:pt x="450" y="95"/>
                    <a:pt x="443" y="82"/>
                    <a:pt x="434" y="70"/>
                  </a:cubicBezTo>
                  <a:cubicBezTo>
                    <a:pt x="429" y="65"/>
                    <a:pt x="423" y="58"/>
                    <a:pt x="417" y="53"/>
                  </a:cubicBezTo>
                  <a:cubicBezTo>
                    <a:pt x="407" y="42"/>
                    <a:pt x="394" y="32"/>
                    <a:pt x="380" y="27"/>
                  </a:cubicBezTo>
                  <a:cubicBezTo>
                    <a:pt x="367" y="17"/>
                    <a:pt x="354" y="12"/>
                    <a:pt x="339" y="11"/>
                  </a:cubicBezTo>
                  <a:cubicBezTo>
                    <a:pt x="326" y="8"/>
                    <a:pt x="316" y="5"/>
                    <a:pt x="303" y="4"/>
                  </a:cubicBezTo>
                  <a:cubicBezTo>
                    <a:pt x="294" y="2"/>
                    <a:pt x="285" y="2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8"/>
            <p:cNvSpPr/>
            <p:nvPr/>
          </p:nvSpPr>
          <p:spPr>
            <a:xfrm>
              <a:off x="6391325" y="269456"/>
              <a:ext cx="12513" cy="12357"/>
            </a:xfrm>
            <a:custGeom>
              <a:avLst/>
              <a:gdLst/>
              <a:ahLst/>
              <a:cxnLst/>
              <a:rect l="l" t="t" r="r" b="b"/>
              <a:pathLst>
                <a:path w="401" h="396" extrusionOk="0">
                  <a:moveTo>
                    <a:pt x="202" y="0"/>
                  </a:moveTo>
                  <a:cubicBezTo>
                    <a:pt x="191" y="0"/>
                    <a:pt x="181" y="1"/>
                    <a:pt x="171" y="3"/>
                  </a:cubicBezTo>
                  <a:cubicBezTo>
                    <a:pt x="154" y="7"/>
                    <a:pt x="138" y="12"/>
                    <a:pt x="121" y="17"/>
                  </a:cubicBezTo>
                  <a:cubicBezTo>
                    <a:pt x="89" y="31"/>
                    <a:pt x="63" y="53"/>
                    <a:pt x="42" y="81"/>
                  </a:cubicBezTo>
                  <a:cubicBezTo>
                    <a:pt x="24" y="103"/>
                    <a:pt x="15" y="127"/>
                    <a:pt x="10" y="154"/>
                  </a:cubicBezTo>
                  <a:cubicBezTo>
                    <a:pt x="2" y="178"/>
                    <a:pt x="1" y="203"/>
                    <a:pt x="6" y="229"/>
                  </a:cubicBezTo>
                  <a:cubicBezTo>
                    <a:pt x="9" y="255"/>
                    <a:pt x="19" y="278"/>
                    <a:pt x="33" y="299"/>
                  </a:cubicBezTo>
                  <a:cubicBezTo>
                    <a:pt x="45" y="323"/>
                    <a:pt x="63" y="342"/>
                    <a:pt x="85" y="358"/>
                  </a:cubicBezTo>
                  <a:cubicBezTo>
                    <a:pt x="100" y="366"/>
                    <a:pt x="116" y="374"/>
                    <a:pt x="132" y="383"/>
                  </a:cubicBezTo>
                  <a:cubicBezTo>
                    <a:pt x="154" y="391"/>
                    <a:pt x="177" y="395"/>
                    <a:pt x="200" y="395"/>
                  </a:cubicBezTo>
                  <a:cubicBezTo>
                    <a:pt x="211" y="395"/>
                    <a:pt x="221" y="394"/>
                    <a:pt x="232" y="392"/>
                  </a:cubicBezTo>
                  <a:cubicBezTo>
                    <a:pt x="248" y="388"/>
                    <a:pt x="265" y="383"/>
                    <a:pt x="280" y="379"/>
                  </a:cubicBezTo>
                  <a:cubicBezTo>
                    <a:pt x="313" y="364"/>
                    <a:pt x="340" y="342"/>
                    <a:pt x="361" y="314"/>
                  </a:cubicBezTo>
                  <a:cubicBezTo>
                    <a:pt x="378" y="293"/>
                    <a:pt x="388" y="269"/>
                    <a:pt x="391" y="243"/>
                  </a:cubicBezTo>
                  <a:cubicBezTo>
                    <a:pt x="400" y="217"/>
                    <a:pt x="401" y="192"/>
                    <a:pt x="396" y="167"/>
                  </a:cubicBezTo>
                  <a:cubicBezTo>
                    <a:pt x="392" y="141"/>
                    <a:pt x="384" y="117"/>
                    <a:pt x="368" y="96"/>
                  </a:cubicBezTo>
                  <a:cubicBezTo>
                    <a:pt x="357" y="73"/>
                    <a:pt x="339" y="53"/>
                    <a:pt x="317" y="37"/>
                  </a:cubicBezTo>
                  <a:cubicBezTo>
                    <a:pt x="301" y="29"/>
                    <a:pt x="286" y="22"/>
                    <a:pt x="270" y="12"/>
                  </a:cubicBezTo>
                  <a:cubicBezTo>
                    <a:pt x="248" y="4"/>
                    <a:pt x="225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0" name="Google Shape;3170;p78"/>
          <p:cNvGrpSpPr/>
          <p:nvPr/>
        </p:nvGrpSpPr>
        <p:grpSpPr>
          <a:xfrm rot="3953491">
            <a:off x="4977421" y="371322"/>
            <a:ext cx="815393" cy="671251"/>
            <a:chOff x="1681288" y="1393055"/>
            <a:chExt cx="116536" cy="95937"/>
          </a:xfrm>
        </p:grpSpPr>
        <p:sp>
          <p:nvSpPr>
            <p:cNvPr id="3171" name="Google Shape;3171;p78"/>
            <p:cNvSpPr/>
            <p:nvPr/>
          </p:nvSpPr>
          <p:spPr>
            <a:xfrm>
              <a:off x="1759879" y="1393055"/>
              <a:ext cx="19878" cy="19066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463" y="0"/>
                  </a:moveTo>
                  <a:cubicBezTo>
                    <a:pt x="432" y="0"/>
                    <a:pt x="402" y="11"/>
                    <a:pt x="377" y="33"/>
                  </a:cubicBezTo>
                  <a:lnTo>
                    <a:pt x="74" y="302"/>
                  </a:lnTo>
                  <a:cubicBezTo>
                    <a:pt x="0" y="367"/>
                    <a:pt x="22" y="486"/>
                    <a:pt x="115" y="519"/>
                  </a:cubicBezTo>
                  <a:lnTo>
                    <a:pt x="339" y="602"/>
                  </a:lnTo>
                  <a:cubicBezTo>
                    <a:pt x="353" y="608"/>
                    <a:pt x="368" y="610"/>
                    <a:pt x="383" y="610"/>
                  </a:cubicBezTo>
                  <a:cubicBezTo>
                    <a:pt x="437" y="610"/>
                    <a:pt x="486" y="577"/>
                    <a:pt x="505" y="524"/>
                  </a:cubicBezTo>
                  <a:lnTo>
                    <a:pt x="619" y="202"/>
                  </a:lnTo>
                  <a:cubicBezTo>
                    <a:pt x="637" y="152"/>
                    <a:pt x="622" y="97"/>
                    <a:pt x="581" y="61"/>
                  </a:cubicBezTo>
                  <a:lnTo>
                    <a:pt x="547" y="32"/>
                  </a:lnTo>
                  <a:cubicBezTo>
                    <a:pt x="523" y="11"/>
                    <a:pt x="493" y="0"/>
                    <a:pt x="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8"/>
            <p:cNvSpPr/>
            <p:nvPr/>
          </p:nvSpPr>
          <p:spPr>
            <a:xfrm>
              <a:off x="1780474" y="1466917"/>
              <a:ext cx="17350" cy="1850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31" y="1"/>
                  </a:moveTo>
                  <a:cubicBezTo>
                    <a:pt x="61" y="1"/>
                    <a:pt x="1" y="58"/>
                    <a:pt x="1" y="131"/>
                  </a:cubicBezTo>
                  <a:lnTo>
                    <a:pt x="1" y="462"/>
                  </a:lnTo>
                  <a:cubicBezTo>
                    <a:pt x="1" y="535"/>
                    <a:pt x="58" y="592"/>
                    <a:pt x="130" y="592"/>
                  </a:cubicBezTo>
                  <a:lnTo>
                    <a:pt x="345" y="592"/>
                  </a:lnTo>
                  <a:cubicBezTo>
                    <a:pt x="406" y="592"/>
                    <a:pt x="458" y="550"/>
                    <a:pt x="472" y="492"/>
                  </a:cubicBezTo>
                  <a:lnTo>
                    <a:pt x="539" y="200"/>
                  </a:lnTo>
                  <a:cubicBezTo>
                    <a:pt x="556" y="125"/>
                    <a:pt x="505" y="53"/>
                    <a:pt x="431" y="43"/>
                  </a:cubicBezTo>
                  <a:lnTo>
                    <a:pt x="148" y="2"/>
                  </a:lnTo>
                  <a:cubicBezTo>
                    <a:pt x="143" y="1"/>
                    <a:pt x="137" y="1"/>
                    <a:pt x="1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8"/>
            <p:cNvSpPr/>
            <p:nvPr/>
          </p:nvSpPr>
          <p:spPr>
            <a:xfrm>
              <a:off x="1681288" y="1470175"/>
              <a:ext cx="17475" cy="18817"/>
            </a:xfrm>
            <a:custGeom>
              <a:avLst/>
              <a:gdLst/>
              <a:ahLst/>
              <a:cxnLst/>
              <a:rect l="l" t="t" r="r" b="b"/>
              <a:pathLst>
                <a:path w="560" h="603" extrusionOk="0">
                  <a:moveTo>
                    <a:pt x="419" y="0"/>
                  </a:moveTo>
                  <a:cubicBezTo>
                    <a:pt x="412" y="0"/>
                    <a:pt x="404" y="1"/>
                    <a:pt x="396" y="2"/>
                  </a:cubicBezTo>
                  <a:lnTo>
                    <a:pt x="106" y="56"/>
                  </a:lnTo>
                  <a:cubicBezTo>
                    <a:pt x="44" y="66"/>
                    <a:pt x="0" y="119"/>
                    <a:pt x="0" y="182"/>
                  </a:cubicBezTo>
                  <a:lnTo>
                    <a:pt x="0" y="473"/>
                  </a:lnTo>
                  <a:cubicBezTo>
                    <a:pt x="0" y="544"/>
                    <a:pt x="58" y="603"/>
                    <a:pt x="129" y="603"/>
                  </a:cubicBezTo>
                  <a:lnTo>
                    <a:pt x="370" y="603"/>
                  </a:lnTo>
                  <a:cubicBezTo>
                    <a:pt x="434" y="603"/>
                    <a:pt x="488" y="556"/>
                    <a:pt x="497" y="492"/>
                  </a:cubicBezTo>
                  <a:lnTo>
                    <a:pt x="548" y="148"/>
                  </a:lnTo>
                  <a:cubicBezTo>
                    <a:pt x="559" y="69"/>
                    <a:pt x="496" y="0"/>
                    <a:pt x="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3100;p78">
            <a:extLst>
              <a:ext uri="{FF2B5EF4-FFF2-40B4-BE49-F238E27FC236}">
                <a16:creationId xmlns:a16="http://schemas.microsoft.com/office/drawing/2014/main" id="{92BE38AB-E44E-D3EE-AF68-DB0EC9B57E87}"/>
              </a:ext>
            </a:extLst>
          </p:cNvPr>
          <p:cNvGrpSpPr/>
          <p:nvPr/>
        </p:nvGrpSpPr>
        <p:grpSpPr>
          <a:xfrm>
            <a:off x="711439" y="3491676"/>
            <a:ext cx="674993" cy="674989"/>
            <a:chOff x="2079475" y="4843225"/>
            <a:chExt cx="294725" cy="294700"/>
          </a:xfrm>
        </p:grpSpPr>
        <p:sp>
          <p:nvSpPr>
            <p:cNvPr id="7" name="Google Shape;3101;p78">
              <a:extLst>
                <a:ext uri="{FF2B5EF4-FFF2-40B4-BE49-F238E27FC236}">
                  <a16:creationId xmlns:a16="http://schemas.microsoft.com/office/drawing/2014/main" id="{4E5CF890-A2E6-69D3-C459-C3FD9609727E}"/>
                </a:ext>
              </a:extLst>
            </p:cNvPr>
            <p:cNvSpPr/>
            <p:nvPr/>
          </p:nvSpPr>
          <p:spPr>
            <a:xfrm>
              <a:off x="2079475" y="4843225"/>
              <a:ext cx="294725" cy="294700"/>
            </a:xfrm>
            <a:custGeom>
              <a:avLst/>
              <a:gdLst/>
              <a:ahLst/>
              <a:cxnLst/>
              <a:rect l="l" t="t" r="r" b="b"/>
              <a:pathLst>
                <a:path w="11789" h="11788" extrusionOk="0">
                  <a:moveTo>
                    <a:pt x="10268" y="461"/>
                  </a:moveTo>
                  <a:cubicBezTo>
                    <a:pt x="10853" y="461"/>
                    <a:pt x="11327" y="935"/>
                    <a:pt x="11327" y="1520"/>
                  </a:cubicBezTo>
                  <a:lnTo>
                    <a:pt x="11327" y="10268"/>
                  </a:lnTo>
                  <a:cubicBezTo>
                    <a:pt x="11327" y="10852"/>
                    <a:pt x="10853" y="11328"/>
                    <a:pt x="10268" y="11328"/>
                  </a:cubicBezTo>
                  <a:lnTo>
                    <a:pt x="1520" y="11328"/>
                  </a:lnTo>
                  <a:cubicBezTo>
                    <a:pt x="936" y="11328"/>
                    <a:pt x="461" y="10852"/>
                    <a:pt x="461" y="10268"/>
                  </a:cubicBezTo>
                  <a:lnTo>
                    <a:pt x="461" y="1520"/>
                  </a:lnTo>
                  <a:cubicBezTo>
                    <a:pt x="461" y="935"/>
                    <a:pt x="936" y="461"/>
                    <a:pt x="1520" y="461"/>
                  </a:cubicBezTo>
                  <a:close/>
                  <a:moveTo>
                    <a:pt x="1520" y="0"/>
                  </a:moveTo>
                  <a:cubicBezTo>
                    <a:pt x="681" y="0"/>
                    <a:pt x="1" y="681"/>
                    <a:pt x="1" y="1520"/>
                  </a:cubicBezTo>
                  <a:lnTo>
                    <a:pt x="1" y="10268"/>
                  </a:lnTo>
                  <a:cubicBezTo>
                    <a:pt x="1" y="11108"/>
                    <a:pt x="681" y="11788"/>
                    <a:pt x="1520" y="11788"/>
                  </a:cubicBezTo>
                  <a:lnTo>
                    <a:pt x="10268" y="11788"/>
                  </a:lnTo>
                  <a:cubicBezTo>
                    <a:pt x="11107" y="11788"/>
                    <a:pt x="11788" y="11108"/>
                    <a:pt x="11788" y="10268"/>
                  </a:cubicBezTo>
                  <a:lnTo>
                    <a:pt x="11788" y="1520"/>
                  </a:lnTo>
                  <a:cubicBezTo>
                    <a:pt x="11788" y="681"/>
                    <a:pt x="11107" y="0"/>
                    <a:pt x="10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02;p78">
              <a:extLst>
                <a:ext uri="{FF2B5EF4-FFF2-40B4-BE49-F238E27FC236}">
                  <a16:creationId xmlns:a16="http://schemas.microsoft.com/office/drawing/2014/main" id="{C8AD64DA-8BA5-2494-7024-786C28356C79}"/>
                </a:ext>
              </a:extLst>
            </p:cNvPr>
            <p:cNvSpPr/>
            <p:nvPr/>
          </p:nvSpPr>
          <p:spPr>
            <a:xfrm>
              <a:off x="2192925" y="4949975"/>
              <a:ext cx="135775" cy="143075"/>
            </a:xfrm>
            <a:custGeom>
              <a:avLst/>
              <a:gdLst/>
              <a:ahLst/>
              <a:cxnLst/>
              <a:rect l="l" t="t" r="r" b="b"/>
              <a:pathLst>
                <a:path w="5431" h="5723" extrusionOk="0">
                  <a:moveTo>
                    <a:pt x="3604" y="471"/>
                  </a:moveTo>
                  <a:cubicBezTo>
                    <a:pt x="4038" y="471"/>
                    <a:pt x="4364" y="606"/>
                    <a:pt x="4601" y="879"/>
                  </a:cubicBezTo>
                  <a:cubicBezTo>
                    <a:pt x="4844" y="1158"/>
                    <a:pt x="4967" y="1612"/>
                    <a:pt x="4967" y="2229"/>
                  </a:cubicBezTo>
                  <a:lnTo>
                    <a:pt x="4970" y="5261"/>
                  </a:lnTo>
                  <a:lnTo>
                    <a:pt x="3864" y="5261"/>
                  </a:lnTo>
                  <a:lnTo>
                    <a:pt x="3864" y="2435"/>
                  </a:lnTo>
                  <a:cubicBezTo>
                    <a:pt x="3864" y="2144"/>
                    <a:pt x="3746" y="1865"/>
                    <a:pt x="3538" y="1668"/>
                  </a:cubicBezTo>
                  <a:cubicBezTo>
                    <a:pt x="3353" y="1493"/>
                    <a:pt x="3117" y="1397"/>
                    <a:pt x="2869" y="1397"/>
                  </a:cubicBezTo>
                  <a:cubicBezTo>
                    <a:pt x="2851" y="1397"/>
                    <a:pt x="2832" y="1398"/>
                    <a:pt x="2814" y="1399"/>
                  </a:cubicBezTo>
                  <a:lnTo>
                    <a:pt x="2754" y="1401"/>
                  </a:lnTo>
                  <a:cubicBezTo>
                    <a:pt x="2149" y="1434"/>
                    <a:pt x="1676" y="1956"/>
                    <a:pt x="1676" y="2587"/>
                  </a:cubicBezTo>
                  <a:lnTo>
                    <a:pt x="1676" y="5261"/>
                  </a:lnTo>
                  <a:lnTo>
                    <a:pt x="457" y="5261"/>
                  </a:lnTo>
                  <a:lnTo>
                    <a:pt x="457" y="589"/>
                  </a:lnTo>
                  <a:lnTo>
                    <a:pt x="1676" y="589"/>
                  </a:lnTo>
                  <a:lnTo>
                    <a:pt x="1676" y="1189"/>
                  </a:lnTo>
                  <a:cubicBezTo>
                    <a:pt x="1676" y="1269"/>
                    <a:pt x="1715" y="1346"/>
                    <a:pt x="1784" y="1389"/>
                  </a:cubicBezTo>
                  <a:cubicBezTo>
                    <a:pt x="1823" y="1413"/>
                    <a:pt x="1865" y="1424"/>
                    <a:pt x="1906" y="1424"/>
                  </a:cubicBezTo>
                  <a:cubicBezTo>
                    <a:pt x="1978" y="1424"/>
                    <a:pt x="2047" y="1390"/>
                    <a:pt x="2092" y="1330"/>
                  </a:cubicBezTo>
                  <a:cubicBezTo>
                    <a:pt x="2322" y="1016"/>
                    <a:pt x="2554" y="791"/>
                    <a:pt x="2781" y="662"/>
                  </a:cubicBezTo>
                  <a:cubicBezTo>
                    <a:pt x="3001" y="535"/>
                    <a:pt x="3279" y="471"/>
                    <a:pt x="3604" y="471"/>
                  </a:cubicBezTo>
                  <a:close/>
                  <a:moveTo>
                    <a:pt x="3609" y="1"/>
                  </a:moveTo>
                  <a:cubicBezTo>
                    <a:pt x="3202" y="1"/>
                    <a:pt x="2847" y="84"/>
                    <a:pt x="2556" y="250"/>
                  </a:cubicBezTo>
                  <a:cubicBezTo>
                    <a:pt x="2416" y="331"/>
                    <a:pt x="2278" y="436"/>
                    <a:pt x="2140" y="567"/>
                  </a:cubicBezTo>
                  <a:lnTo>
                    <a:pt x="2140" y="359"/>
                  </a:lnTo>
                  <a:cubicBezTo>
                    <a:pt x="2140" y="233"/>
                    <a:pt x="2037" y="129"/>
                    <a:pt x="1910" y="129"/>
                  </a:cubicBezTo>
                  <a:lnTo>
                    <a:pt x="229" y="129"/>
                  </a:lnTo>
                  <a:cubicBezTo>
                    <a:pt x="103" y="129"/>
                    <a:pt x="1" y="233"/>
                    <a:pt x="1" y="359"/>
                  </a:cubicBezTo>
                  <a:lnTo>
                    <a:pt x="1" y="5492"/>
                  </a:lnTo>
                  <a:cubicBezTo>
                    <a:pt x="1" y="5619"/>
                    <a:pt x="103" y="5722"/>
                    <a:pt x="229" y="5722"/>
                  </a:cubicBezTo>
                  <a:lnTo>
                    <a:pt x="1895" y="5722"/>
                  </a:lnTo>
                  <a:cubicBezTo>
                    <a:pt x="1895" y="5722"/>
                    <a:pt x="2125" y="5603"/>
                    <a:pt x="2140" y="5477"/>
                  </a:cubicBezTo>
                  <a:lnTo>
                    <a:pt x="2140" y="2572"/>
                  </a:lnTo>
                  <a:cubicBezTo>
                    <a:pt x="2125" y="2185"/>
                    <a:pt x="2410" y="1866"/>
                    <a:pt x="2771" y="1847"/>
                  </a:cubicBezTo>
                  <a:lnTo>
                    <a:pt x="2830" y="1844"/>
                  </a:lnTo>
                  <a:cubicBezTo>
                    <a:pt x="2840" y="1844"/>
                    <a:pt x="2850" y="1843"/>
                    <a:pt x="2861" y="1843"/>
                  </a:cubicBezTo>
                  <a:cubicBezTo>
                    <a:pt x="2992" y="1843"/>
                    <a:pt x="3117" y="1896"/>
                    <a:pt x="3216" y="1989"/>
                  </a:cubicBezTo>
                  <a:cubicBezTo>
                    <a:pt x="3332" y="2099"/>
                    <a:pt x="3400" y="2257"/>
                    <a:pt x="3406" y="2422"/>
                  </a:cubicBezTo>
                  <a:lnTo>
                    <a:pt x="3406" y="5477"/>
                  </a:lnTo>
                  <a:cubicBezTo>
                    <a:pt x="3400" y="5603"/>
                    <a:pt x="3629" y="5700"/>
                    <a:pt x="3629" y="5700"/>
                  </a:cubicBezTo>
                  <a:lnTo>
                    <a:pt x="5201" y="5700"/>
                  </a:lnTo>
                  <a:cubicBezTo>
                    <a:pt x="5327" y="5700"/>
                    <a:pt x="5431" y="5597"/>
                    <a:pt x="5431" y="5470"/>
                  </a:cubicBezTo>
                  <a:lnTo>
                    <a:pt x="5431" y="2214"/>
                  </a:lnTo>
                  <a:cubicBezTo>
                    <a:pt x="5431" y="1482"/>
                    <a:pt x="5270" y="928"/>
                    <a:pt x="4952" y="564"/>
                  </a:cubicBezTo>
                  <a:cubicBezTo>
                    <a:pt x="4626" y="190"/>
                    <a:pt x="4173" y="1"/>
                    <a:pt x="3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03;p78">
              <a:extLst>
                <a:ext uri="{FF2B5EF4-FFF2-40B4-BE49-F238E27FC236}">
                  <a16:creationId xmlns:a16="http://schemas.microsoft.com/office/drawing/2014/main" id="{461562F3-B43B-4B79-18D3-415F2F28082D}"/>
                </a:ext>
              </a:extLst>
            </p:cNvPr>
            <p:cNvSpPr/>
            <p:nvPr/>
          </p:nvSpPr>
          <p:spPr>
            <a:xfrm>
              <a:off x="2127250" y="4953150"/>
              <a:ext cx="53550" cy="139775"/>
            </a:xfrm>
            <a:custGeom>
              <a:avLst/>
              <a:gdLst/>
              <a:ahLst/>
              <a:cxnLst/>
              <a:rect l="l" t="t" r="r" b="b"/>
              <a:pathLst>
                <a:path w="2142" h="5591" extrusionOk="0">
                  <a:moveTo>
                    <a:pt x="231" y="0"/>
                  </a:moveTo>
                  <a:cubicBezTo>
                    <a:pt x="104" y="0"/>
                    <a:pt x="1" y="102"/>
                    <a:pt x="1" y="229"/>
                  </a:cubicBezTo>
                  <a:lnTo>
                    <a:pt x="1" y="2140"/>
                  </a:lnTo>
                  <a:cubicBezTo>
                    <a:pt x="1" y="2255"/>
                    <a:pt x="82" y="2358"/>
                    <a:pt x="198" y="2374"/>
                  </a:cubicBezTo>
                  <a:cubicBezTo>
                    <a:pt x="209" y="2376"/>
                    <a:pt x="221" y="2377"/>
                    <a:pt x="232" y="2377"/>
                  </a:cubicBezTo>
                  <a:cubicBezTo>
                    <a:pt x="359" y="2377"/>
                    <a:pt x="462" y="2274"/>
                    <a:pt x="462" y="2146"/>
                  </a:cubicBezTo>
                  <a:lnTo>
                    <a:pt x="462" y="459"/>
                  </a:lnTo>
                  <a:lnTo>
                    <a:pt x="1682" y="459"/>
                  </a:lnTo>
                  <a:lnTo>
                    <a:pt x="1682" y="5131"/>
                  </a:lnTo>
                  <a:lnTo>
                    <a:pt x="462" y="5131"/>
                  </a:lnTo>
                  <a:lnTo>
                    <a:pt x="462" y="4119"/>
                  </a:lnTo>
                  <a:cubicBezTo>
                    <a:pt x="462" y="4003"/>
                    <a:pt x="380" y="3901"/>
                    <a:pt x="265" y="3885"/>
                  </a:cubicBezTo>
                  <a:cubicBezTo>
                    <a:pt x="253" y="3883"/>
                    <a:pt x="241" y="3882"/>
                    <a:pt x="230" y="3882"/>
                  </a:cubicBezTo>
                  <a:cubicBezTo>
                    <a:pt x="103" y="3882"/>
                    <a:pt x="1" y="3985"/>
                    <a:pt x="1" y="4112"/>
                  </a:cubicBezTo>
                  <a:lnTo>
                    <a:pt x="1" y="5361"/>
                  </a:lnTo>
                  <a:cubicBezTo>
                    <a:pt x="1" y="5487"/>
                    <a:pt x="104" y="5591"/>
                    <a:pt x="231" y="5591"/>
                  </a:cubicBezTo>
                  <a:lnTo>
                    <a:pt x="1910" y="5591"/>
                  </a:lnTo>
                  <a:cubicBezTo>
                    <a:pt x="2037" y="5591"/>
                    <a:pt x="2140" y="5487"/>
                    <a:pt x="2140" y="5361"/>
                  </a:cubicBezTo>
                  <a:lnTo>
                    <a:pt x="2140" y="228"/>
                  </a:lnTo>
                  <a:cubicBezTo>
                    <a:pt x="2141" y="102"/>
                    <a:pt x="2039" y="0"/>
                    <a:pt x="1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04;p78">
              <a:extLst>
                <a:ext uri="{FF2B5EF4-FFF2-40B4-BE49-F238E27FC236}">
                  <a16:creationId xmlns:a16="http://schemas.microsoft.com/office/drawing/2014/main" id="{FD0FE74F-4200-51A6-3123-A8BC39F52C92}"/>
                </a:ext>
              </a:extLst>
            </p:cNvPr>
            <p:cNvSpPr/>
            <p:nvPr/>
          </p:nvSpPr>
          <p:spPr>
            <a:xfrm>
              <a:off x="2127000" y="5026875"/>
              <a:ext cx="11550" cy="11500"/>
            </a:xfrm>
            <a:custGeom>
              <a:avLst/>
              <a:gdLst/>
              <a:ahLst/>
              <a:cxnLst/>
              <a:rect l="l" t="t" r="r" b="b"/>
              <a:pathLst>
                <a:path w="462" h="460" extrusionOk="0">
                  <a:moveTo>
                    <a:pt x="231" y="0"/>
                  </a:moveTo>
                  <a:cubicBezTo>
                    <a:pt x="170" y="0"/>
                    <a:pt x="111" y="25"/>
                    <a:pt x="68" y="68"/>
                  </a:cubicBezTo>
                  <a:cubicBezTo>
                    <a:pt x="26" y="110"/>
                    <a:pt x="1" y="170"/>
                    <a:pt x="1" y="229"/>
                  </a:cubicBezTo>
                  <a:cubicBezTo>
                    <a:pt x="1" y="290"/>
                    <a:pt x="26" y="349"/>
                    <a:pt x="68" y="392"/>
                  </a:cubicBezTo>
                  <a:cubicBezTo>
                    <a:pt x="111" y="435"/>
                    <a:pt x="170" y="459"/>
                    <a:pt x="231" y="459"/>
                  </a:cubicBezTo>
                  <a:cubicBezTo>
                    <a:pt x="291" y="459"/>
                    <a:pt x="351" y="435"/>
                    <a:pt x="395" y="392"/>
                  </a:cubicBezTo>
                  <a:cubicBezTo>
                    <a:pt x="437" y="349"/>
                    <a:pt x="462" y="290"/>
                    <a:pt x="462" y="229"/>
                  </a:cubicBezTo>
                  <a:cubicBezTo>
                    <a:pt x="462" y="170"/>
                    <a:pt x="439" y="110"/>
                    <a:pt x="395" y="68"/>
                  </a:cubicBezTo>
                  <a:cubicBezTo>
                    <a:pt x="352" y="25"/>
                    <a:pt x="292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05;p78">
              <a:extLst>
                <a:ext uri="{FF2B5EF4-FFF2-40B4-BE49-F238E27FC236}">
                  <a16:creationId xmlns:a16="http://schemas.microsoft.com/office/drawing/2014/main" id="{FE42F636-A3FD-6710-AEE3-CAA32F88D68C}"/>
                </a:ext>
              </a:extLst>
            </p:cNvPr>
            <p:cNvSpPr/>
            <p:nvPr/>
          </p:nvSpPr>
          <p:spPr>
            <a:xfrm>
              <a:off x="2124525" y="4888600"/>
              <a:ext cx="58450" cy="58400"/>
            </a:xfrm>
            <a:custGeom>
              <a:avLst/>
              <a:gdLst/>
              <a:ahLst/>
              <a:cxnLst/>
              <a:rect l="l" t="t" r="r" b="b"/>
              <a:pathLst>
                <a:path w="2338" h="2336" extrusionOk="0">
                  <a:moveTo>
                    <a:pt x="1169" y="462"/>
                  </a:moveTo>
                  <a:cubicBezTo>
                    <a:pt x="1560" y="462"/>
                    <a:pt x="1875" y="780"/>
                    <a:pt x="1875" y="1170"/>
                  </a:cubicBezTo>
                  <a:cubicBezTo>
                    <a:pt x="1876" y="1559"/>
                    <a:pt x="1560" y="1876"/>
                    <a:pt x="1169" y="1876"/>
                  </a:cubicBezTo>
                  <a:cubicBezTo>
                    <a:pt x="778" y="1876"/>
                    <a:pt x="462" y="1559"/>
                    <a:pt x="462" y="1170"/>
                  </a:cubicBezTo>
                  <a:cubicBezTo>
                    <a:pt x="462" y="779"/>
                    <a:pt x="780" y="462"/>
                    <a:pt x="1169" y="462"/>
                  </a:cubicBezTo>
                  <a:close/>
                  <a:moveTo>
                    <a:pt x="1169" y="0"/>
                  </a:moveTo>
                  <a:cubicBezTo>
                    <a:pt x="525" y="0"/>
                    <a:pt x="1" y="525"/>
                    <a:pt x="1" y="1169"/>
                  </a:cubicBezTo>
                  <a:cubicBezTo>
                    <a:pt x="1" y="1812"/>
                    <a:pt x="525" y="2336"/>
                    <a:pt x="1169" y="2336"/>
                  </a:cubicBezTo>
                  <a:cubicBezTo>
                    <a:pt x="1813" y="2336"/>
                    <a:pt x="2336" y="1812"/>
                    <a:pt x="2336" y="1169"/>
                  </a:cubicBezTo>
                  <a:cubicBezTo>
                    <a:pt x="2337" y="525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06;p78">
              <a:extLst>
                <a:ext uri="{FF2B5EF4-FFF2-40B4-BE49-F238E27FC236}">
                  <a16:creationId xmlns:a16="http://schemas.microsoft.com/office/drawing/2014/main" id="{0249ADDD-49D9-6542-EFEC-75777060D856}"/>
                </a:ext>
              </a:extLst>
            </p:cNvPr>
            <p:cNvSpPr/>
            <p:nvPr/>
          </p:nvSpPr>
          <p:spPr>
            <a:xfrm>
              <a:off x="2249775" y="4870825"/>
              <a:ext cx="59375" cy="11550"/>
            </a:xfrm>
            <a:custGeom>
              <a:avLst/>
              <a:gdLst/>
              <a:ahLst/>
              <a:cxnLst/>
              <a:rect l="l" t="t" r="r" b="b"/>
              <a:pathLst>
                <a:path w="2375" h="462" extrusionOk="0">
                  <a:moveTo>
                    <a:pt x="257" y="1"/>
                  </a:moveTo>
                  <a:cubicBezTo>
                    <a:pt x="140" y="1"/>
                    <a:pt x="38" y="83"/>
                    <a:pt x="21" y="198"/>
                  </a:cubicBezTo>
                  <a:cubicBezTo>
                    <a:pt x="0" y="338"/>
                    <a:pt x="111" y="462"/>
                    <a:pt x="249" y="462"/>
                  </a:cubicBezTo>
                  <a:lnTo>
                    <a:pt x="2118" y="462"/>
                  </a:lnTo>
                  <a:cubicBezTo>
                    <a:pt x="2234" y="462"/>
                    <a:pt x="2337" y="379"/>
                    <a:pt x="2354" y="265"/>
                  </a:cubicBezTo>
                  <a:cubicBezTo>
                    <a:pt x="2374" y="123"/>
                    <a:pt x="2264" y="1"/>
                    <a:pt x="2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07;p78">
              <a:extLst>
                <a:ext uri="{FF2B5EF4-FFF2-40B4-BE49-F238E27FC236}">
                  <a16:creationId xmlns:a16="http://schemas.microsoft.com/office/drawing/2014/main" id="{201B16BF-2CF0-7F0A-FBCC-764BC3B2B677}"/>
                </a:ext>
              </a:extLst>
            </p:cNvPr>
            <p:cNvSpPr/>
            <p:nvPr/>
          </p:nvSpPr>
          <p:spPr>
            <a:xfrm>
              <a:off x="2223100" y="4870825"/>
              <a:ext cx="13500" cy="11550"/>
            </a:xfrm>
            <a:custGeom>
              <a:avLst/>
              <a:gdLst/>
              <a:ahLst/>
              <a:cxnLst/>
              <a:rect l="l" t="t" r="r" b="b"/>
              <a:pathLst>
                <a:path w="540" h="462" extrusionOk="0">
                  <a:moveTo>
                    <a:pt x="270" y="1"/>
                  </a:moveTo>
                  <a:cubicBezTo>
                    <a:pt x="171" y="1"/>
                    <a:pt x="79" y="62"/>
                    <a:pt x="50" y="158"/>
                  </a:cubicBezTo>
                  <a:cubicBezTo>
                    <a:pt x="0" y="315"/>
                    <a:pt x="119" y="462"/>
                    <a:pt x="269" y="462"/>
                  </a:cubicBezTo>
                  <a:lnTo>
                    <a:pt x="270" y="462"/>
                  </a:lnTo>
                  <a:cubicBezTo>
                    <a:pt x="369" y="462"/>
                    <a:pt x="461" y="400"/>
                    <a:pt x="490" y="304"/>
                  </a:cubicBezTo>
                  <a:cubicBezTo>
                    <a:pt x="539" y="147"/>
                    <a:pt x="423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3271;p79">
            <a:extLst>
              <a:ext uri="{FF2B5EF4-FFF2-40B4-BE49-F238E27FC236}">
                <a16:creationId xmlns:a16="http://schemas.microsoft.com/office/drawing/2014/main" id="{4FC1EDCF-18F3-8FC2-6A71-66299AED178E}"/>
              </a:ext>
            </a:extLst>
          </p:cNvPr>
          <p:cNvGrpSpPr/>
          <p:nvPr/>
        </p:nvGrpSpPr>
        <p:grpSpPr>
          <a:xfrm>
            <a:off x="2969627" y="1330033"/>
            <a:ext cx="423011" cy="423011"/>
            <a:chOff x="4821470" y="2820300"/>
            <a:chExt cx="423011" cy="423011"/>
          </a:xfrm>
        </p:grpSpPr>
        <p:sp>
          <p:nvSpPr>
            <p:cNvPr id="15" name="Google Shape;3272;p79">
              <a:extLst>
                <a:ext uri="{FF2B5EF4-FFF2-40B4-BE49-F238E27FC236}">
                  <a16:creationId xmlns:a16="http://schemas.microsoft.com/office/drawing/2014/main" id="{CAA9C8B2-CA7B-457C-AA0D-A13B72D4C60C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3;p79">
              <a:extLst>
                <a:ext uri="{FF2B5EF4-FFF2-40B4-BE49-F238E27FC236}">
                  <a16:creationId xmlns:a16="http://schemas.microsoft.com/office/drawing/2014/main" id="{5B5D2793-908E-AE3B-7B7F-4B8AB44E42AB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4;p79">
              <a:extLst>
                <a:ext uri="{FF2B5EF4-FFF2-40B4-BE49-F238E27FC236}">
                  <a16:creationId xmlns:a16="http://schemas.microsoft.com/office/drawing/2014/main" id="{35028129-F650-1DF1-8B34-49F30DDB6F4A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5;p79">
              <a:extLst>
                <a:ext uri="{FF2B5EF4-FFF2-40B4-BE49-F238E27FC236}">
                  <a16:creationId xmlns:a16="http://schemas.microsoft.com/office/drawing/2014/main" id="{8EDC0AB3-FFCB-FE64-52FF-7736D3CB9B4C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6;p79">
              <a:extLst>
                <a:ext uri="{FF2B5EF4-FFF2-40B4-BE49-F238E27FC236}">
                  <a16:creationId xmlns:a16="http://schemas.microsoft.com/office/drawing/2014/main" id="{3FCA2F84-1B42-1E63-B4B2-2B8997918FCB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7;p79">
              <a:extLst>
                <a:ext uri="{FF2B5EF4-FFF2-40B4-BE49-F238E27FC236}">
                  <a16:creationId xmlns:a16="http://schemas.microsoft.com/office/drawing/2014/main" id="{837B55F5-A9FE-F730-8465-92E24F14C8CD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8;p79">
              <a:extLst>
                <a:ext uri="{FF2B5EF4-FFF2-40B4-BE49-F238E27FC236}">
                  <a16:creationId xmlns:a16="http://schemas.microsoft.com/office/drawing/2014/main" id="{08F039EC-37B9-E579-10DE-25CC2D06D61E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79;p79">
              <a:extLst>
                <a:ext uri="{FF2B5EF4-FFF2-40B4-BE49-F238E27FC236}">
                  <a16:creationId xmlns:a16="http://schemas.microsoft.com/office/drawing/2014/main" id="{5EAAEEF9-3244-2190-EDD7-93EB021F4AC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0;p79">
              <a:extLst>
                <a:ext uri="{FF2B5EF4-FFF2-40B4-BE49-F238E27FC236}">
                  <a16:creationId xmlns:a16="http://schemas.microsoft.com/office/drawing/2014/main" id="{F2AA6624-E6CC-20AC-7C3D-E377E556BD85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1;p79">
              <a:extLst>
                <a:ext uri="{FF2B5EF4-FFF2-40B4-BE49-F238E27FC236}">
                  <a16:creationId xmlns:a16="http://schemas.microsoft.com/office/drawing/2014/main" id="{9BD42393-6C42-0B40-A842-C5340C0012D8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2;p79">
              <a:extLst>
                <a:ext uri="{FF2B5EF4-FFF2-40B4-BE49-F238E27FC236}">
                  <a16:creationId xmlns:a16="http://schemas.microsoft.com/office/drawing/2014/main" id="{E5207AAA-5C24-F1DB-519D-DD24A37BAEEF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3;p79">
              <a:extLst>
                <a:ext uri="{FF2B5EF4-FFF2-40B4-BE49-F238E27FC236}">
                  <a16:creationId xmlns:a16="http://schemas.microsoft.com/office/drawing/2014/main" id="{FA176C01-617B-AA46-0447-9B15E7F60E17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4;p79">
              <a:extLst>
                <a:ext uri="{FF2B5EF4-FFF2-40B4-BE49-F238E27FC236}">
                  <a16:creationId xmlns:a16="http://schemas.microsoft.com/office/drawing/2014/main" id="{CC88F94E-9D06-E3A0-4C3F-1552C6D88B50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5;p79">
              <a:extLst>
                <a:ext uri="{FF2B5EF4-FFF2-40B4-BE49-F238E27FC236}">
                  <a16:creationId xmlns:a16="http://schemas.microsoft.com/office/drawing/2014/main" id="{78C44C7F-FFEB-CF8D-CDB3-D604CDF359AC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6;p79">
              <a:extLst>
                <a:ext uri="{FF2B5EF4-FFF2-40B4-BE49-F238E27FC236}">
                  <a16:creationId xmlns:a16="http://schemas.microsoft.com/office/drawing/2014/main" id="{282DDB04-0A98-4A53-6F7B-241659830D97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271;p79">
            <a:extLst>
              <a:ext uri="{FF2B5EF4-FFF2-40B4-BE49-F238E27FC236}">
                <a16:creationId xmlns:a16="http://schemas.microsoft.com/office/drawing/2014/main" id="{E5CF7ABD-EA54-2E0F-126E-B6729BFBAC46}"/>
              </a:ext>
            </a:extLst>
          </p:cNvPr>
          <p:cNvGrpSpPr/>
          <p:nvPr/>
        </p:nvGrpSpPr>
        <p:grpSpPr>
          <a:xfrm>
            <a:off x="804743" y="731318"/>
            <a:ext cx="423011" cy="423011"/>
            <a:chOff x="4821470" y="2820300"/>
            <a:chExt cx="423011" cy="423011"/>
          </a:xfrm>
        </p:grpSpPr>
        <p:sp>
          <p:nvSpPr>
            <p:cNvPr id="31" name="Google Shape;3272;p79">
              <a:extLst>
                <a:ext uri="{FF2B5EF4-FFF2-40B4-BE49-F238E27FC236}">
                  <a16:creationId xmlns:a16="http://schemas.microsoft.com/office/drawing/2014/main" id="{A4D72FE9-777B-937D-1227-6866C4B47676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73;p79">
              <a:extLst>
                <a:ext uri="{FF2B5EF4-FFF2-40B4-BE49-F238E27FC236}">
                  <a16:creationId xmlns:a16="http://schemas.microsoft.com/office/drawing/2014/main" id="{3C46DCA5-5CCC-6E92-5C04-BDD4A1FC3871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74;p79">
              <a:extLst>
                <a:ext uri="{FF2B5EF4-FFF2-40B4-BE49-F238E27FC236}">
                  <a16:creationId xmlns:a16="http://schemas.microsoft.com/office/drawing/2014/main" id="{70CE8B41-2AEE-D8A8-0501-39D3A94EA0E9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75;p79">
              <a:extLst>
                <a:ext uri="{FF2B5EF4-FFF2-40B4-BE49-F238E27FC236}">
                  <a16:creationId xmlns:a16="http://schemas.microsoft.com/office/drawing/2014/main" id="{8A16572C-4F1F-7897-09B4-39D67F8C91F5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76;p79">
              <a:extLst>
                <a:ext uri="{FF2B5EF4-FFF2-40B4-BE49-F238E27FC236}">
                  <a16:creationId xmlns:a16="http://schemas.microsoft.com/office/drawing/2014/main" id="{630E5169-A2FB-F7A7-5C52-9D09C8526448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77;p79">
              <a:extLst>
                <a:ext uri="{FF2B5EF4-FFF2-40B4-BE49-F238E27FC236}">
                  <a16:creationId xmlns:a16="http://schemas.microsoft.com/office/drawing/2014/main" id="{9773D61C-AF18-18B9-8305-7BA251CB2FA8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78;p79">
              <a:extLst>
                <a:ext uri="{FF2B5EF4-FFF2-40B4-BE49-F238E27FC236}">
                  <a16:creationId xmlns:a16="http://schemas.microsoft.com/office/drawing/2014/main" id="{D712E0B8-376B-5FBB-ABD9-89BF25FCCA9C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79;p79">
              <a:extLst>
                <a:ext uri="{FF2B5EF4-FFF2-40B4-BE49-F238E27FC236}">
                  <a16:creationId xmlns:a16="http://schemas.microsoft.com/office/drawing/2014/main" id="{77143055-4433-7479-3853-53AD792227E8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80;p79">
              <a:extLst>
                <a:ext uri="{FF2B5EF4-FFF2-40B4-BE49-F238E27FC236}">
                  <a16:creationId xmlns:a16="http://schemas.microsoft.com/office/drawing/2014/main" id="{FD41E143-59BB-1C41-0E53-16D38C19E666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81;p79">
              <a:extLst>
                <a:ext uri="{FF2B5EF4-FFF2-40B4-BE49-F238E27FC236}">
                  <a16:creationId xmlns:a16="http://schemas.microsoft.com/office/drawing/2014/main" id="{12A51889-2FDD-A84D-A853-E254ED474BD0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82;p79">
              <a:extLst>
                <a:ext uri="{FF2B5EF4-FFF2-40B4-BE49-F238E27FC236}">
                  <a16:creationId xmlns:a16="http://schemas.microsoft.com/office/drawing/2014/main" id="{09A472A3-E903-6628-9064-274C2CBBF714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83;p79">
              <a:extLst>
                <a:ext uri="{FF2B5EF4-FFF2-40B4-BE49-F238E27FC236}">
                  <a16:creationId xmlns:a16="http://schemas.microsoft.com/office/drawing/2014/main" id="{836D5ADB-3262-21A9-D311-26FBACF48368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84;p79">
              <a:extLst>
                <a:ext uri="{FF2B5EF4-FFF2-40B4-BE49-F238E27FC236}">
                  <a16:creationId xmlns:a16="http://schemas.microsoft.com/office/drawing/2014/main" id="{508F9C87-9A1A-14F8-9BE7-8263AF62D570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85;p79">
              <a:extLst>
                <a:ext uri="{FF2B5EF4-FFF2-40B4-BE49-F238E27FC236}">
                  <a16:creationId xmlns:a16="http://schemas.microsoft.com/office/drawing/2014/main" id="{B1F9C054-A992-F48C-3B44-2AE498947DAE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86;p79">
              <a:extLst>
                <a:ext uri="{FF2B5EF4-FFF2-40B4-BE49-F238E27FC236}">
                  <a16:creationId xmlns:a16="http://schemas.microsoft.com/office/drawing/2014/main" id="{B7FBB02A-FEA5-8FAD-C7BB-5075E3CCFD5B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3271;p79">
            <a:extLst>
              <a:ext uri="{FF2B5EF4-FFF2-40B4-BE49-F238E27FC236}">
                <a16:creationId xmlns:a16="http://schemas.microsoft.com/office/drawing/2014/main" id="{C20A97C4-6FB1-AD13-5395-9BBC0F027E5A}"/>
              </a:ext>
            </a:extLst>
          </p:cNvPr>
          <p:cNvGrpSpPr/>
          <p:nvPr/>
        </p:nvGrpSpPr>
        <p:grpSpPr>
          <a:xfrm>
            <a:off x="1067981" y="1314324"/>
            <a:ext cx="275912" cy="275912"/>
            <a:chOff x="4821470" y="2820300"/>
            <a:chExt cx="423011" cy="423011"/>
          </a:xfrm>
        </p:grpSpPr>
        <p:sp>
          <p:nvSpPr>
            <p:cNvPr id="63" name="Google Shape;3272;p79">
              <a:extLst>
                <a:ext uri="{FF2B5EF4-FFF2-40B4-BE49-F238E27FC236}">
                  <a16:creationId xmlns:a16="http://schemas.microsoft.com/office/drawing/2014/main" id="{7E8F6BCE-61D4-3BD9-EE4B-C8CE743CAAFD}"/>
                </a:ext>
              </a:extLst>
            </p:cNvPr>
            <p:cNvSpPr/>
            <p:nvPr/>
          </p:nvSpPr>
          <p:spPr>
            <a:xfrm>
              <a:off x="5037903" y="2897110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7" y="0"/>
                  </a:moveTo>
                  <a:cubicBezTo>
                    <a:pt x="97" y="0"/>
                    <a:pt x="0" y="96"/>
                    <a:pt x="0" y="216"/>
                  </a:cubicBezTo>
                  <a:cubicBezTo>
                    <a:pt x="0" y="335"/>
                    <a:pt x="97" y="431"/>
                    <a:pt x="217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6"/>
                    <a:pt x="335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273;p79">
              <a:extLst>
                <a:ext uri="{FF2B5EF4-FFF2-40B4-BE49-F238E27FC236}">
                  <a16:creationId xmlns:a16="http://schemas.microsoft.com/office/drawing/2014/main" id="{61D72D98-688B-B3DF-5C3D-47790E587512}"/>
                </a:ext>
              </a:extLst>
            </p:cNvPr>
            <p:cNvSpPr/>
            <p:nvPr/>
          </p:nvSpPr>
          <p:spPr>
            <a:xfrm>
              <a:off x="5100678" y="2983852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6"/>
                  </a:cubicBezTo>
                  <a:cubicBezTo>
                    <a:pt x="1" y="334"/>
                    <a:pt x="97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274;p79">
              <a:extLst>
                <a:ext uri="{FF2B5EF4-FFF2-40B4-BE49-F238E27FC236}">
                  <a16:creationId xmlns:a16="http://schemas.microsoft.com/office/drawing/2014/main" id="{6611ACAC-29CB-9737-B06B-0C6E52727AAF}"/>
                </a:ext>
              </a:extLst>
            </p:cNvPr>
            <p:cNvSpPr/>
            <p:nvPr/>
          </p:nvSpPr>
          <p:spPr>
            <a:xfrm>
              <a:off x="5074257" y="3075541"/>
              <a:ext cx="16566" cy="16528"/>
            </a:xfrm>
            <a:custGeom>
              <a:avLst/>
              <a:gdLst/>
              <a:ahLst/>
              <a:cxnLst/>
              <a:rect l="l" t="t" r="r" b="b"/>
              <a:pathLst>
                <a:path w="432" h="431" extrusionOk="0">
                  <a:moveTo>
                    <a:pt x="216" y="0"/>
                  </a:moveTo>
                  <a:cubicBezTo>
                    <a:pt x="97" y="0"/>
                    <a:pt x="1" y="96"/>
                    <a:pt x="1" y="215"/>
                  </a:cubicBezTo>
                  <a:cubicBezTo>
                    <a:pt x="1" y="335"/>
                    <a:pt x="97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275;p79">
              <a:extLst>
                <a:ext uri="{FF2B5EF4-FFF2-40B4-BE49-F238E27FC236}">
                  <a16:creationId xmlns:a16="http://schemas.microsoft.com/office/drawing/2014/main" id="{6F2D2AB9-B17B-A325-13D0-7A21871460D1}"/>
                </a:ext>
              </a:extLst>
            </p:cNvPr>
            <p:cNvSpPr/>
            <p:nvPr/>
          </p:nvSpPr>
          <p:spPr>
            <a:xfrm>
              <a:off x="4979270" y="3075541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5"/>
                  </a:cubicBezTo>
                  <a:cubicBezTo>
                    <a:pt x="0" y="335"/>
                    <a:pt x="96" y="431"/>
                    <a:pt x="216" y="431"/>
                  </a:cubicBezTo>
                  <a:cubicBezTo>
                    <a:pt x="334" y="431"/>
                    <a:pt x="431" y="335"/>
                    <a:pt x="431" y="215"/>
                  </a:cubicBezTo>
                  <a:cubicBezTo>
                    <a:pt x="431" y="96"/>
                    <a:pt x="334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276;p79">
              <a:extLst>
                <a:ext uri="{FF2B5EF4-FFF2-40B4-BE49-F238E27FC236}">
                  <a16:creationId xmlns:a16="http://schemas.microsoft.com/office/drawing/2014/main" id="{656C571E-1B18-A9C3-DE33-31311F4D74D3}"/>
                </a:ext>
              </a:extLst>
            </p:cNvPr>
            <p:cNvSpPr/>
            <p:nvPr/>
          </p:nvSpPr>
          <p:spPr>
            <a:xfrm>
              <a:off x="4952005" y="2983852"/>
              <a:ext cx="16528" cy="16528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216" y="0"/>
                  </a:moveTo>
                  <a:cubicBezTo>
                    <a:pt x="96" y="0"/>
                    <a:pt x="0" y="96"/>
                    <a:pt x="0" y="216"/>
                  </a:cubicBezTo>
                  <a:cubicBezTo>
                    <a:pt x="0" y="334"/>
                    <a:pt x="96" y="431"/>
                    <a:pt x="216" y="431"/>
                  </a:cubicBezTo>
                  <a:cubicBezTo>
                    <a:pt x="335" y="431"/>
                    <a:pt x="431" y="334"/>
                    <a:pt x="431" y="216"/>
                  </a:cubicBezTo>
                  <a:cubicBezTo>
                    <a:pt x="431" y="96"/>
                    <a:pt x="335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277;p79">
              <a:extLst>
                <a:ext uri="{FF2B5EF4-FFF2-40B4-BE49-F238E27FC236}">
                  <a16:creationId xmlns:a16="http://schemas.microsoft.com/office/drawing/2014/main" id="{6B4270A1-A204-D15E-9DC8-025BECDBD419}"/>
                </a:ext>
              </a:extLst>
            </p:cNvPr>
            <p:cNvSpPr/>
            <p:nvPr/>
          </p:nvSpPr>
          <p:spPr>
            <a:xfrm>
              <a:off x="4821470" y="2820300"/>
              <a:ext cx="420710" cy="423011"/>
            </a:xfrm>
            <a:custGeom>
              <a:avLst/>
              <a:gdLst/>
              <a:ahLst/>
              <a:cxnLst/>
              <a:rect l="l" t="t" r="r" b="b"/>
              <a:pathLst>
                <a:path w="10971" h="11031" extrusionOk="0">
                  <a:moveTo>
                    <a:pt x="5516" y="1"/>
                  </a:moveTo>
                  <a:cubicBezTo>
                    <a:pt x="5141" y="1"/>
                    <a:pt x="4768" y="39"/>
                    <a:pt x="4405" y="113"/>
                  </a:cubicBezTo>
                  <a:cubicBezTo>
                    <a:pt x="4050" y="185"/>
                    <a:pt x="3702" y="294"/>
                    <a:pt x="3369" y="434"/>
                  </a:cubicBezTo>
                  <a:cubicBezTo>
                    <a:pt x="3042" y="573"/>
                    <a:pt x="2727" y="744"/>
                    <a:pt x="2433" y="943"/>
                  </a:cubicBezTo>
                  <a:cubicBezTo>
                    <a:pt x="2140" y="1140"/>
                    <a:pt x="1866" y="1367"/>
                    <a:pt x="1616" y="1616"/>
                  </a:cubicBezTo>
                  <a:cubicBezTo>
                    <a:pt x="1367" y="1866"/>
                    <a:pt x="1140" y="2140"/>
                    <a:pt x="943" y="2433"/>
                  </a:cubicBezTo>
                  <a:cubicBezTo>
                    <a:pt x="743" y="2727"/>
                    <a:pt x="573" y="3043"/>
                    <a:pt x="434" y="3370"/>
                  </a:cubicBezTo>
                  <a:cubicBezTo>
                    <a:pt x="294" y="3702"/>
                    <a:pt x="185" y="4050"/>
                    <a:pt x="113" y="4405"/>
                  </a:cubicBezTo>
                  <a:cubicBezTo>
                    <a:pt x="39" y="4768"/>
                    <a:pt x="1" y="5142"/>
                    <a:pt x="1" y="5516"/>
                  </a:cubicBezTo>
                  <a:cubicBezTo>
                    <a:pt x="1" y="5890"/>
                    <a:pt x="39" y="6264"/>
                    <a:pt x="113" y="6628"/>
                  </a:cubicBezTo>
                  <a:cubicBezTo>
                    <a:pt x="185" y="6981"/>
                    <a:pt x="294" y="7329"/>
                    <a:pt x="434" y="7663"/>
                  </a:cubicBezTo>
                  <a:cubicBezTo>
                    <a:pt x="573" y="7990"/>
                    <a:pt x="743" y="8304"/>
                    <a:pt x="943" y="8600"/>
                  </a:cubicBezTo>
                  <a:cubicBezTo>
                    <a:pt x="1140" y="8892"/>
                    <a:pt x="1367" y="9166"/>
                    <a:pt x="1616" y="9415"/>
                  </a:cubicBezTo>
                  <a:cubicBezTo>
                    <a:pt x="1866" y="9665"/>
                    <a:pt x="2140" y="9892"/>
                    <a:pt x="2433" y="10089"/>
                  </a:cubicBezTo>
                  <a:cubicBezTo>
                    <a:pt x="2727" y="10288"/>
                    <a:pt x="3042" y="10459"/>
                    <a:pt x="3369" y="10597"/>
                  </a:cubicBezTo>
                  <a:cubicBezTo>
                    <a:pt x="3702" y="10738"/>
                    <a:pt x="4050" y="10846"/>
                    <a:pt x="4405" y="10919"/>
                  </a:cubicBezTo>
                  <a:cubicBezTo>
                    <a:pt x="4768" y="10993"/>
                    <a:pt x="5141" y="11031"/>
                    <a:pt x="5516" y="11031"/>
                  </a:cubicBezTo>
                  <a:cubicBezTo>
                    <a:pt x="6171" y="11031"/>
                    <a:pt x="6813" y="10917"/>
                    <a:pt x="7422" y="10692"/>
                  </a:cubicBezTo>
                  <a:cubicBezTo>
                    <a:pt x="8012" y="10474"/>
                    <a:pt x="8556" y="10160"/>
                    <a:pt x="9041" y="9757"/>
                  </a:cubicBezTo>
                  <a:cubicBezTo>
                    <a:pt x="9522" y="9357"/>
                    <a:pt x="9928" y="8882"/>
                    <a:pt x="10250" y="8346"/>
                  </a:cubicBezTo>
                  <a:cubicBezTo>
                    <a:pt x="10577" y="7800"/>
                    <a:pt x="10805" y="7206"/>
                    <a:pt x="10927" y="6581"/>
                  </a:cubicBezTo>
                  <a:cubicBezTo>
                    <a:pt x="10950" y="6465"/>
                    <a:pt x="10874" y="6351"/>
                    <a:pt x="10757" y="6329"/>
                  </a:cubicBezTo>
                  <a:cubicBezTo>
                    <a:pt x="10743" y="6326"/>
                    <a:pt x="10730" y="6325"/>
                    <a:pt x="10716" y="6325"/>
                  </a:cubicBezTo>
                  <a:cubicBezTo>
                    <a:pt x="10614" y="6325"/>
                    <a:pt x="10524" y="6398"/>
                    <a:pt x="10505" y="6499"/>
                  </a:cubicBezTo>
                  <a:cubicBezTo>
                    <a:pt x="10040" y="8875"/>
                    <a:pt x="7941" y="10600"/>
                    <a:pt x="5517" y="10600"/>
                  </a:cubicBezTo>
                  <a:lnTo>
                    <a:pt x="5516" y="10600"/>
                  </a:lnTo>
                  <a:cubicBezTo>
                    <a:pt x="4158" y="10600"/>
                    <a:pt x="2881" y="10071"/>
                    <a:pt x="1921" y="9111"/>
                  </a:cubicBezTo>
                  <a:cubicBezTo>
                    <a:pt x="961" y="8150"/>
                    <a:pt x="431" y="6874"/>
                    <a:pt x="431" y="5516"/>
                  </a:cubicBezTo>
                  <a:cubicBezTo>
                    <a:pt x="431" y="4158"/>
                    <a:pt x="961" y="2881"/>
                    <a:pt x="1921" y="1921"/>
                  </a:cubicBezTo>
                  <a:cubicBezTo>
                    <a:pt x="2881" y="961"/>
                    <a:pt x="4158" y="432"/>
                    <a:pt x="5516" y="432"/>
                  </a:cubicBezTo>
                  <a:lnTo>
                    <a:pt x="5517" y="432"/>
                  </a:lnTo>
                  <a:cubicBezTo>
                    <a:pt x="7999" y="432"/>
                    <a:pt x="10106" y="2206"/>
                    <a:pt x="10526" y="4649"/>
                  </a:cubicBezTo>
                  <a:cubicBezTo>
                    <a:pt x="10544" y="4753"/>
                    <a:pt x="10633" y="4829"/>
                    <a:pt x="10738" y="4829"/>
                  </a:cubicBezTo>
                  <a:cubicBezTo>
                    <a:pt x="10751" y="4829"/>
                    <a:pt x="10762" y="4828"/>
                    <a:pt x="10775" y="4826"/>
                  </a:cubicBezTo>
                  <a:cubicBezTo>
                    <a:pt x="10892" y="4806"/>
                    <a:pt x="10970" y="4694"/>
                    <a:pt x="10950" y="4577"/>
                  </a:cubicBezTo>
                  <a:cubicBezTo>
                    <a:pt x="10840" y="3937"/>
                    <a:pt x="10621" y="3327"/>
                    <a:pt x="10296" y="2765"/>
                  </a:cubicBezTo>
                  <a:cubicBezTo>
                    <a:pt x="9980" y="2215"/>
                    <a:pt x="9572" y="1727"/>
                    <a:pt x="9088" y="1314"/>
                  </a:cubicBezTo>
                  <a:cubicBezTo>
                    <a:pt x="8600" y="899"/>
                    <a:pt x="8049" y="575"/>
                    <a:pt x="7452" y="351"/>
                  </a:cubicBezTo>
                  <a:cubicBezTo>
                    <a:pt x="6833" y="119"/>
                    <a:pt x="6182" y="1"/>
                    <a:pt x="5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278;p79">
              <a:extLst>
                <a:ext uri="{FF2B5EF4-FFF2-40B4-BE49-F238E27FC236}">
                  <a16:creationId xmlns:a16="http://schemas.microsoft.com/office/drawing/2014/main" id="{E758658F-21BE-A354-3C13-B2DD81BE6CCA}"/>
                </a:ext>
              </a:extLst>
            </p:cNvPr>
            <p:cNvSpPr/>
            <p:nvPr/>
          </p:nvSpPr>
          <p:spPr>
            <a:xfrm>
              <a:off x="4920598" y="3099470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2"/>
                    <a:pt x="863" y="528"/>
                    <a:pt x="863" y="648"/>
                  </a:cubicBezTo>
                  <a:cubicBezTo>
                    <a:pt x="863" y="766"/>
                    <a:pt x="766" y="862"/>
                    <a:pt x="647" y="863"/>
                  </a:cubicBezTo>
                  <a:cubicBezTo>
                    <a:pt x="528" y="863"/>
                    <a:pt x="432" y="766"/>
                    <a:pt x="432" y="648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1" y="191"/>
                  </a:cubicBezTo>
                  <a:cubicBezTo>
                    <a:pt x="68" y="312"/>
                    <a:pt x="1" y="475"/>
                    <a:pt x="1" y="648"/>
                  </a:cubicBezTo>
                  <a:cubicBezTo>
                    <a:pt x="1" y="820"/>
                    <a:pt x="68" y="982"/>
                    <a:pt x="191" y="1104"/>
                  </a:cubicBezTo>
                  <a:cubicBezTo>
                    <a:pt x="312" y="1226"/>
                    <a:pt x="474" y="1293"/>
                    <a:pt x="647" y="1293"/>
                  </a:cubicBezTo>
                  <a:cubicBezTo>
                    <a:pt x="819" y="1293"/>
                    <a:pt x="982" y="1226"/>
                    <a:pt x="1104" y="1104"/>
                  </a:cubicBezTo>
                  <a:cubicBezTo>
                    <a:pt x="1227" y="982"/>
                    <a:pt x="1293" y="820"/>
                    <a:pt x="1293" y="648"/>
                  </a:cubicBezTo>
                  <a:cubicBezTo>
                    <a:pt x="1293" y="475"/>
                    <a:pt x="1227" y="312"/>
                    <a:pt x="1104" y="191"/>
                  </a:cubicBezTo>
                  <a:cubicBezTo>
                    <a:pt x="982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279;p79">
              <a:extLst>
                <a:ext uri="{FF2B5EF4-FFF2-40B4-BE49-F238E27FC236}">
                  <a16:creationId xmlns:a16="http://schemas.microsoft.com/office/drawing/2014/main" id="{F3C0390D-C95B-9EEC-887B-BCCB0964A7D0}"/>
                </a:ext>
              </a:extLst>
            </p:cNvPr>
            <p:cNvSpPr/>
            <p:nvPr/>
          </p:nvSpPr>
          <p:spPr>
            <a:xfrm>
              <a:off x="5123840" y="3091225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7" y="431"/>
                  </a:moveTo>
                  <a:cubicBezTo>
                    <a:pt x="765" y="431"/>
                    <a:pt x="862" y="528"/>
                    <a:pt x="862" y="646"/>
                  </a:cubicBezTo>
                  <a:cubicBezTo>
                    <a:pt x="862" y="765"/>
                    <a:pt x="765" y="861"/>
                    <a:pt x="647" y="863"/>
                  </a:cubicBezTo>
                  <a:cubicBezTo>
                    <a:pt x="528" y="861"/>
                    <a:pt x="432" y="765"/>
                    <a:pt x="431" y="646"/>
                  </a:cubicBezTo>
                  <a:cubicBezTo>
                    <a:pt x="432" y="528"/>
                    <a:pt x="528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1" y="68"/>
                    <a:pt x="189" y="189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1" y="1225"/>
                    <a:pt x="474" y="1293"/>
                    <a:pt x="647" y="1293"/>
                  </a:cubicBezTo>
                  <a:cubicBezTo>
                    <a:pt x="819" y="1293"/>
                    <a:pt x="981" y="1225"/>
                    <a:pt x="1104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4" y="189"/>
                  </a:cubicBezTo>
                  <a:cubicBezTo>
                    <a:pt x="981" y="68"/>
                    <a:pt x="819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280;p79">
              <a:extLst>
                <a:ext uri="{FF2B5EF4-FFF2-40B4-BE49-F238E27FC236}">
                  <a16:creationId xmlns:a16="http://schemas.microsoft.com/office/drawing/2014/main" id="{4AE1B310-14A5-5C8E-5093-B80B4E3E4F0A}"/>
                </a:ext>
              </a:extLst>
            </p:cNvPr>
            <p:cNvSpPr/>
            <p:nvPr/>
          </p:nvSpPr>
          <p:spPr>
            <a:xfrm>
              <a:off x="5024712" y="3125891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2"/>
                  </a:moveTo>
                  <a:cubicBezTo>
                    <a:pt x="765" y="432"/>
                    <a:pt x="861" y="529"/>
                    <a:pt x="862" y="648"/>
                  </a:cubicBezTo>
                  <a:cubicBezTo>
                    <a:pt x="861" y="766"/>
                    <a:pt x="765" y="863"/>
                    <a:pt x="646" y="863"/>
                  </a:cubicBezTo>
                  <a:cubicBezTo>
                    <a:pt x="528" y="863"/>
                    <a:pt x="432" y="766"/>
                    <a:pt x="431" y="648"/>
                  </a:cubicBezTo>
                  <a:cubicBezTo>
                    <a:pt x="431" y="529"/>
                    <a:pt x="528" y="432"/>
                    <a:pt x="646" y="432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1"/>
                  </a:cubicBezTo>
                  <a:cubicBezTo>
                    <a:pt x="68" y="313"/>
                    <a:pt x="0" y="474"/>
                    <a:pt x="0" y="648"/>
                  </a:cubicBezTo>
                  <a:cubicBezTo>
                    <a:pt x="0" y="821"/>
                    <a:pt x="68" y="982"/>
                    <a:pt x="189" y="1104"/>
                  </a:cubicBezTo>
                  <a:cubicBezTo>
                    <a:pt x="312" y="1227"/>
                    <a:pt x="474" y="1293"/>
                    <a:pt x="646" y="1293"/>
                  </a:cubicBezTo>
                  <a:cubicBezTo>
                    <a:pt x="819" y="1293"/>
                    <a:pt x="982" y="1227"/>
                    <a:pt x="1104" y="1104"/>
                  </a:cubicBezTo>
                  <a:cubicBezTo>
                    <a:pt x="1225" y="982"/>
                    <a:pt x="1293" y="821"/>
                    <a:pt x="1293" y="648"/>
                  </a:cubicBezTo>
                  <a:cubicBezTo>
                    <a:pt x="1293" y="474"/>
                    <a:pt x="1225" y="313"/>
                    <a:pt x="1104" y="191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281;p79">
              <a:extLst>
                <a:ext uri="{FF2B5EF4-FFF2-40B4-BE49-F238E27FC236}">
                  <a16:creationId xmlns:a16="http://schemas.microsoft.com/office/drawing/2014/main" id="{52E83780-DEBE-E94B-DE29-2359322DFF2E}"/>
                </a:ext>
              </a:extLst>
            </p:cNvPr>
            <p:cNvSpPr/>
            <p:nvPr/>
          </p:nvSpPr>
          <p:spPr>
            <a:xfrm>
              <a:off x="4862770" y="297227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6" y="431"/>
                    <a:pt x="862" y="528"/>
                    <a:pt x="863" y="646"/>
                  </a:cubicBezTo>
                  <a:cubicBezTo>
                    <a:pt x="862" y="766"/>
                    <a:pt x="766" y="862"/>
                    <a:pt x="647" y="862"/>
                  </a:cubicBezTo>
                  <a:cubicBezTo>
                    <a:pt x="528" y="862"/>
                    <a:pt x="432" y="766"/>
                    <a:pt x="431" y="646"/>
                  </a:cubicBezTo>
                  <a:cubicBezTo>
                    <a:pt x="431" y="528"/>
                    <a:pt x="528" y="431"/>
                    <a:pt x="647" y="431"/>
                  </a:cubicBezTo>
                  <a:close/>
                  <a:moveTo>
                    <a:pt x="647" y="1"/>
                  </a:moveTo>
                  <a:cubicBezTo>
                    <a:pt x="475" y="1"/>
                    <a:pt x="312" y="68"/>
                    <a:pt x="190" y="189"/>
                  </a:cubicBezTo>
                  <a:cubicBezTo>
                    <a:pt x="68" y="312"/>
                    <a:pt x="1" y="474"/>
                    <a:pt x="1" y="646"/>
                  </a:cubicBezTo>
                  <a:cubicBezTo>
                    <a:pt x="1" y="819"/>
                    <a:pt x="68" y="982"/>
                    <a:pt x="190" y="1103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5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5" y="189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282;p79">
              <a:extLst>
                <a:ext uri="{FF2B5EF4-FFF2-40B4-BE49-F238E27FC236}">
                  <a16:creationId xmlns:a16="http://schemas.microsoft.com/office/drawing/2014/main" id="{D28AA567-0BD9-9FB4-F839-659FE9C41E9F}"/>
                </a:ext>
              </a:extLst>
            </p:cNvPr>
            <p:cNvSpPr/>
            <p:nvPr/>
          </p:nvSpPr>
          <p:spPr>
            <a:xfrm>
              <a:off x="5103171" y="2899564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7" y="431"/>
                  </a:moveTo>
                  <a:cubicBezTo>
                    <a:pt x="765" y="432"/>
                    <a:pt x="862" y="528"/>
                    <a:pt x="862" y="647"/>
                  </a:cubicBezTo>
                  <a:cubicBezTo>
                    <a:pt x="862" y="766"/>
                    <a:pt x="765" y="862"/>
                    <a:pt x="647" y="863"/>
                  </a:cubicBezTo>
                  <a:cubicBezTo>
                    <a:pt x="529" y="862"/>
                    <a:pt x="432" y="766"/>
                    <a:pt x="432" y="647"/>
                  </a:cubicBezTo>
                  <a:cubicBezTo>
                    <a:pt x="432" y="528"/>
                    <a:pt x="529" y="432"/>
                    <a:pt x="647" y="431"/>
                  </a:cubicBezTo>
                  <a:close/>
                  <a:moveTo>
                    <a:pt x="647" y="1"/>
                  </a:moveTo>
                  <a:cubicBezTo>
                    <a:pt x="474" y="1"/>
                    <a:pt x="312" y="68"/>
                    <a:pt x="190" y="191"/>
                  </a:cubicBezTo>
                  <a:cubicBezTo>
                    <a:pt x="68" y="312"/>
                    <a:pt x="0" y="474"/>
                    <a:pt x="0" y="647"/>
                  </a:cubicBezTo>
                  <a:cubicBezTo>
                    <a:pt x="0" y="819"/>
                    <a:pt x="68" y="982"/>
                    <a:pt x="190" y="1104"/>
                  </a:cubicBezTo>
                  <a:cubicBezTo>
                    <a:pt x="312" y="1226"/>
                    <a:pt x="475" y="1293"/>
                    <a:pt x="647" y="1293"/>
                  </a:cubicBezTo>
                  <a:cubicBezTo>
                    <a:pt x="820" y="1293"/>
                    <a:pt x="982" y="1226"/>
                    <a:pt x="1104" y="1104"/>
                  </a:cubicBezTo>
                  <a:cubicBezTo>
                    <a:pt x="1226" y="982"/>
                    <a:pt x="1294" y="819"/>
                    <a:pt x="1294" y="647"/>
                  </a:cubicBezTo>
                  <a:cubicBezTo>
                    <a:pt x="1294" y="474"/>
                    <a:pt x="1226" y="312"/>
                    <a:pt x="1104" y="191"/>
                  </a:cubicBezTo>
                  <a:cubicBezTo>
                    <a:pt x="982" y="68"/>
                    <a:pt x="820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283;p79">
              <a:extLst>
                <a:ext uri="{FF2B5EF4-FFF2-40B4-BE49-F238E27FC236}">
                  <a16:creationId xmlns:a16="http://schemas.microsoft.com/office/drawing/2014/main" id="{29EF2E44-A178-0389-4066-2461E6375EF3}"/>
                </a:ext>
              </a:extLst>
            </p:cNvPr>
            <p:cNvSpPr/>
            <p:nvPr/>
          </p:nvSpPr>
          <p:spPr>
            <a:xfrm>
              <a:off x="5020570" y="2966481"/>
              <a:ext cx="49622" cy="49622"/>
            </a:xfrm>
            <a:custGeom>
              <a:avLst/>
              <a:gdLst/>
              <a:ahLst/>
              <a:cxnLst/>
              <a:rect l="l" t="t" r="r" b="b"/>
              <a:pathLst>
                <a:path w="1294" h="1294" extrusionOk="0">
                  <a:moveTo>
                    <a:pt x="646" y="431"/>
                  </a:moveTo>
                  <a:cubicBezTo>
                    <a:pt x="766" y="431"/>
                    <a:pt x="862" y="528"/>
                    <a:pt x="862" y="646"/>
                  </a:cubicBezTo>
                  <a:cubicBezTo>
                    <a:pt x="862" y="766"/>
                    <a:pt x="766" y="862"/>
                    <a:pt x="646" y="863"/>
                  </a:cubicBezTo>
                  <a:cubicBezTo>
                    <a:pt x="528" y="862"/>
                    <a:pt x="431" y="766"/>
                    <a:pt x="431" y="646"/>
                  </a:cubicBezTo>
                  <a:cubicBezTo>
                    <a:pt x="431" y="528"/>
                    <a:pt x="528" y="432"/>
                    <a:pt x="646" y="431"/>
                  </a:cubicBezTo>
                  <a:close/>
                  <a:moveTo>
                    <a:pt x="646" y="1"/>
                  </a:moveTo>
                  <a:cubicBezTo>
                    <a:pt x="473" y="1"/>
                    <a:pt x="312" y="68"/>
                    <a:pt x="190" y="190"/>
                  </a:cubicBezTo>
                  <a:cubicBezTo>
                    <a:pt x="67" y="312"/>
                    <a:pt x="1" y="474"/>
                    <a:pt x="1" y="646"/>
                  </a:cubicBezTo>
                  <a:cubicBezTo>
                    <a:pt x="1" y="819"/>
                    <a:pt x="67" y="982"/>
                    <a:pt x="190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2" y="1226"/>
                    <a:pt x="1103" y="1103"/>
                  </a:cubicBezTo>
                  <a:cubicBezTo>
                    <a:pt x="1226" y="982"/>
                    <a:pt x="1293" y="819"/>
                    <a:pt x="1293" y="646"/>
                  </a:cubicBezTo>
                  <a:cubicBezTo>
                    <a:pt x="1293" y="474"/>
                    <a:pt x="1226" y="312"/>
                    <a:pt x="1103" y="190"/>
                  </a:cubicBezTo>
                  <a:cubicBezTo>
                    <a:pt x="982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284;p79">
              <a:extLst>
                <a:ext uri="{FF2B5EF4-FFF2-40B4-BE49-F238E27FC236}">
                  <a16:creationId xmlns:a16="http://schemas.microsoft.com/office/drawing/2014/main" id="{BAD444D9-3675-67F8-F18F-00428701D10E}"/>
                </a:ext>
              </a:extLst>
            </p:cNvPr>
            <p:cNvSpPr/>
            <p:nvPr/>
          </p:nvSpPr>
          <p:spPr>
            <a:xfrm>
              <a:off x="5156896" y="2988799"/>
              <a:ext cx="49583" cy="49583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6" y="432"/>
                  </a:moveTo>
                  <a:cubicBezTo>
                    <a:pt x="765" y="432"/>
                    <a:pt x="861" y="528"/>
                    <a:pt x="861" y="647"/>
                  </a:cubicBezTo>
                  <a:cubicBezTo>
                    <a:pt x="861" y="765"/>
                    <a:pt x="765" y="861"/>
                    <a:pt x="646" y="862"/>
                  </a:cubicBezTo>
                  <a:cubicBezTo>
                    <a:pt x="528" y="862"/>
                    <a:pt x="431" y="765"/>
                    <a:pt x="431" y="647"/>
                  </a:cubicBezTo>
                  <a:cubicBezTo>
                    <a:pt x="431" y="528"/>
                    <a:pt x="528" y="432"/>
                    <a:pt x="646" y="432"/>
                  </a:cubicBezTo>
                  <a:close/>
                  <a:moveTo>
                    <a:pt x="646" y="0"/>
                  </a:moveTo>
                  <a:cubicBezTo>
                    <a:pt x="474" y="0"/>
                    <a:pt x="311" y="68"/>
                    <a:pt x="189" y="190"/>
                  </a:cubicBezTo>
                  <a:cubicBezTo>
                    <a:pt x="67" y="311"/>
                    <a:pt x="0" y="474"/>
                    <a:pt x="0" y="647"/>
                  </a:cubicBezTo>
                  <a:cubicBezTo>
                    <a:pt x="0" y="819"/>
                    <a:pt x="67" y="981"/>
                    <a:pt x="189" y="1104"/>
                  </a:cubicBezTo>
                  <a:cubicBezTo>
                    <a:pt x="311" y="1225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4"/>
                  </a:cubicBezTo>
                  <a:cubicBezTo>
                    <a:pt x="1225" y="981"/>
                    <a:pt x="1293" y="819"/>
                    <a:pt x="1293" y="647"/>
                  </a:cubicBezTo>
                  <a:cubicBezTo>
                    <a:pt x="1293" y="474"/>
                    <a:pt x="1225" y="311"/>
                    <a:pt x="1103" y="190"/>
                  </a:cubicBezTo>
                  <a:cubicBezTo>
                    <a:pt x="981" y="68"/>
                    <a:pt x="81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285;p79">
              <a:extLst>
                <a:ext uri="{FF2B5EF4-FFF2-40B4-BE49-F238E27FC236}">
                  <a16:creationId xmlns:a16="http://schemas.microsoft.com/office/drawing/2014/main" id="{96E9F28A-D882-079B-717C-0D4568E04111}"/>
                </a:ext>
              </a:extLst>
            </p:cNvPr>
            <p:cNvSpPr/>
            <p:nvPr/>
          </p:nvSpPr>
          <p:spPr>
            <a:xfrm>
              <a:off x="4937970" y="2873143"/>
              <a:ext cx="49583" cy="49622"/>
            </a:xfrm>
            <a:custGeom>
              <a:avLst/>
              <a:gdLst/>
              <a:ahLst/>
              <a:cxnLst/>
              <a:rect l="l" t="t" r="r" b="b"/>
              <a:pathLst>
                <a:path w="1293" h="1294" extrusionOk="0">
                  <a:moveTo>
                    <a:pt x="646" y="431"/>
                  </a:moveTo>
                  <a:cubicBezTo>
                    <a:pt x="765" y="431"/>
                    <a:pt x="861" y="528"/>
                    <a:pt x="862" y="646"/>
                  </a:cubicBezTo>
                  <a:cubicBezTo>
                    <a:pt x="861" y="765"/>
                    <a:pt x="765" y="862"/>
                    <a:pt x="646" y="862"/>
                  </a:cubicBezTo>
                  <a:cubicBezTo>
                    <a:pt x="528" y="862"/>
                    <a:pt x="432" y="765"/>
                    <a:pt x="431" y="646"/>
                  </a:cubicBezTo>
                  <a:cubicBezTo>
                    <a:pt x="431" y="528"/>
                    <a:pt x="528" y="431"/>
                    <a:pt x="646" y="431"/>
                  </a:cubicBezTo>
                  <a:close/>
                  <a:moveTo>
                    <a:pt x="646" y="1"/>
                  </a:moveTo>
                  <a:cubicBezTo>
                    <a:pt x="474" y="1"/>
                    <a:pt x="312" y="68"/>
                    <a:pt x="189" y="190"/>
                  </a:cubicBezTo>
                  <a:cubicBezTo>
                    <a:pt x="68" y="312"/>
                    <a:pt x="0" y="474"/>
                    <a:pt x="0" y="646"/>
                  </a:cubicBezTo>
                  <a:cubicBezTo>
                    <a:pt x="0" y="819"/>
                    <a:pt x="68" y="982"/>
                    <a:pt x="189" y="1103"/>
                  </a:cubicBezTo>
                  <a:cubicBezTo>
                    <a:pt x="312" y="1226"/>
                    <a:pt x="474" y="1293"/>
                    <a:pt x="646" y="1293"/>
                  </a:cubicBezTo>
                  <a:cubicBezTo>
                    <a:pt x="819" y="1293"/>
                    <a:pt x="981" y="1226"/>
                    <a:pt x="1103" y="1103"/>
                  </a:cubicBezTo>
                  <a:cubicBezTo>
                    <a:pt x="1225" y="982"/>
                    <a:pt x="1293" y="819"/>
                    <a:pt x="1293" y="646"/>
                  </a:cubicBezTo>
                  <a:cubicBezTo>
                    <a:pt x="1293" y="474"/>
                    <a:pt x="1225" y="312"/>
                    <a:pt x="1103" y="190"/>
                  </a:cubicBezTo>
                  <a:cubicBezTo>
                    <a:pt x="981" y="68"/>
                    <a:pt x="81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286;p79">
              <a:extLst>
                <a:ext uri="{FF2B5EF4-FFF2-40B4-BE49-F238E27FC236}">
                  <a16:creationId xmlns:a16="http://schemas.microsoft.com/office/drawing/2014/main" id="{B0DD8782-689B-8DFC-8BBE-2F5A8341465E}"/>
                </a:ext>
              </a:extLst>
            </p:cNvPr>
            <p:cNvSpPr/>
            <p:nvPr/>
          </p:nvSpPr>
          <p:spPr>
            <a:xfrm>
              <a:off x="5227877" y="3025843"/>
              <a:ext cx="16604" cy="16566"/>
            </a:xfrm>
            <a:custGeom>
              <a:avLst/>
              <a:gdLst/>
              <a:ahLst/>
              <a:cxnLst/>
              <a:rect l="l" t="t" r="r" b="b"/>
              <a:pathLst>
                <a:path w="433" h="432" extrusionOk="0">
                  <a:moveTo>
                    <a:pt x="216" y="1"/>
                  </a:moveTo>
                  <a:cubicBezTo>
                    <a:pt x="98" y="1"/>
                    <a:pt x="1" y="98"/>
                    <a:pt x="1" y="216"/>
                  </a:cubicBezTo>
                  <a:cubicBezTo>
                    <a:pt x="1" y="335"/>
                    <a:pt x="98" y="431"/>
                    <a:pt x="216" y="431"/>
                  </a:cubicBezTo>
                  <a:cubicBezTo>
                    <a:pt x="335" y="431"/>
                    <a:pt x="432" y="335"/>
                    <a:pt x="432" y="216"/>
                  </a:cubicBezTo>
                  <a:cubicBezTo>
                    <a:pt x="432" y="98"/>
                    <a:pt x="335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8" name="Google Shape;3053;p76">
            <a:extLst>
              <a:ext uri="{FF2B5EF4-FFF2-40B4-BE49-F238E27FC236}">
                <a16:creationId xmlns:a16="http://schemas.microsoft.com/office/drawing/2014/main" id="{094E9A51-BD30-18D2-E915-AC334C9B4194}"/>
              </a:ext>
            </a:extLst>
          </p:cNvPr>
          <p:cNvSpPr txBox="1">
            <a:spLocks/>
          </p:cNvSpPr>
          <p:nvPr/>
        </p:nvSpPr>
        <p:spPr>
          <a:xfrm>
            <a:off x="1462951" y="2715164"/>
            <a:ext cx="3455413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www.linkedin.com/in/paulamorin</a:t>
            </a:r>
            <a:endParaRPr lang="pt-BR" sz="400" dirty="0"/>
          </a:p>
        </p:txBody>
      </p:sp>
      <p:sp>
        <p:nvSpPr>
          <p:cNvPr id="3189" name="Google Shape;3053;p76">
            <a:extLst>
              <a:ext uri="{FF2B5EF4-FFF2-40B4-BE49-F238E27FC236}">
                <a16:creationId xmlns:a16="http://schemas.microsoft.com/office/drawing/2014/main" id="{FA2532DC-C05F-5E83-E3C5-4E36D166B11B}"/>
              </a:ext>
            </a:extLst>
          </p:cNvPr>
          <p:cNvSpPr txBox="1">
            <a:spLocks/>
          </p:cNvSpPr>
          <p:nvPr/>
        </p:nvSpPr>
        <p:spPr>
          <a:xfrm>
            <a:off x="1462950" y="3574146"/>
            <a:ext cx="35532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65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hrikhand"/>
              <a:buNone/>
              <a:defRPr sz="5200" b="0" i="0" u="none" strike="noStrike" cap="none">
                <a:solidFill>
                  <a:schemeClr val="dk1"/>
                </a:solidFill>
                <a:latin typeface="Shrikhand"/>
                <a:ea typeface="Shrikhand"/>
                <a:cs typeface="Shrikhand"/>
                <a:sym typeface="Shrikhand"/>
              </a:defRPr>
            </a:lvl9pPr>
          </a:lstStyle>
          <a:p>
            <a:r>
              <a:rPr lang="pt-BR" sz="1200" dirty="0"/>
              <a:t>www.linkedin.com/in/ericdonato</a:t>
            </a:r>
            <a:endParaRPr lang="pt-BR" sz="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Cookies by Slidesgo">
  <a:themeElements>
    <a:clrScheme name="Simple Light">
      <a:dk1>
        <a:srgbClr val="4F3945"/>
      </a:dk1>
      <a:lt1>
        <a:srgbClr val="FBEAC6"/>
      </a:lt1>
      <a:dk2>
        <a:srgbClr val="FECA7A"/>
      </a:dk2>
      <a:lt2>
        <a:srgbClr val="FFB253"/>
      </a:lt2>
      <a:accent1>
        <a:srgbClr val="F78838"/>
      </a:accent1>
      <a:accent2>
        <a:srgbClr val="BC6748"/>
      </a:accent2>
      <a:accent3>
        <a:srgbClr val="A55548"/>
      </a:accent3>
      <a:accent4>
        <a:srgbClr val="944E44"/>
      </a:accent4>
      <a:accent5>
        <a:srgbClr val="824741"/>
      </a:accent5>
      <a:accent6>
        <a:srgbClr val="FFFFFF"/>
      </a:accent6>
      <a:hlink>
        <a:srgbClr val="BC67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784</Words>
  <Application>Microsoft Office PowerPoint</Application>
  <PresentationFormat>Apresentação na tela (16:9)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Montserrat Medium</vt:lpstr>
      <vt:lpstr>Montserrat</vt:lpstr>
      <vt:lpstr>Shrikhand</vt:lpstr>
      <vt:lpstr>Food Cookies by Slidesgo</vt:lpstr>
      <vt:lpstr>ESTUDO COOKIES</vt:lpstr>
      <vt:lpstr>Contextualização do Problema </vt:lpstr>
      <vt:lpstr>Contextualização do Problema</vt:lpstr>
      <vt:lpstr>Problemas em que este tipo de simulação é necessária</vt:lpstr>
      <vt:lpstr>Contextualização do Problema</vt:lpstr>
      <vt:lpstr>Contextualização do Problema</vt:lpstr>
      <vt:lpstr>Conceitos Fundamentais</vt:lpstr>
      <vt:lpstr>Conceitos Fundamentais</vt:lpstr>
      <vt:lpstr>Conceitos Fundamentais</vt:lpstr>
      <vt:lpstr>Conceitos Fundamentais</vt:lpstr>
      <vt:lpstr>Aplicações e Benefícios da Simulação </vt:lpstr>
      <vt:lpstr>Conceitos Fundamentais</vt:lpstr>
      <vt:lpstr>Fontes de Pesquisa</vt:lpstr>
      <vt:lpstr>Conceitos Fundamentais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Paula Martins</dc:creator>
  <cp:lastModifiedBy>Paula Martins</cp:lastModifiedBy>
  <cp:revision>3</cp:revision>
  <dcterms:modified xsi:type="dcterms:W3CDTF">2025-11-09T02:47:31Z</dcterms:modified>
</cp:coreProperties>
</file>