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8"/>
  </p:notes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  <p:sldId id="258" r:id="rId9"/>
    <p:sldId id="259" r:id="rId10"/>
    <p:sldId id="263" r:id="rId11"/>
    <p:sldId id="261" r:id="rId12"/>
    <p:sldId id="294" r:id="rId13"/>
    <p:sldId id="293" r:id="rId14"/>
    <p:sldId id="295" r:id="rId15"/>
    <p:sldId id="302" r:id="rId16"/>
    <p:sldId id="29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Medium" panose="00000600000000000000" pitchFamily="2" charset="0"/>
      <p:regular r:id="rId23"/>
      <p:bold r:id="rId24"/>
      <p:italic r:id="rId25"/>
      <p:boldItalic r:id="rId26"/>
    </p:embeddedFont>
    <p:embeddedFont>
      <p:font typeface="Shrikhand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03F89A-BB5A-4596-B1FC-DCFBD8CB86B1}">
  <a:tblStyle styleId="{1403F89A-BB5A-4596-B1FC-DCFBD8CB86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>
          <a:extLst>
            <a:ext uri="{FF2B5EF4-FFF2-40B4-BE49-F238E27FC236}">
              <a16:creationId xmlns:a16="http://schemas.microsoft.com/office/drawing/2014/main" id="{915A41CC-4FB8-6717-BF85-77ED722C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1e32131f207_0_90:notes">
            <a:extLst>
              <a:ext uri="{FF2B5EF4-FFF2-40B4-BE49-F238E27FC236}">
                <a16:creationId xmlns:a16="http://schemas.microsoft.com/office/drawing/2014/main" id="{8C2C7B62-CD77-45F4-1491-00128BF4E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1e32131f207_0_90:notes">
            <a:extLst>
              <a:ext uri="{FF2B5EF4-FFF2-40B4-BE49-F238E27FC236}">
                <a16:creationId xmlns:a16="http://schemas.microsoft.com/office/drawing/2014/main" id="{80499DD7-9C28-1970-964B-9887A5F3B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7637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>
          <a:extLst>
            <a:ext uri="{FF2B5EF4-FFF2-40B4-BE49-F238E27FC236}">
              <a16:creationId xmlns:a16="http://schemas.microsoft.com/office/drawing/2014/main" id="{D7C8CF7B-48B5-288C-CC75-3A5DD076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e32131f207_0_112:notes">
            <a:extLst>
              <a:ext uri="{FF2B5EF4-FFF2-40B4-BE49-F238E27FC236}">
                <a16:creationId xmlns:a16="http://schemas.microsoft.com/office/drawing/2014/main" id="{0E4C89C1-C5D7-7872-7917-F6290165D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e32131f207_0_112:notes">
            <a:extLst>
              <a:ext uri="{FF2B5EF4-FFF2-40B4-BE49-F238E27FC236}">
                <a16:creationId xmlns:a16="http://schemas.microsoft.com/office/drawing/2014/main" id="{DEA64D6C-232C-70ED-4702-2BE2BEB71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2762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>
          <a:extLst>
            <a:ext uri="{FF2B5EF4-FFF2-40B4-BE49-F238E27FC236}">
              <a16:creationId xmlns:a16="http://schemas.microsoft.com/office/drawing/2014/main" id="{7E937C61-B625-3488-0D57-80F2DAD8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>
            <a:extLst>
              <a:ext uri="{FF2B5EF4-FFF2-40B4-BE49-F238E27FC236}">
                <a16:creationId xmlns:a16="http://schemas.microsoft.com/office/drawing/2014/main" id="{F0BED7D8-6E9B-3685-A8BC-552E942BB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>
            <a:extLst>
              <a:ext uri="{FF2B5EF4-FFF2-40B4-BE49-F238E27FC236}">
                <a16:creationId xmlns:a16="http://schemas.microsoft.com/office/drawing/2014/main" id="{7A04A4AE-8357-342B-5A8F-40E025437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46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>
          <a:extLst>
            <a:ext uri="{FF2B5EF4-FFF2-40B4-BE49-F238E27FC236}">
              <a16:creationId xmlns:a16="http://schemas.microsoft.com/office/drawing/2014/main" id="{79067FB0-9D9B-A1BF-EE66-5B010E3A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>
            <a:extLst>
              <a:ext uri="{FF2B5EF4-FFF2-40B4-BE49-F238E27FC236}">
                <a16:creationId xmlns:a16="http://schemas.microsoft.com/office/drawing/2014/main" id="{6C7DAA71-701C-7D83-E249-1CD31F0581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>
            <a:extLst>
              <a:ext uri="{FF2B5EF4-FFF2-40B4-BE49-F238E27FC236}">
                <a16:creationId xmlns:a16="http://schemas.microsoft.com/office/drawing/2014/main" id="{D6FAE817-23FB-ECE6-4CBF-C09376DA9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959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>
          <a:extLst>
            <a:ext uri="{FF2B5EF4-FFF2-40B4-BE49-F238E27FC236}">
              <a16:creationId xmlns:a16="http://schemas.microsoft.com/office/drawing/2014/main" id="{8150DE68-9125-EE81-47A1-5B4AFC25F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>
            <a:extLst>
              <a:ext uri="{FF2B5EF4-FFF2-40B4-BE49-F238E27FC236}">
                <a16:creationId xmlns:a16="http://schemas.microsoft.com/office/drawing/2014/main" id="{19843AA9-5148-DAD9-4245-3F1F266B5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>
            <a:extLst>
              <a:ext uri="{FF2B5EF4-FFF2-40B4-BE49-F238E27FC236}">
                <a16:creationId xmlns:a16="http://schemas.microsoft.com/office/drawing/2014/main" id="{714E5128-F718-74EB-78C3-5D2986F69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514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>
          <a:extLst>
            <a:ext uri="{FF2B5EF4-FFF2-40B4-BE49-F238E27FC236}">
              <a16:creationId xmlns:a16="http://schemas.microsoft.com/office/drawing/2014/main" id="{73B6AED5-F006-18C8-5856-E31743BE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>
            <a:extLst>
              <a:ext uri="{FF2B5EF4-FFF2-40B4-BE49-F238E27FC236}">
                <a16:creationId xmlns:a16="http://schemas.microsoft.com/office/drawing/2014/main" id="{39820D10-82C1-A943-B809-9468120201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>
            <a:extLst>
              <a:ext uri="{FF2B5EF4-FFF2-40B4-BE49-F238E27FC236}">
                <a16:creationId xmlns:a16="http://schemas.microsoft.com/office/drawing/2014/main" id="{2B8863A9-AA9A-FB75-A89B-D5C1F3197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999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1e32131f20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1e32131f20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e32131f207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e32131f207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1e32131f20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1e32131f207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>
          <a:extLst>
            <a:ext uri="{FF2B5EF4-FFF2-40B4-BE49-F238E27FC236}">
              <a16:creationId xmlns:a16="http://schemas.microsoft.com/office/drawing/2014/main" id="{34D4B394-490F-2D77-D702-A9F59F978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>
            <a:extLst>
              <a:ext uri="{FF2B5EF4-FFF2-40B4-BE49-F238E27FC236}">
                <a16:creationId xmlns:a16="http://schemas.microsoft.com/office/drawing/2014/main" id="{9BAE2489-4A86-D4AB-89F2-592B37FC5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>
            <a:extLst>
              <a:ext uri="{FF2B5EF4-FFF2-40B4-BE49-F238E27FC236}">
                <a16:creationId xmlns:a16="http://schemas.microsoft.com/office/drawing/2014/main" id="{8A2B116B-873C-A183-8B02-AB690607A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218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>
          <a:extLst>
            <a:ext uri="{FF2B5EF4-FFF2-40B4-BE49-F238E27FC236}">
              <a16:creationId xmlns:a16="http://schemas.microsoft.com/office/drawing/2014/main" id="{D3A22678-1736-E7EB-AB51-FD31B72A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e32131f207_0_112:notes">
            <a:extLst>
              <a:ext uri="{FF2B5EF4-FFF2-40B4-BE49-F238E27FC236}">
                <a16:creationId xmlns:a16="http://schemas.microsoft.com/office/drawing/2014/main" id="{E0A4353D-BDC1-CA13-D5EE-44A5B40C7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e32131f207_0_112:notes">
            <a:extLst>
              <a:ext uri="{FF2B5EF4-FFF2-40B4-BE49-F238E27FC236}">
                <a16:creationId xmlns:a16="http://schemas.microsoft.com/office/drawing/2014/main" id="{3FB117C2-623C-FC5A-3830-CD6EF7BBD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1872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>
          <a:extLst>
            <a:ext uri="{FF2B5EF4-FFF2-40B4-BE49-F238E27FC236}">
              <a16:creationId xmlns:a16="http://schemas.microsoft.com/office/drawing/2014/main" id="{4300207A-865D-5C6C-6370-AAB7FACD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e32131f207_0_224:notes">
            <a:extLst>
              <a:ext uri="{FF2B5EF4-FFF2-40B4-BE49-F238E27FC236}">
                <a16:creationId xmlns:a16="http://schemas.microsoft.com/office/drawing/2014/main" id="{70085881-B6B1-1E0B-0F9C-DBA292F4A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e32131f207_0_224:notes">
            <a:extLst>
              <a:ext uri="{FF2B5EF4-FFF2-40B4-BE49-F238E27FC236}">
                <a16:creationId xmlns:a16="http://schemas.microsoft.com/office/drawing/2014/main" id="{40B39C16-F42D-C003-2297-712F092D7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6742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0">
          <a:extLst>
            <a:ext uri="{FF2B5EF4-FFF2-40B4-BE49-F238E27FC236}">
              <a16:creationId xmlns:a16="http://schemas.microsoft.com/office/drawing/2014/main" id="{5911599E-DC8B-78D8-D6B0-40586C88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g1e32131f207_0_412:notes">
            <a:extLst>
              <a:ext uri="{FF2B5EF4-FFF2-40B4-BE49-F238E27FC236}">
                <a16:creationId xmlns:a16="http://schemas.microsoft.com/office/drawing/2014/main" id="{44B30AD5-64A8-DB8E-A60B-D2987E559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2" name="Google Shape;3092;g1e32131f207_0_412:notes">
            <a:extLst>
              <a:ext uri="{FF2B5EF4-FFF2-40B4-BE49-F238E27FC236}">
                <a16:creationId xmlns:a16="http://schemas.microsoft.com/office/drawing/2014/main" id="{FA70B7D8-1F3D-F7D6-1ABC-6DCF4BF3E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179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g1e32131f207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2" name="Google Shape;3092;g1e32131f207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546">
            <a:off x="4647218" y="3406251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708600" y="1458975"/>
            <a:ext cx="4715400" cy="19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126776" y="4126276"/>
            <a:ext cx="1017226" cy="1017226"/>
          </a:xfrm>
          <a:custGeom>
            <a:avLst/>
            <a:gdLst/>
            <a:ahLst/>
            <a:cxnLst/>
            <a:rect l="l" t="t" r="r" b="b"/>
            <a:pathLst>
              <a:path w="5888" h="5888" extrusionOk="0">
                <a:moveTo>
                  <a:pt x="5888" y="1"/>
                </a:moveTo>
                <a:lnTo>
                  <a:pt x="0" y="5888"/>
                </a:lnTo>
                <a:lnTo>
                  <a:pt x="5888" y="5888"/>
                </a:lnTo>
                <a:lnTo>
                  <a:pt x="588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685650" y="378608"/>
            <a:ext cx="1017219" cy="1017354"/>
          </a:xfrm>
          <a:custGeom>
            <a:avLst/>
            <a:gdLst/>
            <a:ahLst/>
            <a:cxnLst/>
            <a:rect l="l" t="t" r="r" b="b"/>
            <a:pathLst>
              <a:path w="6009" h="6009" extrusionOk="0">
                <a:moveTo>
                  <a:pt x="3004" y="1"/>
                </a:moveTo>
                <a:cubicBezTo>
                  <a:pt x="1345" y="1"/>
                  <a:pt x="1" y="1346"/>
                  <a:pt x="1" y="3005"/>
                </a:cubicBezTo>
                <a:cubicBezTo>
                  <a:pt x="1" y="4664"/>
                  <a:pt x="1345" y="6008"/>
                  <a:pt x="3004" y="6008"/>
                </a:cubicBezTo>
                <a:cubicBezTo>
                  <a:pt x="4663" y="6008"/>
                  <a:pt x="6008" y="4664"/>
                  <a:pt x="6008" y="3005"/>
                </a:cubicBezTo>
                <a:cubicBezTo>
                  <a:pt x="6008" y="1346"/>
                  <a:pt x="4663" y="1"/>
                  <a:pt x="3004" y="1"/>
                </a:cubicBezTo>
                <a:close/>
              </a:path>
            </a:pathLst>
          </a:custGeom>
          <a:solidFill>
            <a:srgbClr val="BC67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7987939" y="4738249"/>
            <a:ext cx="697902" cy="211314"/>
            <a:chOff x="3326776" y="5066351"/>
            <a:chExt cx="404510" cy="122480"/>
          </a:xfrm>
        </p:grpSpPr>
        <p:sp>
          <p:nvSpPr>
            <p:cNvPr id="14" name="Google Shape;14;p2"/>
            <p:cNvSpPr/>
            <p:nvPr/>
          </p:nvSpPr>
          <p:spPr>
            <a:xfrm>
              <a:off x="3326776" y="5066351"/>
              <a:ext cx="404510" cy="42408"/>
            </a:xfrm>
            <a:custGeom>
              <a:avLst/>
              <a:gdLst/>
              <a:ahLst/>
              <a:cxnLst/>
              <a:rect l="l" t="t" r="r" b="b"/>
              <a:pathLst>
                <a:path w="12963" h="1359" extrusionOk="0">
                  <a:moveTo>
                    <a:pt x="1239" y="1"/>
                  </a:moveTo>
                  <a:cubicBezTo>
                    <a:pt x="796" y="1"/>
                    <a:pt x="353" y="154"/>
                    <a:pt x="1" y="460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2" y="687"/>
                    <a:pt x="2097" y="899"/>
                  </a:cubicBezTo>
                  <a:cubicBezTo>
                    <a:pt x="2450" y="1205"/>
                    <a:pt x="2893" y="1358"/>
                    <a:pt x="3336" y="1358"/>
                  </a:cubicBezTo>
                  <a:cubicBezTo>
                    <a:pt x="3779" y="1358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8"/>
                    <a:pt x="7530" y="1358"/>
                  </a:cubicBezTo>
                  <a:cubicBezTo>
                    <a:pt x="7973" y="1358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8"/>
                    <a:pt x="11725" y="1358"/>
                  </a:cubicBezTo>
                  <a:cubicBezTo>
                    <a:pt x="12167" y="1358"/>
                    <a:pt x="12610" y="1204"/>
                    <a:pt x="12963" y="899"/>
                  </a:cubicBezTo>
                  <a:lnTo>
                    <a:pt x="12582" y="460"/>
                  </a:lnTo>
                  <a:cubicBezTo>
                    <a:pt x="12337" y="672"/>
                    <a:pt x="12031" y="777"/>
                    <a:pt x="11724" y="777"/>
                  </a:cubicBezTo>
                  <a:cubicBezTo>
                    <a:pt x="11417" y="777"/>
                    <a:pt x="11110" y="672"/>
                    <a:pt x="10865" y="460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60"/>
                  </a:cubicBezTo>
                  <a:cubicBezTo>
                    <a:pt x="8144" y="672"/>
                    <a:pt x="7837" y="777"/>
                    <a:pt x="7530" y="777"/>
                  </a:cubicBezTo>
                  <a:cubicBezTo>
                    <a:pt x="7223" y="777"/>
                    <a:pt x="6916" y="672"/>
                    <a:pt x="6672" y="460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60"/>
                  </a:cubicBezTo>
                  <a:cubicBezTo>
                    <a:pt x="3949" y="672"/>
                    <a:pt x="3643" y="777"/>
                    <a:pt x="3336" y="777"/>
                  </a:cubicBezTo>
                  <a:cubicBezTo>
                    <a:pt x="3029" y="777"/>
                    <a:pt x="2722" y="672"/>
                    <a:pt x="2478" y="460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26776" y="5146455"/>
              <a:ext cx="404510" cy="42376"/>
            </a:xfrm>
            <a:custGeom>
              <a:avLst/>
              <a:gdLst/>
              <a:ahLst/>
              <a:cxnLst/>
              <a:rect l="l" t="t" r="r" b="b"/>
              <a:pathLst>
                <a:path w="12963" h="1358" extrusionOk="0">
                  <a:moveTo>
                    <a:pt x="1239" y="1"/>
                  </a:moveTo>
                  <a:cubicBezTo>
                    <a:pt x="796" y="1"/>
                    <a:pt x="353" y="154"/>
                    <a:pt x="1" y="459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3" y="687"/>
                    <a:pt x="2097" y="899"/>
                  </a:cubicBezTo>
                  <a:cubicBezTo>
                    <a:pt x="2450" y="1205"/>
                    <a:pt x="2893" y="1357"/>
                    <a:pt x="3336" y="1357"/>
                  </a:cubicBezTo>
                  <a:cubicBezTo>
                    <a:pt x="3779" y="1357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7"/>
                    <a:pt x="7530" y="1357"/>
                  </a:cubicBezTo>
                  <a:cubicBezTo>
                    <a:pt x="7973" y="1357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7"/>
                    <a:pt x="11725" y="1357"/>
                  </a:cubicBezTo>
                  <a:cubicBezTo>
                    <a:pt x="12167" y="1357"/>
                    <a:pt x="12610" y="1205"/>
                    <a:pt x="12963" y="899"/>
                  </a:cubicBezTo>
                  <a:lnTo>
                    <a:pt x="12582" y="459"/>
                  </a:lnTo>
                  <a:cubicBezTo>
                    <a:pt x="12337" y="671"/>
                    <a:pt x="12031" y="777"/>
                    <a:pt x="11724" y="777"/>
                  </a:cubicBezTo>
                  <a:cubicBezTo>
                    <a:pt x="11417" y="777"/>
                    <a:pt x="11110" y="671"/>
                    <a:pt x="10865" y="459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59"/>
                  </a:cubicBezTo>
                  <a:cubicBezTo>
                    <a:pt x="8144" y="671"/>
                    <a:pt x="7837" y="777"/>
                    <a:pt x="7530" y="777"/>
                  </a:cubicBezTo>
                  <a:cubicBezTo>
                    <a:pt x="7223" y="777"/>
                    <a:pt x="6916" y="671"/>
                    <a:pt x="6672" y="459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59"/>
                  </a:cubicBezTo>
                  <a:cubicBezTo>
                    <a:pt x="3949" y="671"/>
                    <a:pt x="3643" y="777"/>
                    <a:pt x="3336" y="777"/>
                  </a:cubicBezTo>
                  <a:cubicBezTo>
                    <a:pt x="3029" y="777"/>
                    <a:pt x="2722" y="671"/>
                    <a:pt x="2478" y="459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8927945" y="-254482"/>
            <a:ext cx="216054" cy="1396274"/>
            <a:chOff x="5140036" y="4147208"/>
            <a:chExt cx="122292" cy="790329"/>
          </a:xfrm>
        </p:grpSpPr>
        <p:sp>
          <p:nvSpPr>
            <p:cNvPr id="17" name="Google Shape;17;p2"/>
            <p:cNvSpPr/>
            <p:nvPr/>
          </p:nvSpPr>
          <p:spPr>
            <a:xfrm>
              <a:off x="5140036" y="451836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140036" y="4592971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140036" y="4667583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2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140036" y="4742194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40036" y="4816805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8"/>
                    <a:pt x="0" y="3691"/>
                    <a:pt x="102" y="3792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140036" y="4147208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7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140036" y="4221788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2"/>
                    <a:pt x="3919" y="178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140036" y="4296399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140036" y="437101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140036" y="4445590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4"/>
                  </a:cubicBezTo>
                  <a:cubicBezTo>
                    <a:pt x="152" y="3844"/>
                    <a:pt x="218" y="3870"/>
                    <a:pt x="285" y="3870"/>
                  </a:cubicBezTo>
                  <a:cubicBezTo>
                    <a:pt x="351" y="3870"/>
                    <a:pt x="417" y="3844"/>
                    <a:pt x="468" y="3794"/>
                  </a:cubicBezTo>
                  <a:lnTo>
                    <a:pt x="3818" y="443"/>
                  </a:lnTo>
                  <a:cubicBezTo>
                    <a:pt x="3919" y="342"/>
                    <a:pt x="3919" y="179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2"/>
          <p:cNvSpPr/>
          <p:nvPr/>
        </p:nvSpPr>
        <p:spPr>
          <a:xfrm>
            <a:off x="4342508" y="4391197"/>
            <a:ext cx="1612512" cy="1612422"/>
          </a:xfrm>
          <a:custGeom>
            <a:avLst/>
            <a:gdLst/>
            <a:ahLst/>
            <a:cxnLst/>
            <a:rect l="l" t="t" r="r" b="b"/>
            <a:pathLst>
              <a:path w="5149" h="5149" extrusionOk="0">
                <a:moveTo>
                  <a:pt x="2575" y="44"/>
                </a:moveTo>
                <a:cubicBezTo>
                  <a:pt x="3970" y="44"/>
                  <a:pt x="5106" y="1179"/>
                  <a:pt x="5106" y="2575"/>
                </a:cubicBezTo>
                <a:cubicBezTo>
                  <a:pt x="5106" y="3970"/>
                  <a:pt x="3970" y="5106"/>
                  <a:pt x="2575" y="5106"/>
                </a:cubicBezTo>
                <a:cubicBezTo>
                  <a:pt x="1180" y="5106"/>
                  <a:pt x="45" y="3970"/>
                  <a:pt x="45" y="2575"/>
                </a:cubicBezTo>
                <a:cubicBezTo>
                  <a:pt x="45" y="1179"/>
                  <a:pt x="1180" y="44"/>
                  <a:pt x="2575" y="44"/>
                </a:cubicBezTo>
                <a:close/>
                <a:moveTo>
                  <a:pt x="2575" y="0"/>
                </a:moveTo>
                <a:cubicBezTo>
                  <a:pt x="1156" y="0"/>
                  <a:pt x="1" y="1155"/>
                  <a:pt x="1" y="2575"/>
                </a:cubicBezTo>
                <a:cubicBezTo>
                  <a:pt x="1" y="3994"/>
                  <a:pt x="1156" y="5149"/>
                  <a:pt x="2575" y="5149"/>
                </a:cubicBezTo>
                <a:cubicBezTo>
                  <a:pt x="3994" y="5149"/>
                  <a:pt x="5149" y="3994"/>
                  <a:pt x="5149" y="2575"/>
                </a:cubicBezTo>
                <a:cubicBezTo>
                  <a:pt x="5149" y="1155"/>
                  <a:pt x="3994" y="0"/>
                  <a:pt x="25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3160150" y="3184000"/>
            <a:ext cx="2847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6532575" y="3280438"/>
            <a:ext cx="1236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 rot="362">
            <a:off x="3160150" y="3969925"/>
            <a:ext cx="28470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>
            <a:spLocks noGrp="1"/>
          </p:cNvSpPr>
          <p:nvPr>
            <p:ph type="title"/>
          </p:nvPr>
        </p:nvSpPr>
        <p:spPr>
          <a:xfrm>
            <a:off x="720000" y="789113"/>
            <a:ext cx="3480600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7"/>
          <p:cNvSpPr txBox="1">
            <a:spLocks noGrp="1"/>
          </p:cNvSpPr>
          <p:nvPr>
            <p:ph type="subTitle" idx="1"/>
          </p:nvPr>
        </p:nvSpPr>
        <p:spPr>
          <a:xfrm rot="-296">
            <a:off x="720000" y="1771237"/>
            <a:ext cx="3480600" cy="25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7"/>
          <p:cNvSpPr>
            <a:spLocks noGrp="1"/>
          </p:cNvSpPr>
          <p:nvPr>
            <p:ph type="pic" idx="2"/>
          </p:nvPr>
        </p:nvSpPr>
        <p:spPr>
          <a:xfrm>
            <a:off x="4728454" y="802057"/>
            <a:ext cx="3539100" cy="35391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92" name="Google Shape;192;p7"/>
          <p:cNvGrpSpPr/>
          <p:nvPr/>
        </p:nvGrpSpPr>
        <p:grpSpPr>
          <a:xfrm>
            <a:off x="8927945" y="-254482"/>
            <a:ext cx="216054" cy="1396274"/>
            <a:chOff x="5140036" y="4147208"/>
            <a:chExt cx="122292" cy="790329"/>
          </a:xfrm>
        </p:grpSpPr>
        <p:sp>
          <p:nvSpPr>
            <p:cNvPr id="193" name="Google Shape;193;p7"/>
            <p:cNvSpPr/>
            <p:nvPr/>
          </p:nvSpPr>
          <p:spPr>
            <a:xfrm>
              <a:off x="5140036" y="451836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5140036" y="4592971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5140036" y="4667583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2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5140036" y="4742194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5140036" y="4816805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8"/>
                    <a:pt x="0" y="3691"/>
                    <a:pt x="102" y="3792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5140036" y="4147208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7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5140036" y="4221788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2"/>
                    <a:pt x="3919" y="178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5140036" y="4296399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5140036" y="437101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5140036" y="4445590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4"/>
                  </a:cubicBezTo>
                  <a:cubicBezTo>
                    <a:pt x="152" y="3844"/>
                    <a:pt x="218" y="3870"/>
                    <a:pt x="285" y="3870"/>
                  </a:cubicBezTo>
                  <a:cubicBezTo>
                    <a:pt x="351" y="3870"/>
                    <a:pt x="417" y="3844"/>
                    <a:pt x="468" y="3794"/>
                  </a:cubicBezTo>
                  <a:lnTo>
                    <a:pt x="3818" y="443"/>
                  </a:lnTo>
                  <a:cubicBezTo>
                    <a:pt x="3919" y="342"/>
                    <a:pt x="3919" y="179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7"/>
          <p:cNvSpPr/>
          <p:nvPr/>
        </p:nvSpPr>
        <p:spPr>
          <a:xfrm rot="-5400000">
            <a:off x="8206427" y="4385898"/>
            <a:ext cx="435153" cy="435202"/>
          </a:xfrm>
          <a:custGeom>
            <a:avLst/>
            <a:gdLst/>
            <a:ahLst/>
            <a:cxnLst/>
            <a:rect l="l" t="t" r="r" b="b"/>
            <a:pathLst>
              <a:path w="6611" h="6612" extrusionOk="0">
                <a:moveTo>
                  <a:pt x="1463" y="1"/>
                </a:moveTo>
                <a:lnTo>
                  <a:pt x="0" y="1463"/>
                </a:lnTo>
                <a:lnTo>
                  <a:pt x="1842" y="3306"/>
                </a:lnTo>
                <a:lnTo>
                  <a:pt x="0" y="5148"/>
                </a:lnTo>
                <a:lnTo>
                  <a:pt x="1463" y="6611"/>
                </a:lnTo>
                <a:lnTo>
                  <a:pt x="3305" y="4768"/>
                </a:lnTo>
                <a:lnTo>
                  <a:pt x="5148" y="6611"/>
                </a:lnTo>
                <a:lnTo>
                  <a:pt x="6611" y="5148"/>
                </a:lnTo>
                <a:lnTo>
                  <a:pt x="4769" y="3306"/>
                </a:lnTo>
                <a:lnTo>
                  <a:pt x="6611" y="1463"/>
                </a:lnTo>
                <a:lnTo>
                  <a:pt x="5148" y="1"/>
                </a:lnTo>
                <a:lnTo>
                  <a:pt x="3305" y="1843"/>
                </a:lnTo>
                <a:lnTo>
                  <a:pt x="14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 txBox="1">
            <a:spLocks noGrp="1"/>
          </p:cNvSpPr>
          <p:nvPr>
            <p:ph type="title"/>
          </p:nvPr>
        </p:nvSpPr>
        <p:spPr>
          <a:xfrm>
            <a:off x="1499584" y="1643725"/>
            <a:ext cx="2403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"/>
          </p:nvPr>
        </p:nvSpPr>
        <p:spPr>
          <a:xfrm>
            <a:off x="1499425" y="2104251"/>
            <a:ext cx="2403300" cy="6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idx="2" hasCustomPrompt="1"/>
          </p:nvPr>
        </p:nvSpPr>
        <p:spPr>
          <a:xfrm rot="2051">
            <a:off x="4852807" y="2619558"/>
            <a:ext cx="502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3" hasCustomPrompt="1"/>
          </p:nvPr>
        </p:nvSpPr>
        <p:spPr>
          <a:xfrm>
            <a:off x="4852797" y="1510681"/>
            <a:ext cx="5028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 txBox="1">
            <a:spLocks noGrp="1"/>
          </p:cNvSpPr>
          <p:nvPr>
            <p:ph type="title" idx="4"/>
          </p:nvPr>
        </p:nvSpPr>
        <p:spPr>
          <a:xfrm>
            <a:off x="5575525" y="1270850"/>
            <a:ext cx="2404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0" name="Google Shape;260;p13"/>
          <p:cNvSpPr txBox="1">
            <a:spLocks noGrp="1"/>
          </p:cNvSpPr>
          <p:nvPr>
            <p:ph type="subTitle" idx="5"/>
          </p:nvPr>
        </p:nvSpPr>
        <p:spPr>
          <a:xfrm>
            <a:off x="5575375" y="1731376"/>
            <a:ext cx="2404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3"/>
          <p:cNvSpPr txBox="1">
            <a:spLocks noGrp="1"/>
          </p:cNvSpPr>
          <p:nvPr>
            <p:ph type="title" idx="6"/>
          </p:nvPr>
        </p:nvSpPr>
        <p:spPr>
          <a:xfrm>
            <a:off x="5575225" y="2405137"/>
            <a:ext cx="2404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2" name="Google Shape;262;p13"/>
          <p:cNvSpPr txBox="1">
            <a:spLocks noGrp="1"/>
          </p:cNvSpPr>
          <p:nvPr>
            <p:ph type="subTitle" idx="7"/>
          </p:nvPr>
        </p:nvSpPr>
        <p:spPr>
          <a:xfrm>
            <a:off x="5575375" y="2865663"/>
            <a:ext cx="2404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13"/>
          <p:cNvSpPr txBox="1">
            <a:spLocks noGrp="1"/>
          </p:cNvSpPr>
          <p:nvPr>
            <p:ph type="title" idx="8"/>
          </p:nvPr>
        </p:nvSpPr>
        <p:spPr>
          <a:xfrm>
            <a:off x="1498827" y="3126787"/>
            <a:ext cx="2404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4" name="Google Shape;264;p13"/>
          <p:cNvSpPr txBox="1">
            <a:spLocks noGrp="1"/>
          </p:cNvSpPr>
          <p:nvPr>
            <p:ph type="subTitle" idx="9"/>
          </p:nvPr>
        </p:nvSpPr>
        <p:spPr>
          <a:xfrm>
            <a:off x="1498675" y="3587313"/>
            <a:ext cx="2404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title" idx="13" hasCustomPrompt="1"/>
          </p:nvPr>
        </p:nvSpPr>
        <p:spPr>
          <a:xfrm rot="2051">
            <a:off x="776092" y="3439272"/>
            <a:ext cx="502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6" name="Google Shape;266;p13"/>
          <p:cNvSpPr txBox="1">
            <a:spLocks noGrp="1"/>
          </p:cNvSpPr>
          <p:nvPr>
            <p:ph type="title" idx="14" hasCustomPrompt="1"/>
          </p:nvPr>
        </p:nvSpPr>
        <p:spPr>
          <a:xfrm rot="2043">
            <a:off x="775051" y="1883551"/>
            <a:ext cx="504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7" name="Google Shape;267;p13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3"/>
          <p:cNvSpPr txBox="1">
            <a:spLocks noGrp="1"/>
          </p:cNvSpPr>
          <p:nvPr>
            <p:ph type="title" idx="16" hasCustomPrompt="1"/>
          </p:nvPr>
        </p:nvSpPr>
        <p:spPr>
          <a:xfrm rot="2051">
            <a:off x="4852794" y="3728898"/>
            <a:ext cx="5028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9" name="Google Shape;269;p13"/>
          <p:cNvSpPr txBox="1">
            <a:spLocks noGrp="1"/>
          </p:cNvSpPr>
          <p:nvPr>
            <p:ph type="title" idx="17"/>
          </p:nvPr>
        </p:nvSpPr>
        <p:spPr>
          <a:xfrm>
            <a:off x="5575525" y="3539437"/>
            <a:ext cx="2404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subTitle" idx="18"/>
          </p:nvPr>
        </p:nvSpPr>
        <p:spPr>
          <a:xfrm>
            <a:off x="5575375" y="4002363"/>
            <a:ext cx="2404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13"/>
          <p:cNvGrpSpPr/>
          <p:nvPr/>
        </p:nvGrpSpPr>
        <p:grpSpPr>
          <a:xfrm>
            <a:off x="8424006" y="238444"/>
            <a:ext cx="509784" cy="509784"/>
            <a:chOff x="3173684" y="4366766"/>
            <a:chExt cx="270672" cy="270672"/>
          </a:xfrm>
        </p:grpSpPr>
        <p:sp>
          <p:nvSpPr>
            <p:cNvPr id="272" name="Google Shape;272;p13"/>
            <p:cNvSpPr/>
            <p:nvPr/>
          </p:nvSpPr>
          <p:spPr>
            <a:xfrm>
              <a:off x="3173684" y="460214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2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2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3291389" y="4602146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2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2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3409032" y="460214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2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2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3173684" y="4484440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3291389" y="4484440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3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3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3409032" y="4484440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3173684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7" y="1131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3291358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8" y="1131"/>
                    <a:pt x="1130" y="877"/>
                    <a:pt x="1130" y="565"/>
                  </a:cubicBezTo>
                  <a:cubicBezTo>
                    <a:pt x="1130" y="253"/>
                    <a:pt x="878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3409032" y="436676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1"/>
                    <a:pt x="566" y="1131"/>
                  </a:cubicBezTo>
                  <a:cubicBezTo>
                    <a:pt x="878" y="1131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" name="Google Shape;281;p13"/>
          <p:cNvSpPr/>
          <p:nvPr/>
        </p:nvSpPr>
        <p:spPr>
          <a:xfrm>
            <a:off x="8234547" y="1110317"/>
            <a:ext cx="1822730" cy="1822543"/>
          </a:xfrm>
          <a:custGeom>
            <a:avLst/>
            <a:gdLst/>
            <a:ahLst/>
            <a:cxnLst/>
            <a:rect l="l" t="t" r="r" b="b"/>
            <a:pathLst>
              <a:path w="9751" h="9750" extrusionOk="0">
                <a:moveTo>
                  <a:pt x="4875" y="2322"/>
                </a:moveTo>
                <a:cubicBezTo>
                  <a:pt x="6283" y="2322"/>
                  <a:pt x="7428" y="3467"/>
                  <a:pt x="7428" y="4875"/>
                </a:cubicBezTo>
                <a:cubicBezTo>
                  <a:pt x="7428" y="6282"/>
                  <a:pt x="6283" y="7427"/>
                  <a:pt x="4875" y="7427"/>
                </a:cubicBezTo>
                <a:cubicBezTo>
                  <a:pt x="3468" y="7427"/>
                  <a:pt x="2323" y="6282"/>
                  <a:pt x="2323" y="4875"/>
                </a:cubicBezTo>
                <a:cubicBezTo>
                  <a:pt x="2323" y="3467"/>
                  <a:pt x="3468" y="2322"/>
                  <a:pt x="4875" y="2322"/>
                </a:cubicBezTo>
                <a:close/>
                <a:moveTo>
                  <a:pt x="4875" y="0"/>
                </a:moveTo>
                <a:cubicBezTo>
                  <a:pt x="2188" y="0"/>
                  <a:pt x="0" y="2186"/>
                  <a:pt x="0" y="4875"/>
                </a:cubicBezTo>
                <a:cubicBezTo>
                  <a:pt x="0" y="7563"/>
                  <a:pt x="2188" y="9749"/>
                  <a:pt x="4875" y="9749"/>
                </a:cubicBezTo>
                <a:cubicBezTo>
                  <a:pt x="7563" y="9749"/>
                  <a:pt x="9750" y="7563"/>
                  <a:pt x="9750" y="4875"/>
                </a:cubicBezTo>
                <a:cubicBezTo>
                  <a:pt x="9750" y="2186"/>
                  <a:pt x="7563" y="0"/>
                  <a:pt x="48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8664478" y="932925"/>
            <a:ext cx="962490" cy="962677"/>
          </a:xfrm>
          <a:custGeom>
            <a:avLst/>
            <a:gdLst/>
            <a:ahLst/>
            <a:cxnLst/>
            <a:rect l="l" t="t" r="r" b="b"/>
            <a:pathLst>
              <a:path w="5149" h="5150" extrusionOk="0">
                <a:moveTo>
                  <a:pt x="2575" y="44"/>
                </a:moveTo>
                <a:cubicBezTo>
                  <a:pt x="3970" y="44"/>
                  <a:pt x="5106" y="1179"/>
                  <a:pt x="5106" y="2574"/>
                </a:cubicBezTo>
                <a:cubicBezTo>
                  <a:pt x="5106" y="3970"/>
                  <a:pt x="3970" y="5105"/>
                  <a:pt x="2575" y="5105"/>
                </a:cubicBezTo>
                <a:cubicBezTo>
                  <a:pt x="1180" y="5105"/>
                  <a:pt x="45" y="3970"/>
                  <a:pt x="45" y="2574"/>
                </a:cubicBezTo>
                <a:cubicBezTo>
                  <a:pt x="45" y="1179"/>
                  <a:pt x="1180" y="44"/>
                  <a:pt x="2575" y="44"/>
                </a:cubicBezTo>
                <a:close/>
                <a:moveTo>
                  <a:pt x="2575" y="1"/>
                </a:moveTo>
                <a:cubicBezTo>
                  <a:pt x="1156" y="1"/>
                  <a:pt x="1" y="1155"/>
                  <a:pt x="1" y="2574"/>
                </a:cubicBezTo>
                <a:cubicBezTo>
                  <a:pt x="1" y="3994"/>
                  <a:pt x="1156" y="5149"/>
                  <a:pt x="2575" y="5149"/>
                </a:cubicBezTo>
                <a:cubicBezTo>
                  <a:pt x="3994" y="5149"/>
                  <a:pt x="5149" y="3994"/>
                  <a:pt x="5149" y="2574"/>
                </a:cubicBezTo>
                <a:cubicBezTo>
                  <a:pt x="5149" y="1155"/>
                  <a:pt x="3994" y="1"/>
                  <a:pt x="25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2069488" y="4609883"/>
            <a:ext cx="1017219" cy="1017354"/>
          </a:xfrm>
          <a:custGeom>
            <a:avLst/>
            <a:gdLst/>
            <a:ahLst/>
            <a:cxnLst/>
            <a:rect l="l" t="t" r="r" b="b"/>
            <a:pathLst>
              <a:path w="6009" h="6009" extrusionOk="0">
                <a:moveTo>
                  <a:pt x="3004" y="1"/>
                </a:moveTo>
                <a:cubicBezTo>
                  <a:pt x="1345" y="1"/>
                  <a:pt x="1" y="1346"/>
                  <a:pt x="1" y="3005"/>
                </a:cubicBezTo>
                <a:cubicBezTo>
                  <a:pt x="1" y="4664"/>
                  <a:pt x="1345" y="6008"/>
                  <a:pt x="3004" y="6008"/>
                </a:cubicBezTo>
                <a:cubicBezTo>
                  <a:pt x="4663" y="6008"/>
                  <a:pt x="6008" y="4664"/>
                  <a:pt x="6008" y="3005"/>
                </a:cubicBezTo>
                <a:cubicBezTo>
                  <a:pt x="6008" y="1346"/>
                  <a:pt x="4663" y="1"/>
                  <a:pt x="3004" y="1"/>
                </a:cubicBezTo>
                <a:close/>
              </a:path>
            </a:pathLst>
          </a:custGeom>
          <a:solidFill>
            <a:srgbClr val="BC67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4" name="Google Shape;284;p13"/>
          <p:cNvGrpSpPr/>
          <p:nvPr/>
        </p:nvGrpSpPr>
        <p:grpSpPr>
          <a:xfrm rot="10150899">
            <a:off x="332338" y="4280375"/>
            <a:ext cx="265501" cy="646276"/>
            <a:chOff x="1759879" y="1393055"/>
            <a:chExt cx="37945" cy="92367"/>
          </a:xfrm>
        </p:grpSpPr>
        <p:sp>
          <p:nvSpPr>
            <p:cNvPr id="285" name="Google Shape;285;p13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" name="Google Shape;287;p13"/>
          <p:cNvGrpSpPr/>
          <p:nvPr/>
        </p:nvGrpSpPr>
        <p:grpSpPr>
          <a:xfrm flipH="1">
            <a:off x="1617024" y="4738249"/>
            <a:ext cx="697902" cy="211314"/>
            <a:chOff x="3326776" y="5066351"/>
            <a:chExt cx="404510" cy="122480"/>
          </a:xfrm>
        </p:grpSpPr>
        <p:sp>
          <p:nvSpPr>
            <p:cNvPr id="288" name="Google Shape;288;p13"/>
            <p:cNvSpPr/>
            <p:nvPr/>
          </p:nvSpPr>
          <p:spPr>
            <a:xfrm>
              <a:off x="3326776" y="5066351"/>
              <a:ext cx="404510" cy="42408"/>
            </a:xfrm>
            <a:custGeom>
              <a:avLst/>
              <a:gdLst/>
              <a:ahLst/>
              <a:cxnLst/>
              <a:rect l="l" t="t" r="r" b="b"/>
              <a:pathLst>
                <a:path w="12963" h="1359" extrusionOk="0">
                  <a:moveTo>
                    <a:pt x="1239" y="1"/>
                  </a:moveTo>
                  <a:cubicBezTo>
                    <a:pt x="796" y="1"/>
                    <a:pt x="353" y="154"/>
                    <a:pt x="1" y="460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2" y="687"/>
                    <a:pt x="2097" y="899"/>
                  </a:cubicBezTo>
                  <a:cubicBezTo>
                    <a:pt x="2450" y="1205"/>
                    <a:pt x="2893" y="1358"/>
                    <a:pt x="3336" y="1358"/>
                  </a:cubicBezTo>
                  <a:cubicBezTo>
                    <a:pt x="3779" y="1358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8"/>
                    <a:pt x="7530" y="1358"/>
                  </a:cubicBezTo>
                  <a:cubicBezTo>
                    <a:pt x="7973" y="1358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8"/>
                    <a:pt x="11725" y="1358"/>
                  </a:cubicBezTo>
                  <a:cubicBezTo>
                    <a:pt x="12167" y="1358"/>
                    <a:pt x="12610" y="1204"/>
                    <a:pt x="12963" y="899"/>
                  </a:cubicBezTo>
                  <a:lnTo>
                    <a:pt x="12582" y="460"/>
                  </a:lnTo>
                  <a:cubicBezTo>
                    <a:pt x="12337" y="672"/>
                    <a:pt x="12031" y="777"/>
                    <a:pt x="11724" y="777"/>
                  </a:cubicBezTo>
                  <a:cubicBezTo>
                    <a:pt x="11417" y="777"/>
                    <a:pt x="11110" y="672"/>
                    <a:pt x="10865" y="460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60"/>
                  </a:cubicBezTo>
                  <a:cubicBezTo>
                    <a:pt x="8144" y="672"/>
                    <a:pt x="7837" y="777"/>
                    <a:pt x="7530" y="777"/>
                  </a:cubicBezTo>
                  <a:cubicBezTo>
                    <a:pt x="7223" y="777"/>
                    <a:pt x="6916" y="672"/>
                    <a:pt x="6672" y="460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60"/>
                  </a:cubicBezTo>
                  <a:cubicBezTo>
                    <a:pt x="3949" y="672"/>
                    <a:pt x="3643" y="777"/>
                    <a:pt x="3336" y="777"/>
                  </a:cubicBezTo>
                  <a:cubicBezTo>
                    <a:pt x="3029" y="777"/>
                    <a:pt x="2722" y="672"/>
                    <a:pt x="2478" y="460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3326776" y="5146455"/>
              <a:ext cx="404510" cy="42376"/>
            </a:xfrm>
            <a:custGeom>
              <a:avLst/>
              <a:gdLst/>
              <a:ahLst/>
              <a:cxnLst/>
              <a:rect l="l" t="t" r="r" b="b"/>
              <a:pathLst>
                <a:path w="12963" h="1358" extrusionOk="0">
                  <a:moveTo>
                    <a:pt x="1239" y="1"/>
                  </a:moveTo>
                  <a:cubicBezTo>
                    <a:pt x="796" y="1"/>
                    <a:pt x="353" y="154"/>
                    <a:pt x="1" y="459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3" y="687"/>
                    <a:pt x="2097" y="899"/>
                  </a:cubicBezTo>
                  <a:cubicBezTo>
                    <a:pt x="2450" y="1205"/>
                    <a:pt x="2893" y="1357"/>
                    <a:pt x="3336" y="1357"/>
                  </a:cubicBezTo>
                  <a:cubicBezTo>
                    <a:pt x="3779" y="1357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7"/>
                    <a:pt x="7530" y="1357"/>
                  </a:cubicBezTo>
                  <a:cubicBezTo>
                    <a:pt x="7973" y="1357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7"/>
                    <a:pt x="11725" y="1357"/>
                  </a:cubicBezTo>
                  <a:cubicBezTo>
                    <a:pt x="12167" y="1357"/>
                    <a:pt x="12610" y="1205"/>
                    <a:pt x="12963" y="899"/>
                  </a:cubicBezTo>
                  <a:lnTo>
                    <a:pt x="12582" y="459"/>
                  </a:lnTo>
                  <a:cubicBezTo>
                    <a:pt x="12337" y="671"/>
                    <a:pt x="12031" y="777"/>
                    <a:pt x="11724" y="777"/>
                  </a:cubicBezTo>
                  <a:cubicBezTo>
                    <a:pt x="11417" y="777"/>
                    <a:pt x="11110" y="671"/>
                    <a:pt x="10865" y="459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59"/>
                  </a:cubicBezTo>
                  <a:cubicBezTo>
                    <a:pt x="8144" y="671"/>
                    <a:pt x="7837" y="777"/>
                    <a:pt x="7530" y="777"/>
                  </a:cubicBezTo>
                  <a:cubicBezTo>
                    <a:pt x="7223" y="777"/>
                    <a:pt x="6916" y="671"/>
                    <a:pt x="6672" y="459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59"/>
                  </a:cubicBezTo>
                  <a:cubicBezTo>
                    <a:pt x="3949" y="671"/>
                    <a:pt x="3643" y="777"/>
                    <a:pt x="3336" y="777"/>
                  </a:cubicBezTo>
                  <a:cubicBezTo>
                    <a:pt x="3029" y="777"/>
                    <a:pt x="2722" y="671"/>
                    <a:pt x="2478" y="459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MAIN_POINT_1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6"/>
          <p:cNvSpPr txBox="1">
            <a:spLocks noGrp="1"/>
          </p:cNvSpPr>
          <p:nvPr>
            <p:ph type="subTitle" idx="1"/>
          </p:nvPr>
        </p:nvSpPr>
        <p:spPr>
          <a:xfrm rot="207">
            <a:off x="939074" y="2986738"/>
            <a:ext cx="49719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26"/>
          <p:cNvSpPr txBox="1">
            <a:spLocks noGrp="1"/>
          </p:cNvSpPr>
          <p:nvPr>
            <p:ph type="title"/>
          </p:nvPr>
        </p:nvSpPr>
        <p:spPr>
          <a:xfrm>
            <a:off x="939250" y="1526013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9" name="Google Shape;559;p26"/>
          <p:cNvSpPr/>
          <p:nvPr/>
        </p:nvSpPr>
        <p:spPr>
          <a:xfrm flipH="1">
            <a:off x="-554407" y="1214817"/>
            <a:ext cx="1266832" cy="1266983"/>
          </a:xfrm>
          <a:custGeom>
            <a:avLst/>
            <a:gdLst/>
            <a:ahLst/>
            <a:cxnLst/>
            <a:rect l="l" t="t" r="r" b="b"/>
            <a:pathLst>
              <a:path w="6009" h="6009" extrusionOk="0">
                <a:moveTo>
                  <a:pt x="3004" y="1"/>
                </a:moveTo>
                <a:cubicBezTo>
                  <a:pt x="1345" y="1"/>
                  <a:pt x="1" y="1346"/>
                  <a:pt x="1" y="3005"/>
                </a:cubicBezTo>
                <a:cubicBezTo>
                  <a:pt x="1" y="4664"/>
                  <a:pt x="1345" y="6008"/>
                  <a:pt x="3004" y="6008"/>
                </a:cubicBezTo>
                <a:cubicBezTo>
                  <a:pt x="4663" y="6008"/>
                  <a:pt x="6008" y="4664"/>
                  <a:pt x="6008" y="3005"/>
                </a:cubicBezTo>
                <a:cubicBezTo>
                  <a:pt x="6008" y="1346"/>
                  <a:pt x="4663" y="1"/>
                  <a:pt x="3004" y="1"/>
                </a:cubicBezTo>
                <a:close/>
              </a:path>
            </a:pathLst>
          </a:custGeom>
          <a:solidFill>
            <a:srgbClr val="BC67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6"/>
          <p:cNvSpPr/>
          <p:nvPr/>
        </p:nvSpPr>
        <p:spPr>
          <a:xfrm flipH="1">
            <a:off x="7" y="3876675"/>
            <a:ext cx="1266818" cy="1266818"/>
          </a:xfrm>
          <a:custGeom>
            <a:avLst/>
            <a:gdLst/>
            <a:ahLst/>
            <a:cxnLst/>
            <a:rect l="l" t="t" r="r" b="b"/>
            <a:pathLst>
              <a:path w="5888" h="5888" extrusionOk="0">
                <a:moveTo>
                  <a:pt x="5888" y="1"/>
                </a:moveTo>
                <a:lnTo>
                  <a:pt x="0" y="5888"/>
                </a:lnTo>
                <a:lnTo>
                  <a:pt x="5888" y="5888"/>
                </a:lnTo>
                <a:lnTo>
                  <a:pt x="588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26"/>
          <p:cNvGrpSpPr/>
          <p:nvPr/>
        </p:nvGrpSpPr>
        <p:grpSpPr>
          <a:xfrm>
            <a:off x="164791" y="4648291"/>
            <a:ext cx="357829" cy="357856"/>
            <a:chOff x="3173684" y="4366766"/>
            <a:chExt cx="270672" cy="270672"/>
          </a:xfrm>
        </p:grpSpPr>
        <p:sp>
          <p:nvSpPr>
            <p:cNvPr id="562" name="Google Shape;562;p26"/>
            <p:cNvSpPr/>
            <p:nvPr/>
          </p:nvSpPr>
          <p:spPr>
            <a:xfrm>
              <a:off x="3173684" y="460214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2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2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3291389" y="4602146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2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2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3409032" y="460214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2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2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3173684" y="4484440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3291389" y="4484440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3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3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3409032" y="4484440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3173684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7" y="1131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3291358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8" y="1131"/>
                    <a:pt x="1130" y="877"/>
                    <a:pt x="1130" y="565"/>
                  </a:cubicBezTo>
                  <a:cubicBezTo>
                    <a:pt x="1130" y="253"/>
                    <a:pt x="878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3409032" y="436676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1"/>
                    <a:pt x="566" y="1131"/>
                  </a:cubicBezTo>
                  <a:cubicBezTo>
                    <a:pt x="878" y="1131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71" name="Google Shape;571;p26"/>
          <p:cNvCxnSpPr/>
          <p:nvPr/>
        </p:nvCxnSpPr>
        <p:spPr>
          <a:xfrm>
            <a:off x="361775" y="1800225"/>
            <a:ext cx="0" cy="262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2" name="Google Shape;572;p26"/>
          <p:cNvCxnSpPr/>
          <p:nvPr/>
        </p:nvCxnSpPr>
        <p:spPr>
          <a:xfrm>
            <a:off x="4657550" y="-981075"/>
            <a:ext cx="0" cy="262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9"/>
          <p:cNvSpPr txBox="1">
            <a:spLocks noGrp="1"/>
          </p:cNvSpPr>
          <p:nvPr>
            <p:ph type="ctrTitle"/>
          </p:nvPr>
        </p:nvSpPr>
        <p:spPr>
          <a:xfrm>
            <a:off x="720000" y="690638"/>
            <a:ext cx="40005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64" name="Google Shape;964;p39"/>
          <p:cNvSpPr txBox="1">
            <a:spLocks noGrp="1"/>
          </p:cNvSpPr>
          <p:nvPr>
            <p:ph type="subTitle" idx="1"/>
          </p:nvPr>
        </p:nvSpPr>
        <p:spPr>
          <a:xfrm>
            <a:off x="720000" y="1676513"/>
            <a:ext cx="40005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5" name="Google Shape;965;p39"/>
          <p:cNvSpPr txBox="1">
            <a:spLocks noGrp="1"/>
          </p:cNvSpPr>
          <p:nvPr>
            <p:ph type="subTitle" idx="2"/>
          </p:nvPr>
        </p:nvSpPr>
        <p:spPr>
          <a:xfrm rot="-962">
            <a:off x="720000" y="4147230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 b="1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6" name="Google Shape;966;p39"/>
          <p:cNvSpPr>
            <a:spLocks noGrp="1"/>
          </p:cNvSpPr>
          <p:nvPr>
            <p:ph type="pic" idx="3"/>
          </p:nvPr>
        </p:nvSpPr>
        <p:spPr>
          <a:xfrm>
            <a:off x="5314951" y="675900"/>
            <a:ext cx="2812800" cy="379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59" r:id="rId5"/>
    <p:sldLayoutId id="2147483672" r:id="rId6"/>
    <p:sldLayoutId id="2147483685" r:id="rId7"/>
    <p:sldLayoutId id="214748368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44"/>
          <p:cNvGrpSpPr/>
          <p:nvPr/>
        </p:nvGrpSpPr>
        <p:grpSpPr>
          <a:xfrm>
            <a:off x="-3767923" y="-4779325"/>
            <a:ext cx="8232523" cy="8232452"/>
            <a:chOff x="-3767923" y="-4779325"/>
            <a:chExt cx="8232523" cy="8232452"/>
          </a:xfrm>
        </p:grpSpPr>
        <p:sp>
          <p:nvSpPr>
            <p:cNvPr id="979" name="Google Shape;979;p44"/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4"/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1" name="Google Shape;981;p44"/>
          <p:cNvSpPr txBox="1">
            <a:spLocks noGrp="1"/>
          </p:cNvSpPr>
          <p:nvPr>
            <p:ph type="subTitle" idx="1"/>
          </p:nvPr>
        </p:nvSpPr>
        <p:spPr>
          <a:xfrm rot="-546">
            <a:off x="4942252" y="3326883"/>
            <a:ext cx="37767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800" dirty="0"/>
              <a:t>Eric Donato &amp; Paula Martins</a:t>
            </a:r>
            <a:endParaRPr sz="1800" dirty="0"/>
          </a:p>
        </p:txBody>
      </p:sp>
      <p:sp>
        <p:nvSpPr>
          <p:cNvPr id="982" name="Google Shape;982;p44"/>
          <p:cNvSpPr txBox="1">
            <a:spLocks noGrp="1"/>
          </p:cNvSpPr>
          <p:nvPr>
            <p:ph type="ctrTitle"/>
          </p:nvPr>
        </p:nvSpPr>
        <p:spPr>
          <a:xfrm>
            <a:off x="3614714" y="1507174"/>
            <a:ext cx="5106120" cy="19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" sz="4800" dirty="0"/>
              <a:t>Fabrica de Cookies</a:t>
            </a:r>
            <a:endParaRPr sz="4800" dirty="0"/>
          </a:p>
        </p:txBody>
      </p:sp>
      <p:grpSp>
        <p:nvGrpSpPr>
          <p:cNvPr id="983" name="Google Shape;983;p44"/>
          <p:cNvGrpSpPr/>
          <p:nvPr/>
        </p:nvGrpSpPr>
        <p:grpSpPr>
          <a:xfrm>
            <a:off x="2450335" y="642732"/>
            <a:ext cx="1017205" cy="702994"/>
            <a:chOff x="1759879" y="1393055"/>
            <a:chExt cx="133651" cy="92367"/>
          </a:xfrm>
        </p:grpSpPr>
        <p:sp>
          <p:nvSpPr>
            <p:cNvPr id="984" name="Google Shape;984;p44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4"/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" name="Google Shape;988;p44"/>
          <p:cNvGrpSpPr/>
          <p:nvPr/>
        </p:nvGrpSpPr>
        <p:grpSpPr>
          <a:xfrm>
            <a:off x="113294" y="3275555"/>
            <a:ext cx="3472274" cy="2172748"/>
            <a:chOff x="113294" y="3275555"/>
            <a:chExt cx="3472274" cy="2172748"/>
          </a:xfrm>
        </p:grpSpPr>
        <p:grpSp>
          <p:nvGrpSpPr>
            <p:cNvPr id="989" name="Google Shape;989;p44"/>
            <p:cNvGrpSpPr/>
            <p:nvPr/>
          </p:nvGrpSpPr>
          <p:grpSpPr>
            <a:xfrm>
              <a:off x="113294" y="3275555"/>
              <a:ext cx="3430379" cy="2172748"/>
              <a:chOff x="2089341" y="2373984"/>
              <a:chExt cx="485456" cy="307463"/>
            </a:xfrm>
          </p:grpSpPr>
          <p:sp>
            <p:nvSpPr>
              <p:cNvPr id="990" name="Google Shape;990;p44"/>
              <p:cNvSpPr/>
              <p:nvPr/>
            </p:nvSpPr>
            <p:spPr>
              <a:xfrm>
                <a:off x="2090652" y="2373984"/>
                <a:ext cx="484146" cy="298881"/>
              </a:xfrm>
              <a:custGeom>
                <a:avLst/>
                <a:gdLst/>
                <a:ahLst/>
                <a:cxnLst/>
                <a:rect l="l" t="t" r="r" b="b"/>
                <a:pathLst>
                  <a:path w="15515" h="9578" extrusionOk="0">
                    <a:moveTo>
                      <a:pt x="1692" y="1"/>
                    </a:moveTo>
                    <a:cubicBezTo>
                      <a:pt x="1532" y="1"/>
                      <a:pt x="1388" y="112"/>
                      <a:pt x="1353" y="274"/>
                    </a:cubicBezTo>
                    <a:lnTo>
                      <a:pt x="1" y="6517"/>
                    </a:lnTo>
                    <a:lnTo>
                      <a:pt x="14120" y="9578"/>
                    </a:lnTo>
                    <a:lnTo>
                      <a:pt x="15474" y="3335"/>
                    </a:lnTo>
                    <a:cubicBezTo>
                      <a:pt x="15514" y="3147"/>
                      <a:pt x="15395" y="2962"/>
                      <a:pt x="15208" y="2921"/>
                    </a:cubicBezTo>
                    <a:lnTo>
                      <a:pt x="1766" y="9"/>
                    </a:lnTo>
                    <a:cubicBezTo>
                      <a:pt x="1741" y="3"/>
                      <a:pt x="1717" y="1"/>
                      <a:pt x="16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4"/>
              <p:cNvSpPr/>
              <p:nvPr/>
            </p:nvSpPr>
            <p:spPr>
              <a:xfrm>
                <a:off x="2089341" y="2568734"/>
                <a:ext cx="443236" cy="112712"/>
              </a:xfrm>
              <a:custGeom>
                <a:avLst/>
                <a:gdLst/>
                <a:ahLst/>
                <a:cxnLst/>
                <a:rect l="l" t="t" r="r" b="b"/>
                <a:pathLst>
                  <a:path w="14204" h="3612" extrusionOk="0">
                    <a:moveTo>
                      <a:pt x="383" y="1"/>
                    </a:moveTo>
                    <a:cubicBezTo>
                      <a:pt x="223" y="1"/>
                      <a:pt x="78" y="112"/>
                      <a:pt x="43" y="275"/>
                    </a:cubicBezTo>
                    <a:lnTo>
                      <a:pt x="41" y="278"/>
                    </a:lnTo>
                    <a:cubicBezTo>
                      <a:pt x="1" y="465"/>
                      <a:pt x="120" y="650"/>
                      <a:pt x="308" y="691"/>
                    </a:cubicBezTo>
                    <a:lnTo>
                      <a:pt x="13749" y="3604"/>
                    </a:lnTo>
                    <a:cubicBezTo>
                      <a:pt x="13774" y="3609"/>
                      <a:pt x="13799" y="3612"/>
                      <a:pt x="13823" y="3612"/>
                    </a:cubicBezTo>
                    <a:cubicBezTo>
                      <a:pt x="13983" y="3612"/>
                      <a:pt x="14127" y="3500"/>
                      <a:pt x="14162" y="3338"/>
                    </a:cubicBezTo>
                    <a:lnTo>
                      <a:pt x="14162" y="3336"/>
                    </a:lnTo>
                    <a:cubicBezTo>
                      <a:pt x="14203" y="3147"/>
                      <a:pt x="14084" y="2963"/>
                      <a:pt x="13896" y="2922"/>
                    </a:cubicBezTo>
                    <a:lnTo>
                      <a:pt x="456" y="9"/>
                    </a:lnTo>
                    <a:cubicBezTo>
                      <a:pt x="431" y="3"/>
                      <a:pt x="407" y="1"/>
                      <a:pt x="3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2" name="Google Shape;992;p44"/>
            <p:cNvGrpSpPr/>
            <p:nvPr/>
          </p:nvGrpSpPr>
          <p:grpSpPr>
            <a:xfrm rot="-692470">
              <a:off x="2521906" y="4251353"/>
              <a:ext cx="992079" cy="815827"/>
              <a:chOff x="1545844" y="1636048"/>
              <a:chExt cx="103476" cy="85096"/>
            </a:xfrm>
          </p:grpSpPr>
          <p:sp>
            <p:nvSpPr>
              <p:cNvPr id="993" name="Google Shape;993;p44"/>
              <p:cNvSpPr/>
              <p:nvPr/>
            </p:nvSpPr>
            <p:spPr>
              <a:xfrm>
                <a:off x="1545844" y="1695806"/>
                <a:ext cx="26587" cy="25338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12" extrusionOk="0">
                    <a:moveTo>
                      <a:pt x="530" y="0"/>
                    </a:moveTo>
                    <a:cubicBezTo>
                      <a:pt x="517" y="0"/>
                      <a:pt x="503" y="3"/>
                      <a:pt x="490" y="7"/>
                    </a:cubicBezTo>
                    <a:lnTo>
                      <a:pt x="90" y="134"/>
                    </a:lnTo>
                    <a:cubicBezTo>
                      <a:pt x="37" y="151"/>
                      <a:pt x="0" y="201"/>
                      <a:pt x="0" y="258"/>
                    </a:cubicBezTo>
                    <a:lnTo>
                      <a:pt x="0" y="682"/>
                    </a:lnTo>
                    <a:cubicBezTo>
                      <a:pt x="0" y="756"/>
                      <a:pt x="61" y="811"/>
                      <a:pt x="128" y="811"/>
                    </a:cubicBezTo>
                    <a:cubicBezTo>
                      <a:pt x="145" y="811"/>
                      <a:pt x="161" y="808"/>
                      <a:pt x="178" y="801"/>
                    </a:cubicBezTo>
                    <a:lnTo>
                      <a:pt x="750" y="565"/>
                    </a:lnTo>
                    <a:cubicBezTo>
                      <a:pt x="822" y="535"/>
                      <a:pt x="852" y="452"/>
                      <a:pt x="815" y="383"/>
                    </a:cubicBezTo>
                    <a:lnTo>
                      <a:pt x="643" y="67"/>
                    </a:lnTo>
                    <a:cubicBezTo>
                      <a:pt x="620" y="25"/>
                      <a:pt x="576" y="0"/>
                      <a:pt x="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4"/>
              <p:cNvSpPr/>
              <p:nvPr/>
            </p:nvSpPr>
            <p:spPr>
              <a:xfrm>
                <a:off x="1631158" y="1678456"/>
                <a:ext cx="14167" cy="26649"/>
              </a:xfrm>
              <a:custGeom>
                <a:avLst/>
                <a:gdLst/>
                <a:ahLst/>
                <a:cxnLst/>
                <a:rect l="l" t="t" r="r" b="b"/>
                <a:pathLst>
                  <a:path w="454" h="854" extrusionOk="0">
                    <a:moveTo>
                      <a:pt x="130" y="1"/>
                    </a:moveTo>
                    <a:cubicBezTo>
                      <a:pt x="64" y="1"/>
                      <a:pt x="1" y="53"/>
                      <a:pt x="1" y="130"/>
                    </a:cubicBezTo>
                    <a:lnTo>
                      <a:pt x="1" y="613"/>
                    </a:lnTo>
                    <a:cubicBezTo>
                      <a:pt x="1" y="658"/>
                      <a:pt x="24" y="700"/>
                      <a:pt x="62" y="723"/>
                    </a:cubicBezTo>
                    <a:lnTo>
                      <a:pt x="245" y="835"/>
                    </a:lnTo>
                    <a:cubicBezTo>
                      <a:pt x="266" y="848"/>
                      <a:pt x="289" y="854"/>
                      <a:pt x="311" y="854"/>
                    </a:cubicBezTo>
                    <a:cubicBezTo>
                      <a:pt x="386" y="854"/>
                      <a:pt x="454" y="787"/>
                      <a:pt x="439" y="702"/>
                    </a:cubicBezTo>
                    <a:lnTo>
                      <a:pt x="351" y="201"/>
                    </a:lnTo>
                    <a:cubicBezTo>
                      <a:pt x="346" y="173"/>
                      <a:pt x="334" y="149"/>
                      <a:pt x="314" y="130"/>
                    </a:cubicBezTo>
                    <a:lnTo>
                      <a:pt x="220" y="38"/>
                    </a:lnTo>
                    <a:cubicBezTo>
                      <a:pt x="193" y="13"/>
                      <a:pt x="162" y="1"/>
                      <a:pt x="1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4"/>
              <p:cNvSpPr/>
              <p:nvPr/>
            </p:nvSpPr>
            <p:spPr>
              <a:xfrm>
                <a:off x="1637743" y="1636048"/>
                <a:ext cx="11577" cy="1126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61" extrusionOk="0">
                    <a:moveTo>
                      <a:pt x="152" y="0"/>
                    </a:moveTo>
                    <a:cubicBezTo>
                      <a:pt x="91" y="0"/>
                      <a:pt x="33" y="44"/>
                      <a:pt x="24" y="113"/>
                    </a:cubicBezTo>
                    <a:lnTo>
                      <a:pt x="11" y="214"/>
                    </a:lnTo>
                    <a:cubicBezTo>
                      <a:pt x="0" y="297"/>
                      <a:pt x="67" y="360"/>
                      <a:pt x="139" y="360"/>
                    </a:cubicBezTo>
                    <a:cubicBezTo>
                      <a:pt x="162" y="360"/>
                      <a:pt x="186" y="354"/>
                      <a:pt x="207" y="340"/>
                    </a:cubicBezTo>
                    <a:lnTo>
                      <a:pt x="288" y="290"/>
                    </a:lnTo>
                    <a:cubicBezTo>
                      <a:pt x="365" y="242"/>
                      <a:pt x="371" y="131"/>
                      <a:pt x="297" y="77"/>
                    </a:cubicBezTo>
                    <a:lnTo>
                      <a:pt x="229" y="26"/>
                    </a:lnTo>
                    <a:cubicBezTo>
                      <a:pt x="205" y="8"/>
                      <a:pt x="178" y="0"/>
                      <a:pt x="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6" name="Google Shape;996;p44"/>
          <p:cNvGrpSpPr/>
          <p:nvPr/>
        </p:nvGrpSpPr>
        <p:grpSpPr>
          <a:xfrm>
            <a:off x="357021" y="1975844"/>
            <a:ext cx="697909" cy="997823"/>
            <a:chOff x="1454195" y="1382913"/>
            <a:chExt cx="73893" cy="105660"/>
          </a:xfrm>
        </p:grpSpPr>
        <p:sp>
          <p:nvSpPr>
            <p:cNvPr id="997" name="Google Shape;997;p44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" name="Google Shape;1000;p44"/>
          <p:cNvGrpSpPr/>
          <p:nvPr/>
        </p:nvGrpSpPr>
        <p:grpSpPr>
          <a:xfrm rot="2700026">
            <a:off x="732872" y="3121873"/>
            <a:ext cx="2016233" cy="1604633"/>
            <a:chOff x="1382891" y="1957553"/>
            <a:chExt cx="215970" cy="171877"/>
          </a:xfrm>
        </p:grpSpPr>
        <p:sp>
          <p:nvSpPr>
            <p:cNvPr id="1001" name="Google Shape;1001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7" name="Google Shape;1017;p44"/>
          <p:cNvGrpSpPr/>
          <p:nvPr/>
        </p:nvGrpSpPr>
        <p:grpSpPr>
          <a:xfrm rot="-1340066">
            <a:off x="1532548" y="1690710"/>
            <a:ext cx="2016241" cy="1604648"/>
            <a:chOff x="1382891" y="1957553"/>
            <a:chExt cx="215970" cy="171877"/>
          </a:xfrm>
        </p:grpSpPr>
        <p:sp>
          <p:nvSpPr>
            <p:cNvPr id="1018" name="Google Shape;1018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44"/>
          <p:cNvGrpSpPr/>
          <p:nvPr/>
        </p:nvGrpSpPr>
        <p:grpSpPr>
          <a:xfrm rot="3281018">
            <a:off x="129208" y="42481"/>
            <a:ext cx="2016236" cy="1604637"/>
            <a:chOff x="1382891" y="1957553"/>
            <a:chExt cx="215970" cy="171877"/>
          </a:xfrm>
        </p:grpSpPr>
        <p:sp>
          <p:nvSpPr>
            <p:cNvPr id="1035" name="Google Shape;1035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>
          <a:extLst>
            <a:ext uri="{FF2B5EF4-FFF2-40B4-BE49-F238E27FC236}">
              <a16:creationId xmlns:a16="http://schemas.microsoft.com/office/drawing/2014/main" id="{418D41D9-96F7-E312-D3B2-F7C9668C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6">
            <a:extLst>
              <a:ext uri="{FF2B5EF4-FFF2-40B4-BE49-F238E27FC236}">
                <a16:creationId xmlns:a16="http://schemas.microsoft.com/office/drawing/2014/main" id="{21492CD8-0529-6D5A-2258-48CEF211F63E}"/>
              </a:ext>
            </a:extLst>
          </p:cNvPr>
          <p:cNvSpPr/>
          <p:nvPr/>
        </p:nvSpPr>
        <p:spPr>
          <a:xfrm>
            <a:off x="4572000" y="3341556"/>
            <a:ext cx="615000" cy="615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069" name="Google Shape;1069;p46">
            <a:extLst>
              <a:ext uri="{FF2B5EF4-FFF2-40B4-BE49-F238E27FC236}">
                <a16:creationId xmlns:a16="http://schemas.microsoft.com/office/drawing/2014/main" id="{C25092B2-0703-C64B-EA5D-8B21FDE5DEB8}"/>
              </a:ext>
            </a:extLst>
          </p:cNvPr>
          <p:cNvSpPr/>
          <p:nvPr/>
        </p:nvSpPr>
        <p:spPr>
          <a:xfrm>
            <a:off x="720000" y="1872688"/>
            <a:ext cx="615000" cy="615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070" name="Google Shape;1070;p46">
            <a:extLst>
              <a:ext uri="{FF2B5EF4-FFF2-40B4-BE49-F238E27FC236}">
                <a16:creationId xmlns:a16="http://schemas.microsoft.com/office/drawing/2014/main" id="{E77D2EB3-FBB1-5F4D-F7DE-C5D0AFDD80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9582" y="1797197"/>
            <a:ext cx="2670634" cy="7659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Explicação do tema</a:t>
            </a:r>
            <a:endParaRPr dirty="0"/>
          </a:p>
        </p:txBody>
      </p:sp>
      <p:sp>
        <p:nvSpPr>
          <p:cNvPr id="1078" name="Google Shape;1078;p46">
            <a:extLst>
              <a:ext uri="{FF2B5EF4-FFF2-40B4-BE49-F238E27FC236}">
                <a16:creationId xmlns:a16="http://schemas.microsoft.com/office/drawing/2014/main" id="{92E3AB8C-378C-2367-8CD4-023CDEE95345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5302713" y="3411409"/>
            <a:ext cx="2768373" cy="4752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Modelagem</a:t>
            </a:r>
            <a:endParaRPr dirty="0"/>
          </a:p>
        </p:txBody>
      </p:sp>
      <p:sp>
        <p:nvSpPr>
          <p:cNvPr id="1080" name="Google Shape;1080;p46">
            <a:extLst>
              <a:ext uri="{FF2B5EF4-FFF2-40B4-BE49-F238E27FC236}">
                <a16:creationId xmlns:a16="http://schemas.microsoft.com/office/drawing/2014/main" id="{EE067531-0092-0EEA-2C19-CD4EF3A91626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 rot="2051">
            <a:off x="4628092" y="3352515"/>
            <a:ext cx="502800" cy="5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81" name="Google Shape;1081;p46">
            <a:extLst>
              <a:ext uri="{FF2B5EF4-FFF2-40B4-BE49-F238E27FC236}">
                <a16:creationId xmlns:a16="http://schemas.microsoft.com/office/drawing/2014/main" id="{9172C6DB-A75A-2791-E1DB-3A3F7AC46CC3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 rot="2043">
            <a:off x="775051" y="1883551"/>
            <a:ext cx="504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82" name="Google Shape;1082;p46">
            <a:extLst>
              <a:ext uri="{FF2B5EF4-FFF2-40B4-BE49-F238E27FC236}">
                <a16:creationId xmlns:a16="http://schemas.microsoft.com/office/drawing/2014/main" id="{721B4347-3E80-7DCC-BEA2-D48282276EC5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Contexto</a:t>
            </a:r>
            <a:endParaRPr dirty="0"/>
          </a:p>
        </p:txBody>
      </p:sp>
      <p:grpSp>
        <p:nvGrpSpPr>
          <p:cNvPr id="23" name="Google Shape;1174;p47">
            <a:extLst>
              <a:ext uri="{FF2B5EF4-FFF2-40B4-BE49-F238E27FC236}">
                <a16:creationId xmlns:a16="http://schemas.microsoft.com/office/drawing/2014/main" id="{0421A6C6-4D7C-189F-A02B-554314A13912}"/>
              </a:ext>
            </a:extLst>
          </p:cNvPr>
          <p:cNvGrpSpPr/>
          <p:nvPr/>
        </p:nvGrpSpPr>
        <p:grpSpPr>
          <a:xfrm rot="-2389871">
            <a:off x="-918493" y="2999839"/>
            <a:ext cx="2546973" cy="2524853"/>
            <a:chOff x="5297905" y="-1542277"/>
            <a:chExt cx="988133" cy="979551"/>
          </a:xfrm>
        </p:grpSpPr>
        <p:sp>
          <p:nvSpPr>
            <p:cNvPr id="24" name="Google Shape;1175;p47">
              <a:extLst>
                <a:ext uri="{FF2B5EF4-FFF2-40B4-BE49-F238E27FC236}">
                  <a16:creationId xmlns:a16="http://schemas.microsoft.com/office/drawing/2014/main" id="{09AF5ABC-1791-CEA2-C388-1AE331DDFD3F}"/>
                </a:ext>
              </a:extLst>
            </p:cNvPr>
            <p:cNvSpPr/>
            <p:nvPr/>
          </p:nvSpPr>
          <p:spPr>
            <a:xfrm>
              <a:off x="5297905" y="-1542277"/>
              <a:ext cx="948083" cy="979551"/>
            </a:xfrm>
            <a:custGeom>
              <a:avLst/>
              <a:gdLst/>
              <a:ahLst/>
              <a:cxnLst/>
              <a:rect l="l" t="t" r="r" b="b"/>
              <a:pathLst>
                <a:path w="14251" h="14724" extrusionOk="0">
                  <a:moveTo>
                    <a:pt x="8875" y="1"/>
                  </a:moveTo>
                  <a:cubicBezTo>
                    <a:pt x="8864" y="1"/>
                    <a:pt x="8853" y="1"/>
                    <a:pt x="8843" y="1"/>
                  </a:cubicBezTo>
                  <a:cubicBezTo>
                    <a:pt x="8441" y="7"/>
                    <a:pt x="8057" y="149"/>
                    <a:pt x="7656" y="173"/>
                  </a:cubicBezTo>
                  <a:cubicBezTo>
                    <a:pt x="7613" y="175"/>
                    <a:pt x="7571" y="176"/>
                    <a:pt x="7529" y="176"/>
                  </a:cubicBezTo>
                  <a:cubicBezTo>
                    <a:pt x="7210" y="176"/>
                    <a:pt x="6892" y="116"/>
                    <a:pt x="6575" y="95"/>
                  </a:cubicBezTo>
                  <a:cubicBezTo>
                    <a:pt x="6485" y="89"/>
                    <a:pt x="6395" y="86"/>
                    <a:pt x="6305" y="86"/>
                  </a:cubicBezTo>
                  <a:cubicBezTo>
                    <a:pt x="6028" y="86"/>
                    <a:pt x="5752" y="119"/>
                    <a:pt x="5491" y="227"/>
                  </a:cubicBezTo>
                  <a:cubicBezTo>
                    <a:pt x="5114" y="383"/>
                    <a:pt x="4815" y="663"/>
                    <a:pt x="4476" y="885"/>
                  </a:cubicBezTo>
                  <a:cubicBezTo>
                    <a:pt x="3870" y="1284"/>
                    <a:pt x="3049" y="1237"/>
                    <a:pt x="2544" y="1812"/>
                  </a:cubicBezTo>
                  <a:cubicBezTo>
                    <a:pt x="2269" y="2124"/>
                    <a:pt x="2240" y="2538"/>
                    <a:pt x="2069" y="2901"/>
                  </a:cubicBezTo>
                  <a:cubicBezTo>
                    <a:pt x="1886" y="3290"/>
                    <a:pt x="1552" y="3592"/>
                    <a:pt x="1260" y="3897"/>
                  </a:cubicBezTo>
                  <a:cubicBezTo>
                    <a:pt x="961" y="4212"/>
                    <a:pt x="689" y="4545"/>
                    <a:pt x="513" y="4946"/>
                  </a:cubicBezTo>
                  <a:cubicBezTo>
                    <a:pt x="344" y="5332"/>
                    <a:pt x="257" y="5753"/>
                    <a:pt x="204" y="6169"/>
                  </a:cubicBezTo>
                  <a:cubicBezTo>
                    <a:pt x="109" y="6921"/>
                    <a:pt x="1" y="7756"/>
                    <a:pt x="219" y="8495"/>
                  </a:cubicBezTo>
                  <a:cubicBezTo>
                    <a:pt x="335" y="8891"/>
                    <a:pt x="616" y="9198"/>
                    <a:pt x="767" y="9578"/>
                  </a:cubicBezTo>
                  <a:cubicBezTo>
                    <a:pt x="930" y="9989"/>
                    <a:pt x="1107" y="10382"/>
                    <a:pt x="1340" y="10758"/>
                  </a:cubicBezTo>
                  <a:cubicBezTo>
                    <a:pt x="1568" y="11128"/>
                    <a:pt x="1827" y="11477"/>
                    <a:pt x="2093" y="11820"/>
                  </a:cubicBezTo>
                  <a:cubicBezTo>
                    <a:pt x="2362" y="12169"/>
                    <a:pt x="2627" y="12536"/>
                    <a:pt x="2964" y="12824"/>
                  </a:cubicBezTo>
                  <a:cubicBezTo>
                    <a:pt x="3459" y="13247"/>
                    <a:pt x="4170" y="13347"/>
                    <a:pt x="4756" y="13654"/>
                  </a:cubicBezTo>
                  <a:cubicBezTo>
                    <a:pt x="5515" y="14051"/>
                    <a:pt x="5954" y="14383"/>
                    <a:pt x="6840" y="14546"/>
                  </a:cubicBezTo>
                  <a:cubicBezTo>
                    <a:pt x="7332" y="14635"/>
                    <a:pt x="7929" y="14724"/>
                    <a:pt x="8513" y="14724"/>
                  </a:cubicBezTo>
                  <a:cubicBezTo>
                    <a:pt x="9053" y="14724"/>
                    <a:pt x="9583" y="14648"/>
                    <a:pt x="10010" y="14429"/>
                  </a:cubicBezTo>
                  <a:cubicBezTo>
                    <a:pt x="10406" y="14226"/>
                    <a:pt x="10783" y="13984"/>
                    <a:pt x="11165" y="13755"/>
                  </a:cubicBezTo>
                  <a:cubicBezTo>
                    <a:pt x="11544" y="13529"/>
                    <a:pt x="11956" y="13325"/>
                    <a:pt x="12309" y="13059"/>
                  </a:cubicBezTo>
                  <a:cubicBezTo>
                    <a:pt x="12483" y="12929"/>
                    <a:pt x="12636" y="12771"/>
                    <a:pt x="12732" y="12575"/>
                  </a:cubicBezTo>
                  <a:cubicBezTo>
                    <a:pt x="12827" y="12382"/>
                    <a:pt x="12832" y="12169"/>
                    <a:pt x="12903" y="11970"/>
                  </a:cubicBezTo>
                  <a:cubicBezTo>
                    <a:pt x="13025" y="11631"/>
                    <a:pt x="13480" y="11472"/>
                    <a:pt x="13738" y="11250"/>
                  </a:cubicBezTo>
                  <a:cubicBezTo>
                    <a:pt x="13990" y="11032"/>
                    <a:pt x="14135" y="10762"/>
                    <a:pt x="14250" y="10476"/>
                  </a:cubicBezTo>
                  <a:cubicBezTo>
                    <a:pt x="13882" y="10404"/>
                    <a:pt x="13563" y="10221"/>
                    <a:pt x="13358" y="9894"/>
                  </a:cubicBezTo>
                  <a:cubicBezTo>
                    <a:pt x="13351" y="9895"/>
                    <a:pt x="13345" y="9895"/>
                    <a:pt x="13338" y="9895"/>
                  </a:cubicBezTo>
                  <a:cubicBezTo>
                    <a:pt x="12549" y="9895"/>
                    <a:pt x="11852" y="9259"/>
                    <a:pt x="11749" y="8465"/>
                  </a:cubicBezTo>
                  <a:cubicBezTo>
                    <a:pt x="10974" y="8128"/>
                    <a:pt x="10504" y="7464"/>
                    <a:pt x="10665" y="6698"/>
                  </a:cubicBezTo>
                  <a:cubicBezTo>
                    <a:pt x="9553" y="6041"/>
                    <a:pt x="8885" y="4430"/>
                    <a:pt x="9701" y="3471"/>
                  </a:cubicBezTo>
                  <a:cubicBezTo>
                    <a:pt x="9385" y="2802"/>
                    <a:pt x="9700" y="2070"/>
                    <a:pt x="10353" y="1682"/>
                  </a:cubicBezTo>
                  <a:cubicBezTo>
                    <a:pt x="10359" y="1309"/>
                    <a:pt x="10578" y="992"/>
                    <a:pt x="10895" y="778"/>
                  </a:cubicBezTo>
                  <a:cubicBezTo>
                    <a:pt x="10656" y="575"/>
                    <a:pt x="10376" y="431"/>
                    <a:pt x="10080" y="335"/>
                  </a:cubicBezTo>
                  <a:cubicBezTo>
                    <a:pt x="9718" y="121"/>
                    <a:pt x="9301" y="1"/>
                    <a:pt x="88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76;p47">
              <a:extLst>
                <a:ext uri="{FF2B5EF4-FFF2-40B4-BE49-F238E27FC236}">
                  <a16:creationId xmlns:a16="http://schemas.microsoft.com/office/drawing/2014/main" id="{BBB525B2-9C49-CB4A-741D-BA43921C1234}"/>
                </a:ext>
              </a:extLst>
            </p:cNvPr>
            <p:cNvSpPr/>
            <p:nvPr/>
          </p:nvSpPr>
          <p:spPr>
            <a:xfrm>
              <a:off x="5297972" y="-1541212"/>
              <a:ext cx="837581" cy="978486"/>
            </a:xfrm>
            <a:custGeom>
              <a:avLst/>
              <a:gdLst/>
              <a:ahLst/>
              <a:cxnLst/>
              <a:rect l="l" t="t" r="r" b="b"/>
              <a:pathLst>
                <a:path w="12590" h="14708" extrusionOk="0">
                  <a:moveTo>
                    <a:pt x="8669" y="1"/>
                  </a:moveTo>
                  <a:lnTo>
                    <a:pt x="8669" y="1"/>
                  </a:lnTo>
                  <a:cubicBezTo>
                    <a:pt x="8329" y="35"/>
                    <a:pt x="7998" y="137"/>
                    <a:pt x="7656" y="157"/>
                  </a:cubicBezTo>
                  <a:cubicBezTo>
                    <a:pt x="7613" y="159"/>
                    <a:pt x="7571" y="160"/>
                    <a:pt x="7529" y="160"/>
                  </a:cubicBezTo>
                  <a:cubicBezTo>
                    <a:pt x="7209" y="160"/>
                    <a:pt x="6891" y="100"/>
                    <a:pt x="6574" y="79"/>
                  </a:cubicBezTo>
                  <a:cubicBezTo>
                    <a:pt x="6484" y="73"/>
                    <a:pt x="6395" y="70"/>
                    <a:pt x="6305" y="70"/>
                  </a:cubicBezTo>
                  <a:cubicBezTo>
                    <a:pt x="6028" y="70"/>
                    <a:pt x="5751" y="103"/>
                    <a:pt x="5491" y="211"/>
                  </a:cubicBezTo>
                  <a:cubicBezTo>
                    <a:pt x="5113" y="367"/>
                    <a:pt x="4814" y="647"/>
                    <a:pt x="4476" y="869"/>
                  </a:cubicBezTo>
                  <a:cubicBezTo>
                    <a:pt x="3869" y="1268"/>
                    <a:pt x="3049" y="1221"/>
                    <a:pt x="2543" y="1796"/>
                  </a:cubicBezTo>
                  <a:cubicBezTo>
                    <a:pt x="2268" y="2108"/>
                    <a:pt x="2239" y="2522"/>
                    <a:pt x="2068" y="2885"/>
                  </a:cubicBezTo>
                  <a:cubicBezTo>
                    <a:pt x="1886" y="3274"/>
                    <a:pt x="1551" y="3576"/>
                    <a:pt x="1259" y="3881"/>
                  </a:cubicBezTo>
                  <a:cubicBezTo>
                    <a:pt x="960" y="4196"/>
                    <a:pt x="688" y="4529"/>
                    <a:pt x="513" y="4930"/>
                  </a:cubicBezTo>
                  <a:cubicBezTo>
                    <a:pt x="344" y="5316"/>
                    <a:pt x="256" y="5737"/>
                    <a:pt x="204" y="6153"/>
                  </a:cubicBezTo>
                  <a:cubicBezTo>
                    <a:pt x="108" y="6905"/>
                    <a:pt x="1" y="7740"/>
                    <a:pt x="218" y="8479"/>
                  </a:cubicBezTo>
                  <a:cubicBezTo>
                    <a:pt x="335" y="8875"/>
                    <a:pt x="615" y="9182"/>
                    <a:pt x="767" y="9562"/>
                  </a:cubicBezTo>
                  <a:cubicBezTo>
                    <a:pt x="929" y="9973"/>
                    <a:pt x="1107" y="10366"/>
                    <a:pt x="1340" y="10742"/>
                  </a:cubicBezTo>
                  <a:cubicBezTo>
                    <a:pt x="1567" y="11112"/>
                    <a:pt x="1827" y="11461"/>
                    <a:pt x="2092" y="11804"/>
                  </a:cubicBezTo>
                  <a:cubicBezTo>
                    <a:pt x="2361" y="12153"/>
                    <a:pt x="2627" y="12520"/>
                    <a:pt x="2964" y="12808"/>
                  </a:cubicBezTo>
                  <a:cubicBezTo>
                    <a:pt x="3459" y="13231"/>
                    <a:pt x="4170" y="13331"/>
                    <a:pt x="4756" y="13638"/>
                  </a:cubicBezTo>
                  <a:cubicBezTo>
                    <a:pt x="5516" y="14035"/>
                    <a:pt x="5953" y="14367"/>
                    <a:pt x="6839" y="14530"/>
                  </a:cubicBezTo>
                  <a:cubicBezTo>
                    <a:pt x="7331" y="14619"/>
                    <a:pt x="7928" y="14708"/>
                    <a:pt x="8513" y="14708"/>
                  </a:cubicBezTo>
                  <a:cubicBezTo>
                    <a:pt x="9053" y="14708"/>
                    <a:pt x="9583" y="14632"/>
                    <a:pt x="10010" y="14413"/>
                  </a:cubicBezTo>
                  <a:cubicBezTo>
                    <a:pt x="10406" y="14210"/>
                    <a:pt x="10782" y="13968"/>
                    <a:pt x="11164" y="13739"/>
                  </a:cubicBezTo>
                  <a:cubicBezTo>
                    <a:pt x="11544" y="13513"/>
                    <a:pt x="11955" y="13309"/>
                    <a:pt x="12309" y="13043"/>
                  </a:cubicBezTo>
                  <a:cubicBezTo>
                    <a:pt x="12413" y="12965"/>
                    <a:pt x="12508" y="12875"/>
                    <a:pt x="12590" y="12773"/>
                  </a:cubicBezTo>
                  <a:lnTo>
                    <a:pt x="12590" y="12773"/>
                  </a:lnTo>
                  <a:cubicBezTo>
                    <a:pt x="11954" y="12966"/>
                    <a:pt x="11319" y="13119"/>
                    <a:pt x="10684" y="13119"/>
                  </a:cubicBezTo>
                  <a:cubicBezTo>
                    <a:pt x="10417" y="13119"/>
                    <a:pt x="10150" y="13092"/>
                    <a:pt x="9883" y="13030"/>
                  </a:cubicBezTo>
                  <a:cubicBezTo>
                    <a:pt x="9258" y="12882"/>
                    <a:pt x="8694" y="12549"/>
                    <a:pt x="8160" y="12193"/>
                  </a:cubicBezTo>
                  <a:cubicBezTo>
                    <a:pt x="7556" y="11790"/>
                    <a:pt x="6976" y="11350"/>
                    <a:pt x="6462" y="10838"/>
                  </a:cubicBezTo>
                  <a:cubicBezTo>
                    <a:pt x="6235" y="10611"/>
                    <a:pt x="6015" y="10362"/>
                    <a:pt x="5912" y="10057"/>
                  </a:cubicBezTo>
                  <a:cubicBezTo>
                    <a:pt x="5835" y="9824"/>
                    <a:pt x="5830" y="9574"/>
                    <a:pt x="5781" y="9333"/>
                  </a:cubicBezTo>
                  <a:cubicBezTo>
                    <a:pt x="5572" y="8293"/>
                    <a:pt x="4571" y="7507"/>
                    <a:pt x="4507" y="6448"/>
                  </a:cubicBezTo>
                  <a:cubicBezTo>
                    <a:pt x="4438" y="5307"/>
                    <a:pt x="5453" y="4437"/>
                    <a:pt x="6024" y="3447"/>
                  </a:cubicBezTo>
                  <a:cubicBezTo>
                    <a:pt x="6373" y="2845"/>
                    <a:pt x="6565" y="2163"/>
                    <a:pt x="6920" y="1565"/>
                  </a:cubicBezTo>
                  <a:cubicBezTo>
                    <a:pt x="7326" y="883"/>
                    <a:pt x="7949" y="335"/>
                    <a:pt x="8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77;p47">
              <a:extLst>
                <a:ext uri="{FF2B5EF4-FFF2-40B4-BE49-F238E27FC236}">
                  <a16:creationId xmlns:a16="http://schemas.microsoft.com/office/drawing/2014/main" id="{4ACB9AD8-2D59-C71A-9028-96C7E07E49CC}"/>
                </a:ext>
              </a:extLst>
            </p:cNvPr>
            <p:cNvSpPr/>
            <p:nvPr/>
          </p:nvSpPr>
          <p:spPr>
            <a:xfrm>
              <a:off x="5297972" y="-1536555"/>
              <a:ext cx="697940" cy="973830"/>
            </a:xfrm>
            <a:custGeom>
              <a:avLst/>
              <a:gdLst/>
              <a:ahLst/>
              <a:cxnLst/>
              <a:rect l="l" t="t" r="r" b="b"/>
              <a:pathLst>
                <a:path w="10491" h="14638" extrusionOk="0">
                  <a:moveTo>
                    <a:pt x="6303" y="1"/>
                  </a:moveTo>
                  <a:cubicBezTo>
                    <a:pt x="6026" y="1"/>
                    <a:pt x="5750" y="35"/>
                    <a:pt x="5491" y="141"/>
                  </a:cubicBezTo>
                  <a:cubicBezTo>
                    <a:pt x="5113" y="298"/>
                    <a:pt x="4814" y="578"/>
                    <a:pt x="4476" y="800"/>
                  </a:cubicBezTo>
                  <a:cubicBezTo>
                    <a:pt x="3869" y="1198"/>
                    <a:pt x="3049" y="1151"/>
                    <a:pt x="2543" y="1726"/>
                  </a:cubicBezTo>
                  <a:cubicBezTo>
                    <a:pt x="2268" y="2038"/>
                    <a:pt x="2240" y="2452"/>
                    <a:pt x="2068" y="2816"/>
                  </a:cubicBezTo>
                  <a:cubicBezTo>
                    <a:pt x="1886" y="3204"/>
                    <a:pt x="1551" y="3506"/>
                    <a:pt x="1259" y="3812"/>
                  </a:cubicBezTo>
                  <a:cubicBezTo>
                    <a:pt x="960" y="4126"/>
                    <a:pt x="688" y="4460"/>
                    <a:pt x="513" y="4861"/>
                  </a:cubicBezTo>
                  <a:cubicBezTo>
                    <a:pt x="344" y="5246"/>
                    <a:pt x="256" y="5667"/>
                    <a:pt x="204" y="6083"/>
                  </a:cubicBezTo>
                  <a:cubicBezTo>
                    <a:pt x="108" y="6835"/>
                    <a:pt x="1" y="7670"/>
                    <a:pt x="218" y="8409"/>
                  </a:cubicBezTo>
                  <a:cubicBezTo>
                    <a:pt x="335" y="8806"/>
                    <a:pt x="616" y="9112"/>
                    <a:pt x="767" y="9492"/>
                  </a:cubicBezTo>
                  <a:cubicBezTo>
                    <a:pt x="929" y="9903"/>
                    <a:pt x="1107" y="10296"/>
                    <a:pt x="1340" y="10673"/>
                  </a:cubicBezTo>
                  <a:cubicBezTo>
                    <a:pt x="1568" y="11042"/>
                    <a:pt x="1827" y="11391"/>
                    <a:pt x="2092" y="11734"/>
                  </a:cubicBezTo>
                  <a:cubicBezTo>
                    <a:pt x="2361" y="12083"/>
                    <a:pt x="2627" y="12450"/>
                    <a:pt x="2964" y="12738"/>
                  </a:cubicBezTo>
                  <a:cubicBezTo>
                    <a:pt x="3459" y="13161"/>
                    <a:pt x="4170" y="13261"/>
                    <a:pt x="4756" y="13568"/>
                  </a:cubicBezTo>
                  <a:cubicBezTo>
                    <a:pt x="5516" y="13965"/>
                    <a:pt x="5954" y="14297"/>
                    <a:pt x="6839" y="14460"/>
                  </a:cubicBezTo>
                  <a:cubicBezTo>
                    <a:pt x="7331" y="14549"/>
                    <a:pt x="7928" y="14638"/>
                    <a:pt x="8512" y="14638"/>
                  </a:cubicBezTo>
                  <a:cubicBezTo>
                    <a:pt x="9052" y="14638"/>
                    <a:pt x="9582" y="14562"/>
                    <a:pt x="10010" y="14343"/>
                  </a:cubicBezTo>
                  <a:cubicBezTo>
                    <a:pt x="10172" y="14260"/>
                    <a:pt x="10332" y="14169"/>
                    <a:pt x="10490" y="14075"/>
                  </a:cubicBezTo>
                  <a:lnTo>
                    <a:pt x="10490" y="14075"/>
                  </a:lnTo>
                  <a:cubicBezTo>
                    <a:pt x="10426" y="14078"/>
                    <a:pt x="10362" y="14079"/>
                    <a:pt x="10299" y="14079"/>
                  </a:cubicBezTo>
                  <a:cubicBezTo>
                    <a:pt x="9315" y="14079"/>
                    <a:pt x="8345" y="13800"/>
                    <a:pt x="7397" y="13520"/>
                  </a:cubicBezTo>
                  <a:cubicBezTo>
                    <a:pt x="6140" y="13148"/>
                    <a:pt x="4858" y="12763"/>
                    <a:pt x="3794" y="12000"/>
                  </a:cubicBezTo>
                  <a:cubicBezTo>
                    <a:pt x="3368" y="11694"/>
                    <a:pt x="2962" y="11294"/>
                    <a:pt x="2872" y="10778"/>
                  </a:cubicBezTo>
                  <a:cubicBezTo>
                    <a:pt x="2840" y="10600"/>
                    <a:pt x="2849" y="10413"/>
                    <a:pt x="2789" y="10242"/>
                  </a:cubicBezTo>
                  <a:cubicBezTo>
                    <a:pt x="2709" y="10010"/>
                    <a:pt x="2516" y="9840"/>
                    <a:pt x="2353" y="9657"/>
                  </a:cubicBezTo>
                  <a:cubicBezTo>
                    <a:pt x="1750" y="8977"/>
                    <a:pt x="1513" y="7991"/>
                    <a:pt x="1740" y="7111"/>
                  </a:cubicBezTo>
                  <a:cubicBezTo>
                    <a:pt x="1816" y="6822"/>
                    <a:pt x="1936" y="6545"/>
                    <a:pt x="1980" y="6251"/>
                  </a:cubicBezTo>
                  <a:cubicBezTo>
                    <a:pt x="2042" y="5836"/>
                    <a:pt x="1947" y="5412"/>
                    <a:pt x="1985" y="4993"/>
                  </a:cubicBezTo>
                  <a:cubicBezTo>
                    <a:pt x="2051" y="4273"/>
                    <a:pt x="2507" y="3650"/>
                    <a:pt x="2988" y="3109"/>
                  </a:cubicBezTo>
                  <a:cubicBezTo>
                    <a:pt x="4115" y="1845"/>
                    <a:pt x="5491" y="803"/>
                    <a:pt x="7010" y="53"/>
                  </a:cubicBezTo>
                  <a:cubicBezTo>
                    <a:pt x="6865" y="36"/>
                    <a:pt x="6719" y="20"/>
                    <a:pt x="6575" y="10"/>
                  </a:cubicBezTo>
                  <a:cubicBezTo>
                    <a:pt x="6484" y="4"/>
                    <a:pt x="6393" y="1"/>
                    <a:pt x="6303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78;p47">
              <a:extLst>
                <a:ext uri="{FF2B5EF4-FFF2-40B4-BE49-F238E27FC236}">
                  <a16:creationId xmlns:a16="http://schemas.microsoft.com/office/drawing/2014/main" id="{6E9804DC-A6FA-55F9-8810-3E1CCC86B6BA}"/>
                </a:ext>
              </a:extLst>
            </p:cNvPr>
            <p:cNvSpPr/>
            <p:nvPr/>
          </p:nvSpPr>
          <p:spPr>
            <a:xfrm>
              <a:off x="5720222" y="-1395716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3"/>
                  </a:cubicBezTo>
                  <a:cubicBezTo>
                    <a:pt x="71" y="328"/>
                    <a:pt x="1" y="558"/>
                    <a:pt x="19" y="777"/>
                  </a:cubicBezTo>
                  <a:cubicBezTo>
                    <a:pt x="43" y="1075"/>
                    <a:pt x="184" y="1341"/>
                    <a:pt x="464" y="1447"/>
                  </a:cubicBezTo>
                  <a:cubicBezTo>
                    <a:pt x="514" y="1466"/>
                    <a:pt x="563" y="1475"/>
                    <a:pt x="611" y="1475"/>
                  </a:cubicBezTo>
                  <a:cubicBezTo>
                    <a:pt x="845" y="1475"/>
                    <a:pt x="1060" y="1274"/>
                    <a:pt x="1201" y="1054"/>
                  </a:cubicBezTo>
                  <a:cubicBezTo>
                    <a:pt x="1273" y="943"/>
                    <a:pt x="1325" y="827"/>
                    <a:pt x="1351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9" y="682"/>
                    <a:pt x="1359" y="675"/>
                  </a:cubicBezTo>
                  <a:cubicBezTo>
                    <a:pt x="1362" y="638"/>
                    <a:pt x="1363" y="592"/>
                    <a:pt x="1361" y="556"/>
                  </a:cubicBezTo>
                  <a:cubicBezTo>
                    <a:pt x="1355" y="457"/>
                    <a:pt x="1318" y="378"/>
                    <a:pt x="1269" y="296"/>
                  </a:cubicBezTo>
                  <a:cubicBezTo>
                    <a:pt x="1264" y="288"/>
                    <a:pt x="1260" y="281"/>
                    <a:pt x="1253" y="274"/>
                  </a:cubicBezTo>
                  <a:cubicBezTo>
                    <a:pt x="1225" y="242"/>
                    <a:pt x="1194" y="204"/>
                    <a:pt x="1158" y="178"/>
                  </a:cubicBezTo>
                  <a:cubicBezTo>
                    <a:pt x="1013" y="69"/>
                    <a:pt x="831" y="1"/>
                    <a:pt x="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79;p47">
              <a:extLst>
                <a:ext uri="{FF2B5EF4-FFF2-40B4-BE49-F238E27FC236}">
                  <a16:creationId xmlns:a16="http://schemas.microsoft.com/office/drawing/2014/main" id="{F768B5B5-DDD3-B34E-189E-13ADCD0C73A8}"/>
                </a:ext>
              </a:extLst>
            </p:cNvPr>
            <p:cNvSpPr/>
            <p:nvPr/>
          </p:nvSpPr>
          <p:spPr>
            <a:xfrm>
              <a:off x="5673386" y="-1133664"/>
              <a:ext cx="85488" cy="88482"/>
            </a:xfrm>
            <a:custGeom>
              <a:avLst/>
              <a:gdLst/>
              <a:ahLst/>
              <a:cxnLst/>
              <a:rect l="l" t="t" r="r" b="b"/>
              <a:pathLst>
                <a:path w="1285" h="1330" extrusionOk="0">
                  <a:moveTo>
                    <a:pt x="702" y="1327"/>
                  </a:moveTo>
                  <a:cubicBezTo>
                    <a:pt x="710" y="1328"/>
                    <a:pt x="720" y="1328"/>
                    <a:pt x="729" y="1328"/>
                  </a:cubicBezTo>
                  <a:lnTo>
                    <a:pt x="729" y="1328"/>
                  </a:lnTo>
                  <a:lnTo>
                    <a:pt x="702" y="1327"/>
                  </a:lnTo>
                  <a:close/>
                  <a:moveTo>
                    <a:pt x="646" y="1"/>
                  </a:moveTo>
                  <a:cubicBezTo>
                    <a:pt x="597" y="1"/>
                    <a:pt x="548" y="9"/>
                    <a:pt x="500" y="24"/>
                  </a:cubicBezTo>
                  <a:cubicBezTo>
                    <a:pt x="421" y="36"/>
                    <a:pt x="349" y="67"/>
                    <a:pt x="284" y="118"/>
                  </a:cubicBezTo>
                  <a:cubicBezTo>
                    <a:pt x="284" y="119"/>
                    <a:pt x="283" y="120"/>
                    <a:pt x="282" y="121"/>
                  </a:cubicBezTo>
                  <a:lnTo>
                    <a:pt x="162" y="234"/>
                  </a:lnTo>
                  <a:cubicBezTo>
                    <a:pt x="161" y="236"/>
                    <a:pt x="159" y="238"/>
                    <a:pt x="157" y="240"/>
                  </a:cubicBezTo>
                  <a:cubicBezTo>
                    <a:pt x="138" y="263"/>
                    <a:pt x="116" y="307"/>
                    <a:pt x="108" y="320"/>
                  </a:cubicBezTo>
                  <a:cubicBezTo>
                    <a:pt x="93" y="345"/>
                    <a:pt x="72" y="373"/>
                    <a:pt x="60" y="402"/>
                  </a:cubicBezTo>
                  <a:cubicBezTo>
                    <a:pt x="45" y="454"/>
                    <a:pt x="31" y="505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1" y="796"/>
                  </a:cubicBezTo>
                  <a:cubicBezTo>
                    <a:pt x="37" y="822"/>
                    <a:pt x="43" y="848"/>
                    <a:pt x="49" y="874"/>
                  </a:cubicBezTo>
                  <a:cubicBezTo>
                    <a:pt x="51" y="878"/>
                    <a:pt x="53" y="882"/>
                    <a:pt x="54" y="886"/>
                  </a:cubicBezTo>
                  <a:cubicBezTo>
                    <a:pt x="55" y="888"/>
                    <a:pt x="56" y="889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6"/>
                    <a:pt x="133" y="1033"/>
                  </a:cubicBezTo>
                  <a:cubicBezTo>
                    <a:pt x="162" y="1082"/>
                    <a:pt x="248" y="1159"/>
                    <a:pt x="258" y="1168"/>
                  </a:cubicBezTo>
                  <a:cubicBezTo>
                    <a:pt x="264" y="1174"/>
                    <a:pt x="269" y="1179"/>
                    <a:pt x="277" y="1184"/>
                  </a:cubicBezTo>
                  <a:cubicBezTo>
                    <a:pt x="300" y="1199"/>
                    <a:pt x="334" y="1219"/>
                    <a:pt x="348" y="1227"/>
                  </a:cubicBezTo>
                  <a:cubicBezTo>
                    <a:pt x="364" y="1237"/>
                    <a:pt x="397" y="1257"/>
                    <a:pt x="421" y="1271"/>
                  </a:cubicBezTo>
                  <a:cubicBezTo>
                    <a:pt x="424" y="1273"/>
                    <a:pt x="427" y="1274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1"/>
                    <a:pt x="557" y="1314"/>
                    <a:pt x="592" y="1322"/>
                  </a:cubicBezTo>
                  <a:cubicBezTo>
                    <a:pt x="594" y="1322"/>
                    <a:pt x="596" y="1323"/>
                    <a:pt x="598" y="1323"/>
                  </a:cubicBezTo>
                  <a:cubicBezTo>
                    <a:pt x="602" y="1324"/>
                    <a:pt x="606" y="1325"/>
                    <a:pt x="609" y="1325"/>
                  </a:cubicBezTo>
                  <a:cubicBezTo>
                    <a:pt x="617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8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9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9"/>
                  </a:cubicBezTo>
                  <a:lnTo>
                    <a:pt x="766" y="1329"/>
                  </a:lnTo>
                  <a:cubicBezTo>
                    <a:pt x="766" y="1329"/>
                    <a:pt x="766" y="1329"/>
                    <a:pt x="766" y="1329"/>
                  </a:cubicBezTo>
                  <a:lnTo>
                    <a:pt x="766" y="1329"/>
                  </a:lnTo>
                  <a:lnTo>
                    <a:pt x="766" y="1329"/>
                  </a:lnTo>
                  <a:cubicBezTo>
                    <a:pt x="815" y="1326"/>
                    <a:pt x="862" y="1315"/>
                    <a:pt x="910" y="1295"/>
                  </a:cubicBezTo>
                  <a:cubicBezTo>
                    <a:pt x="953" y="1272"/>
                    <a:pt x="996" y="1249"/>
                    <a:pt x="1038" y="1225"/>
                  </a:cubicBezTo>
                  <a:cubicBezTo>
                    <a:pt x="1041" y="1224"/>
                    <a:pt x="1042" y="1222"/>
                    <a:pt x="1044" y="1221"/>
                  </a:cubicBezTo>
                  <a:cubicBezTo>
                    <a:pt x="1123" y="1160"/>
                    <a:pt x="1212" y="1065"/>
                    <a:pt x="1244" y="967"/>
                  </a:cubicBezTo>
                  <a:lnTo>
                    <a:pt x="1244" y="967"/>
                  </a:lnTo>
                  <a:cubicBezTo>
                    <a:pt x="1264" y="927"/>
                    <a:pt x="1277" y="884"/>
                    <a:pt x="1282" y="838"/>
                  </a:cubicBezTo>
                  <a:cubicBezTo>
                    <a:pt x="1282" y="795"/>
                    <a:pt x="1283" y="752"/>
                    <a:pt x="1284" y="709"/>
                  </a:cubicBezTo>
                  <a:cubicBezTo>
                    <a:pt x="1284" y="707"/>
                    <a:pt x="1283" y="704"/>
                    <a:pt x="1282" y="702"/>
                  </a:cubicBezTo>
                  <a:cubicBezTo>
                    <a:pt x="1279" y="680"/>
                    <a:pt x="1271" y="653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3" y="614"/>
                    <a:pt x="1258" y="594"/>
                  </a:cubicBezTo>
                  <a:cubicBezTo>
                    <a:pt x="1257" y="585"/>
                    <a:pt x="1257" y="578"/>
                    <a:pt x="1255" y="570"/>
                  </a:cubicBezTo>
                  <a:cubicBezTo>
                    <a:pt x="1251" y="551"/>
                    <a:pt x="1247" y="528"/>
                    <a:pt x="1240" y="504"/>
                  </a:cubicBezTo>
                  <a:cubicBezTo>
                    <a:pt x="1238" y="493"/>
                    <a:pt x="1237" y="483"/>
                    <a:pt x="1234" y="473"/>
                  </a:cubicBezTo>
                  <a:cubicBezTo>
                    <a:pt x="1229" y="419"/>
                    <a:pt x="1210" y="371"/>
                    <a:pt x="1179" y="327"/>
                  </a:cubicBezTo>
                  <a:cubicBezTo>
                    <a:pt x="1145" y="251"/>
                    <a:pt x="1095" y="188"/>
                    <a:pt x="1027" y="137"/>
                  </a:cubicBezTo>
                  <a:cubicBezTo>
                    <a:pt x="980" y="109"/>
                    <a:pt x="934" y="81"/>
                    <a:pt x="887" y="53"/>
                  </a:cubicBezTo>
                  <a:cubicBezTo>
                    <a:pt x="835" y="38"/>
                    <a:pt x="784" y="23"/>
                    <a:pt x="734" y="9"/>
                  </a:cubicBezTo>
                  <a:cubicBezTo>
                    <a:pt x="704" y="3"/>
                    <a:pt x="675" y="1"/>
                    <a:pt x="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80;p47">
              <a:extLst>
                <a:ext uri="{FF2B5EF4-FFF2-40B4-BE49-F238E27FC236}">
                  <a16:creationId xmlns:a16="http://schemas.microsoft.com/office/drawing/2014/main" id="{E957B63F-5164-D432-F5AD-E33A1070BAFD}"/>
                </a:ext>
              </a:extLst>
            </p:cNvPr>
            <p:cNvSpPr/>
            <p:nvPr/>
          </p:nvSpPr>
          <p:spPr>
            <a:xfrm>
              <a:off x="5802649" y="-1236782"/>
              <a:ext cx="82827" cy="78702"/>
            </a:xfrm>
            <a:custGeom>
              <a:avLst/>
              <a:gdLst/>
              <a:ahLst/>
              <a:cxnLst/>
              <a:rect l="l" t="t" r="r" b="b"/>
              <a:pathLst>
                <a:path w="1245" h="1183" extrusionOk="0">
                  <a:moveTo>
                    <a:pt x="742" y="1"/>
                  </a:moveTo>
                  <a:cubicBezTo>
                    <a:pt x="264" y="1"/>
                    <a:pt x="0" y="666"/>
                    <a:pt x="282" y="1021"/>
                  </a:cubicBezTo>
                  <a:cubicBezTo>
                    <a:pt x="326" y="1075"/>
                    <a:pt x="381" y="1115"/>
                    <a:pt x="446" y="1140"/>
                  </a:cubicBezTo>
                  <a:cubicBezTo>
                    <a:pt x="487" y="1153"/>
                    <a:pt x="530" y="1164"/>
                    <a:pt x="572" y="1177"/>
                  </a:cubicBezTo>
                  <a:cubicBezTo>
                    <a:pt x="597" y="1180"/>
                    <a:pt x="622" y="1182"/>
                    <a:pt x="647" y="1182"/>
                  </a:cubicBezTo>
                  <a:cubicBezTo>
                    <a:pt x="708" y="1182"/>
                    <a:pt x="769" y="1171"/>
                    <a:pt x="828" y="1148"/>
                  </a:cubicBezTo>
                  <a:cubicBezTo>
                    <a:pt x="878" y="1125"/>
                    <a:pt x="912" y="1107"/>
                    <a:pt x="945" y="1086"/>
                  </a:cubicBezTo>
                  <a:cubicBezTo>
                    <a:pt x="957" y="1077"/>
                    <a:pt x="971" y="1068"/>
                    <a:pt x="982" y="1058"/>
                  </a:cubicBezTo>
                  <a:cubicBezTo>
                    <a:pt x="986" y="1056"/>
                    <a:pt x="990" y="1053"/>
                    <a:pt x="993" y="1050"/>
                  </a:cubicBezTo>
                  <a:cubicBezTo>
                    <a:pt x="1020" y="1027"/>
                    <a:pt x="1048" y="1001"/>
                    <a:pt x="1085" y="964"/>
                  </a:cubicBezTo>
                  <a:cubicBezTo>
                    <a:pt x="1092" y="956"/>
                    <a:pt x="1100" y="949"/>
                    <a:pt x="1106" y="940"/>
                  </a:cubicBezTo>
                  <a:cubicBezTo>
                    <a:pt x="1132" y="901"/>
                    <a:pt x="1156" y="858"/>
                    <a:pt x="1180" y="817"/>
                  </a:cubicBezTo>
                  <a:cubicBezTo>
                    <a:pt x="1183" y="813"/>
                    <a:pt x="1186" y="807"/>
                    <a:pt x="1189" y="802"/>
                  </a:cubicBezTo>
                  <a:cubicBezTo>
                    <a:pt x="1216" y="746"/>
                    <a:pt x="1234" y="683"/>
                    <a:pt x="1240" y="621"/>
                  </a:cubicBezTo>
                  <a:cubicBezTo>
                    <a:pt x="1242" y="597"/>
                    <a:pt x="1241" y="569"/>
                    <a:pt x="1242" y="547"/>
                  </a:cubicBezTo>
                  <a:cubicBezTo>
                    <a:pt x="1242" y="524"/>
                    <a:pt x="1244" y="495"/>
                    <a:pt x="1243" y="471"/>
                  </a:cubicBezTo>
                  <a:cubicBezTo>
                    <a:pt x="1240" y="420"/>
                    <a:pt x="1223" y="367"/>
                    <a:pt x="1209" y="320"/>
                  </a:cubicBezTo>
                  <a:cubicBezTo>
                    <a:pt x="1176" y="236"/>
                    <a:pt x="1126" y="167"/>
                    <a:pt x="1057" y="110"/>
                  </a:cubicBezTo>
                  <a:cubicBezTo>
                    <a:pt x="987" y="55"/>
                    <a:pt x="908" y="20"/>
                    <a:pt x="820" y="7"/>
                  </a:cubicBezTo>
                  <a:cubicBezTo>
                    <a:pt x="794" y="3"/>
                    <a:pt x="768" y="1"/>
                    <a:pt x="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81;p47">
              <a:extLst>
                <a:ext uri="{FF2B5EF4-FFF2-40B4-BE49-F238E27FC236}">
                  <a16:creationId xmlns:a16="http://schemas.microsoft.com/office/drawing/2014/main" id="{54D2F4D8-56F4-5337-262D-90E067412ED6}"/>
                </a:ext>
              </a:extLst>
            </p:cNvPr>
            <p:cNvSpPr/>
            <p:nvPr/>
          </p:nvSpPr>
          <p:spPr>
            <a:xfrm>
              <a:off x="5930249" y="-1037598"/>
              <a:ext cx="96531" cy="74178"/>
            </a:xfrm>
            <a:custGeom>
              <a:avLst/>
              <a:gdLst/>
              <a:ahLst/>
              <a:cxnLst/>
              <a:rect l="l" t="t" r="r" b="b"/>
              <a:pathLst>
                <a:path w="1451" h="1115" extrusionOk="0">
                  <a:moveTo>
                    <a:pt x="539" y="0"/>
                  </a:moveTo>
                  <a:cubicBezTo>
                    <a:pt x="467" y="0"/>
                    <a:pt x="400" y="14"/>
                    <a:pt x="342" y="46"/>
                  </a:cubicBezTo>
                  <a:cubicBezTo>
                    <a:pt x="303" y="67"/>
                    <a:pt x="263" y="88"/>
                    <a:pt x="223" y="110"/>
                  </a:cubicBezTo>
                  <a:cubicBezTo>
                    <a:pt x="162" y="150"/>
                    <a:pt x="117" y="202"/>
                    <a:pt x="86" y="265"/>
                  </a:cubicBezTo>
                  <a:cubicBezTo>
                    <a:pt x="57" y="302"/>
                    <a:pt x="38" y="344"/>
                    <a:pt x="30" y="391"/>
                  </a:cubicBezTo>
                  <a:cubicBezTo>
                    <a:pt x="6" y="454"/>
                    <a:pt x="0" y="521"/>
                    <a:pt x="10" y="589"/>
                  </a:cubicBezTo>
                  <a:cubicBezTo>
                    <a:pt x="20" y="633"/>
                    <a:pt x="30" y="676"/>
                    <a:pt x="41" y="719"/>
                  </a:cubicBezTo>
                  <a:cubicBezTo>
                    <a:pt x="74" y="807"/>
                    <a:pt x="128" y="880"/>
                    <a:pt x="201" y="940"/>
                  </a:cubicBezTo>
                  <a:cubicBezTo>
                    <a:pt x="247" y="981"/>
                    <a:pt x="308" y="1011"/>
                    <a:pt x="361" y="1038"/>
                  </a:cubicBezTo>
                  <a:cubicBezTo>
                    <a:pt x="377" y="1046"/>
                    <a:pt x="394" y="1054"/>
                    <a:pt x="410" y="1059"/>
                  </a:cubicBezTo>
                  <a:cubicBezTo>
                    <a:pt x="485" y="1084"/>
                    <a:pt x="559" y="1108"/>
                    <a:pt x="638" y="1111"/>
                  </a:cubicBezTo>
                  <a:cubicBezTo>
                    <a:pt x="668" y="1112"/>
                    <a:pt x="704" y="1114"/>
                    <a:pt x="739" y="1114"/>
                  </a:cubicBezTo>
                  <a:cubicBezTo>
                    <a:pt x="762" y="1114"/>
                    <a:pt x="785" y="1114"/>
                    <a:pt x="806" y="1111"/>
                  </a:cubicBezTo>
                  <a:cubicBezTo>
                    <a:pt x="860" y="1104"/>
                    <a:pt x="915" y="1089"/>
                    <a:pt x="967" y="1075"/>
                  </a:cubicBezTo>
                  <a:cubicBezTo>
                    <a:pt x="985" y="1069"/>
                    <a:pt x="1001" y="1063"/>
                    <a:pt x="1017" y="1056"/>
                  </a:cubicBezTo>
                  <a:cubicBezTo>
                    <a:pt x="1103" y="1017"/>
                    <a:pt x="1162" y="982"/>
                    <a:pt x="1223" y="907"/>
                  </a:cubicBezTo>
                  <a:cubicBezTo>
                    <a:pt x="1251" y="871"/>
                    <a:pt x="1272" y="830"/>
                    <a:pt x="1294" y="789"/>
                  </a:cubicBezTo>
                  <a:cubicBezTo>
                    <a:pt x="1450" y="423"/>
                    <a:pt x="930" y="0"/>
                    <a:pt x="5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82;p47">
              <a:extLst>
                <a:ext uri="{FF2B5EF4-FFF2-40B4-BE49-F238E27FC236}">
                  <a16:creationId xmlns:a16="http://schemas.microsoft.com/office/drawing/2014/main" id="{28D0908F-A1FF-2A81-E58B-DB3A3FD89CA4}"/>
                </a:ext>
              </a:extLst>
            </p:cNvPr>
            <p:cNvSpPr/>
            <p:nvPr/>
          </p:nvSpPr>
          <p:spPr>
            <a:xfrm>
              <a:off x="5983538" y="-861633"/>
              <a:ext cx="87750" cy="80631"/>
            </a:xfrm>
            <a:custGeom>
              <a:avLst/>
              <a:gdLst/>
              <a:ahLst/>
              <a:cxnLst/>
              <a:rect l="l" t="t" r="r" b="b"/>
              <a:pathLst>
                <a:path w="1319" h="1212" extrusionOk="0">
                  <a:moveTo>
                    <a:pt x="800" y="1"/>
                  </a:moveTo>
                  <a:cubicBezTo>
                    <a:pt x="790" y="1"/>
                    <a:pt x="779" y="1"/>
                    <a:pt x="769" y="3"/>
                  </a:cubicBezTo>
                  <a:cubicBezTo>
                    <a:pt x="747" y="2"/>
                    <a:pt x="726" y="1"/>
                    <a:pt x="705" y="1"/>
                  </a:cubicBezTo>
                  <a:cubicBezTo>
                    <a:pt x="687" y="1"/>
                    <a:pt x="669" y="2"/>
                    <a:pt x="652" y="4"/>
                  </a:cubicBezTo>
                  <a:cubicBezTo>
                    <a:pt x="635" y="5"/>
                    <a:pt x="619" y="8"/>
                    <a:pt x="604" y="11"/>
                  </a:cubicBezTo>
                  <a:cubicBezTo>
                    <a:pt x="545" y="24"/>
                    <a:pt x="485" y="36"/>
                    <a:pt x="429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4"/>
                    <a:pt x="358" y="87"/>
                    <a:pt x="333" y="101"/>
                  </a:cubicBezTo>
                  <a:cubicBezTo>
                    <a:pt x="304" y="117"/>
                    <a:pt x="287" y="124"/>
                    <a:pt x="264" y="140"/>
                  </a:cubicBezTo>
                  <a:cubicBezTo>
                    <a:pt x="250" y="149"/>
                    <a:pt x="236" y="160"/>
                    <a:pt x="224" y="171"/>
                  </a:cubicBezTo>
                  <a:cubicBezTo>
                    <a:pt x="145" y="229"/>
                    <a:pt x="86" y="302"/>
                    <a:pt x="47" y="391"/>
                  </a:cubicBezTo>
                  <a:cubicBezTo>
                    <a:pt x="17" y="455"/>
                    <a:pt x="3" y="522"/>
                    <a:pt x="8" y="591"/>
                  </a:cubicBezTo>
                  <a:cubicBezTo>
                    <a:pt x="1" y="659"/>
                    <a:pt x="11" y="726"/>
                    <a:pt x="39" y="791"/>
                  </a:cubicBezTo>
                  <a:cubicBezTo>
                    <a:pt x="73" y="880"/>
                    <a:pt x="127" y="954"/>
                    <a:pt x="202" y="1015"/>
                  </a:cubicBezTo>
                  <a:cubicBezTo>
                    <a:pt x="216" y="1028"/>
                    <a:pt x="232" y="1040"/>
                    <a:pt x="249" y="1051"/>
                  </a:cubicBezTo>
                  <a:cubicBezTo>
                    <a:pt x="294" y="1081"/>
                    <a:pt x="340" y="1109"/>
                    <a:pt x="387" y="1135"/>
                  </a:cubicBezTo>
                  <a:cubicBezTo>
                    <a:pt x="395" y="1140"/>
                    <a:pt x="405" y="1144"/>
                    <a:pt x="414" y="1150"/>
                  </a:cubicBezTo>
                  <a:cubicBezTo>
                    <a:pt x="452" y="1166"/>
                    <a:pt x="491" y="1177"/>
                    <a:pt x="530" y="1188"/>
                  </a:cubicBezTo>
                  <a:cubicBezTo>
                    <a:pt x="596" y="1207"/>
                    <a:pt x="604" y="1211"/>
                    <a:pt x="646" y="1211"/>
                  </a:cubicBezTo>
                  <a:cubicBezTo>
                    <a:pt x="665" y="1211"/>
                    <a:pt x="689" y="1210"/>
                    <a:pt x="728" y="1209"/>
                  </a:cubicBezTo>
                  <a:lnTo>
                    <a:pt x="740" y="1209"/>
                  </a:lnTo>
                  <a:cubicBezTo>
                    <a:pt x="749" y="1209"/>
                    <a:pt x="759" y="1208"/>
                    <a:pt x="768" y="1207"/>
                  </a:cubicBezTo>
                  <a:cubicBezTo>
                    <a:pt x="822" y="1201"/>
                    <a:pt x="877" y="1184"/>
                    <a:pt x="930" y="1171"/>
                  </a:cubicBezTo>
                  <a:cubicBezTo>
                    <a:pt x="939" y="1168"/>
                    <a:pt x="948" y="1166"/>
                    <a:pt x="956" y="1163"/>
                  </a:cubicBezTo>
                  <a:cubicBezTo>
                    <a:pt x="960" y="1162"/>
                    <a:pt x="964" y="1161"/>
                    <a:pt x="967" y="1160"/>
                  </a:cubicBezTo>
                  <a:cubicBezTo>
                    <a:pt x="987" y="1153"/>
                    <a:pt x="1006" y="1143"/>
                    <a:pt x="1023" y="1131"/>
                  </a:cubicBezTo>
                  <a:cubicBezTo>
                    <a:pt x="1043" y="1126"/>
                    <a:pt x="1061" y="1115"/>
                    <a:pt x="1076" y="1102"/>
                  </a:cubicBezTo>
                  <a:cubicBezTo>
                    <a:pt x="1157" y="1046"/>
                    <a:pt x="1209" y="961"/>
                    <a:pt x="1256" y="878"/>
                  </a:cubicBezTo>
                  <a:cubicBezTo>
                    <a:pt x="1276" y="835"/>
                    <a:pt x="1285" y="790"/>
                    <a:pt x="1282" y="744"/>
                  </a:cubicBezTo>
                  <a:cubicBezTo>
                    <a:pt x="1282" y="739"/>
                    <a:pt x="1281" y="735"/>
                    <a:pt x="1282" y="731"/>
                  </a:cubicBezTo>
                  <a:cubicBezTo>
                    <a:pt x="1293" y="691"/>
                    <a:pt x="1305" y="650"/>
                    <a:pt x="1315" y="611"/>
                  </a:cubicBezTo>
                  <a:cubicBezTo>
                    <a:pt x="1316" y="569"/>
                    <a:pt x="1317" y="526"/>
                    <a:pt x="1319" y="484"/>
                  </a:cubicBezTo>
                  <a:cubicBezTo>
                    <a:pt x="1316" y="463"/>
                    <a:pt x="1294" y="376"/>
                    <a:pt x="1287" y="357"/>
                  </a:cubicBezTo>
                  <a:cubicBezTo>
                    <a:pt x="1257" y="267"/>
                    <a:pt x="1232" y="249"/>
                    <a:pt x="1176" y="191"/>
                  </a:cubicBezTo>
                  <a:cubicBezTo>
                    <a:pt x="1154" y="168"/>
                    <a:pt x="1139" y="148"/>
                    <a:pt x="1115" y="130"/>
                  </a:cubicBezTo>
                  <a:cubicBezTo>
                    <a:pt x="1110" y="126"/>
                    <a:pt x="1105" y="122"/>
                    <a:pt x="1100" y="119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4" y="22"/>
                  </a:cubicBezTo>
                  <a:cubicBezTo>
                    <a:pt x="870" y="8"/>
                    <a:pt x="835" y="1"/>
                    <a:pt x="8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83;p47">
              <a:extLst>
                <a:ext uri="{FF2B5EF4-FFF2-40B4-BE49-F238E27FC236}">
                  <a16:creationId xmlns:a16="http://schemas.microsoft.com/office/drawing/2014/main" id="{A999A408-8827-2C15-2702-CBB5349E0824}"/>
                </a:ext>
              </a:extLst>
            </p:cNvPr>
            <p:cNvSpPr/>
            <p:nvPr/>
          </p:nvSpPr>
          <p:spPr>
            <a:xfrm>
              <a:off x="5901177" y="-1401438"/>
              <a:ext cx="50627" cy="72582"/>
            </a:xfrm>
            <a:custGeom>
              <a:avLst/>
              <a:gdLst/>
              <a:ahLst/>
              <a:cxnLst/>
              <a:rect l="l" t="t" r="r" b="b"/>
              <a:pathLst>
                <a:path w="761" h="1091" extrusionOk="0">
                  <a:moveTo>
                    <a:pt x="559" y="1"/>
                  </a:moveTo>
                  <a:cubicBezTo>
                    <a:pt x="494" y="1"/>
                    <a:pt x="435" y="16"/>
                    <a:pt x="368" y="37"/>
                  </a:cubicBezTo>
                  <a:cubicBezTo>
                    <a:pt x="238" y="77"/>
                    <a:pt x="115" y="189"/>
                    <a:pt x="65" y="318"/>
                  </a:cubicBezTo>
                  <a:cubicBezTo>
                    <a:pt x="45" y="370"/>
                    <a:pt x="31" y="425"/>
                    <a:pt x="19" y="477"/>
                  </a:cubicBezTo>
                  <a:cubicBezTo>
                    <a:pt x="14" y="492"/>
                    <a:pt x="11" y="507"/>
                    <a:pt x="10" y="521"/>
                  </a:cubicBezTo>
                  <a:cubicBezTo>
                    <a:pt x="4" y="569"/>
                    <a:pt x="1" y="639"/>
                    <a:pt x="5" y="677"/>
                  </a:cubicBezTo>
                  <a:cubicBezTo>
                    <a:pt x="14" y="773"/>
                    <a:pt x="60" y="861"/>
                    <a:pt x="112" y="940"/>
                  </a:cubicBezTo>
                  <a:cubicBezTo>
                    <a:pt x="135" y="964"/>
                    <a:pt x="157" y="988"/>
                    <a:pt x="180" y="1011"/>
                  </a:cubicBezTo>
                  <a:cubicBezTo>
                    <a:pt x="217" y="1045"/>
                    <a:pt x="261" y="1066"/>
                    <a:pt x="309" y="1075"/>
                  </a:cubicBezTo>
                  <a:cubicBezTo>
                    <a:pt x="333" y="1085"/>
                    <a:pt x="358" y="1091"/>
                    <a:pt x="384" y="1091"/>
                  </a:cubicBezTo>
                  <a:cubicBezTo>
                    <a:pt x="390" y="1091"/>
                    <a:pt x="396" y="1090"/>
                    <a:pt x="402" y="1090"/>
                  </a:cubicBezTo>
                  <a:cubicBezTo>
                    <a:pt x="411" y="1090"/>
                    <a:pt x="420" y="1091"/>
                    <a:pt x="429" y="1091"/>
                  </a:cubicBezTo>
                  <a:cubicBezTo>
                    <a:pt x="466" y="1091"/>
                    <a:pt x="502" y="1084"/>
                    <a:pt x="538" y="1069"/>
                  </a:cubicBezTo>
                  <a:cubicBezTo>
                    <a:pt x="461" y="710"/>
                    <a:pt x="550" y="349"/>
                    <a:pt x="761" y="47"/>
                  </a:cubicBezTo>
                  <a:cubicBezTo>
                    <a:pt x="757" y="46"/>
                    <a:pt x="755" y="44"/>
                    <a:pt x="752" y="42"/>
                  </a:cubicBezTo>
                  <a:cubicBezTo>
                    <a:pt x="714" y="22"/>
                    <a:pt x="673" y="10"/>
                    <a:pt x="628" y="6"/>
                  </a:cubicBezTo>
                  <a:cubicBezTo>
                    <a:pt x="603" y="3"/>
                    <a:pt x="581" y="1"/>
                    <a:pt x="5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84;p47">
              <a:extLst>
                <a:ext uri="{FF2B5EF4-FFF2-40B4-BE49-F238E27FC236}">
                  <a16:creationId xmlns:a16="http://schemas.microsoft.com/office/drawing/2014/main" id="{B10D2F91-6235-BED6-CA72-5E9F573F7144}"/>
                </a:ext>
              </a:extLst>
            </p:cNvPr>
            <p:cNvSpPr/>
            <p:nvPr/>
          </p:nvSpPr>
          <p:spPr>
            <a:xfrm>
              <a:off x="5745968" y="-943129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3" y="0"/>
                  </a:moveTo>
                  <a:cubicBezTo>
                    <a:pt x="545" y="0"/>
                    <a:pt x="499" y="9"/>
                    <a:pt x="453" y="26"/>
                  </a:cubicBezTo>
                  <a:cubicBezTo>
                    <a:pt x="412" y="44"/>
                    <a:pt x="372" y="67"/>
                    <a:pt x="334" y="89"/>
                  </a:cubicBezTo>
                  <a:cubicBezTo>
                    <a:pt x="322" y="96"/>
                    <a:pt x="311" y="104"/>
                    <a:pt x="300" y="112"/>
                  </a:cubicBezTo>
                  <a:cubicBezTo>
                    <a:pt x="299" y="112"/>
                    <a:pt x="298" y="113"/>
                    <a:pt x="297" y="114"/>
                  </a:cubicBezTo>
                  <a:cubicBezTo>
                    <a:pt x="295" y="115"/>
                    <a:pt x="292" y="115"/>
                    <a:pt x="290" y="116"/>
                  </a:cubicBezTo>
                  <a:cubicBezTo>
                    <a:pt x="255" y="135"/>
                    <a:pt x="222" y="153"/>
                    <a:pt x="188" y="170"/>
                  </a:cubicBezTo>
                  <a:cubicBezTo>
                    <a:pt x="122" y="219"/>
                    <a:pt x="72" y="280"/>
                    <a:pt x="40" y="356"/>
                  </a:cubicBezTo>
                  <a:cubicBezTo>
                    <a:pt x="14" y="409"/>
                    <a:pt x="3" y="466"/>
                    <a:pt x="7" y="523"/>
                  </a:cubicBezTo>
                  <a:cubicBezTo>
                    <a:pt x="1" y="581"/>
                    <a:pt x="9" y="637"/>
                    <a:pt x="32" y="691"/>
                  </a:cubicBezTo>
                  <a:cubicBezTo>
                    <a:pt x="52" y="748"/>
                    <a:pt x="84" y="796"/>
                    <a:pt x="129" y="836"/>
                  </a:cubicBezTo>
                  <a:cubicBezTo>
                    <a:pt x="166" y="883"/>
                    <a:pt x="214" y="919"/>
                    <a:pt x="272" y="941"/>
                  </a:cubicBezTo>
                  <a:cubicBezTo>
                    <a:pt x="329" y="966"/>
                    <a:pt x="388" y="978"/>
                    <a:pt x="450" y="978"/>
                  </a:cubicBezTo>
                  <a:cubicBezTo>
                    <a:pt x="465" y="978"/>
                    <a:pt x="481" y="977"/>
                    <a:pt x="497" y="975"/>
                  </a:cubicBezTo>
                  <a:cubicBezTo>
                    <a:pt x="527" y="972"/>
                    <a:pt x="560" y="962"/>
                    <a:pt x="590" y="954"/>
                  </a:cubicBezTo>
                  <a:cubicBezTo>
                    <a:pt x="680" y="935"/>
                    <a:pt x="739" y="926"/>
                    <a:pt x="815" y="869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9" y="751"/>
                    <a:pt x="985" y="668"/>
                  </a:cubicBezTo>
                  <a:cubicBezTo>
                    <a:pt x="1005" y="632"/>
                    <a:pt x="1015" y="595"/>
                    <a:pt x="1016" y="557"/>
                  </a:cubicBezTo>
                  <a:cubicBezTo>
                    <a:pt x="1025" y="501"/>
                    <a:pt x="1022" y="448"/>
                    <a:pt x="1005" y="394"/>
                  </a:cubicBezTo>
                  <a:cubicBezTo>
                    <a:pt x="998" y="356"/>
                    <a:pt x="984" y="319"/>
                    <a:pt x="964" y="285"/>
                  </a:cubicBezTo>
                  <a:cubicBezTo>
                    <a:pt x="961" y="273"/>
                    <a:pt x="960" y="262"/>
                    <a:pt x="955" y="250"/>
                  </a:cubicBezTo>
                  <a:cubicBezTo>
                    <a:pt x="930" y="185"/>
                    <a:pt x="890" y="130"/>
                    <a:pt x="836" y="86"/>
                  </a:cubicBezTo>
                  <a:cubicBezTo>
                    <a:pt x="781" y="42"/>
                    <a:pt x="719" y="15"/>
                    <a:pt x="650" y="4"/>
                  </a:cubicBezTo>
                  <a:cubicBezTo>
                    <a:pt x="631" y="1"/>
                    <a:pt x="612" y="0"/>
                    <a:pt x="5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85;p47">
              <a:extLst>
                <a:ext uri="{FF2B5EF4-FFF2-40B4-BE49-F238E27FC236}">
                  <a16:creationId xmlns:a16="http://schemas.microsoft.com/office/drawing/2014/main" id="{2931504A-869D-5E1A-37F2-C6B4B2D86D0A}"/>
                </a:ext>
              </a:extLst>
            </p:cNvPr>
            <p:cNvSpPr/>
            <p:nvPr/>
          </p:nvSpPr>
          <p:spPr>
            <a:xfrm>
              <a:off x="5814691" y="-794174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3" y="0"/>
                  </a:moveTo>
                  <a:cubicBezTo>
                    <a:pt x="486" y="0"/>
                    <a:pt x="429" y="12"/>
                    <a:pt x="374" y="35"/>
                  </a:cubicBezTo>
                  <a:lnTo>
                    <a:pt x="245" y="105"/>
                  </a:lnTo>
                  <a:cubicBezTo>
                    <a:pt x="161" y="167"/>
                    <a:pt x="97" y="246"/>
                    <a:pt x="55" y="341"/>
                  </a:cubicBezTo>
                  <a:cubicBezTo>
                    <a:pt x="42" y="388"/>
                    <a:pt x="29" y="435"/>
                    <a:pt x="15" y="482"/>
                  </a:cubicBezTo>
                  <a:cubicBezTo>
                    <a:pt x="1" y="580"/>
                    <a:pt x="11" y="676"/>
                    <a:pt x="47" y="768"/>
                  </a:cubicBezTo>
                  <a:cubicBezTo>
                    <a:pt x="47" y="770"/>
                    <a:pt x="48" y="772"/>
                    <a:pt x="48" y="774"/>
                  </a:cubicBezTo>
                  <a:lnTo>
                    <a:pt x="118" y="904"/>
                  </a:lnTo>
                  <a:cubicBezTo>
                    <a:pt x="121" y="908"/>
                    <a:pt x="123" y="911"/>
                    <a:pt x="126" y="915"/>
                  </a:cubicBezTo>
                  <a:cubicBezTo>
                    <a:pt x="131" y="923"/>
                    <a:pt x="135" y="929"/>
                    <a:pt x="139" y="935"/>
                  </a:cubicBezTo>
                  <a:cubicBezTo>
                    <a:pt x="148" y="951"/>
                    <a:pt x="158" y="966"/>
                    <a:pt x="167" y="980"/>
                  </a:cubicBezTo>
                  <a:cubicBezTo>
                    <a:pt x="186" y="1009"/>
                    <a:pt x="200" y="1019"/>
                    <a:pt x="229" y="1051"/>
                  </a:cubicBezTo>
                  <a:cubicBezTo>
                    <a:pt x="264" y="1087"/>
                    <a:pt x="268" y="1096"/>
                    <a:pt x="298" y="1115"/>
                  </a:cubicBezTo>
                  <a:cubicBezTo>
                    <a:pt x="312" y="1124"/>
                    <a:pt x="325" y="1132"/>
                    <a:pt x="339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2" y="1250"/>
                    <a:pt x="627" y="1252"/>
                    <a:pt x="652" y="1252"/>
                  </a:cubicBezTo>
                  <a:cubicBezTo>
                    <a:pt x="712" y="1252"/>
                    <a:pt x="772" y="1241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3"/>
                    <a:pt x="1115" y="953"/>
                    <a:pt x="1129" y="887"/>
                  </a:cubicBezTo>
                  <a:cubicBezTo>
                    <a:pt x="1136" y="866"/>
                    <a:pt x="1140" y="845"/>
                    <a:pt x="1144" y="823"/>
                  </a:cubicBezTo>
                  <a:cubicBezTo>
                    <a:pt x="1145" y="824"/>
                    <a:pt x="1146" y="824"/>
                    <a:pt x="1147" y="825"/>
                  </a:cubicBezTo>
                  <a:cubicBezTo>
                    <a:pt x="1150" y="811"/>
                    <a:pt x="1153" y="796"/>
                    <a:pt x="1157" y="781"/>
                  </a:cubicBezTo>
                  <a:cubicBezTo>
                    <a:pt x="1158" y="774"/>
                    <a:pt x="1160" y="766"/>
                    <a:pt x="1163" y="758"/>
                  </a:cubicBezTo>
                  <a:cubicBezTo>
                    <a:pt x="1164" y="712"/>
                    <a:pt x="1165" y="665"/>
                    <a:pt x="1165" y="619"/>
                  </a:cubicBezTo>
                  <a:lnTo>
                    <a:pt x="1164" y="613"/>
                  </a:lnTo>
                  <a:cubicBezTo>
                    <a:pt x="1163" y="609"/>
                    <a:pt x="1162" y="603"/>
                    <a:pt x="1162" y="598"/>
                  </a:cubicBezTo>
                  <a:cubicBezTo>
                    <a:pt x="1157" y="583"/>
                    <a:pt x="1154" y="566"/>
                    <a:pt x="1151" y="550"/>
                  </a:cubicBezTo>
                  <a:cubicBezTo>
                    <a:pt x="1150" y="543"/>
                    <a:pt x="1148" y="534"/>
                    <a:pt x="1147" y="527"/>
                  </a:cubicBezTo>
                  <a:cubicBezTo>
                    <a:pt x="1146" y="522"/>
                    <a:pt x="1145" y="518"/>
                    <a:pt x="1144" y="512"/>
                  </a:cubicBezTo>
                  <a:cubicBezTo>
                    <a:pt x="1138" y="487"/>
                    <a:pt x="1133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2" y="290"/>
                    <a:pt x="1041" y="229"/>
                    <a:pt x="985" y="179"/>
                  </a:cubicBezTo>
                  <a:cubicBezTo>
                    <a:pt x="936" y="118"/>
                    <a:pt x="875" y="74"/>
                    <a:pt x="801" y="45"/>
                  </a:cubicBezTo>
                  <a:cubicBezTo>
                    <a:pt x="741" y="16"/>
                    <a:pt x="678" y="2"/>
                    <a:pt x="614" y="2"/>
                  </a:cubicBezTo>
                  <a:cubicBezTo>
                    <a:pt x="605" y="2"/>
                    <a:pt x="597" y="2"/>
                    <a:pt x="588" y="3"/>
                  </a:cubicBezTo>
                  <a:cubicBezTo>
                    <a:pt x="573" y="1"/>
                    <a:pt x="558" y="0"/>
                    <a:pt x="5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86;p47">
              <a:extLst>
                <a:ext uri="{FF2B5EF4-FFF2-40B4-BE49-F238E27FC236}">
                  <a16:creationId xmlns:a16="http://schemas.microsoft.com/office/drawing/2014/main" id="{BB3A267E-7B51-A4FE-F9DC-9A8B523D4B16}"/>
                </a:ext>
              </a:extLst>
            </p:cNvPr>
            <p:cNvSpPr/>
            <p:nvPr/>
          </p:nvSpPr>
          <p:spPr>
            <a:xfrm>
              <a:off x="5742708" y="-1399242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2"/>
                  </a:cubicBezTo>
                  <a:cubicBezTo>
                    <a:pt x="71" y="327"/>
                    <a:pt x="1" y="557"/>
                    <a:pt x="18" y="776"/>
                  </a:cubicBezTo>
                  <a:cubicBezTo>
                    <a:pt x="44" y="1074"/>
                    <a:pt x="183" y="1340"/>
                    <a:pt x="464" y="1447"/>
                  </a:cubicBezTo>
                  <a:cubicBezTo>
                    <a:pt x="514" y="1466"/>
                    <a:pt x="563" y="1475"/>
                    <a:pt x="612" y="1475"/>
                  </a:cubicBezTo>
                  <a:cubicBezTo>
                    <a:pt x="846" y="1475"/>
                    <a:pt x="1061" y="1274"/>
                    <a:pt x="1201" y="1055"/>
                  </a:cubicBezTo>
                  <a:cubicBezTo>
                    <a:pt x="1272" y="943"/>
                    <a:pt x="1325" y="826"/>
                    <a:pt x="1350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8" y="682"/>
                    <a:pt x="1359" y="675"/>
                  </a:cubicBezTo>
                  <a:cubicBezTo>
                    <a:pt x="1361" y="638"/>
                    <a:pt x="1363" y="593"/>
                    <a:pt x="1361" y="555"/>
                  </a:cubicBezTo>
                  <a:cubicBezTo>
                    <a:pt x="1355" y="457"/>
                    <a:pt x="1318" y="378"/>
                    <a:pt x="1268" y="296"/>
                  </a:cubicBezTo>
                  <a:cubicBezTo>
                    <a:pt x="1264" y="288"/>
                    <a:pt x="1259" y="281"/>
                    <a:pt x="1253" y="275"/>
                  </a:cubicBezTo>
                  <a:cubicBezTo>
                    <a:pt x="1224" y="241"/>
                    <a:pt x="1193" y="204"/>
                    <a:pt x="1158" y="177"/>
                  </a:cubicBezTo>
                  <a:cubicBezTo>
                    <a:pt x="1013" y="68"/>
                    <a:pt x="830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87;p47">
              <a:extLst>
                <a:ext uri="{FF2B5EF4-FFF2-40B4-BE49-F238E27FC236}">
                  <a16:creationId xmlns:a16="http://schemas.microsoft.com/office/drawing/2014/main" id="{429E870D-0F59-8D62-7C31-2C9554D9E366}"/>
                </a:ext>
              </a:extLst>
            </p:cNvPr>
            <p:cNvSpPr/>
            <p:nvPr/>
          </p:nvSpPr>
          <p:spPr>
            <a:xfrm>
              <a:off x="5513521" y="-1225472"/>
              <a:ext cx="89546" cy="88282"/>
            </a:xfrm>
            <a:custGeom>
              <a:avLst/>
              <a:gdLst/>
              <a:ahLst/>
              <a:cxnLst/>
              <a:rect l="l" t="t" r="r" b="b"/>
              <a:pathLst>
                <a:path w="1346" h="1327" extrusionOk="0">
                  <a:moveTo>
                    <a:pt x="1333" y="833"/>
                  </a:moveTo>
                  <a:lnTo>
                    <a:pt x="1333" y="842"/>
                  </a:lnTo>
                  <a:cubicBezTo>
                    <a:pt x="1333" y="839"/>
                    <a:pt x="1333" y="836"/>
                    <a:pt x="1333" y="833"/>
                  </a:cubicBezTo>
                  <a:close/>
                  <a:moveTo>
                    <a:pt x="615" y="1"/>
                  </a:moveTo>
                  <a:cubicBezTo>
                    <a:pt x="589" y="1"/>
                    <a:pt x="565" y="2"/>
                    <a:pt x="547" y="2"/>
                  </a:cubicBezTo>
                  <a:cubicBezTo>
                    <a:pt x="536" y="2"/>
                    <a:pt x="526" y="3"/>
                    <a:pt x="516" y="4"/>
                  </a:cubicBezTo>
                  <a:cubicBezTo>
                    <a:pt x="468" y="12"/>
                    <a:pt x="419" y="23"/>
                    <a:pt x="373" y="39"/>
                  </a:cubicBezTo>
                  <a:cubicBezTo>
                    <a:pt x="370" y="41"/>
                    <a:pt x="367" y="42"/>
                    <a:pt x="363" y="43"/>
                  </a:cubicBezTo>
                  <a:cubicBezTo>
                    <a:pt x="324" y="65"/>
                    <a:pt x="284" y="86"/>
                    <a:pt x="244" y="108"/>
                  </a:cubicBezTo>
                  <a:cubicBezTo>
                    <a:pt x="243" y="109"/>
                    <a:pt x="241" y="109"/>
                    <a:pt x="240" y="110"/>
                  </a:cubicBezTo>
                  <a:cubicBezTo>
                    <a:pt x="237" y="112"/>
                    <a:pt x="235" y="114"/>
                    <a:pt x="231" y="116"/>
                  </a:cubicBezTo>
                  <a:cubicBezTo>
                    <a:pt x="215" y="132"/>
                    <a:pt x="198" y="149"/>
                    <a:pt x="181" y="164"/>
                  </a:cubicBezTo>
                  <a:cubicBezTo>
                    <a:pt x="162" y="181"/>
                    <a:pt x="144" y="198"/>
                    <a:pt x="127" y="217"/>
                  </a:cubicBezTo>
                  <a:cubicBezTo>
                    <a:pt x="114" y="236"/>
                    <a:pt x="103" y="256"/>
                    <a:pt x="90" y="276"/>
                  </a:cubicBezTo>
                  <a:cubicBezTo>
                    <a:pt x="61" y="314"/>
                    <a:pt x="43" y="356"/>
                    <a:pt x="36" y="402"/>
                  </a:cubicBezTo>
                  <a:cubicBezTo>
                    <a:pt x="13" y="480"/>
                    <a:pt x="0" y="506"/>
                    <a:pt x="15" y="603"/>
                  </a:cubicBezTo>
                  <a:cubicBezTo>
                    <a:pt x="15" y="604"/>
                    <a:pt x="15" y="606"/>
                    <a:pt x="15" y="607"/>
                  </a:cubicBezTo>
                  <a:cubicBezTo>
                    <a:pt x="18" y="625"/>
                    <a:pt x="40" y="721"/>
                    <a:pt x="46" y="739"/>
                  </a:cubicBezTo>
                  <a:cubicBezTo>
                    <a:pt x="47" y="740"/>
                    <a:pt x="47" y="742"/>
                    <a:pt x="48" y="744"/>
                  </a:cubicBezTo>
                  <a:cubicBezTo>
                    <a:pt x="55" y="760"/>
                    <a:pt x="102" y="848"/>
                    <a:pt x="112" y="862"/>
                  </a:cubicBezTo>
                  <a:cubicBezTo>
                    <a:pt x="123" y="877"/>
                    <a:pt x="135" y="888"/>
                    <a:pt x="148" y="901"/>
                  </a:cubicBezTo>
                  <a:cubicBezTo>
                    <a:pt x="148" y="901"/>
                    <a:pt x="148" y="901"/>
                    <a:pt x="148" y="902"/>
                  </a:cubicBezTo>
                  <a:cubicBezTo>
                    <a:pt x="150" y="905"/>
                    <a:pt x="152" y="908"/>
                    <a:pt x="153" y="913"/>
                  </a:cubicBezTo>
                  <a:cubicBezTo>
                    <a:pt x="168" y="939"/>
                    <a:pt x="210" y="1025"/>
                    <a:pt x="227" y="1049"/>
                  </a:cubicBezTo>
                  <a:cubicBezTo>
                    <a:pt x="236" y="1061"/>
                    <a:pt x="326" y="1157"/>
                    <a:pt x="338" y="1166"/>
                  </a:cubicBezTo>
                  <a:cubicBezTo>
                    <a:pt x="360" y="1184"/>
                    <a:pt x="382" y="1194"/>
                    <a:pt x="410" y="1211"/>
                  </a:cubicBezTo>
                  <a:cubicBezTo>
                    <a:pt x="436" y="1225"/>
                    <a:pt x="465" y="1245"/>
                    <a:pt x="493" y="1260"/>
                  </a:cubicBezTo>
                  <a:cubicBezTo>
                    <a:pt x="504" y="1265"/>
                    <a:pt x="515" y="1269"/>
                    <a:pt x="528" y="1274"/>
                  </a:cubicBezTo>
                  <a:cubicBezTo>
                    <a:pt x="578" y="1289"/>
                    <a:pt x="631" y="1306"/>
                    <a:pt x="684" y="1318"/>
                  </a:cubicBezTo>
                  <a:cubicBezTo>
                    <a:pt x="690" y="1319"/>
                    <a:pt x="697" y="1320"/>
                    <a:pt x="704" y="1321"/>
                  </a:cubicBezTo>
                  <a:cubicBezTo>
                    <a:pt x="731" y="1325"/>
                    <a:pt x="758" y="1327"/>
                    <a:pt x="785" y="1327"/>
                  </a:cubicBezTo>
                  <a:cubicBezTo>
                    <a:pt x="853" y="1327"/>
                    <a:pt x="919" y="1314"/>
                    <a:pt x="983" y="1290"/>
                  </a:cubicBezTo>
                  <a:cubicBezTo>
                    <a:pt x="1054" y="1266"/>
                    <a:pt x="1115" y="1227"/>
                    <a:pt x="1163" y="1171"/>
                  </a:cubicBezTo>
                  <a:cubicBezTo>
                    <a:pt x="1223" y="1124"/>
                    <a:pt x="1266" y="1064"/>
                    <a:pt x="1294" y="993"/>
                  </a:cubicBezTo>
                  <a:cubicBezTo>
                    <a:pt x="1332" y="905"/>
                    <a:pt x="1346" y="813"/>
                    <a:pt x="1336" y="718"/>
                  </a:cubicBezTo>
                  <a:lnTo>
                    <a:pt x="1336" y="718"/>
                  </a:lnTo>
                  <a:cubicBezTo>
                    <a:pt x="1336" y="705"/>
                    <a:pt x="1336" y="691"/>
                    <a:pt x="1336" y="678"/>
                  </a:cubicBezTo>
                  <a:cubicBezTo>
                    <a:pt x="1336" y="667"/>
                    <a:pt x="1334" y="656"/>
                    <a:pt x="1331" y="646"/>
                  </a:cubicBezTo>
                  <a:cubicBezTo>
                    <a:pt x="1319" y="589"/>
                    <a:pt x="1308" y="515"/>
                    <a:pt x="1279" y="458"/>
                  </a:cubicBezTo>
                  <a:cubicBezTo>
                    <a:pt x="1256" y="414"/>
                    <a:pt x="1233" y="368"/>
                    <a:pt x="1207" y="325"/>
                  </a:cubicBezTo>
                  <a:cubicBezTo>
                    <a:pt x="1205" y="322"/>
                    <a:pt x="1202" y="318"/>
                    <a:pt x="1200" y="314"/>
                  </a:cubicBezTo>
                  <a:cubicBezTo>
                    <a:pt x="1193" y="306"/>
                    <a:pt x="1186" y="297"/>
                    <a:pt x="1179" y="289"/>
                  </a:cubicBezTo>
                  <a:cubicBezTo>
                    <a:pt x="1146" y="251"/>
                    <a:pt x="1109" y="211"/>
                    <a:pt x="1073" y="177"/>
                  </a:cubicBezTo>
                  <a:cubicBezTo>
                    <a:pt x="1069" y="174"/>
                    <a:pt x="1066" y="170"/>
                    <a:pt x="1063" y="167"/>
                  </a:cubicBezTo>
                  <a:cubicBezTo>
                    <a:pt x="1055" y="160"/>
                    <a:pt x="1047" y="155"/>
                    <a:pt x="1038" y="149"/>
                  </a:cubicBezTo>
                  <a:cubicBezTo>
                    <a:pt x="997" y="120"/>
                    <a:pt x="951" y="94"/>
                    <a:pt x="907" y="69"/>
                  </a:cubicBezTo>
                  <a:cubicBezTo>
                    <a:pt x="902" y="67"/>
                    <a:pt x="898" y="64"/>
                    <a:pt x="893" y="62"/>
                  </a:cubicBezTo>
                  <a:cubicBezTo>
                    <a:pt x="884" y="57"/>
                    <a:pt x="875" y="53"/>
                    <a:pt x="866" y="50"/>
                  </a:cubicBezTo>
                  <a:cubicBezTo>
                    <a:pt x="821" y="35"/>
                    <a:pt x="768" y="21"/>
                    <a:pt x="723" y="10"/>
                  </a:cubicBezTo>
                  <a:cubicBezTo>
                    <a:pt x="718" y="9"/>
                    <a:pt x="714" y="8"/>
                    <a:pt x="710" y="7"/>
                  </a:cubicBezTo>
                  <a:cubicBezTo>
                    <a:pt x="681" y="2"/>
                    <a:pt x="647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88;p47">
              <a:extLst>
                <a:ext uri="{FF2B5EF4-FFF2-40B4-BE49-F238E27FC236}">
                  <a16:creationId xmlns:a16="http://schemas.microsoft.com/office/drawing/2014/main" id="{46DA97DC-2AD4-7967-3DF1-457A5DD54D4C}"/>
                </a:ext>
              </a:extLst>
            </p:cNvPr>
            <p:cNvSpPr/>
            <p:nvPr/>
          </p:nvSpPr>
          <p:spPr>
            <a:xfrm>
              <a:off x="5695806" y="-1137190"/>
              <a:ext cx="85488" cy="88415"/>
            </a:xfrm>
            <a:custGeom>
              <a:avLst/>
              <a:gdLst/>
              <a:ahLst/>
              <a:cxnLst/>
              <a:rect l="l" t="t" r="r" b="b"/>
              <a:pathLst>
                <a:path w="1285" h="1329" extrusionOk="0">
                  <a:moveTo>
                    <a:pt x="702" y="1327"/>
                  </a:moveTo>
                  <a:lnTo>
                    <a:pt x="702" y="1327"/>
                  </a:lnTo>
                  <a:cubicBezTo>
                    <a:pt x="711" y="1327"/>
                    <a:pt x="721" y="1327"/>
                    <a:pt x="730" y="1328"/>
                  </a:cubicBezTo>
                  <a:lnTo>
                    <a:pt x="730" y="1328"/>
                  </a:lnTo>
                  <a:lnTo>
                    <a:pt x="702" y="1327"/>
                  </a:lnTo>
                  <a:close/>
                  <a:moveTo>
                    <a:pt x="647" y="0"/>
                  </a:moveTo>
                  <a:cubicBezTo>
                    <a:pt x="597" y="0"/>
                    <a:pt x="548" y="8"/>
                    <a:pt x="500" y="24"/>
                  </a:cubicBezTo>
                  <a:cubicBezTo>
                    <a:pt x="421" y="37"/>
                    <a:pt x="350" y="68"/>
                    <a:pt x="285" y="118"/>
                  </a:cubicBezTo>
                  <a:cubicBezTo>
                    <a:pt x="284" y="118"/>
                    <a:pt x="283" y="119"/>
                    <a:pt x="283" y="120"/>
                  </a:cubicBezTo>
                  <a:lnTo>
                    <a:pt x="163" y="233"/>
                  </a:lnTo>
                  <a:cubicBezTo>
                    <a:pt x="161" y="235"/>
                    <a:pt x="159" y="238"/>
                    <a:pt x="157" y="240"/>
                  </a:cubicBezTo>
                  <a:cubicBezTo>
                    <a:pt x="139" y="263"/>
                    <a:pt x="116" y="307"/>
                    <a:pt x="108" y="320"/>
                  </a:cubicBezTo>
                  <a:cubicBezTo>
                    <a:pt x="93" y="344"/>
                    <a:pt x="72" y="374"/>
                    <a:pt x="60" y="402"/>
                  </a:cubicBezTo>
                  <a:cubicBezTo>
                    <a:pt x="45" y="453"/>
                    <a:pt x="31" y="506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2" y="795"/>
                  </a:cubicBezTo>
                  <a:cubicBezTo>
                    <a:pt x="37" y="822"/>
                    <a:pt x="43" y="848"/>
                    <a:pt x="50" y="874"/>
                  </a:cubicBezTo>
                  <a:cubicBezTo>
                    <a:pt x="51" y="878"/>
                    <a:pt x="53" y="882"/>
                    <a:pt x="54" y="885"/>
                  </a:cubicBezTo>
                  <a:cubicBezTo>
                    <a:pt x="55" y="888"/>
                    <a:pt x="56" y="890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7"/>
                    <a:pt x="133" y="1033"/>
                  </a:cubicBezTo>
                  <a:cubicBezTo>
                    <a:pt x="162" y="1081"/>
                    <a:pt x="248" y="1159"/>
                    <a:pt x="258" y="1168"/>
                  </a:cubicBezTo>
                  <a:cubicBezTo>
                    <a:pt x="264" y="1174"/>
                    <a:pt x="270" y="1178"/>
                    <a:pt x="277" y="1184"/>
                  </a:cubicBezTo>
                  <a:cubicBezTo>
                    <a:pt x="300" y="1199"/>
                    <a:pt x="334" y="1218"/>
                    <a:pt x="349" y="1227"/>
                  </a:cubicBezTo>
                  <a:cubicBezTo>
                    <a:pt x="364" y="1237"/>
                    <a:pt x="397" y="1258"/>
                    <a:pt x="421" y="1271"/>
                  </a:cubicBezTo>
                  <a:cubicBezTo>
                    <a:pt x="424" y="1273"/>
                    <a:pt x="428" y="1275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0"/>
                    <a:pt x="557" y="1315"/>
                    <a:pt x="592" y="1322"/>
                  </a:cubicBezTo>
                  <a:cubicBezTo>
                    <a:pt x="594" y="1323"/>
                    <a:pt x="596" y="1323"/>
                    <a:pt x="599" y="1324"/>
                  </a:cubicBezTo>
                  <a:cubicBezTo>
                    <a:pt x="602" y="1324"/>
                    <a:pt x="606" y="1325"/>
                    <a:pt x="610" y="1325"/>
                  </a:cubicBezTo>
                  <a:cubicBezTo>
                    <a:pt x="618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7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8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8"/>
                  </a:cubicBezTo>
                  <a:lnTo>
                    <a:pt x="766" y="1328"/>
                  </a:lnTo>
                  <a:cubicBezTo>
                    <a:pt x="766" y="1328"/>
                    <a:pt x="766" y="1328"/>
                    <a:pt x="766" y="1328"/>
                  </a:cubicBezTo>
                  <a:lnTo>
                    <a:pt x="766" y="1328"/>
                  </a:lnTo>
                  <a:lnTo>
                    <a:pt x="766" y="1328"/>
                  </a:lnTo>
                  <a:cubicBezTo>
                    <a:pt x="815" y="1325"/>
                    <a:pt x="863" y="1314"/>
                    <a:pt x="911" y="1295"/>
                  </a:cubicBezTo>
                  <a:cubicBezTo>
                    <a:pt x="954" y="1272"/>
                    <a:pt x="997" y="1249"/>
                    <a:pt x="1039" y="1225"/>
                  </a:cubicBezTo>
                  <a:cubicBezTo>
                    <a:pt x="1041" y="1223"/>
                    <a:pt x="1043" y="1221"/>
                    <a:pt x="1044" y="1220"/>
                  </a:cubicBezTo>
                  <a:cubicBezTo>
                    <a:pt x="1122" y="1161"/>
                    <a:pt x="1210" y="1067"/>
                    <a:pt x="1243" y="971"/>
                  </a:cubicBezTo>
                  <a:lnTo>
                    <a:pt x="1243" y="971"/>
                  </a:lnTo>
                  <a:cubicBezTo>
                    <a:pt x="1264" y="930"/>
                    <a:pt x="1277" y="886"/>
                    <a:pt x="1282" y="838"/>
                  </a:cubicBezTo>
                  <a:cubicBezTo>
                    <a:pt x="1283" y="794"/>
                    <a:pt x="1284" y="751"/>
                    <a:pt x="1284" y="709"/>
                  </a:cubicBezTo>
                  <a:cubicBezTo>
                    <a:pt x="1284" y="706"/>
                    <a:pt x="1283" y="703"/>
                    <a:pt x="1283" y="701"/>
                  </a:cubicBezTo>
                  <a:cubicBezTo>
                    <a:pt x="1279" y="680"/>
                    <a:pt x="1272" y="654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4" y="614"/>
                    <a:pt x="1258" y="593"/>
                  </a:cubicBezTo>
                  <a:cubicBezTo>
                    <a:pt x="1258" y="585"/>
                    <a:pt x="1257" y="578"/>
                    <a:pt x="1255" y="569"/>
                  </a:cubicBezTo>
                  <a:cubicBezTo>
                    <a:pt x="1252" y="551"/>
                    <a:pt x="1247" y="527"/>
                    <a:pt x="1240" y="503"/>
                  </a:cubicBezTo>
                  <a:cubicBezTo>
                    <a:pt x="1238" y="493"/>
                    <a:pt x="1238" y="482"/>
                    <a:pt x="1235" y="473"/>
                  </a:cubicBezTo>
                  <a:cubicBezTo>
                    <a:pt x="1229" y="419"/>
                    <a:pt x="1210" y="370"/>
                    <a:pt x="1179" y="327"/>
                  </a:cubicBezTo>
                  <a:cubicBezTo>
                    <a:pt x="1146" y="251"/>
                    <a:pt x="1096" y="188"/>
                    <a:pt x="1028" y="137"/>
                  </a:cubicBezTo>
                  <a:cubicBezTo>
                    <a:pt x="981" y="109"/>
                    <a:pt x="934" y="81"/>
                    <a:pt x="887" y="52"/>
                  </a:cubicBezTo>
                  <a:cubicBezTo>
                    <a:pt x="835" y="38"/>
                    <a:pt x="785" y="23"/>
                    <a:pt x="734" y="8"/>
                  </a:cubicBezTo>
                  <a:cubicBezTo>
                    <a:pt x="705" y="3"/>
                    <a:pt x="675" y="0"/>
                    <a:pt x="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89;p47">
              <a:extLst>
                <a:ext uri="{FF2B5EF4-FFF2-40B4-BE49-F238E27FC236}">
                  <a16:creationId xmlns:a16="http://schemas.microsoft.com/office/drawing/2014/main" id="{0B564F5E-C215-3B5D-E4E6-DF9D12119A0A}"/>
                </a:ext>
              </a:extLst>
            </p:cNvPr>
            <p:cNvSpPr/>
            <p:nvPr/>
          </p:nvSpPr>
          <p:spPr>
            <a:xfrm>
              <a:off x="5825069" y="-1240241"/>
              <a:ext cx="82893" cy="78569"/>
            </a:xfrm>
            <a:custGeom>
              <a:avLst/>
              <a:gdLst/>
              <a:ahLst/>
              <a:cxnLst/>
              <a:rect l="l" t="t" r="r" b="b"/>
              <a:pathLst>
                <a:path w="1246" h="1181" extrusionOk="0">
                  <a:moveTo>
                    <a:pt x="741" y="0"/>
                  </a:moveTo>
                  <a:cubicBezTo>
                    <a:pt x="264" y="0"/>
                    <a:pt x="0" y="665"/>
                    <a:pt x="283" y="1019"/>
                  </a:cubicBezTo>
                  <a:cubicBezTo>
                    <a:pt x="326" y="1074"/>
                    <a:pt x="381" y="1114"/>
                    <a:pt x="447" y="1140"/>
                  </a:cubicBezTo>
                  <a:cubicBezTo>
                    <a:pt x="488" y="1151"/>
                    <a:pt x="530" y="1164"/>
                    <a:pt x="573" y="1175"/>
                  </a:cubicBezTo>
                  <a:cubicBezTo>
                    <a:pt x="598" y="1179"/>
                    <a:pt x="623" y="1181"/>
                    <a:pt x="647" y="1181"/>
                  </a:cubicBezTo>
                  <a:cubicBezTo>
                    <a:pt x="709" y="1181"/>
                    <a:pt x="770" y="1170"/>
                    <a:pt x="829" y="1147"/>
                  </a:cubicBezTo>
                  <a:cubicBezTo>
                    <a:pt x="878" y="1125"/>
                    <a:pt x="912" y="1105"/>
                    <a:pt x="945" y="1084"/>
                  </a:cubicBezTo>
                  <a:cubicBezTo>
                    <a:pt x="957" y="1076"/>
                    <a:pt x="971" y="1067"/>
                    <a:pt x="984" y="1057"/>
                  </a:cubicBezTo>
                  <a:cubicBezTo>
                    <a:pt x="986" y="1055"/>
                    <a:pt x="990" y="1052"/>
                    <a:pt x="993" y="1050"/>
                  </a:cubicBezTo>
                  <a:cubicBezTo>
                    <a:pt x="1021" y="1026"/>
                    <a:pt x="1049" y="1001"/>
                    <a:pt x="1085" y="963"/>
                  </a:cubicBezTo>
                  <a:cubicBezTo>
                    <a:pt x="1092" y="956"/>
                    <a:pt x="1100" y="947"/>
                    <a:pt x="1106" y="939"/>
                  </a:cubicBezTo>
                  <a:cubicBezTo>
                    <a:pt x="1133" y="900"/>
                    <a:pt x="1157" y="856"/>
                    <a:pt x="1180" y="816"/>
                  </a:cubicBezTo>
                  <a:cubicBezTo>
                    <a:pt x="1183" y="811"/>
                    <a:pt x="1187" y="806"/>
                    <a:pt x="1189" y="801"/>
                  </a:cubicBezTo>
                  <a:cubicBezTo>
                    <a:pt x="1216" y="745"/>
                    <a:pt x="1235" y="682"/>
                    <a:pt x="1241" y="621"/>
                  </a:cubicBezTo>
                  <a:cubicBezTo>
                    <a:pt x="1243" y="596"/>
                    <a:pt x="1242" y="568"/>
                    <a:pt x="1242" y="545"/>
                  </a:cubicBezTo>
                  <a:cubicBezTo>
                    <a:pt x="1243" y="522"/>
                    <a:pt x="1245" y="495"/>
                    <a:pt x="1243" y="470"/>
                  </a:cubicBezTo>
                  <a:cubicBezTo>
                    <a:pt x="1241" y="419"/>
                    <a:pt x="1224" y="365"/>
                    <a:pt x="1210" y="318"/>
                  </a:cubicBezTo>
                  <a:cubicBezTo>
                    <a:pt x="1177" y="236"/>
                    <a:pt x="1127" y="165"/>
                    <a:pt x="1057" y="110"/>
                  </a:cubicBezTo>
                  <a:cubicBezTo>
                    <a:pt x="988" y="54"/>
                    <a:pt x="908" y="20"/>
                    <a:pt x="820" y="6"/>
                  </a:cubicBezTo>
                  <a:cubicBezTo>
                    <a:pt x="793" y="2"/>
                    <a:pt x="767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90;p47">
              <a:extLst>
                <a:ext uri="{FF2B5EF4-FFF2-40B4-BE49-F238E27FC236}">
                  <a16:creationId xmlns:a16="http://schemas.microsoft.com/office/drawing/2014/main" id="{76E5B0EA-35F3-FDC4-85BC-876274EB5A9E}"/>
                </a:ext>
              </a:extLst>
            </p:cNvPr>
            <p:cNvSpPr/>
            <p:nvPr/>
          </p:nvSpPr>
          <p:spPr>
            <a:xfrm>
              <a:off x="5952669" y="-1041124"/>
              <a:ext cx="88482" cy="74178"/>
            </a:xfrm>
            <a:custGeom>
              <a:avLst/>
              <a:gdLst/>
              <a:ahLst/>
              <a:cxnLst/>
              <a:rect l="l" t="t" r="r" b="b"/>
              <a:pathLst>
                <a:path w="1330" h="1115" extrusionOk="0">
                  <a:moveTo>
                    <a:pt x="538" y="0"/>
                  </a:moveTo>
                  <a:cubicBezTo>
                    <a:pt x="467" y="0"/>
                    <a:pt x="400" y="14"/>
                    <a:pt x="342" y="45"/>
                  </a:cubicBezTo>
                  <a:cubicBezTo>
                    <a:pt x="303" y="66"/>
                    <a:pt x="264" y="88"/>
                    <a:pt x="224" y="109"/>
                  </a:cubicBezTo>
                  <a:cubicBezTo>
                    <a:pt x="163" y="150"/>
                    <a:pt x="117" y="201"/>
                    <a:pt x="86" y="265"/>
                  </a:cubicBezTo>
                  <a:cubicBezTo>
                    <a:pt x="57" y="303"/>
                    <a:pt x="39" y="344"/>
                    <a:pt x="32" y="391"/>
                  </a:cubicBezTo>
                  <a:cubicBezTo>
                    <a:pt x="7" y="455"/>
                    <a:pt x="0" y="520"/>
                    <a:pt x="11" y="590"/>
                  </a:cubicBezTo>
                  <a:cubicBezTo>
                    <a:pt x="21" y="632"/>
                    <a:pt x="32" y="675"/>
                    <a:pt x="41" y="719"/>
                  </a:cubicBezTo>
                  <a:cubicBezTo>
                    <a:pt x="76" y="806"/>
                    <a:pt x="129" y="879"/>
                    <a:pt x="202" y="939"/>
                  </a:cubicBezTo>
                  <a:cubicBezTo>
                    <a:pt x="247" y="981"/>
                    <a:pt x="309" y="1010"/>
                    <a:pt x="361" y="1039"/>
                  </a:cubicBezTo>
                  <a:cubicBezTo>
                    <a:pt x="378" y="1047"/>
                    <a:pt x="394" y="1053"/>
                    <a:pt x="411" y="1059"/>
                  </a:cubicBezTo>
                  <a:cubicBezTo>
                    <a:pt x="486" y="1084"/>
                    <a:pt x="559" y="1109"/>
                    <a:pt x="638" y="1111"/>
                  </a:cubicBezTo>
                  <a:cubicBezTo>
                    <a:pt x="669" y="1112"/>
                    <a:pt x="705" y="1115"/>
                    <a:pt x="741" y="1115"/>
                  </a:cubicBezTo>
                  <a:cubicBezTo>
                    <a:pt x="763" y="1115"/>
                    <a:pt x="785" y="1114"/>
                    <a:pt x="806" y="1111"/>
                  </a:cubicBezTo>
                  <a:cubicBezTo>
                    <a:pt x="860" y="1103"/>
                    <a:pt x="916" y="1089"/>
                    <a:pt x="968" y="1074"/>
                  </a:cubicBezTo>
                  <a:cubicBezTo>
                    <a:pt x="985" y="1069"/>
                    <a:pt x="1002" y="1063"/>
                    <a:pt x="1017" y="1055"/>
                  </a:cubicBezTo>
                  <a:cubicBezTo>
                    <a:pt x="1104" y="1018"/>
                    <a:pt x="1163" y="982"/>
                    <a:pt x="1223" y="908"/>
                  </a:cubicBezTo>
                  <a:cubicBezTo>
                    <a:pt x="1252" y="871"/>
                    <a:pt x="1272" y="829"/>
                    <a:pt x="1295" y="789"/>
                  </a:cubicBezTo>
                  <a:cubicBezTo>
                    <a:pt x="1328" y="711"/>
                    <a:pt x="1329" y="630"/>
                    <a:pt x="1309" y="553"/>
                  </a:cubicBezTo>
                  <a:cubicBezTo>
                    <a:pt x="1172" y="430"/>
                    <a:pt x="1059" y="292"/>
                    <a:pt x="975" y="144"/>
                  </a:cubicBezTo>
                  <a:cubicBezTo>
                    <a:pt x="837" y="56"/>
                    <a:pt x="679" y="0"/>
                    <a:pt x="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91;p47">
              <a:extLst>
                <a:ext uri="{FF2B5EF4-FFF2-40B4-BE49-F238E27FC236}">
                  <a16:creationId xmlns:a16="http://schemas.microsoft.com/office/drawing/2014/main" id="{42F5E670-B5C9-26C4-75AF-7CD90C826D20}"/>
                </a:ext>
              </a:extLst>
            </p:cNvPr>
            <p:cNvSpPr/>
            <p:nvPr/>
          </p:nvSpPr>
          <p:spPr>
            <a:xfrm>
              <a:off x="6006024" y="-865159"/>
              <a:ext cx="87750" cy="80565"/>
            </a:xfrm>
            <a:custGeom>
              <a:avLst/>
              <a:gdLst/>
              <a:ahLst/>
              <a:cxnLst/>
              <a:rect l="l" t="t" r="r" b="b"/>
              <a:pathLst>
                <a:path w="1319" h="1211" extrusionOk="0">
                  <a:moveTo>
                    <a:pt x="798" y="1"/>
                  </a:moveTo>
                  <a:cubicBezTo>
                    <a:pt x="788" y="1"/>
                    <a:pt x="778" y="1"/>
                    <a:pt x="768" y="2"/>
                  </a:cubicBezTo>
                  <a:cubicBezTo>
                    <a:pt x="747" y="2"/>
                    <a:pt x="726" y="1"/>
                    <a:pt x="704" y="1"/>
                  </a:cubicBezTo>
                  <a:cubicBezTo>
                    <a:pt x="687" y="1"/>
                    <a:pt x="669" y="1"/>
                    <a:pt x="651" y="3"/>
                  </a:cubicBezTo>
                  <a:cubicBezTo>
                    <a:pt x="635" y="4"/>
                    <a:pt x="619" y="7"/>
                    <a:pt x="603" y="11"/>
                  </a:cubicBezTo>
                  <a:cubicBezTo>
                    <a:pt x="545" y="23"/>
                    <a:pt x="485" y="36"/>
                    <a:pt x="428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3"/>
                    <a:pt x="358" y="87"/>
                    <a:pt x="333" y="101"/>
                  </a:cubicBezTo>
                  <a:cubicBezTo>
                    <a:pt x="304" y="116"/>
                    <a:pt x="286" y="124"/>
                    <a:pt x="264" y="139"/>
                  </a:cubicBezTo>
                  <a:cubicBezTo>
                    <a:pt x="250" y="149"/>
                    <a:pt x="236" y="159"/>
                    <a:pt x="223" y="171"/>
                  </a:cubicBezTo>
                  <a:cubicBezTo>
                    <a:pt x="144" y="228"/>
                    <a:pt x="86" y="302"/>
                    <a:pt x="47" y="390"/>
                  </a:cubicBezTo>
                  <a:cubicBezTo>
                    <a:pt x="17" y="454"/>
                    <a:pt x="3" y="521"/>
                    <a:pt x="7" y="590"/>
                  </a:cubicBezTo>
                  <a:cubicBezTo>
                    <a:pt x="1" y="659"/>
                    <a:pt x="10" y="725"/>
                    <a:pt x="39" y="790"/>
                  </a:cubicBezTo>
                  <a:cubicBezTo>
                    <a:pt x="72" y="879"/>
                    <a:pt x="126" y="955"/>
                    <a:pt x="202" y="1014"/>
                  </a:cubicBezTo>
                  <a:cubicBezTo>
                    <a:pt x="217" y="1028"/>
                    <a:pt x="232" y="1039"/>
                    <a:pt x="249" y="1051"/>
                  </a:cubicBezTo>
                  <a:cubicBezTo>
                    <a:pt x="293" y="1080"/>
                    <a:pt x="340" y="1108"/>
                    <a:pt x="387" y="1135"/>
                  </a:cubicBezTo>
                  <a:cubicBezTo>
                    <a:pt x="395" y="1140"/>
                    <a:pt x="405" y="1144"/>
                    <a:pt x="414" y="1149"/>
                  </a:cubicBezTo>
                  <a:cubicBezTo>
                    <a:pt x="451" y="1166"/>
                    <a:pt x="491" y="1176"/>
                    <a:pt x="530" y="1188"/>
                  </a:cubicBezTo>
                  <a:cubicBezTo>
                    <a:pt x="596" y="1206"/>
                    <a:pt x="604" y="1211"/>
                    <a:pt x="646" y="1211"/>
                  </a:cubicBezTo>
                  <a:cubicBezTo>
                    <a:pt x="665" y="1211"/>
                    <a:pt x="690" y="1210"/>
                    <a:pt x="728" y="1209"/>
                  </a:cubicBezTo>
                  <a:lnTo>
                    <a:pt x="739" y="1209"/>
                  </a:lnTo>
                  <a:cubicBezTo>
                    <a:pt x="748" y="1209"/>
                    <a:pt x="758" y="1208"/>
                    <a:pt x="767" y="1207"/>
                  </a:cubicBezTo>
                  <a:cubicBezTo>
                    <a:pt x="822" y="1201"/>
                    <a:pt x="877" y="1184"/>
                    <a:pt x="929" y="1170"/>
                  </a:cubicBezTo>
                  <a:cubicBezTo>
                    <a:pt x="939" y="1168"/>
                    <a:pt x="947" y="1166"/>
                    <a:pt x="956" y="1163"/>
                  </a:cubicBezTo>
                  <a:cubicBezTo>
                    <a:pt x="960" y="1162"/>
                    <a:pt x="963" y="1161"/>
                    <a:pt x="967" y="1160"/>
                  </a:cubicBezTo>
                  <a:cubicBezTo>
                    <a:pt x="987" y="1152"/>
                    <a:pt x="1006" y="1143"/>
                    <a:pt x="1022" y="1130"/>
                  </a:cubicBezTo>
                  <a:cubicBezTo>
                    <a:pt x="1043" y="1125"/>
                    <a:pt x="1060" y="1115"/>
                    <a:pt x="1075" y="1101"/>
                  </a:cubicBezTo>
                  <a:cubicBezTo>
                    <a:pt x="1156" y="1047"/>
                    <a:pt x="1208" y="961"/>
                    <a:pt x="1255" y="877"/>
                  </a:cubicBezTo>
                  <a:cubicBezTo>
                    <a:pt x="1276" y="834"/>
                    <a:pt x="1284" y="789"/>
                    <a:pt x="1281" y="743"/>
                  </a:cubicBezTo>
                  <a:cubicBezTo>
                    <a:pt x="1282" y="739"/>
                    <a:pt x="1281" y="735"/>
                    <a:pt x="1281" y="732"/>
                  </a:cubicBezTo>
                  <a:cubicBezTo>
                    <a:pt x="1292" y="691"/>
                    <a:pt x="1304" y="651"/>
                    <a:pt x="1315" y="610"/>
                  </a:cubicBezTo>
                  <a:cubicBezTo>
                    <a:pt x="1316" y="568"/>
                    <a:pt x="1318" y="525"/>
                    <a:pt x="1319" y="484"/>
                  </a:cubicBezTo>
                  <a:cubicBezTo>
                    <a:pt x="1315" y="463"/>
                    <a:pt x="1293" y="376"/>
                    <a:pt x="1287" y="357"/>
                  </a:cubicBezTo>
                  <a:cubicBezTo>
                    <a:pt x="1257" y="267"/>
                    <a:pt x="1232" y="248"/>
                    <a:pt x="1176" y="191"/>
                  </a:cubicBezTo>
                  <a:cubicBezTo>
                    <a:pt x="1154" y="168"/>
                    <a:pt x="1139" y="148"/>
                    <a:pt x="1116" y="130"/>
                  </a:cubicBezTo>
                  <a:cubicBezTo>
                    <a:pt x="1110" y="126"/>
                    <a:pt x="1105" y="123"/>
                    <a:pt x="1100" y="118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3" y="22"/>
                  </a:cubicBezTo>
                  <a:cubicBezTo>
                    <a:pt x="869" y="8"/>
                    <a:pt x="834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92;p47">
              <a:extLst>
                <a:ext uri="{FF2B5EF4-FFF2-40B4-BE49-F238E27FC236}">
                  <a16:creationId xmlns:a16="http://schemas.microsoft.com/office/drawing/2014/main" id="{BB29516C-B4CC-886A-B37B-FB971521B4E9}"/>
                </a:ext>
              </a:extLst>
            </p:cNvPr>
            <p:cNvSpPr/>
            <p:nvPr/>
          </p:nvSpPr>
          <p:spPr>
            <a:xfrm>
              <a:off x="5591292" y="-1348415"/>
              <a:ext cx="53022" cy="55617"/>
            </a:xfrm>
            <a:custGeom>
              <a:avLst/>
              <a:gdLst/>
              <a:ahLst/>
              <a:cxnLst/>
              <a:rect l="l" t="t" r="r" b="b"/>
              <a:pathLst>
                <a:path w="797" h="836" extrusionOk="0">
                  <a:moveTo>
                    <a:pt x="382" y="0"/>
                  </a:moveTo>
                  <a:cubicBezTo>
                    <a:pt x="368" y="0"/>
                    <a:pt x="355" y="1"/>
                    <a:pt x="341" y="2"/>
                  </a:cubicBezTo>
                  <a:cubicBezTo>
                    <a:pt x="291" y="5"/>
                    <a:pt x="246" y="21"/>
                    <a:pt x="205" y="47"/>
                  </a:cubicBezTo>
                  <a:cubicBezTo>
                    <a:pt x="159" y="67"/>
                    <a:pt x="122" y="98"/>
                    <a:pt x="91" y="139"/>
                  </a:cubicBezTo>
                  <a:cubicBezTo>
                    <a:pt x="71" y="166"/>
                    <a:pt x="54" y="195"/>
                    <a:pt x="39" y="226"/>
                  </a:cubicBezTo>
                  <a:cubicBezTo>
                    <a:pt x="14" y="282"/>
                    <a:pt x="0" y="358"/>
                    <a:pt x="10" y="419"/>
                  </a:cubicBezTo>
                  <a:cubicBezTo>
                    <a:pt x="15" y="454"/>
                    <a:pt x="21" y="489"/>
                    <a:pt x="34" y="523"/>
                  </a:cubicBezTo>
                  <a:cubicBezTo>
                    <a:pt x="60" y="592"/>
                    <a:pt x="98" y="641"/>
                    <a:pt x="154" y="688"/>
                  </a:cubicBezTo>
                  <a:cubicBezTo>
                    <a:pt x="169" y="700"/>
                    <a:pt x="182" y="711"/>
                    <a:pt x="197" y="723"/>
                  </a:cubicBezTo>
                  <a:cubicBezTo>
                    <a:pt x="217" y="740"/>
                    <a:pt x="234" y="750"/>
                    <a:pt x="258" y="764"/>
                  </a:cubicBezTo>
                  <a:cubicBezTo>
                    <a:pt x="285" y="780"/>
                    <a:pt x="294" y="789"/>
                    <a:pt x="319" y="796"/>
                  </a:cubicBezTo>
                  <a:lnTo>
                    <a:pt x="369" y="811"/>
                  </a:lnTo>
                  <a:cubicBezTo>
                    <a:pt x="408" y="827"/>
                    <a:pt x="447" y="835"/>
                    <a:pt x="489" y="835"/>
                  </a:cubicBezTo>
                  <a:cubicBezTo>
                    <a:pt x="500" y="835"/>
                    <a:pt x="510" y="835"/>
                    <a:pt x="521" y="834"/>
                  </a:cubicBezTo>
                  <a:cubicBezTo>
                    <a:pt x="561" y="831"/>
                    <a:pt x="598" y="818"/>
                    <a:pt x="631" y="797"/>
                  </a:cubicBezTo>
                  <a:cubicBezTo>
                    <a:pt x="668" y="780"/>
                    <a:pt x="699" y="755"/>
                    <a:pt x="725" y="722"/>
                  </a:cubicBezTo>
                  <a:cubicBezTo>
                    <a:pt x="758" y="680"/>
                    <a:pt x="780" y="632"/>
                    <a:pt x="788" y="577"/>
                  </a:cubicBezTo>
                  <a:cubicBezTo>
                    <a:pt x="789" y="564"/>
                    <a:pt x="791" y="549"/>
                    <a:pt x="793" y="534"/>
                  </a:cubicBezTo>
                  <a:cubicBezTo>
                    <a:pt x="794" y="531"/>
                    <a:pt x="794" y="528"/>
                    <a:pt x="794" y="524"/>
                  </a:cubicBezTo>
                  <a:lnTo>
                    <a:pt x="795" y="517"/>
                  </a:lnTo>
                  <a:cubicBezTo>
                    <a:pt x="796" y="486"/>
                    <a:pt x="796" y="456"/>
                    <a:pt x="797" y="427"/>
                  </a:cubicBezTo>
                  <a:cubicBezTo>
                    <a:pt x="794" y="388"/>
                    <a:pt x="780" y="351"/>
                    <a:pt x="768" y="315"/>
                  </a:cubicBezTo>
                  <a:cubicBezTo>
                    <a:pt x="763" y="297"/>
                    <a:pt x="758" y="279"/>
                    <a:pt x="753" y="261"/>
                  </a:cubicBezTo>
                  <a:lnTo>
                    <a:pt x="750" y="252"/>
                  </a:lnTo>
                  <a:cubicBezTo>
                    <a:pt x="734" y="223"/>
                    <a:pt x="718" y="193"/>
                    <a:pt x="703" y="165"/>
                  </a:cubicBezTo>
                  <a:cubicBezTo>
                    <a:pt x="675" y="122"/>
                    <a:pt x="655" y="106"/>
                    <a:pt x="624" y="85"/>
                  </a:cubicBezTo>
                  <a:cubicBezTo>
                    <a:pt x="595" y="67"/>
                    <a:pt x="564" y="48"/>
                    <a:pt x="534" y="30"/>
                  </a:cubicBezTo>
                  <a:lnTo>
                    <a:pt x="440" y="4"/>
                  </a:lnTo>
                  <a:cubicBezTo>
                    <a:pt x="420" y="1"/>
                    <a:pt x="401" y="0"/>
                    <a:pt x="3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93;p47">
              <a:extLst>
                <a:ext uri="{FF2B5EF4-FFF2-40B4-BE49-F238E27FC236}">
                  <a16:creationId xmlns:a16="http://schemas.microsoft.com/office/drawing/2014/main" id="{311BC668-97F8-0CD4-CB63-0D095A3A908F}"/>
                </a:ext>
              </a:extLst>
            </p:cNvPr>
            <p:cNvSpPr/>
            <p:nvPr/>
          </p:nvSpPr>
          <p:spPr>
            <a:xfrm>
              <a:off x="5923596" y="-1404565"/>
              <a:ext cx="32931" cy="66993"/>
            </a:xfrm>
            <a:custGeom>
              <a:avLst/>
              <a:gdLst/>
              <a:ahLst/>
              <a:cxnLst/>
              <a:rect l="l" t="t" r="r" b="b"/>
              <a:pathLst>
                <a:path w="495" h="1007" extrusionOk="0">
                  <a:moveTo>
                    <a:pt x="495" y="0"/>
                  </a:moveTo>
                  <a:lnTo>
                    <a:pt x="495" y="0"/>
                  </a:lnTo>
                  <a:cubicBezTo>
                    <a:pt x="454" y="5"/>
                    <a:pt x="413" y="17"/>
                    <a:pt x="369" y="30"/>
                  </a:cubicBezTo>
                  <a:cubicBezTo>
                    <a:pt x="238" y="71"/>
                    <a:pt x="115" y="183"/>
                    <a:pt x="66" y="312"/>
                  </a:cubicBezTo>
                  <a:cubicBezTo>
                    <a:pt x="46" y="363"/>
                    <a:pt x="31" y="419"/>
                    <a:pt x="19" y="471"/>
                  </a:cubicBezTo>
                  <a:cubicBezTo>
                    <a:pt x="15" y="486"/>
                    <a:pt x="12" y="500"/>
                    <a:pt x="10" y="515"/>
                  </a:cubicBezTo>
                  <a:cubicBezTo>
                    <a:pt x="4" y="563"/>
                    <a:pt x="1" y="633"/>
                    <a:pt x="5" y="672"/>
                  </a:cubicBezTo>
                  <a:cubicBezTo>
                    <a:pt x="15" y="767"/>
                    <a:pt x="61" y="855"/>
                    <a:pt x="113" y="935"/>
                  </a:cubicBezTo>
                  <a:cubicBezTo>
                    <a:pt x="135" y="958"/>
                    <a:pt x="158" y="982"/>
                    <a:pt x="180" y="1006"/>
                  </a:cubicBezTo>
                  <a:cubicBezTo>
                    <a:pt x="181" y="1006"/>
                    <a:pt x="182" y="1006"/>
                    <a:pt x="182" y="1007"/>
                  </a:cubicBezTo>
                  <a:lnTo>
                    <a:pt x="182" y="1007"/>
                  </a:lnTo>
                  <a:cubicBezTo>
                    <a:pt x="139" y="646"/>
                    <a:pt x="258" y="290"/>
                    <a:pt x="495" y="0"/>
                  </a:cubicBezTo>
                  <a:close/>
                  <a:moveTo>
                    <a:pt x="182" y="1007"/>
                  </a:moveTo>
                  <a:lnTo>
                    <a:pt x="182" y="1007"/>
                  </a:lnTo>
                  <a:cubicBezTo>
                    <a:pt x="182" y="1007"/>
                    <a:pt x="182" y="1007"/>
                    <a:pt x="182" y="1007"/>
                  </a:cubicBezTo>
                  <a:cubicBezTo>
                    <a:pt x="182" y="1007"/>
                    <a:pt x="182" y="1007"/>
                    <a:pt x="182" y="10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94;p47">
              <a:extLst>
                <a:ext uri="{FF2B5EF4-FFF2-40B4-BE49-F238E27FC236}">
                  <a16:creationId xmlns:a16="http://schemas.microsoft.com/office/drawing/2014/main" id="{7DD4B27E-B340-348E-39E6-756FA49F7FE6}"/>
                </a:ext>
              </a:extLst>
            </p:cNvPr>
            <p:cNvSpPr/>
            <p:nvPr/>
          </p:nvSpPr>
          <p:spPr>
            <a:xfrm>
              <a:off x="5531749" y="-991229"/>
              <a:ext cx="79633" cy="70187"/>
            </a:xfrm>
            <a:custGeom>
              <a:avLst/>
              <a:gdLst/>
              <a:ahLst/>
              <a:cxnLst/>
              <a:rect l="l" t="t" r="r" b="b"/>
              <a:pathLst>
                <a:path w="1197" h="1055" extrusionOk="0">
                  <a:moveTo>
                    <a:pt x="719" y="1"/>
                  </a:moveTo>
                  <a:cubicBezTo>
                    <a:pt x="698" y="1"/>
                    <a:pt x="678" y="2"/>
                    <a:pt x="658" y="5"/>
                  </a:cubicBezTo>
                  <a:cubicBezTo>
                    <a:pt x="604" y="11"/>
                    <a:pt x="552" y="26"/>
                    <a:pt x="502" y="44"/>
                  </a:cubicBezTo>
                  <a:cubicBezTo>
                    <a:pt x="454" y="60"/>
                    <a:pt x="419" y="83"/>
                    <a:pt x="386" y="112"/>
                  </a:cubicBezTo>
                  <a:cubicBezTo>
                    <a:pt x="361" y="117"/>
                    <a:pt x="337" y="120"/>
                    <a:pt x="314" y="129"/>
                  </a:cubicBezTo>
                  <a:cubicBezTo>
                    <a:pt x="234" y="160"/>
                    <a:pt x="167" y="209"/>
                    <a:pt x="112" y="276"/>
                  </a:cubicBezTo>
                  <a:cubicBezTo>
                    <a:pt x="90" y="313"/>
                    <a:pt x="67" y="349"/>
                    <a:pt x="45" y="386"/>
                  </a:cubicBezTo>
                  <a:cubicBezTo>
                    <a:pt x="13" y="463"/>
                    <a:pt x="0" y="544"/>
                    <a:pt x="10" y="628"/>
                  </a:cubicBezTo>
                  <a:cubicBezTo>
                    <a:pt x="14" y="691"/>
                    <a:pt x="33" y="749"/>
                    <a:pt x="67" y="801"/>
                  </a:cubicBezTo>
                  <a:cubicBezTo>
                    <a:pt x="93" y="860"/>
                    <a:pt x="132" y="909"/>
                    <a:pt x="185" y="949"/>
                  </a:cubicBezTo>
                  <a:cubicBezTo>
                    <a:pt x="253" y="1002"/>
                    <a:pt x="329" y="1036"/>
                    <a:pt x="414" y="1049"/>
                  </a:cubicBezTo>
                  <a:cubicBezTo>
                    <a:pt x="437" y="1053"/>
                    <a:pt x="461" y="1054"/>
                    <a:pt x="484" y="1054"/>
                  </a:cubicBezTo>
                  <a:cubicBezTo>
                    <a:pt x="542" y="1054"/>
                    <a:pt x="599" y="1044"/>
                    <a:pt x="656" y="1022"/>
                  </a:cubicBezTo>
                  <a:cubicBezTo>
                    <a:pt x="685" y="1014"/>
                    <a:pt x="714" y="998"/>
                    <a:pt x="742" y="979"/>
                  </a:cubicBezTo>
                  <a:cubicBezTo>
                    <a:pt x="769" y="966"/>
                    <a:pt x="793" y="951"/>
                    <a:pt x="815" y="933"/>
                  </a:cubicBezTo>
                  <a:cubicBezTo>
                    <a:pt x="825" y="927"/>
                    <a:pt x="836" y="923"/>
                    <a:pt x="845" y="917"/>
                  </a:cubicBezTo>
                  <a:cubicBezTo>
                    <a:pt x="864" y="905"/>
                    <a:pt x="882" y="892"/>
                    <a:pt x="899" y="880"/>
                  </a:cubicBezTo>
                  <a:cubicBezTo>
                    <a:pt x="931" y="864"/>
                    <a:pt x="961" y="847"/>
                    <a:pt x="989" y="829"/>
                  </a:cubicBezTo>
                  <a:cubicBezTo>
                    <a:pt x="1090" y="761"/>
                    <a:pt x="1165" y="644"/>
                    <a:pt x="1181" y="523"/>
                  </a:cubicBezTo>
                  <a:cubicBezTo>
                    <a:pt x="1197" y="407"/>
                    <a:pt x="1167" y="295"/>
                    <a:pt x="1102" y="199"/>
                  </a:cubicBezTo>
                  <a:cubicBezTo>
                    <a:pt x="1057" y="132"/>
                    <a:pt x="981" y="70"/>
                    <a:pt x="907" y="38"/>
                  </a:cubicBezTo>
                  <a:cubicBezTo>
                    <a:pt x="848" y="14"/>
                    <a:pt x="783" y="1"/>
                    <a:pt x="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95;p47">
              <a:extLst>
                <a:ext uri="{FF2B5EF4-FFF2-40B4-BE49-F238E27FC236}">
                  <a16:creationId xmlns:a16="http://schemas.microsoft.com/office/drawing/2014/main" id="{F746BF2C-98C4-C29E-F13A-47F09A4F79FB}"/>
                </a:ext>
              </a:extLst>
            </p:cNvPr>
            <p:cNvSpPr/>
            <p:nvPr/>
          </p:nvSpPr>
          <p:spPr>
            <a:xfrm>
              <a:off x="5768454" y="-946655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0" y="0"/>
                  </a:moveTo>
                  <a:cubicBezTo>
                    <a:pt x="543" y="0"/>
                    <a:pt x="498" y="9"/>
                    <a:pt x="453" y="26"/>
                  </a:cubicBezTo>
                  <a:cubicBezTo>
                    <a:pt x="412" y="45"/>
                    <a:pt x="372" y="67"/>
                    <a:pt x="334" y="90"/>
                  </a:cubicBezTo>
                  <a:cubicBezTo>
                    <a:pt x="321" y="96"/>
                    <a:pt x="311" y="103"/>
                    <a:pt x="299" y="112"/>
                  </a:cubicBezTo>
                  <a:cubicBezTo>
                    <a:pt x="299" y="113"/>
                    <a:pt x="298" y="113"/>
                    <a:pt x="297" y="114"/>
                  </a:cubicBezTo>
                  <a:cubicBezTo>
                    <a:pt x="294" y="115"/>
                    <a:pt x="292" y="115"/>
                    <a:pt x="289" y="116"/>
                  </a:cubicBezTo>
                  <a:cubicBezTo>
                    <a:pt x="255" y="135"/>
                    <a:pt x="222" y="152"/>
                    <a:pt x="187" y="171"/>
                  </a:cubicBezTo>
                  <a:cubicBezTo>
                    <a:pt x="121" y="219"/>
                    <a:pt x="72" y="281"/>
                    <a:pt x="40" y="355"/>
                  </a:cubicBezTo>
                  <a:cubicBezTo>
                    <a:pt x="13" y="409"/>
                    <a:pt x="3" y="465"/>
                    <a:pt x="6" y="524"/>
                  </a:cubicBezTo>
                  <a:cubicBezTo>
                    <a:pt x="1" y="580"/>
                    <a:pt x="9" y="637"/>
                    <a:pt x="32" y="691"/>
                  </a:cubicBezTo>
                  <a:cubicBezTo>
                    <a:pt x="51" y="748"/>
                    <a:pt x="84" y="797"/>
                    <a:pt x="128" y="836"/>
                  </a:cubicBezTo>
                  <a:cubicBezTo>
                    <a:pt x="166" y="883"/>
                    <a:pt x="213" y="918"/>
                    <a:pt x="271" y="940"/>
                  </a:cubicBezTo>
                  <a:cubicBezTo>
                    <a:pt x="328" y="965"/>
                    <a:pt x="387" y="978"/>
                    <a:pt x="447" y="978"/>
                  </a:cubicBezTo>
                  <a:cubicBezTo>
                    <a:pt x="463" y="978"/>
                    <a:pt x="480" y="977"/>
                    <a:pt x="496" y="975"/>
                  </a:cubicBezTo>
                  <a:cubicBezTo>
                    <a:pt x="527" y="972"/>
                    <a:pt x="559" y="961"/>
                    <a:pt x="589" y="955"/>
                  </a:cubicBezTo>
                  <a:cubicBezTo>
                    <a:pt x="679" y="934"/>
                    <a:pt x="739" y="926"/>
                    <a:pt x="815" y="868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8" y="751"/>
                    <a:pt x="985" y="667"/>
                  </a:cubicBezTo>
                  <a:cubicBezTo>
                    <a:pt x="1005" y="632"/>
                    <a:pt x="1015" y="595"/>
                    <a:pt x="1015" y="557"/>
                  </a:cubicBezTo>
                  <a:cubicBezTo>
                    <a:pt x="1026" y="501"/>
                    <a:pt x="1022" y="447"/>
                    <a:pt x="1005" y="395"/>
                  </a:cubicBezTo>
                  <a:cubicBezTo>
                    <a:pt x="998" y="355"/>
                    <a:pt x="984" y="319"/>
                    <a:pt x="964" y="285"/>
                  </a:cubicBezTo>
                  <a:cubicBezTo>
                    <a:pt x="961" y="274"/>
                    <a:pt x="960" y="261"/>
                    <a:pt x="955" y="250"/>
                  </a:cubicBezTo>
                  <a:cubicBezTo>
                    <a:pt x="930" y="185"/>
                    <a:pt x="890" y="130"/>
                    <a:pt x="835" y="85"/>
                  </a:cubicBezTo>
                  <a:cubicBezTo>
                    <a:pt x="781" y="42"/>
                    <a:pt x="719" y="15"/>
                    <a:pt x="649" y="5"/>
                  </a:cubicBezTo>
                  <a:cubicBezTo>
                    <a:pt x="629" y="2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96;p47">
              <a:extLst>
                <a:ext uri="{FF2B5EF4-FFF2-40B4-BE49-F238E27FC236}">
                  <a16:creationId xmlns:a16="http://schemas.microsoft.com/office/drawing/2014/main" id="{E1926F88-2C49-52D5-349C-71B5F7A4FBA9}"/>
                </a:ext>
              </a:extLst>
            </p:cNvPr>
            <p:cNvSpPr/>
            <p:nvPr/>
          </p:nvSpPr>
          <p:spPr>
            <a:xfrm>
              <a:off x="5669129" y="-839679"/>
              <a:ext cx="58212" cy="62735"/>
            </a:xfrm>
            <a:custGeom>
              <a:avLst/>
              <a:gdLst/>
              <a:ahLst/>
              <a:cxnLst/>
              <a:rect l="l" t="t" r="r" b="b"/>
              <a:pathLst>
                <a:path w="875" h="943" extrusionOk="0">
                  <a:moveTo>
                    <a:pt x="441" y="1"/>
                  </a:moveTo>
                  <a:cubicBezTo>
                    <a:pt x="432" y="1"/>
                    <a:pt x="422" y="1"/>
                    <a:pt x="414" y="1"/>
                  </a:cubicBezTo>
                  <a:cubicBezTo>
                    <a:pt x="410" y="1"/>
                    <a:pt x="405" y="1"/>
                    <a:pt x="401" y="2"/>
                  </a:cubicBezTo>
                  <a:cubicBezTo>
                    <a:pt x="400" y="2"/>
                    <a:pt x="398" y="3"/>
                    <a:pt x="397" y="3"/>
                  </a:cubicBezTo>
                  <a:cubicBezTo>
                    <a:pt x="371" y="9"/>
                    <a:pt x="314" y="22"/>
                    <a:pt x="289" y="29"/>
                  </a:cubicBezTo>
                  <a:lnTo>
                    <a:pt x="284" y="31"/>
                  </a:lnTo>
                  <a:cubicBezTo>
                    <a:pt x="266" y="37"/>
                    <a:pt x="249" y="45"/>
                    <a:pt x="234" y="58"/>
                  </a:cubicBezTo>
                  <a:cubicBezTo>
                    <a:pt x="198" y="71"/>
                    <a:pt x="168" y="93"/>
                    <a:pt x="144" y="123"/>
                  </a:cubicBezTo>
                  <a:cubicBezTo>
                    <a:pt x="89" y="175"/>
                    <a:pt x="109" y="150"/>
                    <a:pt x="70" y="214"/>
                  </a:cubicBezTo>
                  <a:cubicBezTo>
                    <a:pt x="58" y="235"/>
                    <a:pt x="46" y="248"/>
                    <a:pt x="39" y="267"/>
                  </a:cubicBezTo>
                  <a:cubicBezTo>
                    <a:pt x="38" y="269"/>
                    <a:pt x="38" y="271"/>
                    <a:pt x="37" y="274"/>
                  </a:cubicBezTo>
                  <a:cubicBezTo>
                    <a:pt x="28" y="306"/>
                    <a:pt x="14" y="352"/>
                    <a:pt x="6" y="383"/>
                  </a:cubicBezTo>
                  <a:cubicBezTo>
                    <a:pt x="5" y="388"/>
                    <a:pt x="4" y="393"/>
                    <a:pt x="4" y="398"/>
                  </a:cubicBezTo>
                  <a:cubicBezTo>
                    <a:pt x="2" y="400"/>
                    <a:pt x="2" y="403"/>
                    <a:pt x="2" y="405"/>
                  </a:cubicBezTo>
                  <a:cubicBezTo>
                    <a:pt x="2" y="406"/>
                    <a:pt x="2" y="407"/>
                    <a:pt x="2" y="408"/>
                  </a:cubicBezTo>
                  <a:cubicBezTo>
                    <a:pt x="1" y="444"/>
                    <a:pt x="1" y="481"/>
                    <a:pt x="0" y="516"/>
                  </a:cubicBezTo>
                  <a:lnTo>
                    <a:pt x="0" y="519"/>
                  </a:lnTo>
                  <a:cubicBezTo>
                    <a:pt x="9" y="554"/>
                    <a:pt x="17" y="589"/>
                    <a:pt x="25" y="624"/>
                  </a:cubicBezTo>
                  <a:cubicBezTo>
                    <a:pt x="25" y="625"/>
                    <a:pt x="27" y="626"/>
                    <a:pt x="27" y="627"/>
                  </a:cubicBezTo>
                  <a:lnTo>
                    <a:pt x="31" y="635"/>
                  </a:lnTo>
                  <a:cubicBezTo>
                    <a:pt x="31" y="639"/>
                    <a:pt x="31" y="642"/>
                    <a:pt x="31" y="645"/>
                  </a:cubicBezTo>
                  <a:cubicBezTo>
                    <a:pt x="34" y="689"/>
                    <a:pt x="47" y="730"/>
                    <a:pt x="70" y="766"/>
                  </a:cubicBezTo>
                  <a:cubicBezTo>
                    <a:pt x="82" y="793"/>
                    <a:pt x="99" y="818"/>
                    <a:pt x="122" y="836"/>
                  </a:cubicBezTo>
                  <a:cubicBezTo>
                    <a:pt x="151" y="872"/>
                    <a:pt x="187" y="898"/>
                    <a:pt x="230" y="915"/>
                  </a:cubicBezTo>
                  <a:cubicBezTo>
                    <a:pt x="258" y="922"/>
                    <a:pt x="285" y="931"/>
                    <a:pt x="313" y="939"/>
                  </a:cubicBezTo>
                  <a:cubicBezTo>
                    <a:pt x="330" y="941"/>
                    <a:pt x="346" y="942"/>
                    <a:pt x="361" y="942"/>
                  </a:cubicBezTo>
                  <a:cubicBezTo>
                    <a:pt x="402" y="942"/>
                    <a:pt x="442" y="935"/>
                    <a:pt x="481" y="920"/>
                  </a:cubicBezTo>
                  <a:cubicBezTo>
                    <a:pt x="517" y="901"/>
                    <a:pt x="555" y="882"/>
                    <a:pt x="589" y="860"/>
                  </a:cubicBezTo>
                  <a:cubicBezTo>
                    <a:pt x="643" y="838"/>
                    <a:pt x="662" y="819"/>
                    <a:pt x="704" y="779"/>
                  </a:cubicBezTo>
                  <a:cubicBezTo>
                    <a:pt x="735" y="756"/>
                    <a:pt x="758" y="727"/>
                    <a:pt x="774" y="692"/>
                  </a:cubicBezTo>
                  <a:cubicBezTo>
                    <a:pt x="777" y="687"/>
                    <a:pt x="779" y="682"/>
                    <a:pt x="782" y="676"/>
                  </a:cubicBezTo>
                  <a:cubicBezTo>
                    <a:pt x="795" y="660"/>
                    <a:pt x="807" y="642"/>
                    <a:pt x="825" y="602"/>
                  </a:cubicBezTo>
                  <a:cubicBezTo>
                    <a:pt x="846" y="555"/>
                    <a:pt x="854" y="516"/>
                    <a:pt x="858" y="475"/>
                  </a:cubicBezTo>
                  <a:cubicBezTo>
                    <a:pt x="858" y="474"/>
                    <a:pt x="858" y="473"/>
                    <a:pt x="858" y="472"/>
                  </a:cubicBezTo>
                  <a:cubicBezTo>
                    <a:pt x="860" y="465"/>
                    <a:pt x="864" y="458"/>
                    <a:pt x="865" y="449"/>
                  </a:cubicBezTo>
                  <a:cubicBezTo>
                    <a:pt x="874" y="382"/>
                    <a:pt x="867" y="316"/>
                    <a:pt x="843" y="252"/>
                  </a:cubicBezTo>
                  <a:cubicBezTo>
                    <a:pt x="818" y="186"/>
                    <a:pt x="778" y="131"/>
                    <a:pt x="723" y="87"/>
                  </a:cubicBezTo>
                  <a:cubicBezTo>
                    <a:pt x="668" y="43"/>
                    <a:pt x="605" y="16"/>
                    <a:pt x="536" y="5"/>
                  </a:cubicBezTo>
                  <a:cubicBezTo>
                    <a:pt x="532" y="4"/>
                    <a:pt x="529" y="3"/>
                    <a:pt x="525" y="3"/>
                  </a:cubicBezTo>
                  <a:lnTo>
                    <a:pt x="521" y="3"/>
                  </a:lnTo>
                  <a:cubicBezTo>
                    <a:pt x="498" y="2"/>
                    <a:pt x="468" y="1"/>
                    <a:pt x="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97;p47">
              <a:extLst>
                <a:ext uri="{FF2B5EF4-FFF2-40B4-BE49-F238E27FC236}">
                  <a16:creationId xmlns:a16="http://schemas.microsoft.com/office/drawing/2014/main" id="{E9179E71-77E1-7026-7A65-A97732ECF2DA}"/>
                </a:ext>
              </a:extLst>
            </p:cNvPr>
            <p:cNvSpPr/>
            <p:nvPr/>
          </p:nvSpPr>
          <p:spPr>
            <a:xfrm>
              <a:off x="5837177" y="-797700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0" y="1"/>
                  </a:moveTo>
                  <a:cubicBezTo>
                    <a:pt x="484" y="1"/>
                    <a:pt x="428" y="13"/>
                    <a:pt x="373" y="36"/>
                  </a:cubicBezTo>
                  <a:lnTo>
                    <a:pt x="245" y="105"/>
                  </a:lnTo>
                  <a:cubicBezTo>
                    <a:pt x="160" y="167"/>
                    <a:pt x="97" y="245"/>
                    <a:pt x="55" y="340"/>
                  </a:cubicBezTo>
                  <a:cubicBezTo>
                    <a:pt x="42" y="388"/>
                    <a:pt x="28" y="435"/>
                    <a:pt x="16" y="482"/>
                  </a:cubicBezTo>
                  <a:cubicBezTo>
                    <a:pt x="1" y="580"/>
                    <a:pt x="11" y="675"/>
                    <a:pt x="46" y="767"/>
                  </a:cubicBezTo>
                  <a:cubicBezTo>
                    <a:pt x="47" y="770"/>
                    <a:pt x="47" y="772"/>
                    <a:pt x="48" y="774"/>
                  </a:cubicBezTo>
                  <a:lnTo>
                    <a:pt x="118" y="903"/>
                  </a:lnTo>
                  <a:cubicBezTo>
                    <a:pt x="120" y="908"/>
                    <a:pt x="123" y="912"/>
                    <a:pt x="125" y="916"/>
                  </a:cubicBezTo>
                  <a:cubicBezTo>
                    <a:pt x="131" y="922"/>
                    <a:pt x="135" y="929"/>
                    <a:pt x="139" y="936"/>
                  </a:cubicBezTo>
                  <a:cubicBezTo>
                    <a:pt x="148" y="951"/>
                    <a:pt x="158" y="965"/>
                    <a:pt x="167" y="980"/>
                  </a:cubicBezTo>
                  <a:cubicBezTo>
                    <a:pt x="186" y="1008"/>
                    <a:pt x="199" y="1019"/>
                    <a:pt x="229" y="1051"/>
                  </a:cubicBezTo>
                  <a:cubicBezTo>
                    <a:pt x="263" y="1087"/>
                    <a:pt x="268" y="1096"/>
                    <a:pt x="298" y="1115"/>
                  </a:cubicBezTo>
                  <a:cubicBezTo>
                    <a:pt x="311" y="1123"/>
                    <a:pt x="324" y="1132"/>
                    <a:pt x="338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3" y="1249"/>
                    <a:pt x="627" y="1251"/>
                    <a:pt x="652" y="1251"/>
                  </a:cubicBezTo>
                  <a:cubicBezTo>
                    <a:pt x="712" y="1251"/>
                    <a:pt x="772" y="1240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2"/>
                    <a:pt x="1116" y="954"/>
                    <a:pt x="1128" y="887"/>
                  </a:cubicBezTo>
                  <a:cubicBezTo>
                    <a:pt x="1136" y="867"/>
                    <a:pt x="1140" y="845"/>
                    <a:pt x="1144" y="823"/>
                  </a:cubicBezTo>
                  <a:cubicBezTo>
                    <a:pt x="1144" y="824"/>
                    <a:pt x="1145" y="824"/>
                    <a:pt x="1146" y="825"/>
                  </a:cubicBezTo>
                  <a:cubicBezTo>
                    <a:pt x="1150" y="810"/>
                    <a:pt x="1153" y="796"/>
                    <a:pt x="1156" y="781"/>
                  </a:cubicBezTo>
                  <a:cubicBezTo>
                    <a:pt x="1158" y="774"/>
                    <a:pt x="1161" y="766"/>
                    <a:pt x="1163" y="758"/>
                  </a:cubicBezTo>
                  <a:cubicBezTo>
                    <a:pt x="1163" y="712"/>
                    <a:pt x="1164" y="665"/>
                    <a:pt x="1165" y="619"/>
                  </a:cubicBezTo>
                  <a:lnTo>
                    <a:pt x="1164" y="613"/>
                  </a:lnTo>
                  <a:cubicBezTo>
                    <a:pt x="1163" y="608"/>
                    <a:pt x="1162" y="603"/>
                    <a:pt x="1161" y="599"/>
                  </a:cubicBezTo>
                  <a:cubicBezTo>
                    <a:pt x="1157" y="582"/>
                    <a:pt x="1154" y="566"/>
                    <a:pt x="1151" y="550"/>
                  </a:cubicBezTo>
                  <a:cubicBezTo>
                    <a:pt x="1149" y="542"/>
                    <a:pt x="1148" y="534"/>
                    <a:pt x="1146" y="527"/>
                  </a:cubicBezTo>
                  <a:cubicBezTo>
                    <a:pt x="1146" y="523"/>
                    <a:pt x="1145" y="517"/>
                    <a:pt x="1144" y="512"/>
                  </a:cubicBezTo>
                  <a:cubicBezTo>
                    <a:pt x="1139" y="488"/>
                    <a:pt x="1132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1" y="290"/>
                    <a:pt x="1040" y="228"/>
                    <a:pt x="984" y="178"/>
                  </a:cubicBezTo>
                  <a:cubicBezTo>
                    <a:pt x="935" y="117"/>
                    <a:pt x="875" y="74"/>
                    <a:pt x="802" y="44"/>
                  </a:cubicBezTo>
                  <a:cubicBezTo>
                    <a:pt x="742" y="16"/>
                    <a:pt x="681" y="2"/>
                    <a:pt x="618" y="2"/>
                  </a:cubicBezTo>
                  <a:cubicBezTo>
                    <a:pt x="608" y="2"/>
                    <a:pt x="597" y="3"/>
                    <a:pt x="587" y="3"/>
                  </a:cubicBezTo>
                  <a:cubicBezTo>
                    <a:pt x="571" y="2"/>
                    <a:pt x="556" y="1"/>
                    <a:pt x="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98;p47">
              <a:extLst>
                <a:ext uri="{FF2B5EF4-FFF2-40B4-BE49-F238E27FC236}">
                  <a16:creationId xmlns:a16="http://schemas.microsoft.com/office/drawing/2014/main" id="{41C87417-93FD-9666-3FBE-89ABC9B122DA}"/>
                </a:ext>
              </a:extLst>
            </p:cNvPr>
            <p:cNvSpPr/>
            <p:nvPr/>
          </p:nvSpPr>
          <p:spPr>
            <a:xfrm>
              <a:off x="5513521" y="-1223809"/>
              <a:ext cx="68191" cy="86619"/>
            </a:xfrm>
            <a:custGeom>
              <a:avLst/>
              <a:gdLst/>
              <a:ahLst/>
              <a:cxnLst/>
              <a:rect l="l" t="t" r="r" b="b"/>
              <a:pathLst>
                <a:path w="1025" h="1302" extrusionOk="0">
                  <a:moveTo>
                    <a:pt x="430" y="0"/>
                  </a:moveTo>
                  <a:lnTo>
                    <a:pt x="430" y="0"/>
                  </a:lnTo>
                  <a:cubicBezTo>
                    <a:pt x="412" y="4"/>
                    <a:pt x="392" y="7"/>
                    <a:pt x="373" y="14"/>
                  </a:cubicBezTo>
                  <a:cubicBezTo>
                    <a:pt x="370" y="15"/>
                    <a:pt x="367" y="17"/>
                    <a:pt x="363" y="18"/>
                  </a:cubicBezTo>
                  <a:cubicBezTo>
                    <a:pt x="324" y="39"/>
                    <a:pt x="284" y="61"/>
                    <a:pt x="244" y="83"/>
                  </a:cubicBezTo>
                  <a:cubicBezTo>
                    <a:pt x="243" y="83"/>
                    <a:pt x="241" y="84"/>
                    <a:pt x="240" y="85"/>
                  </a:cubicBezTo>
                  <a:cubicBezTo>
                    <a:pt x="237" y="87"/>
                    <a:pt x="235" y="89"/>
                    <a:pt x="233" y="91"/>
                  </a:cubicBezTo>
                  <a:cubicBezTo>
                    <a:pt x="215" y="107"/>
                    <a:pt x="198" y="122"/>
                    <a:pt x="181" y="139"/>
                  </a:cubicBezTo>
                  <a:cubicBezTo>
                    <a:pt x="162" y="155"/>
                    <a:pt x="144" y="173"/>
                    <a:pt x="127" y="192"/>
                  </a:cubicBezTo>
                  <a:cubicBezTo>
                    <a:pt x="114" y="211"/>
                    <a:pt x="103" y="231"/>
                    <a:pt x="90" y="251"/>
                  </a:cubicBezTo>
                  <a:cubicBezTo>
                    <a:pt x="61" y="288"/>
                    <a:pt x="42" y="330"/>
                    <a:pt x="36" y="377"/>
                  </a:cubicBezTo>
                  <a:cubicBezTo>
                    <a:pt x="13" y="454"/>
                    <a:pt x="0" y="481"/>
                    <a:pt x="15" y="578"/>
                  </a:cubicBezTo>
                  <a:cubicBezTo>
                    <a:pt x="15" y="579"/>
                    <a:pt x="15" y="580"/>
                    <a:pt x="15" y="582"/>
                  </a:cubicBezTo>
                  <a:cubicBezTo>
                    <a:pt x="18" y="600"/>
                    <a:pt x="40" y="696"/>
                    <a:pt x="46" y="713"/>
                  </a:cubicBezTo>
                  <a:cubicBezTo>
                    <a:pt x="47" y="715"/>
                    <a:pt x="47" y="717"/>
                    <a:pt x="48" y="718"/>
                  </a:cubicBezTo>
                  <a:cubicBezTo>
                    <a:pt x="55" y="735"/>
                    <a:pt x="102" y="823"/>
                    <a:pt x="112" y="837"/>
                  </a:cubicBezTo>
                  <a:cubicBezTo>
                    <a:pt x="123" y="851"/>
                    <a:pt x="135" y="863"/>
                    <a:pt x="148" y="876"/>
                  </a:cubicBezTo>
                  <a:cubicBezTo>
                    <a:pt x="150" y="880"/>
                    <a:pt x="152" y="883"/>
                    <a:pt x="153" y="886"/>
                  </a:cubicBezTo>
                  <a:cubicBezTo>
                    <a:pt x="168" y="914"/>
                    <a:pt x="210" y="1000"/>
                    <a:pt x="227" y="1024"/>
                  </a:cubicBezTo>
                  <a:cubicBezTo>
                    <a:pt x="236" y="1035"/>
                    <a:pt x="326" y="1131"/>
                    <a:pt x="338" y="1141"/>
                  </a:cubicBezTo>
                  <a:cubicBezTo>
                    <a:pt x="360" y="1159"/>
                    <a:pt x="382" y="1168"/>
                    <a:pt x="410" y="1186"/>
                  </a:cubicBezTo>
                  <a:cubicBezTo>
                    <a:pt x="436" y="1200"/>
                    <a:pt x="465" y="1220"/>
                    <a:pt x="493" y="1234"/>
                  </a:cubicBezTo>
                  <a:cubicBezTo>
                    <a:pt x="504" y="1240"/>
                    <a:pt x="515" y="1244"/>
                    <a:pt x="528" y="1248"/>
                  </a:cubicBezTo>
                  <a:cubicBezTo>
                    <a:pt x="578" y="1263"/>
                    <a:pt x="631" y="1281"/>
                    <a:pt x="684" y="1292"/>
                  </a:cubicBezTo>
                  <a:cubicBezTo>
                    <a:pt x="690" y="1294"/>
                    <a:pt x="697" y="1295"/>
                    <a:pt x="704" y="1296"/>
                  </a:cubicBezTo>
                  <a:cubicBezTo>
                    <a:pt x="731" y="1300"/>
                    <a:pt x="758" y="1301"/>
                    <a:pt x="784" y="1301"/>
                  </a:cubicBezTo>
                  <a:cubicBezTo>
                    <a:pt x="852" y="1301"/>
                    <a:pt x="918" y="1289"/>
                    <a:pt x="983" y="1264"/>
                  </a:cubicBezTo>
                  <a:cubicBezTo>
                    <a:pt x="999" y="1260"/>
                    <a:pt x="1011" y="1251"/>
                    <a:pt x="1025" y="1244"/>
                  </a:cubicBezTo>
                  <a:cubicBezTo>
                    <a:pt x="802" y="1166"/>
                    <a:pt x="605" y="1009"/>
                    <a:pt x="490" y="801"/>
                  </a:cubicBezTo>
                  <a:cubicBezTo>
                    <a:pt x="357" y="559"/>
                    <a:pt x="339" y="260"/>
                    <a:pt x="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99;p47">
              <a:extLst>
                <a:ext uri="{FF2B5EF4-FFF2-40B4-BE49-F238E27FC236}">
                  <a16:creationId xmlns:a16="http://schemas.microsoft.com/office/drawing/2014/main" id="{381DCD56-C799-39B2-B50E-36E67BCA91A1}"/>
                </a:ext>
              </a:extLst>
            </p:cNvPr>
            <p:cNvSpPr/>
            <p:nvPr/>
          </p:nvSpPr>
          <p:spPr>
            <a:xfrm>
              <a:off x="5531749" y="-989366"/>
              <a:ext cx="50561" cy="68324"/>
            </a:xfrm>
            <a:custGeom>
              <a:avLst/>
              <a:gdLst/>
              <a:ahLst/>
              <a:cxnLst/>
              <a:rect l="l" t="t" r="r" b="b"/>
              <a:pathLst>
                <a:path w="760" h="1027" extrusionOk="0">
                  <a:moveTo>
                    <a:pt x="561" y="1"/>
                  </a:moveTo>
                  <a:lnTo>
                    <a:pt x="561" y="1"/>
                  </a:lnTo>
                  <a:cubicBezTo>
                    <a:pt x="542" y="6"/>
                    <a:pt x="521" y="9"/>
                    <a:pt x="501" y="16"/>
                  </a:cubicBezTo>
                  <a:cubicBezTo>
                    <a:pt x="454" y="32"/>
                    <a:pt x="419" y="55"/>
                    <a:pt x="386" y="84"/>
                  </a:cubicBezTo>
                  <a:cubicBezTo>
                    <a:pt x="361" y="89"/>
                    <a:pt x="337" y="92"/>
                    <a:pt x="313" y="101"/>
                  </a:cubicBezTo>
                  <a:cubicBezTo>
                    <a:pt x="233" y="132"/>
                    <a:pt x="166" y="181"/>
                    <a:pt x="111" y="248"/>
                  </a:cubicBezTo>
                  <a:cubicBezTo>
                    <a:pt x="89" y="285"/>
                    <a:pt x="67" y="321"/>
                    <a:pt x="45" y="358"/>
                  </a:cubicBezTo>
                  <a:cubicBezTo>
                    <a:pt x="12" y="435"/>
                    <a:pt x="0" y="516"/>
                    <a:pt x="9" y="600"/>
                  </a:cubicBezTo>
                  <a:cubicBezTo>
                    <a:pt x="14" y="663"/>
                    <a:pt x="33" y="721"/>
                    <a:pt x="67" y="773"/>
                  </a:cubicBezTo>
                  <a:cubicBezTo>
                    <a:pt x="93" y="832"/>
                    <a:pt x="132" y="881"/>
                    <a:pt x="185" y="921"/>
                  </a:cubicBezTo>
                  <a:cubicBezTo>
                    <a:pt x="253" y="974"/>
                    <a:pt x="328" y="1008"/>
                    <a:pt x="414" y="1021"/>
                  </a:cubicBezTo>
                  <a:cubicBezTo>
                    <a:pt x="437" y="1025"/>
                    <a:pt x="459" y="1026"/>
                    <a:pt x="482" y="1026"/>
                  </a:cubicBezTo>
                  <a:cubicBezTo>
                    <a:pt x="541" y="1026"/>
                    <a:pt x="599" y="1015"/>
                    <a:pt x="656" y="994"/>
                  </a:cubicBezTo>
                  <a:cubicBezTo>
                    <a:pt x="685" y="986"/>
                    <a:pt x="714" y="969"/>
                    <a:pt x="742" y="951"/>
                  </a:cubicBezTo>
                  <a:cubicBezTo>
                    <a:pt x="749" y="948"/>
                    <a:pt x="753" y="944"/>
                    <a:pt x="759" y="941"/>
                  </a:cubicBezTo>
                  <a:cubicBezTo>
                    <a:pt x="651" y="905"/>
                    <a:pt x="553" y="852"/>
                    <a:pt x="483" y="764"/>
                  </a:cubicBezTo>
                  <a:cubicBezTo>
                    <a:pt x="365" y="615"/>
                    <a:pt x="360" y="399"/>
                    <a:pt x="431" y="221"/>
                  </a:cubicBezTo>
                  <a:cubicBezTo>
                    <a:pt x="463" y="141"/>
                    <a:pt x="508" y="69"/>
                    <a:pt x="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00;p47">
              <a:extLst>
                <a:ext uri="{FF2B5EF4-FFF2-40B4-BE49-F238E27FC236}">
                  <a16:creationId xmlns:a16="http://schemas.microsoft.com/office/drawing/2014/main" id="{8ED8EE25-41AF-958D-429F-8C705FD3390F}"/>
                </a:ext>
              </a:extLst>
            </p:cNvPr>
            <p:cNvSpPr/>
            <p:nvPr/>
          </p:nvSpPr>
          <p:spPr>
            <a:xfrm>
              <a:off x="5669129" y="-838747"/>
              <a:ext cx="36191" cy="61804"/>
            </a:xfrm>
            <a:custGeom>
              <a:avLst/>
              <a:gdLst/>
              <a:ahLst/>
              <a:cxnLst/>
              <a:rect l="l" t="t" r="r" b="b"/>
              <a:pathLst>
                <a:path w="544" h="929" extrusionOk="0">
                  <a:moveTo>
                    <a:pt x="343" y="1"/>
                  </a:moveTo>
                  <a:cubicBezTo>
                    <a:pt x="323" y="6"/>
                    <a:pt x="302" y="11"/>
                    <a:pt x="289" y="15"/>
                  </a:cubicBezTo>
                  <a:lnTo>
                    <a:pt x="284" y="17"/>
                  </a:lnTo>
                  <a:cubicBezTo>
                    <a:pt x="266" y="23"/>
                    <a:pt x="249" y="31"/>
                    <a:pt x="234" y="44"/>
                  </a:cubicBezTo>
                  <a:cubicBezTo>
                    <a:pt x="198" y="57"/>
                    <a:pt x="168" y="79"/>
                    <a:pt x="144" y="109"/>
                  </a:cubicBezTo>
                  <a:cubicBezTo>
                    <a:pt x="89" y="161"/>
                    <a:pt x="109" y="136"/>
                    <a:pt x="70" y="200"/>
                  </a:cubicBezTo>
                  <a:cubicBezTo>
                    <a:pt x="58" y="221"/>
                    <a:pt x="46" y="234"/>
                    <a:pt x="39" y="253"/>
                  </a:cubicBezTo>
                  <a:cubicBezTo>
                    <a:pt x="38" y="255"/>
                    <a:pt x="38" y="257"/>
                    <a:pt x="37" y="260"/>
                  </a:cubicBezTo>
                  <a:cubicBezTo>
                    <a:pt x="28" y="292"/>
                    <a:pt x="14" y="338"/>
                    <a:pt x="6" y="369"/>
                  </a:cubicBezTo>
                  <a:cubicBezTo>
                    <a:pt x="5" y="374"/>
                    <a:pt x="4" y="379"/>
                    <a:pt x="4" y="384"/>
                  </a:cubicBezTo>
                  <a:cubicBezTo>
                    <a:pt x="4" y="386"/>
                    <a:pt x="2" y="389"/>
                    <a:pt x="2" y="391"/>
                  </a:cubicBezTo>
                  <a:cubicBezTo>
                    <a:pt x="2" y="392"/>
                    <a:pt x="2" y="393"/>
                    <a:pt x="2" y="394"/>
                  </a:cubicBezTo>
                  <a:cubicBezTo>
                    <a:pt x="2" y="430"/>
                    <a:pt x="1" y="467"/>
                    <a:pt x="0" y="502"/>
                  </a:cubicBezTo>
                  <a:lnTo>
                    <a:pt x="0" y="505"/>
                  </a:lnTo>
                  <a:cubicBezTo>
                    <a:pt x="9" y="540"/>
                    <a:pt x="17" y="575"/>
                    <a:pt x="25" y="610"/>
                  </a:cubicBezTo>
                  <a:cubicBezTo>
                    <a:pt x="25" y="611"/>
                    <a:pt x="27" y="612"/>
                    <a:pt x="27" y="613"/>
                  </a:cubicBezTo>
                  <a:lnTo>
                    <a:pt x="31" y="621"/>
                  </a:lnTo>
                  <a:cubicBezTo>
                    <a:pt x="31" y="625"/>
                    <a:pt x="31" y="628"/>
                    <a:pt x="31" y="631"/>
                  </a:cubicBezTo>
                  <a:cubicBezTo>
                    <a:pt x="34" y="675"/>
                    <a:pt x="47" y="716"/>
                    <a:pt x="72" y="752"/>
                  </a:cubicBezTo>
                  <a:cubicBezTo>
                    <a:pt x="82" y="779"/>
                    <a:pt x="99" y="804"/>
                    <a:pt x="123" y="822"/>
                  </a:cubicBezTo>
                  <a:cubicBezTo>
                    <a:pt x="151" y="858"/>
                    <a:pt x="187" y="884"/>
                    <a:pt x="230" y="901"/>
                  </a:cubicBezTo>
                  <a:cubicBezTo>
                    <a:pt x="258" y="908"/>
                    <a:pt x="285" y="917"/>
                    <a:pt x="313" y="925"/>
                  </a:cubicBezTo>
                  <a:cubicBezTo>
                    <a:pt x="330" y="927"/>
                    <a:pt x="346" y="928"/>
                    <a:pt x="361" y="928"/>
                  </a:cubicBezTo>
                  <a:cubicBezTo>
                    <a:pt x="402" y="928"/>
                    <a:pt x="442" y="921"/>
                    <a:pt x="481" y="906"/>
                  </a:cubicBezTo>
                  <a:cubicBezTo>
                    <a:pt x="502" y="896"/>
                    <a:pt x="523" y="883"/>
                    <a:pt x="544" y="872"/>
                  </a:cubicBezTo>
                  <a:cubicBezTo>
                    <a:pt x="439" y="820"/>
                    <a:pt x="351" y="724"/>
                    <a:pt x="308" y="613"/>
                  </a:cubicBezTo>
                  <a:cubicBezTo>
                    <a:pt x="240" y="435"/>
                    <a:pt x="266" y="234"/>
                    <a:pt x="324" y="52"/>
                  </a:cubicBezTo>
                  <a:cubicBezTo>
                    <a:pt x="330" y="35"/>
                    <a:pt x="336" y="19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01;p47">
              <a:extLst>
                <a:ext uri="{FF2B5EF4-FFF2-40B4-BE49-F238E27FC236}">
                  <a16:creationId xmlns:a16="http://schemas.microsoft.com/office/drawing/2014/main" id="{58495FFB-DE94-BAB8-F8C1-FC63B4CA575A}"/>
                </a:ext>
              </a:extLst>
            </p:cNvPr>
            <p:cNvSpPr/>
            <p:nvPr/>
          </p:nvSpPr>
          <p:spPr>
            <a:xfrm>
              <a:off x="5837177" y="-795638"/>
              <a:ext cx="62868" cy="81230"/>
            </a:xfrm>
            <a:custGeom>
              <a:avLst/>
              <a:gdLst/>
              <a:ahLst/>
              <a:cxnLst/>
              <a:rect l="l" t="t" r="r" b="b"/>
              <a:pathLst>
                <a:path w="945" h="1221" extrusionOk="0">
                  <a:moveTo>
                    <a:pt x="389" y="1"/>
                  </a:moveTo>
                  <a:cubicBezTo>
                    <a:pt x="384" y="2"/>
                    <a:pt x="379" y="3"/>
                    <a:pt x="373" y="5"/>
                  </a:cubicBezTo>
                  <a:lnTo>
                    <a:pt x="244" y="75"/>
                  </a:lnTo>
                  <a:cubicBezTo>
                    <a:pt x="160" y="136"/>
                    <a:pt x="97" y="214"/>
                    <a:pt x="55" y="309"/>
                  </a:cubicBezTo>
                  <a:cubicBezTo>
                    <a:pt x="42" y="357"/>
                    <a:pt x="28" y="404"/>
                    <a:pt x="14" y="451"/>
                  </a:cubicBezTo>
                  <a:cubicBezTo>
                    <a:pt x="1" y="549"/>
                    <a:pt x="11" y="644"/>
                    <a:pt x="46" y="737"/>
                  </a:cubicBezTo>
                  <a:cubicBezTo>
                    <a:pt x="47" y="740"/>
                    <a:pt x="47" y="741"/>
                    <a:pt x="48" y="743"/>
                  </a:cubicBezTo>
                  <a:lnTo>
                    <a:pt x="117" y="872"/>
                  </a:lnTo>
                  <a:cubicBezTo>
                    <a:pt x="120" y="877"/>
                    <a:pt x="123" y="881"/>
                    <a:pt x="125" y="885"/>
                  </a:cubicBezTo>
                  <a:cubicBezTo>
                    <a:pt x="130" y="891"/>
                    <a:pt x="134" y="898"/>
                    <a:pt x="138" y="905"/>
                  </a:cubicBezTo>
                  <a:cubicBezTo>
                    <a:pt x="147" y="920"/>
                    <a:pt x="158" y="934"/>
                    <a:pt x="167" y="949"/>
                  </a:cubicBezTo>
                  <a:cubicBezTo>
                    <a:pt x="185" y="978"/>
                    <a:pt x="199" y="989"/>
                    <a:pt x="229" y="1020"/>
                  </a:cubicBezTo>
                  <a:cubicBezTo>
                    <a:pt x="263" y="1056"/>
                    <a:pt x="268" y="1065"/>
                    <a:pt x="297" y="1084"/>
                  </a:cubicBezTo>
                  <a:cubicBezTo>
                    <a:pt x="311" y="1092"/>
                    <a:pt x="324" y="1102"/>
                    <a:pt x="338" y="1110"/>
                  </a:cubicBezTo>
                  <a:cubicBezTo>
                    <a:pt x="408" y="1167"/>
                    <a:pt x="489" y="1201"/>
                    <a:pt x="578" y="1215"/>
                  </a:cubicBezTo>
                  <a:cubicBezTo>
                    <a:pt x="602" y="1218"/>
                    <a:pt x="627" y="1220"/>
                    <a:pt x="651" y="1220"/>
                  </a:cubicBezTo>
                  <a:cubicBezTo>
                    <a:pt x="712" y="1220"/>
                    <a:pt x="772" y="1209"/>
                    <a:pt x="830" y="1188"/>
                  </a:cubicBezTo>
                  <a:cubicBezTo>
                    <a:pt x="872" y="1171"/>
                    <a:pt x="909" y="1151"/>
                    <a:pt x="945" y="1125"/>
                  </a:cubicBezTo>
                  <a:cubicBezTo>
                    <a:pt x="861" y="1084"/>
                    <a:pt x="781" y="1039"/>
                    <a:pt x="705" y="984"/>
                  </a:cubicBezTo>
                  <a:cubicBezTo>
                    <a:pt x="519" y="849"/>
                    <a:pt x="363" y="657"/>
                    <a:pt x="318" y="431"/>
                  </a:cubicBezTo>
                  <a:cubicBezTo>
                    <a:pt x="290" y="285"/>
                    <a:pt x="315" y="127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02;p47">
              <a:extLst>
                <a:ext uri="{FF2B5EF4-FFF2-40B4-BE49-F238E27FC236}">
                  <a16:creationId xmlns:a16="http://schemas.microsoft.com/office/drawing/2014/main" id="{6763EDBE-873B-4354-CB12-6B62376800AD}"/>
                </a:ext>
              </a:extLst>
            </p:cNvPr>
            <p:cNvSpPr/>
            <p:nvPr/>
          </p:nvSpPr>
          <p:spPr>
            <a:xfrm>
              <a:off x="6005957" y="-862232"/>
              <a:ext cx="78636" cy="77638"/>
            </a:xfrm>
            <a:custGeom>
              <a:avLst/>
              <a:gdLst/>
              <a:ahLst/>
              <a:cxnLst/>
              <a:rect l="l" t="t" r="r" b="b"/>
              <a:pathLst>
                <a:path w="1182" h="1167" extrusionOk="0">
                  <a:moveTo>
                    <a:pt x="471" y="0"/>
                  </a:moveTo>
                  <a:cubicBezTo>
                    <a:pt x="457" y="4"/>
                    <a:pt x="443" y="6"/>
                    <a:pt x="429" y="11"/>
                  </a:cubicBezTo>
                  <a:cubicBezTo>
                    <a:pt x="422" y="13"/>
                    <a:pt x="413" y="16"/>
                    <a:pt x="406" y="19"/>
                  </a:cubicBezTo>
                  <a:cubicBezTo>
                    <a:pt x="381" y="29"/>
                    <a:pt x="359" y="43"/>
                    <a:pt x="334" y="57"/>
                  </a:cubicBezTo>
                  <a:cubicBezTo>
                    <a:pt x="305" y="72"/>
                    <a:pt x="287" y="80"/>
                    <a:pt x="265" y="95"/>
                  </a:cubicBezTo>
                  <a:cubicBezTo>
                    <a:pt x="250" y="105"/>
                    <a:pt x="236" y="115"/>
                    <a:pt x="224" y="127"/>
                  </a:cubicBezTo>
                  <a:cubicBezTo>
                    <a:pt x="145" y="184"/>
                    <a:pt x="87" y="258"/>
                    <a:pt x="47" y="346"/>
                  </a:cubicBezTo>
                  <a:cubicBezTo>
                    <a:pt x="17" y="410"/>
                    <a:pt x="4" y="477"/>
                    <a:pt x="8" y="546"/>
                  </a:cubicBezTo>
                  <a:cubicBezTo>
                    <a:pt x="1" y="614"/>
                    <a:pt x="11" y="681"/>
                    <a:pt x="39" y="746"/>
                  </a:cubicBezTo>
                  <a:cubicBezTo>
                    <a:pt x="73" y="835"/>
                    <a:pt x="127" y="910"/>
                    <a:pt x="202" y="970"/>
                  </a:cubicBezTo>
                  <a:cubicBezTo>
                    <a:pt x="216" y="984"/>
                    <a:pt x="232" y="995"/>
                    <a:pt x="249" y="1007"/>
                  </a:cubicBezTo>
                  <a:cubicBezTo>
                    <a:pt x="294" y="1036"/>
                    <a:pt x="341" y="1063"/>
                    <a:pt x="387" y="1091"/>
                  </a:cubicBezTo>
                  <a:cubicBezTo>
                    <a:pt x="396" y="1096"/>
                    <a:pt x="406" y="1100"/>
                    <a:pt x="414" y="1104"/>
                  </a:cubicBezTo>
                  <a:cubicBezTo>
                    <a:pt x="452" y="1122"/>
                    <a:pt x="491" y="1132"/>
                    <a:pt x="530" y="1143"/>
                  </a:cubicBezTo>
                  <a:cubicBezTo>
                    <a:pt x="597" y="1162"/>
                    <a:pt x="605" y="1167"/>
                    <a:pt x="648" y="1167"/>
                  </a:cubicBezTo>
                  <a:cubicBezTo>
                    <a:pt x="667" y="1167"/>
                    <a:pt x="691" y="1166"/>
                    <a:pt x="729" y="1165"/>
                  </a:cubicBezTo>
                  <a:lnTo>
                    <a:pt x="740" y="1165"/>
                  </a:lnTo>
                  <a:cubicBezTo>
                    <a:pt x="749" y="1164"/>
                    <a:pt x="759" y="1164"/>
                    <a:pt x="768" y="1163"/>
                  </a:cubicBezTo>
                  <a:cubicBezTo>
                    <a:pt x="823" y="1157"/>
                    <a:pt x="877" y="1140"/>
                    <a:pt x="930" y="1126"/>
                  </a:cubicBezTo>
                  <a:cubicBezTo>
                    <a:pt x="940" y="1124"/>
                    <a:pt x="948" y="1122"/>
                    <a:pt x="957" y="1119"/>
                  </a:cubicBezTo>
                  <a:cubicBezTo>
                    <a:pt x="961" y="1118"/>
                    <a:pt x="964" y="1117"/>
                    <a:pt x="968" y="1116"/>
                  </a:cubicBezTo>
                  <a:cubicBezTo>
                    <a:pt x="988" y="1108"/>
                    <a:pt x="1007" y="1099"/>
                    <a:pt x="1023" y="1086"/>
                  </a:cubicBezTo>
                  <a:cubicBezTo>
                    <a:pt x="1044" y="1081"/>
                    <a:pt x="1061" y="1071"/>
                    <a:pt x="1076" y="1057"/>
                  </a:cubicBezTo>
                  <a:cubicBezTo>
                    <a:pt x="1118" y="1029"/>
                    <a:pt x="1152" y="992"/>
                    <a:pt x="1181" y="952"/>
                  </a:cubicBezTo>
                  <a:lnTo>
                    <a:pt x="1181" y="952"/>
                  </a:lnTo>
                  <a:cubicBezTo>
                    <a:pt x="1157" y="955"/>
                    <a:pt x="1133" y="956"/>
                    <a:pt x="1108" y="956"/>
                  </a:cubicBezTo>
                  <a:cubicBezTo>
                    <a:pt x="880" y="956"/>
                    <a:pt x="652" y="860"/>
                    <a:pt x="516" y="676"/>
                  </a:cubicBezTo>
                  <a:cubicBezTo>
                    <a:pt x="374" y="484"/>
                    <a:pt x="365" y="209"/>
                    <a:pt x="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03;p47">
              <a:extLst>
                <a:ext uri="{FF2B5EF4-FFF2-40B4-BE49-F238E27FC236}">
                  <a16:creationId xmlns:a16="http://schemas.microsoft.com/office/drawing/2014/main" id="{A2B20F6D-DD21-C406-05D2-795658FBD69C}"/>
                </a:ext>
              </a:extLst>
            </p:cNvPr>
            <p:cNvSpPr/>
            <p:nvPr/>
          </p:nvSpPr>
          <p:spPr>
            <a:xfrm>
              <a:off x="5952669" y="-1038530"/>
              <a:ext cx="52756" cy="71517"/>
            </a:xfrm>
            <a:custGeom>
              <a:avLst/>
              <a:gdLst/>
              <a:ahLst/>
              <a:cxnLst/>
              <a:rect l="l" t="t" r="r" b="b"/>
              <a:pathLst>
                <a:path w="793" h="1075" extrusionOk="0">
                  <a:moveTo>
                    <a:pt x="358" y="0"/>
                  </a:moveTo>
                  <a:lnTo>
                    <a:pt x="358" y="0"/>
                  </a:lnTo>
                  <a:cubicBezTo>
                    <a:pt x="353" y="2"/>
                    <a:pt x="348" y="3"/>
                    <a:pt x="343" y="6"/>
                  </a:cubicBezTo>
                  <a:cubicBezTo>
                    <a:pt x="304" y="27"/>
                    <a:pt x="264" y="49"/>
                    <a:pt x="224" y="70"/>
                  </a:cubicBezTo>
                  <a:cubicBezTo>
                    <a:pt x="163" y="111"/>
                    <a:pt x="117" y="162"/>
                    <a:pt x="86" y="226"/>
                  </a:cubicBezTo>
                  <a:cubicBezTo>
                    <a:pt x="57" y="264"/>
                    <a:pt x="39" y="305"/>
                    <a:pt x="32" y="352"/>
                  </a:cubicBezTo>
                  <a:cubicBezTo>
                    <a:pt x="7" y="416"/>
                    <a:pt x="0" y="481"/>
                    <a:pt x="11" y="551"/>
                  </a:cubicBezTo>
                  <a:cubicBezTo>
                    <a:pt x="21" y="593"/>
                    <a:pt x="32" y="636"/>
                    <a:pt x="42" y="680"/>
                  </a:cubicBezTo>
                  <a:cubicBezTo>
                    <a:pt x="76" y="767"/>
                    <a:pt x="129" y="840"/>
                    <a:pt x="202" y="900"/>
                  </a:cubicBezTo>
                  <a:cubicBezTo>
                    <a:pt x="247" y="942"/>
                    <a:pt x="309" y="971"/>
                    <a:pt x="362" y="1000"/>
                  </a:cubicBezTo>
                  <a:cubicBezTo>
                    <a:pt x="378" y="1008"/>
                    <a:pt x="394" y="1014"/>
                    <a:pt x="411" y="1020"/>
                  </a:cubicBezTo>
                  <a:cubicBezTo>
                    <a:pt x="486" y="1045"/>
                    <a:pt x="560" y="1070"/>
                    <a:pt x="638" y="1072"/>
                  </a:cubicBezTo>
                  <a:cubicBezTo>
                    <a:pt x="668" y="1073"/>
                    <a:pt x="702" y="1075"/>
                    <a:pt x="736" y="1075"/>
                  </a:cubicBezTo>
                  <a:cubicBezTo>
                    <a:pt x="755" y="1075"/>
                    <a:pt x="774" y="1074"/>
                    <a:pt x="792" y="1073"/>
                  </a:cubicBezTo>
                  <a:cubicBezTo>
                    <a:pt x="776" y="1065"/>
                    <a:pt x="759" y="1060"/>
                    <a:pt x="743" y="1053"/>
                  </a:cubicBezTo>
                  <a:cubicBezTo>
                    <a:pt x="523" y="943"/>
                    <a:pt x="333" y="754"/>
                    <a:pt x="268" y="516"/>
                  </a:cubicBezTo>
                  <a:cubicBezTo>
                    <a:pt x="221" y="342"/>
                    <a:pt x="254" y="144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04;p47">
              <a:extLst>
                <a:ext uri="{FF2B5EF4-FFF2-40B4-BE49-F238E27FC236}">
                  <a16:creationId xmlns:a16="http://schemas.microsoft.com/office/drawing/2014/main" id="{423EFC38-A0DF-EF4D-77FC-28909216BBFB}"/>
                </a:ext>
              </a:extLst>
            </p:cNvPr>
            <p:cNvSpPr/>
            <p:nvPr/>
          </p:nvSpPr>
          <p:spPr>
            <a:xfrm>
              <a:off x="5768454" y="-941067"/>
              <a:ext cx="34860" cy="59476"/>
            </a:xfrm>
            <a:custGeom>
              <a:avLst/>
              <a:gdLst/>
              <a:ahLst/>
              <a:cxnLst/>
              <a:rect l="l" t="t" r="r" b="b"/>
              <a:pathLst>
                <a:path w="524" h="894" extrusionOk="0">
                  <a:moveTo>
                    <a:pt x="342" y="0"/>
                  </a:moveTo>
                  <a:lnTo>
                    <a:pt x="342" y="0"/>
                  </a:lnTo>
                  <a:cubicBezTo>
                    <a:pt x="339" y="2"/>
                    <a:pt x="336" y="3"/>
                    <a:pt x="333" y="6"/>
                  </a:cubicBezTo>
                  <a:cubicBezTo>
                    <a:pt x="321" y="12"/>
                    <a:pt x="311" y="19"/>
                    <a:pt x="299" y="28"/>
                  </a:cubicBezTo>
                  <a:cubicBezTo>
                    <a:pt x="298" y="29"/>
                    <a:pt x="298" y="30"/>
                    <a:pt x="297" y="30"/>
                  </a:cubicBezTo>
                  <a:cubicBezTo>
                    <a:pt x="294" y="31"/>
                    <a:pt x="292" y="31"/>
                    <a:pt x="289" y="32"/>
                  </a:cubicBezTo>
                  <a:cubicBezTo>
                    <a:pt x="255" y="51"/>
                    <a:pt x="222" y="68"/>
                    <a:pt x="187" y="87"/>
                  </a:cubicBezTo>
                  <a:cubicBezTo>
                    <a:pt x="121" y="135"/>
                    <a:pt x="72" y="197"/>
                    <a:pt x="40" y="271"/>
                  </a:cubicBezTo>
                  <a:cubicBezTo>
                    <a:pt x="13" y="326"/>
                    <a:pt x="3" y="381"/>
                    <a:pt x="6" y="440"/>
                  </a:cubicBezTo>
                  <a:cubicBezTo>
                    <a:pt x="1" y="497"/>
                    <a:pt x="9" y="553"/>
                    <a:pt x="32" y="607"/>
                  </a:cubicBezTo>
                  <a:cubicBezTo>
                    <a:pt x="51" y="665"/>
                    <a:pt x="84" y="713"/>
                    <a:pt x="128" y="752"/>
                  </a:cubicBezTo>
                  <a:cubicBezTo>
                    <a:pt x="165" y="799"/>
                    <a:pt x="213" y="834"/>
                    <a:pt x="271" y="857"/>
                  </a:cubicBezTo>
                  <a:cubicBezTo>
                    <a:pt x="328" y="881"/>
                    <a:pt x="387" y="894"/>
                    <a:pt x="447" y="894"/>
                  </a:cubicBezTo>
                  <a:cubicBezTo>
                    <a:pt x="463" y="894"/>
                    <a:pt x="480" y="893"/>
                    <a:pt x="496" y="891"/>
                  </a:cubicBezTo>
                  <a:cubicBezTo>
                    <a:pt x="505" y="890"/>
                    <a:pt x="515" y="887"/>
                    <a:pt x="523" y="885"/>
                  </a:cubicBezTo>
                  <a:cubicBezTo>
                    <a:pt x="472" y="846"/>
                    <a:pt x="425" y="802"/>
                    <a:pt x="384" y="751"/>
                  </a:cubicBezTo>
                  <a:cubicBezTo>
                    <a:pt x="233" y="563"/>
                    <a:pt x="180" y="286"/>
                    <a:pt x="294" y="73"/>
                  </a:cubicBezTo>
                  <a:cubicBezTo>
                    <a:pt x="308" y="47"/>
                    <a:pt x="324" y="24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05;p47">
              <a:extLst>
                <a:ext uri="{FF2B5EF4-FFF2-40B4-BE49-F238E27FC236}">
                  <a16:creationId xmlns:a16="http://schemas.microsoft.com/office/drawing/2014/main" id="{FD280DB8-4422-BBE6-5DB5-960E7AB01EBF}"/>
                </a:ext>
              </a:extLst>
            </p:cNvPr>
            <p:cNvSpPr/>
            <p:nvPr/>
          </p:nvSpPr>
          <p:spPr>
            <a:xfrm>
              <a:off x="5695873" y="-1135394"/>
              <a:ext cx="58677" cy="86619"/>
            </a:xfrm>
            <a:custGeom>
              <a:avLst/>
              <a:gdLst/>
              <a:ahLst/>
              <a:cxnLst/>
              <a:rect l="l" t="t" r="r" b="b"/>
              <a:pathLst>
                <a:path w="882" h="1302" extrusionOk="0">
                  <a:moveTo>
                    <a:pt x="491" y="0"/>
                  </a:moveTo>
                  <a:lnTo>
                    <a:pt x="491" y="0"/>
                  </a:lnTo>
                  <a:cubicBezTo>
                    <a:pt x="416" y="13"/>
                    <a:pt x="346" y="43"/>
                    <a:pt x="284" y="91"/>
                  </a:cubicBezTo>
                  <a:cubicBezTo>
                    <a:pt x="283" y="92"/>
                    <a:pt x="282" y="92"/>
                    <a:pt x="282" y="93"/>
                  </a:cubicBezTo>
                  <a:lnTo>
                    <a:pt x="162" y="206"/>
                  </a:lnTo>
                  <a:cubicBezTo>
                    <a:pt x="160" y="208"/>
                    <a:pt x="158" y="211"/>
                    <a:pt x="157" y="213"/>
                  </a:cubicBezTo>
                  <a:cubicBezTo>
                    <a:pt x="138" y="236"/>
                    <a:pt x="115" y="280"/>
                    <a:pt x="108" y="293"/>
                  </a:cubicBezTo>
                  <a:cubicBezTo>
                    <a:pt x="92" y="318"/>
                    <a:pt x="71" y="347"/>
                    <a:pt x="59" y="375"/>
                  </a:cubicBezTo>
                  <a:cubicBezTo>
                    <a:pt x="44" y="427"/>
                    <a:pt x="30" y="479"/>
                    <a:pt x="15" y="530"/>
                  </a:cubicBezTo>
                  <a:cubicBezTo>
                    <a:pt x="15" y="531"/>
                    <a:pt x="15" y="532"/>
                    <a:pt x="15" y="533"/>
                  </a:cubicBezTo>
                  <a:cubicBezTo>
                    <a:pt x="0" y="614"/>
                    <a:pt x="5" y="692"/>
                    <a:pt x="31" y="768"/>
                  </a:cubicBezTo>
                  <a:cubicBezTo>
                    <a:pt x="36" y="795"/>
                    <a:pt x="43" y="821"/>
                    <a:pt x="49" y="847"/>
                  </a:cubicBezTo>
                  <a:cubicBezTo>
                    <a:pt x="50" y="851"/>
                    <a:pt x="52" y="855"/>
                    <a:pt x="54" y="858"/>
                  </a:cubicBezTo>
                  <a:cubicBezTo>
                    <a:pt x="54" y="861"/>
                    <a:pt x="55" y="863"/>
                    <a:pt x="56" y="864"/>
                  </a:cubicBezTo>
                  <a:lnTo>
                    <a:pt x="57" y="867"/>
                  </a:lnTo>
                  <a:cubicBezTo>
                    <a:pt x="82" y="913"/>
                    <a:pt x="107" y="960"/>
                    <a:pt x="132" y="1006"/>
                  </a:cubicBezTo>
                  <a:cubicBezTo>
                    <a:pt x="161" y="1054"/>
                    <a:pt x="247" y="1132"/>
                    <a:pt x="258" y="1141"/>
                  </a:cubicBezTo>
                  <a:cubicBezTo>
                    <a:pt x="263" y="1147"/>
                    <a:pt x="269" y="1153"/>
                    <a:pt x="276" y="1157"/>
                  </a:cubicBezTo>
                  <a:cubicBezTo>
                    <a:pt x="299" y="1172"/>
                    <a:pt x="333" y="1191"/>
                    <a:pt x="348" y="1201"/>
                  </a:cubicBezTo>
                  <a:cubicBezTo>
                    <a:pt x="364" y="1210"/>
                    <a:pt x="396" y="1231"/>
                    <a:pt x="420" y="1244"/>
                  </a:cubicBezTo>
                  <a:cubicBezTo>
                    <a:pt x="424" y="1246"/>
                    <a:pt x="427" y="1248"/>
                    <a:pt x="430" y="1249"/>
                  </a:cubicBezTo>
                  <a:cubicBezTo>
                    <a:pt x="435" y="1251"/>
                    <a:pt x="439" y="1252"/>
                    <a:pt x="443" y="1253"/>
                  </a:cubicBezTo>
                  <a:cubicBezTo>
                    <a:pt x="476" y="1263"/>
                    <a:pt x="556" y="1288"/>
                    <a:pt x="591" y="1295"/>
                  </a:cubicBezTo>
                  <a:cubicBezTo>
                    <a:pt x="593" y="1296"/>
                    <a:pt x="595" y="1296"/>
                    <a:pt x="598" y="1297"/>
                  </a:cubicBezTo>
                  <a:cubicBezTo>
                    <a:pt x="601" y="1298"/>
                    <a:pt x="605" y="1298"/>
                    <a:pt x="609" y="1298"/>
                  </a:cubicBezTo>
                  <a:cubicBezTo>
                    <a:pt x="613" y="1299"/>
                    <a:pt x="617" y="1299"/>
                    <a:pt x="621" y="1299"/>
                  </a:cubicBezTo>
                  <a:lnTo>
                    <a:pt x="621" y="1299"/>
                  </a:lnTo>
                  <a:cubicBezTo>
                    <a:pt x="639" y="1300"/>
                    <a:pt x="656" y="1301"/>
                    <a:pt x="674" y="1301"/>
                  </a:cubicBezTo>
                  <a:cubicBezTo>
                    <a:pt x="682" y="1301"/>
                    <a:pt x="689" y="1300"/>
                    <a:pt x="696" y="1300"/>
                  </a:cubicBezTo>
                  <a:lnTo>
                    <a:pt x="699" y="1300"/>
                  </a:lnTo>
                  <a:cubicBezTo>
                    <a:pt x="700" y="1300"/>
                    <a:pt x="701" y="1300"/>
                    <a:pt x="701" y="1300"/>
                  </a:cubicBezTo>
                  <a:lnTo>
                    <a:pt x="701" y="1300"/>
                  </a:lnTo>
                  <a:cubicBezTo>
                    <a:pt x="713" y="1301"/>
                    <a:pt x="725" y="1302"/>
                    <a:pt x="737" y="1302"/>
                  </a:cubicBezTo>
                  <a:cubicBezTo>
                    <a:pt x="744" y="1302"/>
                    <a:pt x="752" y="1302"/>
                    <a:pt x="760" y="1301"/>
                  </a:cubicBezTo>
                  <a:lnTo>
                    <a:pt x="760" y="1301"/>
                  </a:lnTo>
                  <a:cubicBezTo>
                    <a:pt x="762" y="1301"/>
                    <a:pt x="764" y="1301"/>
                    <a:pt x="766" y="1301"/>
                  </a:cubicBezTo>
                  <a:lnTo>
                    <a:pt x="762" y="1301"/>
                  </a:lnTo>
                  <a:lnTo>
                    <a:pt x="762" y="1301"/>
                  </a:lnTo>
                  <a:cubicBezTo>
                    <a:pt x="802" y="1298"/>
                    <a:pt x="842" y="1289"/>
                    <a:pt x="882" y="1276"/>
                  </a:cubicBezTo>
                  <a:cubicBezTo>
                    <a:pt x="714" y="1202"/>
                    <a:pt x="566" y="1090"/>
                    <a:pt x="464" y="937"/>
                  </a:cubicBezTo>
                  <a:cubicBezTo>
                    <a:pt x="278" y="659"/>
                    <a:pt x="293" y="258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06;p47">
              <a:extLst>
                <a:ext uri="{FF2B5EF4-FFF2-40B4-BE49-F238E27FC236}">
                  <a16:creationId xmlns:a16="http://schemas.microsoft.com/office/drawing/2014/main" id="{9BA07ECB-EE71-6408-E131-21BBE4591602}"/>
                </a:ext>
              </a:extLst>
            </p:cNvPr>
            <p:cNvSpPr/>
            <p:nvPr/>
          </p:nvSpPr>
          <p:spPr>
            <a:xfrm>
              <a:off x="5591292" y="-1347417"/>
              <a:ext cx="39650" cy="54619"/>
            </a:xfrm>
            <a:custGeom>
              <a:avLst/>
              <a:gdLst/>
              <a:ahLst/>
              <a:cxnLst/>
              <a:rect l="l" t="t" r="r" b="b"/>
              <a:pathLst>
                <a:path w="596" h="821" extrusionOk="0">
                  <a:moveTo>
                    <a:pt x="271" y="0"/>
                  </a:moveTo>
                  <a:lnTo>
                    <a:pt x="271" y="0"/>
                  </a:lnTo>
                  <a:cubicBezTo>
                    <a:pt x="248" y="9"/>
                    <a:pt x="226" y="19"/>
                    <a:pt x="206" y="33"/>
                  </a:cubicBezTo>
                  <a:cubicBezTo>
                    <a:pt x="160" y="53"/>
                    <a:pt x="122" y="83"/>
                    <a:pt x="91" y="124"/>
                  </a:cubicBezTo>
                  <a:cubicBezTo>
                    <a:pt x="71" y="152"/>
                    <a:pt x="54" y="180"/>
                    <a:pt x="39" y="211"/>
                  </a:cubicBezTo>
                  <a:cubicBezTo>
                    <a:pt x="14" y="268"/>
                    <a:pt x="0" y="343"/>
                    <a:pt x="10" y="404"/>
                  </a:cubicBezTo>
                  <a:cubicBezTo>
                    <a:pt x="15" y="440"/>
                    <a:pt x="22" y="475"/>
                    <a:pt x="34" y="508"/>
                  </a:cubicBezTo>
                  <a:cubicBezTo>
                    <a:pt x="60" y="577"/>
                    <a:pt x="98" y="626"/>
                    <a:pt x="154" y="673"/>
                  </a:cubicBezTo>
                  <a:cubicBezTo>
                    <a:pt x="169" y="685"/>
                    <a:pt x="182" y="697"/>
                    <a:pt x="197" y="709"/>
                  </a:cubicBezTo>
                  <a:cubicBezTo>
                    <a:pt x="217" y="725"/>
                    <a:pt x="234" y="735"/>
                    <a:pt x="258" y="750"/>
                  </a:cubicBezTo>
                  <a:cubicBezTo>
                    <a:pt x="285" y="765"/>
                    <a:pt x="294" y="774"/>
                    <a:pt x="319" y="781"/>
                  </a:cubicBezTo>
                  <a:lnTo>
                    <a:pt x="369" y="796"/>
                  </a:lnTo>
                  <a:cubicBezTo>
                    <a:pt x="408" y="812"/>
                    <a:pt x="447" y="820"/>
                    <a:pt x="489" y="820"/>
                  </a:cubicBezTo>
                  <a:cubicBezTo>
                    <a:pt x="500" y="820"/>
                    <a:pt x="510" y="820"/>
                    <a:pt x="521" y="819"/>
                  </a:cubicBezTo>
                  <a:cubicBezTo>
                    <a:pt x="548" y="817"/>
                    <a:pt x="573" y="809"/>
                    <a:pt x="596" y="799"/>
                  </a:cubicBezTo>
                  <a:cubicBezTo>
                    <a:pt x="544" y="783"/>
                    <a:pt x="494" y="764"/>
                    <a:pt x="447" y="739"/>
                  </a:cubicBezTo>
                  <a:cubicBezTo>
                    <a:pt x="335" y="680"/>
                    <a:pt x="237" y="581"/>
                    <a:pt x="206" y="459"/>
                  </a:cubicBezTo>
                  <a:cubicBezTo>
                    <a:pt x="191" y="398"/>
                    <a:pt x="193" y="334"/>
                    <a:pt x="200" y="271"/>
                  </a:cubicBezTo>
                  <a:cubicBezTo>
                    <a:pt x="211" y="178"/>
                    <a:pt x="236" y="87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07;p47">
              <a:extLst>
                <a:ext uri="{FF2B5EF4-FFF2-40B4-BE49-F238E27FC236}">
                  <a16:creationId xmlns:a16="http://schemas.microsoft.com/office/drawing/2014/main" id="{A667CAF5-AB39-B0B1-FC34-2789F345E96E}"/>
                </a:ext>
              </a:extLst>
            </p:cNvPr>
            <p:cNvSpPr/>
            <p:nvPr/>
          </p:nvSpPr>
          <p:spPr>
            <a:xfrm>
              <a:off x="5826067" y="-1239776"/>
              <a:ext cx="50760" cy="78037"/>
            </a:xfrm>
            <a:custGeom>
              <a:avLst/>
              <a:gdLst/>
              <a:ahLst/>
              <a:cxnLst/>
              <a:rect l="l" t="t" r="r" b="b"/>
              <a:pathLst>
                <a:path w="763" h="1173" extrusionOk="0">
                  <a:moveTo>
                    <a:pt x="651" y="0"/>
                  </a:moveTo>
                  <a:cubicBezTo>
                    <a:pt x="222" y="66"/>
                    <a:pt x="0" y="677"/>
                    <a:pt x="268" y="1013"/>
                  </a:cubicBezTo>
                  <a:cubicBezTo>
                    <a:pt x="311" y="1067"/>
                    <a:pt x="366" y="1107"/>
                    <a:pt x="432" y="1133"/>
                  </a:cubicBezTo>
                  <a:cubicBezTo>
                    <a:pt x="473" y="1144"/>
                    <a:pt x="515" y="1157"/>
                    <a:pt x="557" y="1168"/>
                  </a:cubicBezTo>
                  <a:cubicBezTo>
                    <a:pt x="578" y="1171"/>
                    <a:pt x="599" y="1173"/>
                    <a:pt x="620" y="1173"/>
                  </a:cubicBezTo>
                  <a:cubicBezTo>
                    <a:pt x="668" y="1173"/>
                    <a:pt x="715" y="1165"/>
                    <a:pt x="762" y="1153"/>
                  </a:cubicBezTo>
                  <a:cubicBezTo>
                    <a:pt x="612" y="1041"/>
                    <a:pt x="506" y="860"/>
                    <a:pt x="481" y="671"/>
                  </a:cubicBezTo>
                  <a:cubicBezTo>
                    <a:pt x="449" y="437"/>
                    <a:pt x="525" y="202"/>
                    <a:pt x="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08;p47">
              <a:extLst>
                <a:ext uri="{FF2B5EF4-FFF2-40B4-BE49-F238E27FC236}">
                  <a16:creationId xmlns:a16="http://schemas.microsoft.com/office/drawing/2014/main" id="{92933063-E234-1B2B-8206-911B87E1B4A8}"/>
                </a:ext>
              </a:extLst>
            </p:cNvPr>
            <p:cNvSpPr/>
            <p:nvPr/>
          </p:nvSpPr>
          <p:spPr>
            <a:xfrm>
              <a:off x="5742708" y="-1398311"/>
              <a:ext cx="62469" cy="97197"/>
            </a:xfrm>
            <a:custGeom>
              <a:avLst/>
              <a:gdLst/>
              <a:ahLst/>
              <a:cxnLst/>
              <a:rect l="l" t="t" r="r" b="b"/>
              <a:pathLst>
                <a:path w="939" h="1461" extrusionOk="0">
                  <a:moveTo>
                    <a:pt x="531" y="0"/>
                  </a:moveTo>
                  <a:lnTo>
                    <a:pt x="531" y="0"/>
                  </a:lnTo>
                  <a:cubicBezTo>
                    <a:pt x="420" y="21"/>
                    <a:pt x="315" y="70"/>
                    <a:pt x="227" y="158"/>
                  </a:cubicBezTo>
                  <a:cubicBezTo>
                    <a:pt x="71" y="313"/>
                    <a:pt x="1" y="543"/>
                    <a:pt x="19" y="762"/>
                  </a:cubicBezTo>
                  <a:cubicBezTo>
                    <a:pt x="44" y="1060"/>
                    <a:pt x="184" y="1326"/>
                    <a:pt x="464" y="1433"/>
                  </a:cubicBezTo>
                  <a:cubicBezTo>
                    <a:pt x="513" y="1452"/>
                    <a:pt x="562" y="1460"/>
                    <a:pt x="610" y="1460"/>
                  </a:cubicBezTo>
                  <a:cubicBezTo>
                    <a:pt x="726" y="1460"/>
                    <a:pt x="837" y="1410"/>
                    <a:pt x="938" y="1333"/>
                  </a:cubicBezTo>
                  <a:cubicBezTo>
                    <a:pt x="667" y="1262"/>
                    <a:pt x="437" y="1029"/>
                    <a:pt x="372" y="752"/>
                  </a:cubicBezTo>
                  <a:cubicBezTo>
                    <a:pt x="313" y="494"/>
                    <a:pt x="382" y="22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09;p47">
              <a:extLst>
                <a:ext uri="{FF2B5EF4-FFF2-40B4-BE49-F238E27FC236}">
                  <a16:creationId xmlns:a16="http://schemas.microsoft.com/office/drawing/2014/main" id="{8731F0B8-AA7C-D86A-5FE4-5CD195021BDF}"/>
                </a:ext>
              </a:extLst>
            </p:cNvPr>
            <p:cNvSpPr/>
            <p:nvPr/>
          </p:nvSpPr>
          <p:spPr>
            <a:xfrm>
              <a:off x="5923596" y="-1394585"/>
              <a:ext cx="13572" cy="57014"/>
            </a:xfrm>
            <a:custGeom>
              <a:avLst/>
              <a:gdLst/>
              <a:ahLst/>
              <a:cxnLst/>
              <a:rect l="l" t="t" r="r" b="b"/>
              <a:pathLst>
                <a:path w="204" h="857" extrusionOk="0">
                  <a:moveTo>
                    <a:pt x="175" y="1"/>
                  </a:moveTo>
                  <a:lnTo>
                    <a:pt x="175" y="1"/>
                  </a:lnTo>
                  <a:cubicBezTo>
                    <a:pt x="128" y="48"/>
                    <a:pt x="89" y="102"/>
                    <a:pt x="66" y="162"/>
                  </a:cubicBezTo>
                  <a:cubicBezTo>
                    <a:pt x="46" y="213"/>
                    <a:pt x="31" y="269"/>
                    <a:pt x="19" y="321"/>
                  </a:cubicBezTo>
                  <a:cubicBezTo>
                    <a:pt x="15" y="336"/>
                    <a:pt x="12" y="350"/>
                    <a:pt x="10" y="366"/>
                  </a:cubicBezTo>
                  <a:cubicBezTo>
                    <a:pt x="5" y="414"/>
                    <a:pt x="1" y="483"/>
                    <a:pt x="5" y="522"/>
                  </a:cubicBezTo>
                  <a:cubicBezTo>
                    <a:pt x="15" y="617"/>
                    <a:pt x="61" y="705"/>
                    <a:pt x="113" y="785"/>
                  </a:cubicBezTo>
                  <a:cubicBezTo>
                    <a:pt x="135" y="809"/>
                    <a:pt x="158" y="832"/>
                    <a:pt x="180" y="856"/>
                  </a:cubicBezTo>
                  <a:cubicBezTo>
                    <a:pt x="181" y="856"/>
                    <a:pt x="182" y="857"/>
                    <a:pt x="182" y="857"/>
                  </a:cubicBezTo>
                  <a:cubicBezTo>
                    <a:pt x="165" y="715"/>
                    <a:pt x="173" y="573"/>
                    <a:pt x="204" y="437"/>
                  </a:cubicBezTo>
                  <a:cubicBezTo>
                    <a:pt x="152" y="298"/>
                    <a:pt x="145" y="145"/>
                    <a:pt x="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10;p47">
              <a:extLst>
                <a:ext uri="{FF2B5EF4-FFF2-40B4-BE49-F238E27FC236}">
                  <a16:creationId xmlns:a16="http://schemas.microsoft.com/office/drawing/2014/main" id="{8D14FB13-BA67-CB3D-7188-FD79F45A4569}"/>
                </a:ext>
              </a:extLst>
            </p:cNvPr>
            <p:cNvSpPr/>
            <p:nvPr/>
          </p:nvSpPr>
          <p:spPr>
            <a:xfrm>
              <a:off x="5563816" y="-1209572"/>
              <a:ext cx="266" cy="333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cubicBezTo>
                    <a:pt x="4" y="1"/>
                    <a:pt x="3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lnTo>
                    <a:pt x="2" y="2"/>
                  </a:lnTo>
                  <a:cubicBezTo>
                    <a:pt x="3" y="2"/>
                    <a:pt x="3" y="1"/>
                    <a:pt x="4" y="1"/>
                  </a:cubicBezTo>
                  <a:close/>
                  <a:moveTo>
                    <a:pt x="2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2" y="4"/>
                    <a:pt x="2" y="3"/>
                    <a:pt x="2" y="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211;p47">
              <a:extLst>
                <a:ext uri="{FF2B5EF4-FFF2-40B4-BE49-F238E27FC236}">
                  <a16:creationId xmlns:a16="http://schemas.microsoft.com/office/drawing/2014/main" id="{3D2755D8-4E68-E633-D79F-2BB926DE3C10}"/>
                </a:ext>
              </a:extLst>
            </p:cNvPr>
            <p:cNvSpPr/>
            <p:nvPr/>
          </p:nvSpPr>
          <p:spPr>
            <a:xfrm>
              <a:off x="5560556" y="-1210703"/>
              <a:ext cx="25280" cy="25347"/>
            </a:xfrm>
            <a:custGeom>
              <a:avLst/>
              <a:gdLst/>
              <a:ahLst/>
              <a:cxnLst/>
              <a:rect l="l" t="t" r="r" b="b"/>
              <a:pathLst>
                <a:path w="380" h="381" extrusionOk="0">
                  <a:moveTo>
                    <a:pt x="77" y="5"/>
                  </a:moveTo>
                  <a:lnTo>
                    <a:pt x="76" y="5"/>
                  </a:lnTo>
                  <a:cubicBezTo>
                    <a:pt x="77" y="5"/>
                    <a:pt x="77" y="5"/>
                    <a:pt x="77" y="5"/>
                  </a:cubicBezTo>
                  <a:close/>
                  <a:moveTo>
                    <a:pt x="125" y="0"/>
                  </a:moveTo>
                  <a:cubicBezTo>
                    <a:pt x="121" y="0"/>
                    <a:pt x="117" y="1"/>
                    <a:pt x="114" y="1"/>
                  </a:cubicBezTo>
                  <a:cubicBezTo>
                    <a:pt x="112" y="1"/>
                    <a:pt x="111" y="1"/>
                    <a:pt x="109" y="1"/>
                  </a:cubicBezTo>
                  <a:cubicBezTo>
                    <a:pt x="103" y="1"/>
                    <a:pt x="96" y="2"/>
                    <a:pt x="90" y="3"/>
                  </a:cubicBezTo>
                  <a:cubicBezTo>
                    <a:pt x="88" y="3"/>
                    <a:pt x="86" y="3"/>
                    <a:pt x="84" y="3"/>
                  </a:cubicBezTo>
                  <a:cubicBezTo>
                    <a:pt x="82" y="3"/>
                    <a:pt x="80" y="3"/>
                    <a:pt x="78" y="4"/>
                  </a:cubicBezTo>
                  <a:cubicBezTo>
                    <a:pt x="78" y="5"/>
                    <a:pt x="77" y="5"/>
                    <a:pt x="77" y="5"/>
                  </a:cubicBezTo>
                  <a:lnTo>
                    <a:pt x="77" y="5"/>
                  </a:lnTo>
                  <a:lnTo>
                    <a:pt x="88" y="4"/>
                  </a:lnTo>
                  <a:lnTo>
                    <a:pt x="88" y="4"/>
                  </a:lnTo>
                  <a:cubicBezTo>
                    <a:pt x="76" y="6"/>
                    <a:pt x="65" y="8"/>
                    <a:pt x="55" y="17"/>
                  </a:cubicBezTo>
                  <a:cubicBezTo>
                    <a:pt x="53" y="18"/>
                    <a:pt x="51" y="20"/>
                    <a:pt x="49" y="22"/>
                  </a:cubicBezTo>
                  <a:cubicBezTo>
                    <a:pt x="30" y="36"/>
                    <a:pt x="16" y="57"/>
                    <a:pt x="10" y="80"/>
                  </a:cubicBezTo>
                  <a:cubicBezTo>
                    <a:pt x="4" y="102"/>
                    <a:pt x="1" y="132"/>
                    <a:pt x="12" y="153"/>
                  </a:cubicBezTo>
                  <a:cubicBezTo>
                    <a:pt x="25" y="177"/>
                    <a:pt x="38" y="202"/>
                    <a:pt x="53" y="224"/>
                  </a:cubicBezTo>
                  <a:cubicBezTo>
                    <a:pt x="65" y="240"/>
                    <a:pt x="79" y="254"/>
                    <a:pt x="93" y="270"/>
                  </a:cubicBezTo>
                  <a:lnTo>
                    <a:pt x="133" y="315"/>
                  </a:lnTo>
                  <a:cubicBezTo>
                    <a:pt x="139" y="322"/>
                    <a:pt x="146" y="331"/>
                    <a:pt x="154" y="338"/>
                  </a:cubicBezTo>
                  <a:cubicBezTo>
                    <a:pt x="170" y="356"/>
                    <a:pt x="188" y="368"/>
                    <a:pt x="213" y="376"/>
                  </a:cubicBezTo>
                  <a:cubicBezTo>
                    <a:pt x="225" y="379"/>
                    <a:pt x="238" y="381"/>
                    <a:pt x="250" y="381"/>
                  </a:cubicBezTo>
                  <a:cubicBezTo>
                    <a:pt x="276" y="381"/>
                    <a:pt x="302" y="373"/>
                    <a:pt x="323" y="358"/>
                  </a:cubicBezTo>
                  <a:cubicBezTo>
                    <a:pt x="351" y="338"/>
                    <a:pt x="366" y="306"/>
                    <a:pt x="372" y="274"/>
                  </a:cubicBezTo>
                  <a:cubicBezTo>
                    <a:pt x="380" y="235"/>
                    <a:pt x="364" y="197"/>
                    <a:pt x="339" y="168"/>
                  </a:cubicBezTo>
                  <a:cubicBezTo>
                    <a:pt x="325" y="154"/>
                    <a:pt x="312" y="139"/>
                    <a:pt x="298" y="124"/>
                  </a:cubicBezTo>
                  <a:cubicBezTo>
                    <a:pt x="277" y="102"/>
                    <a:pt x="258" y="77"/>
                    <a:pt x="235" y="57"/>
                  </a:cubicBezTo>
                  <a:cubicBezTo>
                    <a:pt x="222" y="45"/>
                    <a:pt x="205" y="34"/>
                    <a:pt x="191" y="22"/>
                  </a:cubicBezTo>
                  <a:cubicBezTo>
                    <a:pt x="173" y="6"/>
                    <a:pt x="149" y="0"/>
                    <a:pt x="125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212;p47">
              <a:extLst>
                <a:ext uri="{FF2B5EF4-FFF2-40B4-BE49-F238E27FC236}">
                  <a16:creationId xmlns:a16="http://schemas.microsoft.com/office/drawing/2014/main" id="{75726DF0-510C-117B-D4C8-E870B1EF111A}"/>
                </a:ext>
              </a:extLst>
            </p:cNvPr>
            <p:cNvSpPr/>
            <p:nvPr/>
          </p:nvSpPr>
          <p:spPr>
            <a:xfrm>
              <a:off x="5562751" y="-1209306"/>
              <a:ext cx="1131" cy="1064"/>
            </a:xfrm>
            <a:custGeom>
              <a:avLst/>
              <a:gdLst/>
              <a:ahLst/>
              <a:cxnLst/>
              <a:rect l="l" t="t" r="r" b="b"/>
              <a:pathLst>
                <a:path w="17" h="16" extrusionOk="0">
                  <a:moveTo>
                    <a:pt x="16" y="1"/>
                  </a:moveTo>
                  <a:cubicBezTo>
                    <a:pt x="11" y="5"/>
                    <a:pt x="5" y="10"/>
                    <a:pt x="0" y="15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13;p47">
              <a:extLst>
                <a:ext uri="{FF2B5EF4-FFF2-40B4-BE49-F238E27FC236}">
                  <a16:creationId xmlns:a16="http://schemas.microsoft.com/office/drawing/2014/main" id="{F0E9CAE5-FB27-A6BF-A6D4-8D67E6D18D7F}"/>
                </a:ext>
              </a:extLst>
            </p:cNvPr>
            <p:cNvSpPr/>
            <p:nvPr/>
          </p:nvSpPr>
          <p:spPr>
            <a:xfrm>
              <a:off x="5622759" y="-1335842"/>
              <a:ext cx="13106" cy="14170"/>
            </a:xfrm>
            <a:custGeom>
              <a:avLst/>
              <a:gdLst/>
              <a:ahLst/>
              <a:cxnLst/>
              <a:rect l="l" t="t" r="r" b="b"/>
              <a:pathLst>
                <a:path w="197" h="213" extrusionOk="0">
                  <a:moveTo>
                    <a:pt x="171" y="80"/>
                  </a:moveTo>
                  <a:lnTo>
                    <a:pt x="171" y="80"/>
                  </a:lnTo>
                  <a:cubicBezTo>
                    <a:pt x="171" y="80"/>
                    <a:pt x="172" y="81"/>
                    <a:pt x="172" y="82"/>
                  </a:cubicBezTo>
                  <a:lnTo>
                    <a:pt x="172" y="82"/>
                  </a:lnTo>
                  <a:cubicBezTo>
                    <a:pt x="172" y="81"/>
                    <a:pt x="171" y="81"/>
                    <a:pt x="171" y="80"/>
                  </a:cubicBezTo>
                  <a:close/>
                  <a:moveTo>
                    <a:pt x="86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50" y="9"/>
                    <a:pt x="40" y="17"/>
                    <a:pt x="32" y="26"/>
                  </a:cubicBezTo>
                  <a:cubicBezTo>
                    <a:pt x="30" y="28"/>
                    <a:pt x="28" y="31"/>
                    <a:pt x="25" y="35"/>
                  </a:cubicBezTo>
                  <a:cubicBezTo>
                    <a:pt x="20" y="42"/>
                    <a:pt x="14" y="51"/>
                    <a:pt x="11" y="61"/>
                  </a:cubicBezTo>
                  <a:cubicBezTo>
                    <a:pt x="8" y="71"/>
                    <a:pt x="3" y="81"/>
                    <a:pt x="2" y="91"/>
                  </a:cubicBezTo>
                  <a:cubicBezTo>
                    <a:pt x="2" y="92"/>
                    <a:pt x="2" y="93"/>
                    <a:pt x="2" y="94"/>
                  </a:cubicBezTo>
                  <a:cubicBezTo>
                    <a:pt x="0" y="111"/>
                    <a:pt x="0" y="115"/>
                    <a:pt x="5" y="129"/>
                  </a:cubicBezTo>
                  <a:cubicBezTo>
                    <a:pt x="7" y="141"/>
                    <a:pt x="10" y="152"/>
                    <a:pt x="19" y="161"/>
                  </a:cubicBezTo>
                  <a:cubicBezTo>
                    <a:pt x="19" y="162"/>
                    <a:pt x="20" y="163"/>
                    <a:pt x="21" y="163"/>
                  </a:cubicBezTo>
                  <a:cubicBezTo>
                    <a:pt x="29" y="172"/>
                    <a:pt x="36" y="181"/>
                    <a:pt x="45" y="188"/>
                  </a:cubicBezTo>
                  <a:cubicBezTo>
                    <a:pt x="53" y="194"/>
                    <a:pt x="61" y="198"/>
                    <a:pt x="68" y="202"/>
                  </a:cubicBezTo>
                  <a:cubicBezTo>
                    <a:pt x="70" y="203"/>
                    <a:pt x="73" y="204"/>
                    <a:pt x="75" y="205"/>
                  </a:cubicBezTo>
                  <a:cubicBezTo>
                    <a:pt x="86" y="210"/>
                    <a:pt x="98" y="213"/>
                    <a:pt x="109" y="213"/>
                  </a:cubicBezTo>
                  <a:cubicBezTo>
                    <a:pt x="114" y="213"/>
                    <a:pt x="119" y="212"/>
                    <a:pt x="124" y="211"/>
                  </a:cubicBezTo>
                  <a:cubicBezTo>
                    <a:pt x="133" y="209"/>
                    <a:pt x="143" y="207"/>
                    <a:pt x="151" y="204"/>
                  </a:cubicBezTo>
                  <a:cubicBezTo>
                    <a:pt x="163" y="199"/>
                    <a:pt x="172" y="193"/>
                    <a:pt x="179" y="183"/>
                  </a:cubicBezTo>
                  <a:cubicBezTo>
                    <a:pt x="186" y="176"/>
                    <a:pt x="190" y="167"/>
                    <a:pt x="192" y="159"/>
                  </a:cubicBezTo>
                  <a:cubicBezTo>
                    <a:pt x="195" y="151"/>
                    <a:pt x="196" y="142"/>
                    <a:pt x="194" y="133"/>
                  </a:cubicBezTo>
                  <a:cubicBezTo>
                    <a:pt x="193" y="125"/>
                    <a:pt x="190" y="117"/>
                    <a:pt x="186" y="109"/>
                  </a:cubicBezTo>
                  <a:cubicBezTo>
                    <a:pt x="186" y="110"/>
                    <a:pt x="186" y="110"/>
                    <a:pt x="186" y="111"/>
                  </a:cubicBezTo>
                  <a:cubicBezTo>
                    <a:pt x="185" y="109"/>
                    <a:pt x="185" y="108"/>
                    <a:pt x="185" y="107"/>
                  </a:cubicBezTo>
                  <a:cubicBezTo>
                    <a:pt x="183" y="105"/>
                    <a:pt x="183" y="103"/>
                    <a:pt x="182" y="102"/>
                  </a:cubicBezTo>
                  <a:cubicBezTo>
                    <a:pt x="181" y="102"/>
                    <a:pt x="181" y="100"/>
                    <a:pt x="181" y="100"/>
                  </a:cubicBezTo>
                  <a:cubicBezTo>
                    <a:pt x="179" y="96"/>
                    <a:pt x="177" y="92"/>
                    <a:pt x="174" y="87"/>
                  </a:cubicBezTo>
                  <a:cubicBezTo>
                    <a:pt x="173" y="85"/>
                    <a:pt x="173" y="84"/>
                    <a:pt x="172" y="82"/>
                  </a:cubicBezTo>
                  <a:lnTo>
                    <a:pt x="172" y="82"/>
                  </a:lnTo>
                  <a:cubicBezTo>
                    <a:pt x="172" y="83"/>
                    <a:pt x="172" y="84"/>
                    <a:pt x="172" y="85"/>
                  </a:cubicBezTo>
                  <a:cubicBezTo>
                    <a:pt x="171" y="83"/>
                    <a:pt x="171" y="82"/>
                    <a:pt x="170" y="81"/>
                  </a:cubicBezTo>
                  <a:cubicBezTo>
                    <a:pt x="168" y="76"/>
                    <a:pt x="168" y="71"/>
                    <a:pt x="166" y="67"/>
                  </a:cubicBezTo>
                  <a:cubicBezTo>
                    <a:pt x="165" y="64"/>
                    <a:pt x="163" y="60"/>
                    <a:pt x="159" y="58"/>
                  </a:cubicBezTo>
                  <a:cubicBezTo>
                    <a:pt x="158" y="54"/>
                    <a:pt x="150" y="47"/>
                    <a:pt x="146" y="43"/>
                  </a:cubicBezTo>
                  <a:cubicBezTo>
                    <a:pt x="142" y="32"/>
                    <a:pt x="135" y="23"/>
                    <a:pt x="126" y="16"/>
                  </a:cubicBezTo>
                  <a:cubicBezTo>
                    <a:pt x="116" y="8"/>
                    <a:pt x="106" y="3"/>
                    <a:pt x="95" y="1"/>
                  </a:cubicBezTo>
                  <a:cubicBezTo>
                    <a:pt x="92" y="1"/>
                    <a:pt x="89" y="1"/>
                    <a:pt x="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14;p47">
              <a:extLst>
                <a:ext uri="{FF2B5EF4-FFF2-40B4-BE49-F238E27FC236}">
                  <a16:creationId xmlns:a16="http://schemas.microsoft.com/office/drawing/2014/main" id="{1EB51DC7-9181-F00B-70C9-CFCB294A3B98}"/>
                </a:ext>
              </a:extLst>
            </p:cNvPr>
            <p:cNvSpPr/>
            <p:nvPr/>
          </p:nvSpPr>
          <p:spPr>
            <a:xfrm>
              <a:off x="5794333" y="-1381746"/>
              <a:ext cx="21621" cy="26012"/>
            </a:xfrm>
            <a:custGeom>
              <a:avLst/>
              <a:gdLst/>
              <a:ahLst/>
              <a:cxnLst/>
              <a:rect l="l" t="t" r="r" b="b"/>
              <a:pathLst>
                <a:path w="325" h="391" extrusionOk="0">
                  <a:moveTo>
                    <a:pt x="107" y="0"/>
                  </a:moveTo>
                  <a:cubicBezTo>
                    <a:pt x="105" y="0"/>
                    <a:pt x="102" y="0"/>
                    <a:pt x="99" y="0"/>
                  </a:cubicBezTo>
                  <a:cubicBezTo>
                    <a:pt x="84" y="1"/>
                    <a:pt x="70" y="7"/>
                    <a:pt x="58" y="14"/>
                  </a:cubicBezTo>
                  <a:cubicBezTo>
                    <a:pt x="44" y="20"/>
                    <a:pt x="34" y="29"/>
                    <a:pt x="24" y="41"/>
                  </a:cubicBezTo>
                  <a:cubicBezTo>
                    <a:pt x="12" y="57"/>
                    <a:pt x="4" y="75"/>
                    <a:pt x="1" y="94"/>
                  </a:cubicBezTo>
                  <a:cubicBezTo>
                    <a:pt x="1" y="106"/>
                    <a:pt x="0" y="118"/>
                    <a:pt x="0" y="129"/>
                  </a:cubicBezTo>
                  <a:cubicBezTo>
                    <a:pt x="0" y="151"/>
                    <a:pt x="4" y="171"/>
                    <a:pt x="13" y="192"/>
                  </a:cubicBezTo>
                  <a:cubicBezTo>
                    <a:pt x="19" y="206"/>
                    <a:pt x="25" y="221"/>
                    <a:pt x="32" y="237"/>
                  </a:cubicBezTo>
                  <a:cubicBezTo>
                    <a:pt x="42" y="261"/>
                    <a:pt x="51" y="284"/>
                    <a:pt x="67" y="306"/>
                  </a:cubicBezTo>
                  <a:cubicBezTo>
                    <a:pt x="89" y="335"/>
                    <a:pt x="109" y="366"/>
                    <a:pt x="146" y="380"/>
                  </a:cubicBezTo>
                  <a:cubicBezTo>
                    <a:pt x="161" y="387"/>
                    <a:pt x="176" y="391"/>
                    <a:pt x="192" y="391"/>
                  </a:cubicBezTo>
                  <a:cubicBezTo>
                    <a:pt x="198" y="391"/>
                    <a:pt x="203" y="390"/>
                    <a:pt x="208" y="390"/>
                  </a:cubicBezTo>
                  <a:cubicBezTo>
                    <a:pt x="225" y="389"/>
                    <a:pt x="240" y="383"/>
                    <a:pt x="253" y="375"/>
                  </a:cubicBezTo>
                  <a:cubicBezTo>
                    <a:pt x="269" y="368"/>
                    <a:pt x="282" y="358"/>
                    <a:pt x="292" y="345"/>
                  </a:cubicBezTo>
                  <a:cubicBezTo>
                    <a:pt x="306" y="327"/>
                    <a:pt x="314" y="307"/>
                    <a:pt x="318" y="285"/>
                  </a:cubicBezTo>
                  <a:cubicBezTo>
                    <a:pt x="325" y="248"/>
                    <a:pt x="311" y="216"/>
                    <a:pt x="298" y="182"/>
                  </a:cubicBezTo>
                  <a:cubicBezTo>
                    <a:pt x="289" y="157"/>
                    <a:pt x="274" y="135"/>
                    <a:pt x="260" y="113"/>
                  </a:cubicBezTo>
                  <a:cubicBezTo>
                    <a:pt x="250" y="101"/>
                    <a:pt x="241" y="88"/>
                    <a:pt x="233" y="76"/>
                  </a:cubicBezTo>
                  <a:cubicBezTo>
                    <a:pt x="222" y="61"/>
                    <a:pt x="212" y="47"/>
                    <a:pt x="198" y="36"/>
                  </a:cubicBezTo>
                  <a:cubicBezTo>
                    <a:pt x="185" y="26"/>
                    <a:pt x="168" y="18"/>
                    <a:pt x="154" y="9"/>
                  </a:cubicBezTo>
                  <a:cubicBezTo>
                    <a:pt x="139" y="3"/>
                    <a:pt x="123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215;p47">
              <a:extLst>
                <a:ext uri="{FF2B5EF4-FFF2-40B4-BE49-F238E27FC236}">
                  <a16:creationId xmlns:a16="http://schemas.microsoft.com/office/drawing/2014/main" id="{D7F7D7C3-CC16-12F6-BC11-C902EBEA5F88}"/>
                </a:ext>
              </a:extLst>
            </p:cNvPr>
            <p:cNvSpPr/>
            <p:nvPr/>
          </p:nvSpPr>
          <p:spPr>
            <a:xfrm>
              <a:off x="5798259" y="-1347683"/>
              <a:ext cx="14636" cy="14902"/>
            </a:xfrm>
            <a:custGeom>
              <a:avLst/>
              <a:gdLst/>
              <a:ahLst/>
              <a:cxnLst/>
              <a:rect l="l" t="t" r="r" b="b"/>
              <a:pathLst>
                <a:path w="220" h="224" extrusionOk="0">
                  <a:moveTo>
                    <a:pt x="125" y="0"/>
                  </a:moveTo>
                  <a:cubicBezTo>
                    <a:pt x="109" y="0"/>
                    <a:pt x="93" y="4"/>
                    <a:pt x="79" y="12"/>
                  </a:cubicBezTo>
                  <a:lnTo>
                    <a:pt x="79" y="12"/>
                  </a:lnTo>
                  <a:lnTo>
                    <a:pt x="82" y="10"/>
                  </a:lnTo>
                  <a:lnTo>
                    <a:pt x="82" y="10"/>
                  </a:lnTo>
                  <a:cubicBezTo>
                    <a:pt x="81" y="10"/>
                    <a:pt x="79" y="11"/>
                    <a:pt x="78" y="12"/>
                  </a:cubicBezTo>
                  <a:lnTo>
                    <a:pt x="78" y="12"/>
                  </a:lnTo>
                  <a:cubicBezTo>
                    <a:pt x="75" y="14"/>
                    <a:pt x="72" y="15"/>
                    <a:pt x="70" y="17"/>
                  </a:cubicBezTo>
                  <a:lnTo>
                    <a:pt x="76" y="13"/>
                  </a:lnTo>
                  <a:lnTo>
                    <a:pt x="76" y="13"/>
                  </a:lnTo>
                  <a:cubicBezTo>
                    <a:pt x="74" y="14"/>
                    <a:pt x="72" y="16"/>
                    <a:pt x="70" y="17"/>
                  </a:cubicBezTo>
                  <a:cubicBezTo>
                    <a:pt x="69" y="17"/>
                    <a:pt x="67" y="17"/>
                    <a:pt x="66" y="18"/>
                  </a:cubicBezTo>
                  <a:cubicBezTo>
                    <a:pt x="64" y="19"/>
                    <a:pt x="62" y="21"/>
                    <a:pt x="59" y="22"/>
                  </a:cubicBezTo>
                  <a:lnTo>
                    <a:pt x="57" y="23"/>
                  </a:lnTo>
                  <a:cubicBezTo>
                    <a:pt x="46" y="31"/>
                    <a:pt x="37" y="44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lnTo>
                    <a:pt x="30" y="57"/>
                  </a:lnTo>
                  <a:cubicBezTo>
                    <a:pt x="27" y="60"/>
                    <a:pt x="24" y="64"/>
                    <a:pt x="21" y="68"/>
                  </a:cubicBezTo>
                  <a:cubicBezTo>
                    <a:pt x="17" y="75"/>
                    <a:pt x="12" y="83"/>
                    <a:pt x="8" y="90"/>
                  </a:cubicBezTo>
                  <a:cubicBezTo>
                    <a:pt x="6" y="98"/>
                    <a:pt x="4" y="106"/>
                    <a:pt x="1" y="114"/>
                  </a:cubicBezTo>
                  <a:cubicBezTo>
                    <a:pt x="1" y="122"/>
                    <a:pt x="1" y="130"/>
                    <a:pt x="1" y="138"/>
                  </a:cubicBezTo>
                  <a:cubicBezTo>
                    <a:pt x="2" y="151"/>
                    <a:pt x="5" y="162"/>
                    <a:pt x="12" y="173"/>
                  </a:cubicBezTo>
                  <a:cubicBezTo>
                    <a:pt x="15" y="181"/>
                    <a:pt x="21" y="187"/>
                    <a:pt x="27" y="193"/>
                  </a:cubicBezTo>
                  <a:cubicBezTo>
                    <a:pt x="32" y="200"/>
                    <a:pt x="38" y="205"/>
                    <a:pt x="47" y="208"/>
                  </a:cubicBezTo>
                  <a:cubicBezTo>
                    <a:pt x="53" y="214"/>
                    <a:pt x="60" y="217"/>
                    <a:pt x="69" y="219"/>
                  </a:cubicBezTo>
                  <a:cubicBezTo>
                    <a:pt x="77" y="222"/>
                    <a:pt x="85" y="223"/>
                    <a:pt x="93" y="223"/>
                  </a:cubicBezTo>
                  <a:cubicBezTo>
                    <a:pt x="97" y="223"/>
                    <a:pt x="101" y="223"/>
                    <a:pt x="105" y="222"/>
                  </a:cubicBezTo>
                  <a:cubicBezTo>
                    <a:pt x="112" y="222"/>
                    <a:pt x="124" y="219"/>
                    <a:pt x="131" y="217"/>
                  </a:cubicBezTo>
                  <a:cubicBezTo>
                    <a:pt x="132" y="216"/>
                    <a:pt x="133" y="216"/>
                    <a:pt x="134" y="216"/>
                  </a:cubicBezTo>
                  <a:cubicBezTo>
                    <a:pt x="135" y="215"/>
                    <a:pt x="137" y="214"/>
                    <a:pt x="139" y="213"/>
                  </a:cubicBezTo>
                  <a:cubicBezTo>
                    <a:pt x="149" y="207"/>
                    <a:pt x="161" y="202"/>
                    <a:pt x="170" y="195"/>
                  </a:cubicBezTo>
                  <a:cubicBezTo>
                    <a:pt x="172" y="194"/>
                    <a:pt x="174" y="193"/>
                    <a:pt x="176" y="192"/>
                  </a:cubicBezTo>
                  <a:cubicBezTo>
                    <a:pt x="177" y="191"/>
                    <a:pt x="177" y="191"/>
                    <a:pt x="178" y="190"/>
                  </a:cubicBezTo>
                  <a:cubicBezTo>
                    <a:pt x="184" y="183"/>
                    <a:pt x="191" y="177"/>
                    <a:pt x="198" y="171"/>
                  </a:cubicBezTo>
                  <a:cubicBezTo>
                    <a:pt x="207" y="160"/>
                    <a:pt x="213" y="148"/>
                    <a:pt x="215" y="134"/>
                  </a:cubicBezTo>
                  <a:cubicBezTo>
                    <a:pt x="219" y="125"/>
                    <a:pt x="220" y="125"/>
                    <a:pt x="220" y="119"/>
                  </a:cubicBezTo>
                  <a:cubicBezTo>
                    <a:pt x="220" y="110"/>
                    <a:pt x="220" y="101"/>
                    <a:pt x="220" y="92"/>
                  </a:cubicBezTo>
                  <a:cubicBezTo>
                    <a:pt x="220" y="90"/>
                    <a:pt x="220" y="88"/>
                    <a:pt x="220" y="86"/>
                  </a:cubicBezTo>
                  <a:cubicBezTo>
                    <a:pt x="216" y="52"/>
                    <a:pt x="192" y="21"/>
                    <a:pt x="162" y="7"/>
                  </a:cubicBezTo>
                  <a:cubicBezTo>
                    <a:pt x="150" y="3"/>
                    <a:pt x="138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216;p47">
              <a:extLst>
                <a:ext uri="{FF2B5EF4-FFF2-40B4-BE49-F238E27FC236}">
                  <a16:creationId xmlns:a16="http://schemas.microsoft.com/office/drawing/2014/main" id="{9BD0E95B-C3F8-968E-0174-ABA42C110A38}"/>
                </a:ext>
              </a:extLst>
            </p:cNvPr>
            <p:cNvSpPr/>
            <p:nvPr/>
          </p:nvSpPr>
          <p:spPr>
            <a:xfrm>
              <a:off x="5885277" y="-1217822"/>
              <a:ext cx="14237" cy="19360"/>
            </a:xfrm>
            <a:custGeom>
              <a:avLst/>
              <a:gdLst/>
              <a:ahLst/>
              <a:cxnLst/>
              <a:rect l="l" t="t" r="r" b="b"/>
              <a:pathLst>
                <a:path w="214" h="291" extrusionOk="0">
                  <a:moveTo>
                    <a:pt x="1" y="137"/>
                  </a:moveTo>
                  <a:cubicBezTo>
                    <a:pt x="1" y="138"/>
                    <a:pt x="1" y="139"/>
                    <a:pt x="1" y="139"/>
                  </a:cubicBezTo>
                  <a:lnTo>
                    <a:pt x="1" y="139"/>
                  </a:lnTo>
                  <a:cubicBezTo>
                    <a:pt x="1" y="139"/>
                    <a:pt x="1" y="138"/>
                    <a:pt x="1" y="137"/>
                  </a:cubicBezTo>
                  <a:close/>
                  <a:moveTo>
                    <a:pt x="89" y="0"/>
                  </a:moveTo>
                  <a:cubicBezTo>
                    <a:pt x="86" y="0"/>
                    <a:pt x="82" y="1"/>
                    <a:pt x="79" y="1"/>
                  </a:cubicBezTo>
                  <a:cubicBezTo>
                    <a:pt x="63" y="2"/>
                    <a:pt x="50" y="7"/>
                    <a:pt x="38" y="16"/>
                  </a:cubicBezTo>
                  <a:cubicBezTo>
                    <a:pt x="25" y="25"/>
                    <a:pt x="16" y="37"/>
                    <a:pt x="9" y="51"/>
                  </a:cubicBezTo>
                  <a:cubicBezTo>
                    <a:pt x="4" y="64"/>
                    <a:pt x="2" y="76"/>
                    <a:pt x="3" y="89"/>
                  </a:cubicBezTo>
                  <a:lnTo>
                    <a:pt x="3" y="89"/>
                  </a:lnTo>
                  <a:cubicBezTo>
                    <a:pt x="3" y="91"/>
                    <a:pt x="3" y="93"/>
                    <a:pt x="2" y="95"/>
                  </a:cubicBezTo>
                  <a:cubicBezTo>
                    <a:pt x="1" y="98"/>
                    <a:pt x="1" y="102"/>
                    <a:pt x="0" y="104"/>
                  </a:cubicBezTo>
                  <a:lnTo>
                    <a:pt x="0" y="131"/>
                  </a:lnTo>
                  <a:cubicBezTo>
                    <a:pt x="0" y="134"/>
                    <a:pt x="1" y="137"/>
                    <a:pt x="2" y="140"/>
                  </a:cubicBezTo>
                  <a:cubicBezTo>
                    <a:pt x="2" y="140"/>
                    <a:pt x="2" y="140"/>
                    <a:pt x="1" y="139"/>
                  </a:cubicBezTo>
                  <a:lnTo>
                    <a:pt x="1" y="139"/>
                  </a:lnTo>
                  <a:cubicBezTo>
                    <a:pt x="3" y="146"/>
                    <a:pt x="4" y="151"/>
                    <a:pt x="4" y="158"/>
                  </a:cubicBezTo>
                  <a:cubicBezTo>
                    <a:pt x="5" y="161"/>
                    <a:pt x="5" y="165"/>
                    <a:pt x="5" y="169"/>
                  </a:cubicBezTo>
                  <a:cubicBezTo>
                    <a:pt x="5" y="170"/>
                    <a:pt x="5" y="171"/>
                    <a:pt x="5" y="172"/>
                  </a:cubicBezTo>
                  <a:lnTo>
                    <a:pt x="12" y="198"/>
                  </a:lnTo>
                  <a:cubicBezTo>
                    <a:pt x="13" y="199"/>
                    <a:pt x="13" y="200"/>
                    <a:pt x="14" y="202"/>
                  </a:cubicBezTo>
                  <a:cubicBezTo>
                    <a:pt x="17" y="207"/>
                    <a:pt x="19" y="214"/>
                    <a:pt x="20" y="219"/>
                  </a:cubicBezTo>
                  <a:cubicBezTo>
                    <a:pt x="21" y="222"/>
                    <a:pt x="22" y="225"/>
                    <a:pt x="23" y="227"/>
                  </a:cubicBezTo>
                  <a:cubicBezTo>
                    <a:pt x="24" y="230"/>
                    <a:pt x="26" y="233"/>
                    <a:pt x="27" y="236"/>
                  </a:cubicBezTo>
                  <a:cubicBezTo>
                    <a:pt x="30" y="242"/>
                    <a:pt x="32" y="247"/>
                    <a:pt x="35" y="253"/>
                  </a:cubicBezTo>
                  <a:cubicBezTo>
                    <a:pt x="37" y="257"/>
                    <a:pt x="40" y="262"/>
                    <a:pt x="42" y="267"/>
                  </a:cubicBezTo>
                  <a:cubicBezTo>
                    <a:pt x="46" y="273"/>
                    <a:pt x="52" y="278"/>
                    <a:pt x="59" y="282"/>
                  </a:cubicBezTo>
                  <a:cubicBezTo>
                    <a:pt x="67" y="287"/>
                    <a:pt x="77" y="291"/>
                    <a:pt x="87" y="291"/>
                  </a:cubicBezTo>
                  <a:cubicBezTo>
                    <a:pt x="90" y="291"/>
                    <a:pt x="93" y="291"/>
                    <a:pt x="95" y="290"/>
                  </a:cubicBezTo>
                  <a:cubicBezTo>
                    <a:pt x="116" y="286"/>
                    <a:pt x="137" y="279"/>
                    <a:pt x="155" y="267"/>
                  </a:cubicBezTo>
                  <a:cubicBezTo>
                    <a:pt x="165" y="260"/>
                    <a:pt x="176" y="248"/>
                    <a:pt x="183" y="238"/>
                  </a:cubicBezTo>
                  <a:cubicBezTo>
                    <a:pt x="197" y="217"/>
                    <a:pt x="208" y="199"/>
                    <a:pt x="211" y="174"/>
                  </a:cubicBezTo>
                  <a:cubicBezTo>
                    <a:pt x="214" y="160"/>
                    <a:pt x="212" y="142"/>
                    <a:pt x="210" y="128"/>
                  </a:cubicBezTo>
                  <a:cubicBezTo>
                    <a:pt x="207" y="104"/>
                    <a:pt x="202" y="81"/>
                    <a:pt x="187" y="61"/>
                  </a:cubicBezTo>
                  <a:cubicBezTo>
                    <a:pt x="172" y="37"/>
                    <a:pt x="146" y="21"/>
                    <a:pt x="120" y="7"/>
                  </a:cubicBezTo>
                  <a:cubicBezTo>
                    <a:pt x="110" y="3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217;p47">
              <a:extLst>
                <a:ext uri="{FF2B5EF4-FFF2-40B4-BE49-F238E27FC236}">
                  <a16:creationId xmlns:a16="http://schemas.microsoft.com/office/drawing/2014/main" id="{54DC8141-08E8-1C49-9408-DEA81538A877}"/>
                </a:ext>
              </a:extLst>
            </p:cNvPr>
            <p:cNvSpPr/>
            <p:nvPr/>
          </p:nvSpPr>
          <p:spPr>
            <a:xfrm>
              <a:off x="5743972" y="-1119627"/>
              <a:ext cx="23817" cy="25746"/>
            </a:xfrm>
            <a:custGeom>
              <a:avLst/>
              <a:gdLst/>
              <a:ahLst/>
              <a:cxnLst/>
              <a:rect l="l" t="t" r="r" b="b"/>
              <a:pathLst>
                <a:path w="358" h="387" extrusionOk="0">
                  <a:moveTo>
                    <a:pt x="97" y="1"/>
                  </a:moveTo>
                  <a:cubicBezTo>
                    <a:pt x="54" y="1"/>
                    <a:pt x="11" y="29"/>
                    <a:pt x="5" y="73"/>
                  </a:cubicBezTo>
                  <a:cubicBezTo>
                    <a:pt x="0" y="98"/>
                    <a:pt x="5" y="118"/>
                    <a:pt x="15" y="140"/>
                  </a:cubicBezTo>
                  <a:cubicBezTo>
                    <a:pt x="18" y="146"/>
                    <a:pt x="20" y="151"/>
                    <a:pt x="22" y="158"/>
                  </a:cubicBezTo>
                  <a:cubicBezTo>
                    <a:pt x="29" y="172"/>
                    <a:pt x="37" y="184"/>
                    <a:pt x="48" y="195"/>
                  </a:cubicBezTo>
                  <a:cubicBezTo>
                    <a:pt x="66" y="216"/>
                    <a:pt x="82" y="240"/>
                    <a:pt x="97" y="266"/>
                  </a:cubicBezTo>
                  <a:cubicBezTo>
                    <a:pt x="92" y="256"/>
                    <a:pt x="86" y="247"/>
                    <a:pt x="81" y="237"/>
                  </a:cubicBezTo>
                  <a:lnTo>
                    <a:pt x="81" y="237"/>
                  </a:lnTo>
                  <a:cubicBezTo>
                    <a:pt x="90" y="254"/>
                    <a:pt x="100" y="271"/>
                    <a:pt x="108" y="288"/>
                  </a:cubicBezTo>
                  <a:cubicBezTo>
                    <a:pt x="116" y="302"/>
                    <a:pt x="122" y="318"/>
                    <a:pt x="130" y="329"/>
                  </a:cubicBezTo>
                  <a:cubicBezTo>
                    <a:pt x="153" y="361"/>
                    <a:pt x="183" y="377"/>
                    <a:pt x="220" y="385"/>
                  </a:cubicBezTo>
                  <a:cubicBezTo>
                    <a:pt x="226" y="386"/>
                    <a:pt x="231" y="386"/>
                    <a:pt x="237" y="386"/>
                  </a:cubicBezTo>
                  <a:cubicBezTo>
                    <a:pt x="270" y="386"/>
                    <a:pt x="304" y="369"/>
                    <a:pt x="325" y="344"/>
                  </a:cubicBezTo>
                  <a:cubicBezTo>
                    <a:pt x="339" y="326"/>
                    <a:pt x="344" y="314"/>
                    <a:pt x="349" y="295"/>
                  </a:cubicBezTo>
                  <a:cubicBezTo>
                    <a:pt x="357" y="266"/>
                    <a:pt x="355" y="237"/>
                    <a:pt x="345" y="209"/>
                  </a:cubicBezTo>
                  <a:cubicBezTo>
                    <a:pt x="340" y="197"/>
                    <a:pt x="334" y="185"/>
                    <a:pt x="328" y="175"/>
                  </a:cubicBezTo>
                  <a:cubicBezTo>
                    <a:pt x="318" y="154"/>
                    <a:pt x="308" y="135"/>
                    <a:pt x="294" y="118"/>
                  </a:cubicBezTo>
                  <a:cubicBezTo>
                    <a:pt x="279" y="101"/>
                    <a:pt x="263" y="85"/>
                    <a:pt x="247" y="70"/>
                  </a:cubicBezTo>
                  <a:cubicBezTo>
                    <a:pt x="239" y="61"/>
                    <a:pt x="230" y="53"/>
                    <a:pt x="220" y="46"/>
                  </a:cubicBezTo>
                  <a:cubicBezTo>
                    <a:pt x="216" y="42"/>
                    <a:pt x="211" y="37"/>
                    <a:pt x="206" y="34"/>
                  </a:cubicBezTo>
                  <a:cubicBezTo>
                    <a:pt x="185" y="20"/>
                    <a:pt x="167" y="10"/>
                    <a:pt x="143" y="5"/>
                  </a:cubicBezTo>
                  <a:cubicBezTo>
                    <a:pt x="128" y="3"/>
                    <a:pt x="114" y="1"/>
                    <a:pt x="99" y="1"/>
                  </a:cubicBezTo>
                  <a:cubicBezTo>
                    <a:pt x="98" y="1"/>
                    <a:pt x="97" y="1"/>
                    <a:pt x="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218;p47">
              <a:extLst>
                <a:ext uri="{FF2B5EF4-FFF2-40B4-BE49-F238E27FC236}">
                  <a16:creationId xmlns:a16="http://schemas.microsoft.com/office/drawing/2014/main" id="{DAC1B7F9-2383-BE4B-D35E-BF00CA842CEB}"/>
                </a:ext>
              </a:extLst>
            </p:cNvPr>
            <p:cNvSpPr/>
            <p:nvPr/>
          </p:nvSpPr>
          <p:spPr>
            <a:xfrm>
              <a:off x="5582643" y="-974929"/>
              <a:ext cx="14703" cy="16965"/>
            </a:xfrm>
            <a:custGeom>
              <a:avLst/>
              <a:gdLst/>
              <a:ahLst/>
              <a:cxnLst/>
              <a:rect l="l" t="t" r="r" b="b"/>
              <a:pathLst>
                <a:path w="221" h="255" extrusionOk="0">
                  <a:moveTo>
                    <a:pt x="89" y="1"/>
                  </a:moveTo>
                  <a:cubicBezTo>
                    <a:pt x="77" y="2"/>
                    <a:pt x="65" y="6"/>
                    <a:pt x="54" y="13"/>
                  </a:cubicBezTo>
                  <a:cubicBezTo>
                    <a:pt x="45" y="16"/>
                    <a:pt x="39" y="22"/>
                    <a:pt x="33" y="28"/>
                  </a:cubicBezTo>
                  <a:cubicBezTo>
                    <a:pt x="26" y="33"/>
                    <a:pt x="20" y="40"/>
                    <a:pt x="17" y="49"/>
                  </a:cubicBezTo>
                  <a:cubicBezTo>
                    <a:pt x="11" y="55"/>
                    <a:pt x="8" y="63"/>
                    <a:pt x="7" y="72"/>
                  </a:cubicBezTo>
                  <a:cubicBezTo>
                    <a:pt x="2" y="84"/>
                    <a:pt x="0" y="96"/>
                    <a:pt x="3" y="109"/>
                  </a:cubicBezTo>
                  <a:cubicBezTo>
                    <a:pt x="5" y="117"/>
                    <a:pt x="5" y="123"/>
                    <a:pt x="5" y="130"/>
                  </a:cubicBezTo>
                  <a:cubicBezTo>
                    <a:pt x="5" y="131"/>
                    <a:pt x="5" y="134"/>
                    <a:pt x="5" y="135"/>
                  </a:cubicBezTo>
                  <a:cubicBezTo>
                    <a:pt x="6" y="144"/>
                    <a:pt x="8" y="152"/>
                    <a:pt x="11" y="161"/>
                  </a:cubicBezTo>
                  <a:cubicBezTo>
                    <a:pt x="12" y="163"/>
                    <a:pt x="13" y="165"/>
                    <a:pt x="13" y="167"/>
                  </a:cubicBezTo>
                  <a:cubicBezTo>
                    <a:pt x="14" y="169"/>
                    <a:pt x="15" y="171"/>
                    <a:pt x="15" y="173"/>
                  </a:cubicBezTo>
                  <a:cubicBezTo>
                    <a:pt x="16" y="178"/>
                    <a:pt x="17" y="183"/>
                    <a:pt x="18" y="186"/>
                  </a:cubicBezTo>
                  <a:cubicBezTo>
                    <a:pt x="22" y="199"/>
                    <a:pt x="30" y="210"/>
                    <a:pt x="40" y="219"/>
                  </a:cubicBezTo>
                  <a:cubicBezTo>
                    <a:pt x="43" y="224"/>
                    <a:pt x="47" y="228"/>
                    <a:pt x="51" y="230"/>
                  </a:cubicBezTo>
                  <a:cubicBezTo>
                    <a:pt x="53" y="232"/>
                    <a:pt x="55" y="233"/>
                    <a:pt x="57" y="234"/>
                  </a:cubicBezTo>
                  <a:cubicBezTo>
                    <a:pt x="64" y="239"/>
                    <a:pt x="72" y="243"/>
                    <a:pt x="78" y="248"/>
                  </a:cubicBezTo>
                  <a:cubicBezTo>
                    <a:pt x="88" y="252"/>
                    <a:pt x="97" y="254"/>
                    <a:pt x="107" y="254"/>
                  </a:cubicBezTo>
                  <a:cubicBezTo>
                    <a:pt x="109" y="254"/>
                    <a:pt x="111" y="254"/>
                    <a:pt x="114" y="254"/>
                  </a:cubicBezTo>
                  <a:cubicBezTo>
                    <a:pt x="115" y="254"/>
                    <a:pt x="118" y="254"/>
                    <a:pt x="120" y="254"/>
                  </a:cubicBezTo>
                  <a:cubicBezTo>
                    <a:pt x="125" y="254"/>
                    <a:pt x="131" y="253"/>
                    <a:pt x="137" y="252"/>
                  </a:cubicBezTo>
                  <a:cubicBezTo>
                    <a:pt x="148" y="250"/>
                    <a:pt x="160" y="246"/>
                    <a:pt x="169" y="237"/>
                  </a:cubicBezTo>
                  <a:cubicBezTo>
                    <a:pt x="171" y="236"/>
                    <a:pt x="172" y="236"/>
                    <a:pt x="174" y="235"/>
                  </a:cubicBezTo>
                  <a:cubicBezTo>
                    <a:pt x="174" y="234"/>
                    <a:pt x="175" y="234"/>
                    <a:pt x="176" y="233"/>
                  </a:cubicBezTo>
                  <a:cubicBezTo>
                    <a:pt x="183" y="227"/>
                    <a:pt x="190" y="220"/>
                    <a:pt x="196" y="214"/>
                  </a:cubicBezTo>
                  <a:cubicBezTo>
                    <a:pt x="201" y="206"/>
                    <a:pt x="207" y="197"/>
                    <a:pt x="211" y="190"/>
                  </a:cubicBezTo>
                  <a:cubicBezTo>
                    <a:pt x="213" y="186"/>
                    <a:pt x="218" y="171"/>
                    <a:pt x="218" y="163"/>
                  </a:cubicBezTo>
                  <a:cubicBezTo>
                    <a:pt x="219" y="148"/>
                    <a:pt x="220" y="133"/>
                    <a:pt x="218" y="119"/>
                  </a:cubicBezTo>
                  <a:cubicBezTo>
                    <a:pt x="218" y="117"/>
                    <a:pt x="218" y="116"/>
                    <a:pt x="218" y="115"/>
                  </a:cubicBezTo>
                  <a:cubicBezTo>
                    <a:pt x="218" y="114"/>
                    <a:pt x="218" y="113"/>
                    <a:pt x="218" y="112"/>
                  </a:cubicBezTo>
                  <a:cubicBezTo>
                    <a:pt x="217" y="107"/>
                    <a:pt x="216" y="102"/>
                    <a:pt x="214" y="98"/>
                  </a:cubicBezTo>
                  <a:cubicBezTo>
                    <a:pt x="213" y="89"/>
                    <a:pt x="210" y="80"/>
                    <a:pt x="205" y="72"/>
                  </a:cubicBezTo>
                  <a:cubicBezTo>
                    <a:pt x="200" y="64"/>
                    <a:pt x="198" y="59"/>
                    <a:pt x="193" y="54"/>
                  </a:cubicBezTo>
                  <a:cubicBezTo>
                    <a:pt x="185" y="45"/>
                    <a:pt x="177" y="36"/>
                    <a:pt x="169" y="28"/>
                  </a:cubicBezTo>
                  <a:cubicBezTo>
                    <a:pt x="167" y="26"/>
                    <a:pt x="164" y="24"/>
                    <a:pt x="162" y="23"/>
                  </a:cubicBezTo>
                  <a:cubicBezTo>
                    <a:pt x="154" y="17"/>
                    <a:pt x="147" y="13"/>
                    <a:pt x="140" y="9"/>
                  </a:cubicBezTo>
                  <a:cubicBezTo>
                    <a:pt x="131" y="6"/>
                    <a:pt x="123" y="4"/>
                    <a:pt x="115" y="2"/>
                  </a:cubicBezTo>
                  <a:cubicBezTo>
                    <a:pt x="106" y="2"/>
                    <a:pt x="98" y="2"/>
                    <a:pt x="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219;p47">
              <a:extLst>
                <a:ext uri="{FF2B5EF4-FFF2-40B4-BE49-F238E27FC236}">
                  <a16:creationId xmlns:a16="http://schemas.microsoft.com/office/drawing/2014/main" id="{2A8957FD-EDF4-5A0F-0EEE-D98E2671E748}"/>
                </a:ext>
              </a:extLst>
            </p:cNvPr>
            <p:cNvSpPr/>
            <p:nvPr/>
          </p:nvSpPr>
          <p:spPr>
            <a:xfrm>
              <a:off x="5705719" y="-826307"/>
              <a:ext cx="11908" cy="13172"/>
            </a:xfrm>
            <a:custGeom>
              <a:avLst/>
              <a:gdLst/>
              <a:ahLst/>
              <a:cxnLst/>
              <a:rect l="l" t="t" r="r" b="b"/>
              <a:pathLst>
                <a:path w="179" h="198" extrusionOk="0">
                  <a:moveTo>
                    <a:pt x="73" y="1"/>
                  </a:moveTo>
                  <a:cubicBezTo>
                    <a:pt x="71" y="1"/>
                    <a:pt x="69" y="1"/>
                    <a:pt x="67" y="1"/>
                  </a:cubicBezTo>
                  <a:cubicBezTo>
                    <a:pt x="57" y="2"/>
                    <a:pt x="49" y="5"/>
                    <a:pt x="42" y="10"/>
                  </a:cubicBezTo>
                  <a:cubicBezTo>
                    <a:pt x="32" y="14"/>
                    <a:pt x="26" y="19"/>
                    <a:pt x="20" y="27"/>
                  </a:cubicBezTo>
                  <a:cubicBezTo>
                    <a:pt x="12" y="37"/>
                    <a:pt x="7" y="48"/>
                    <a:pt x="5" y="61"/>
                  </a:cubicBezTo>
                  <a:cubicBezTo>
                    <a:pt x="5" y="64"/>
                    <a:pt x="4" y="68"/>
                    <a:pt x="3" y="71"/>
                  </a:cubicBezTo>
                  <a:cubicBezTo>
                    <a:pt x="3" y="72"/>
                    <a:pt x="3" y="74"/>
                    <a:pt x="2" y="75"/>
                  </a:cubicBezTo>
                  <a:cubicBezTo>
                    <a:pt x="2" y="77"/>
                    <a:pt x="2" y="78"/>
                    <a:pt x="2" y="79"/>
                  </a:cubicBezTo>
                  <a:lnTo>
                    <a:pt x="1" y="100"/>
                  </a:lnTo>
                  <a:cubicBezTo>
                    <a:pt x="2" y="107"/>
                    <a:pt x="3" y="114"/>
                    <a:pt x="6" y="122"/>
                  </a:cubicBezTo>
                  <a:cubicBezTo>
                    <a:pt x="9" y="129"/>
                    <a:pt x="13" y="136"/>
                    <a:pt x="17" y="145"/>
                  </a:cubicBezTo>
                  <a:cubicBezTo>
                    <a:pt x="20" y="155"/>
                    <a:pt x="26" y="163"/>
                    <a:pt x="34" y="171"/>
                  </a:cubicBezTo>
                  <a:cubicBezTo>
                    <a:pt x="42" y="180"/>
                    <a:pt x="50" y="186"/>
                    <a:pt x="62" y="191"/>
                  </a:cubicBezTo>
                  <a:cubicBezTo>
                    <a:pt x="69" y="195"/>
                    <a:pt x="78" y="197"/>
                    <a:pt x="87" y="197"/>
                  </a:cubicBezTo>
                  <a:cubicBezTo>
                    <a:pt x="89" y="197"/>
                    <a:pt x="91" y="197"/>
                    <a:pt x="93" y="197"/>
                  </a:cubicBezTo>
                  <a:cubicBezTo>
                    <a:pt x="95" y="197"/>
                    <a:pt x="98" y="197"/>
                    <a:pt x="100" y="197"/>
                  </a:cubicBezTo>
                  <a:cubicBezTo>
                    <a:pt x="108" y="197"/>
                    <a:pt x="116" y="196"/>
                    <a:pt x="124" y="192"/>
                  </a:cubicBezTo>
                  <a:cubicBezTo>
                    <a:pt x="131" y="188"/>
                    <a:pt x="137" y="185"/>
                    <a:pt x="143" y="182"/>
                  </a:cubicBezTo>
                  <a:cubicBezTo>
                    <a:pt x="155" y="173"/>
                    <a:pt x="164" y="161"/>
                    <a:pt x="170" y="148"/>
                  </a:cubicBezTo>
                  <a:cubicBezTo>
                    <a:pt x="173" y="140"/>
                    <a:pt x="175" y="133"/>
                    <a:pt x="177" y="127"/>
                  </a:cubicBezTo>
                  <a:cubicBezTo>
                    <a:pt x="179" y="112"/>
                    <a:pt x="178" y="98"/>
                    <a:pt x="173" y="85"/>
                  </a:cubicBezTo>
                  <a:cubicBezTo>
                    <a:pt x="167" y="73"/>
                    <a:pt x="162" y="63"/>
                    <a:pt x="157" y="52"/>
                  </a:cubicBezTo>
                  <a:cubicBezTo>
                    <a:pt x="153" y="42"/>
                    <a:pt x="145" y="34"/>
                    <a:pt x="136" y="27"/>
                  </a:cubicBezTo>
                  <a:cubicBezTo>
                    <a:pt x="131" y="21"/>
                    <a:pt x="124" y="18"/>
                    <a:pt x="116" y="15"/>
                  </a:cubicBezTo>
                  <a:cubicBezTo>
                    <a:pt x="116" y="15"/>
                    <a:pt x="115" y="14"/>
                    <a:pt x="115" y="14"/>
                  </a:cubicBezTo>
                  <a:cubicBezTo>
                    <a:pt x="113" y="13"/>
                    <a:pt x="112" y="13"/>
                    <a:pt x="111" y="12"/>
                  </a:cubicBezTo>
                  <a:cubicBezTo>
                    <a:pt x="108" y="10"/>
                    <a:pt x="104" y="8"/>
                    <a:pt x="102" y="6"/>
                  </a:cubicBezTo>
                  <a:cubicBezTo>
                    <a:pt x="93" y="3"/>
                    <a:pt x="83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220;p47">
              <a:extLst>
                <a:ext uri="{FF2B5EF4-FFF2-40B4-BE49-F238E27FC236}">
                  <a16:creationId xmlns:a16="http://schemas.microsoft.com/office/drawing/2014/main" id="{2FE40032-B15B-9FE6-C962-8FFDE51531AC}"/>
                </a:ext>
              </a:extLst>
            </p:cNvPr>
            <p:cNvSpPr/>
            <p:nvPr/>
          </p:nvSpPr>
          <p:spPr>
            <a:xfrm>
              <a:off x="5811631" y="-928427"/>
              <a:ext cx="18495" cy="22686"/>
            </a:xfrm>
            <a:custGeom>
              <a:avLst/>
              <a:gdLst/>
              <a:ahLst/>
              <a:cxnLst/>
              <a:rect l="l" t="t" r="r" b="b"/>
              <a:pathLst>
                <a:path w="278" h="341" extrusionOk="0">
                  <a:moveTo>
                    <a:pt x="106" y="1"/>
                  </a:moveTo>
                  <a:cubicBezTo>
                    <a:pt x="98" y="1"/>
                    <a:pt x="89" y="2"/>
                    <a:pt x="81" y="5"/>
                  </a:cubicBezTo>
                  <a:cubicBezTo>
                    <a:pt x="68" y="7"/>
                    <a:pt x="56" y="12"/>
                    <a:pt x="46" y="21"/>
                  </a:cubicBezTo>
                  <a:cubicBezTo>
                    <a:pt x="25" y="36"/>
                    <a:pt x="6" y="60"/>
                    <a:pt x="5" y="88"/>
                  </a:cubicBezTo>
                  <a:cubicBezTo>
                    <a:pt x="4" y="101"/>
                    <a:pt x="1" y="116"/>
                    <a:pt x="3" y="131"/>
                  </a:cubicBezTo>
                  <a:cubicBezTo>
                    <a:pt x="5" y="148"/>
                    <a:pt x="11" y="162"/>
                    <a:pt x="16" y="179"/>
                  </a:cubicBezTo>
                  <a:cubicBezTo>
                    <a:pt x="20" y="185"/>
                    <a:pt x="21" y="192"/>
                    <a:pt x="24" y="199"/>
                  </a:cubicBezTo>
                  <a:cubicBezTo>
                    <a:pt x="28" y="210"/>
                    <a:pt x="35" y="222"/>
                    <a:pt x="43" y="232"/>
                  </a:cubicBezTo>
                  <a:cubicBezTo>
                    <a:pt x="49" y="247"/>
                    <a:pt x="54" y="261"/>
                    <a:pt x="64" y="274"/>
                  </a:cubicBezTo>
                  <a:cubicBezTo>
                    <a:pt x="67" y="278"/>
                    <a:pt x="70" y="283"/>
                    <a:pt x="73" y="288"/>
                  </a:cubicBezTo>
                  <a:cubicBezTo>
                    <a:pt x="83" y="304"/>
                    <a:pt x="101" y="317"/>
                    <a:pt x="119" y="326"/>
                  </a:cubicBezTo>
                  <a:cubicBezTo>
                    <a:pt x="133" y="335"/>
                    <a:pt x="147" y="341"/>
                    <a:pt x="164" y="341"/>
                  </a:cubicBezTo>
                  <a:cubicBezTo>
                    <a:pt x="165" y="341"/>
                    <a:pt x="166" y="341"/>
                    <a:pt x="168" y="341"/>
                  </a:cubicBezTo>
                  <a:cubicBezTo>
                    <a:pt x="193" y="341"/>
                    <a:pt x="219" y="331"/>
                    <a:pt x="234" y="310"/>
                  </a:cubicBezTo>
                  <a:cubicBezTo>
                    <a:pt x="234" y="308"/>
                    <a:pt x="235" y="307"/>
                    <a:pt x="235" y="306"/>
                  </a:cubicBezTo>
                  <a:cubicBezTo>
                    <a:pt x="239" y="303"/>
                    <a:pt x="245" y="302"/>
                    <a:pt x="248" y="298"/>
                  </a:cubicBezTo>
                  <a:cubicBezTo>
                    <a:pt x="259" y="283"/>
                    <a:pt x="268" y="266"/>
                    <a:pt x="270" y="247"/>
                  </a:cubicBezTo>
                  <a:cubicBezTo>
                    <a:pt x="272" y="240"/>
                    <a:pt x="273" y="235"/>
                    <a:pt x="274" y="229"/>
                  </a:cubicBezTo>
                  <a:cubicBezTo>
                    <a:pt x="275" y="226"/>
                    <a:pt x="275" y="223"/>
                    <a:pt x="276" y="220"/>
                  </a:cubicBezTo>
                  <a:cubicBezTo>
                    <a:pt x="277" y="210"/>
                    <a:pt x="277" y="196"/>
                    <a:pt x="276" y="187"/>
                  </a:cubicBezTo>
                  <a:lnTo>
                    <a:pt x="275" y="182"/>
                  </a:lnTo>
                  <a:cubicBezTo>
                    <a:pt x="272" y="160"/>
                    <a:pt x="266" y="138"/>
                    <a:pt x="258" y="116"/>
                  </a:cubicBezTo>
                  <a:cubicBezTo>
                    <a:pt x="248" y="83"/>
                    <a:pt x="225" y="60"/>
                    <a:pt x="201" y="37"/>
                  </a:cubicBezTo>
                  <a:cubicBezTo>
                    <a:pt x="179" y="16"/>
                    <a:pt x="149" y="4"/>
                    <a:pt x="119" y="2"/>
                  </a:cubicBezTo>
                  <a:cubicBezTo>
                    <a:pt x="115" y="1"/>
                    <a:pt x="111" y="1"/>
                    <a:pt x="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221;p47">
              <a:extLst>
                <a:ext uri="{FF2B5EF4-FFF2-40B4-BE49-F238E27FC236}">
                  <a16:creationId xmlns:a16="http://schemas.microsoft.com/office/drawing/2014/main" id="{AD011DE5-141E-5190-8B2F-009F78D548B2}"/>
                </a:ext>
              </a:extLst>
            </p:cNvPr>
            <p:cNvSpPr/>
            <p:nvPr/>
          </p:nvSpPr>
          <p:spPr>
            <a:xfrm>
              <a:off x="5881418" y="-783396"/>
              <a:ext cx="20490" cy="21688"/>
            </a:xfrm>
            <a:custGeom>
              <a:avLst/>
              <a:gdLst/>
              <a:ahLst/>
              <a:cxnLst/>
              <a:rect l="l" t="t" r="r" b="b"/>
              <a:pathLst>
                <a:path w="308" h="326" extrusionOk="0">
                  <a:moveTo>
                    <a:pt x="100" y="1"/>
                  </a:moveTo>
                  <a:lnTo>
                    <a:pt x="72" y="7"/>
                  </a:lnTo>
                  <a:lnTo>
                    <a:pt x="47" y="21"/>
                  </a:lnTo>
                  <a:cubicBezTo>
                    <a:pt x="34" y="29"/>
                    <a:pt x="23" y="41"/>
                    <a:pt x="17" y="54"/>
                  </a:cubicBezTo>
                  <a:cubicBezTo>
                    <a:pt x="11" y="63"/>
                    <a:pt x="7" y="71"/>
                    <a:pt x="6" y="81"/>
                  </a:cubicBezTo>
                  <a:cubicBezTo>
                    <a:pt x="2" y="90"/>
                    <a:pt x="0" y="100"/>
                    <a:pt x="2" y="110"/>
                  </a:cubicBezTo>
                  <a:cubicBezTo>
                    <a:pt x="1" y="132"/>
                    <a:pt x="7" y="151"/>
                    <a:pt x="18" y="170"/>
                  </a:cubicBezTo>
                  <a:lnTo>
                    <a:pt x="18" y="170"/>
                  </a:lnTo>
                  <a:cubicBezTo>
                    <a:pt x="19" y="171"/>
                    <a:pt x="19" y="172"/>
                    <a:pt x="19" y="173"/>
                  </a:cubicBezTo>
                  <a:cubicBezTo>
                    <a:pt x="20" y="174"/>
                    <a:pt x="20" y="176"/>
                    <a:pt x="21" y="177"/>
                  </a:cubicBezTo>
                  <a:cubicBezTo>
                    <a:pt x="23" y="179"/>
                    <a:pt x="24" y="181"/>
                    <a:pt x="26" y="183"/>
                  </a:cubicBezTo>
                  <a:lnTo>
                    <a:pt x="26" y="183"/>
                  </a:lnTo>
                  <a:cubicBezTo>
                    <a:pt x="32" y="197"/>
                    <a:pt x="39" y="210"/>
                    <a:pt x="50" y="220"/>
                  </a:cubicBezTo>
                  <a:cubicBezTo>
                    <a:pt x="51" y="220"/>
                    <a:pt x="51" y="221"/>
                    <a:pt x="52" y="221"/>
                  </a:cubicBezTo>
                  <a:cubicBezTo>
                    <a:pt x="59" y="229"/>
                    <a:pt x="66" y="238"/>
                    <a:pt x="73" y="247"/>
                  </a:cubicBezTo>
                  <a:cubicBezTo>
                    <a:pt x="76" y="252"/>
                    <a:pt x="79" y="257"/>
                    <a:pt x="82" y="263"/>
                  </a:cubicBezTo>
                  <a:cubicBezTo>
                    <a:pt x="90" y="274"/>
                    <a:pt x="103" y="284"/>
                    <a:pt x="115" y="295"/>
                  </a:cubicBezTo>
                  <a:cubicBezTo>
                    <a:pt x="116" y="297"/>
                    <a:pt x="118" y="299"/>
                    <a:pt x="120" y="301"/>
                  </a:cubicBezTo>
                  <a:cubicBezTo>
                    <a:pt x="132" y="312"/>
                    <a:pt x="146" y="318"/>
                    <a:pt x="161" y="321"/>
                  </a:cubicBezTo>
                  <a:cubicBezTo>
                    <a:pt x="172" y="324"/>
                    <a:pt x="184" y="326"/>
                    <a:pt x="195" y="326"/>
                  </a:cubicBezTo>
                  <a:cubicBezTo>
                    <a:pt x="208" y="326"/>
                    <a:pt x="221" y="324"/>
                    <a:pt x="233" y="319"/>
                  </a:cubicBezTo>
                  <a:cubicBezTo>
                    <a:pt x="252" y="311"/>
                    <a:pt x="268" y="299"/>
                    <a:pt x="282" y="283"/>
                  </a:cubicBezTo>
                  <a:cubicBezTo>
                    <a:pt x="302" y="260"/>
                    <a:pt x="307" y="229"/>
                    <a:pt x="306" y="199"/>
                  </a:cubicBezTo>
                  <a:cubicBezTo>
                    <a:pt x="306" y="193"/>
                    <a:pt x="306" y="188"/>
                    <a:pt x="305" y="182"/>
                  </a:cubicBezTo>
                  <a:cubicBezTo>
                    <a:pt x="305" y="181"/>
                    <a:pt x="305" y="179"/>
                    <a:pt x="305" y="177"/>
                  </a:cubicBezTo>
                  <a:cubicBezTo>
                    <a:pt x="302" y="166"/>
                    <a:pt x="300" y="157"/>
                    <a:pt x="298" y="146"/>
                  </a:cubicBezTo>
                  <a:cubicBezTo>
                    <a:pt x="292" y="135"/>
                    <a:pt x="285" y="123"/>
                    <a:pt x="280" y="113"/>
                  </a:cubicBezTo>
                  <a:cubicBezTo>
                    <a:pt x="274" y="102"/>
                    <a:pt x="267" y="92"/>
                    <a:pt x="259" y="81"/>
                  </a:cubicBezTo>
                  <a:cubicBezTo>
                    <a:pt x="240" y="56"/>
                    <a:pt x="217" y="31"/>
                    <a:pt x="188" y="19"/>
                  </a:cubicBezTo>
                  <a:cubicBezTo>
                    <a:pt x="169" y="11"/>
                    <a:pt x="148" y="6"/>
                    <a:pt x="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222;p47">
              <a:extLst>
                <a:ext uri="{FF2B5EF4-FFF2-40B4-BE49-F238E27FC236}">
                  <a16:creationId xmlns:a16="http://schemas.microsoft.com/office/drawing/2014/main" id="{ADB9FE93-D335-7F2E-4C40-8EE5A9BB22DC}"/>
                </a:ext>
              </a:extLst>
            </p:cNvPr>
            <p:cNvSpPr/>
            <p:nvPr/>
          </p:nvSpPr>
          <p:spPr>
            <a:xfrm>
              <a:off x="5893326" y="-756253"/>
              <a:ext cx="14037" cy="13838"/>
            </a:xfrm>
            <a:custGeom>
              <a:avLst/>
              <a:gdLst/>
              <a:ahLst/>
              <a:cxnLst/>
              <a:rect l="l" t="t" r="r" b="b"/>
              <a:pathLst>
                <a:path w="211" h="208" extrusionOk="0">
                  <a:moveTo>
                    <a:pt x="105" y="0"/>
                  </a:moveTo>
                  <a:cubicBezTo>
                    <a:pt x="101" y="0"/>
                    <a:pt x="97" y="0"/>
                    <a:pt x="93" y="1"/>
                  </a:cubicBezTo>
                  <a:cubicBezTo>
                    <a:pt x="79" y="2"/>
                    <a:pt x="66" y="6"/>
                    <a:pt x="55" y="14"/>
                  </a:cubicBezTo>
                  <a:cubicBezTo>
                    <a:pt x="51" y="16"/>
                    <a:pt x="46" y="18"/>
                    <a:pt x="43" y="20"/>
                  </a:cubicBezTo>
                  <a:lnTo>
                    <a:pt x="42" y="21"/>
                  </a:lnTo>
                  <a:lnTo>
                    <a:pt x="41" y="22"/>
                  </a:lnTo>
                  <a:cubicBezTo>
                    <a:pt x="29" y="29"/>
                    <a:pt x="15" y="45"/>
                    <a:pt x="10" y="60"/>
                  </a:cubicBezTo>
                  <a:lnTo>
                    <a:pt x="9" y="62"/>
                  </a:lnTo>
                  <a:cubicBezTo>
                    <a:pt x="9" y="62"/>
                    <a:pt x="9" y="63"/>
                    <a:pt x="9" y="63"/>
                  </a:cubicBezTo>
                  <a:cubicBezTo>
                    <a:pt x="6" y="71"/>
                    <a:pt x="4" y="80"/>
                    <a:pt x="1" y="89"/>
                  </a:cubicBezTo>
                  <a:cubicBezTo>
                    <a:pt x="1" y="97"/>
                    <a:pt x="1" y="107"/>
                    <a:pt x="0" y="115"/>
                  </a:cubicBezTo>
                  <a:cubicBezTo>
                    <a:pt x="3" y="123"/>
                    <a:pt x="5" y="132"/>
                    <a:pt x="7" y="141"/>
                  </a:cubicBezTo>
                  <a:cubicBezTo>
                    <a:pt x="11" y="150"/>
                    <a:pt x="15" y="157"/>
                    <a:pt x="20" y="165"/>
                  </a:cubicBezTo>
                  <a:cubicBezTo>
                    <a:pt x="32" y="181"/>
                    <a:pt x="45" y="193"/>
                    <a:pt x="63" y="200"/>
                  </a:cubicBezTo>
                  <a:cubicBezTo>
                    <a:pt x="76" y="205"/>
                    <a:pt x="89" y="208"/>
                    <a:pt x="103" y="208"/>
                  </a:cubicBezTo>
                  <a:cubicBezTo>
                    <a:pt x="107" y="208"/>
                    <a:pt x="111" y="208"/>
                    <a:pt x="116" y="207"/>
                  </a:cubicBezTo>
                  <a:lnTo>
                    <a:pt x="120" y="207"/>
                  </a:lnTo>
                  <a:cubicBezTo>
                    <a:pt x="133" y="206"/>
                    <a:pt x="145" y="202"/>
                    <a:pt x="155" y="195"/>
                  </a:cubicBezTo>
                  <a:cubicBezTo>
                    <a:pt x="168" y="189"/>
                    <a:pt x="178" y="181"/>
                    <a:pt x="187" y="171"/>
                  </a:cubicBezTo>
                  <a:cubicBezTo>
                    <a:pt x="192" y="163"/>
                    <a:pt x="196" y="155"/>
                    <a:pt x="201" y="148"/>
                  </a:cubicBezTo>
                  <a:cubicBezTo>
                    <a:pt x="208" y="131"/>
                    <a:pt x="211" y="114"/>
                    <a:pt x="209" y="97"/>
                  </a:cubicBezTo>
                  <a:cubicBezTo>
                    <a:pt x="209" y="95"/>
                    <a:pt x="208" y="94"/>
                    <a:pt x="208" y="93"/>
                  </a:cubicBezTo>
                  <a:cubicBezTo>
                    <a:pt x="206" y="75"/>
                    <a:pt x="199" y="59"/>
                    <a:pt x="189" y="44"/>
                  </a:cubicBezTo>
                  <a:cubicBezTo>
                    <a:pt x="177" y="28"/>
                    <a:pt x="164" y="17"/>
                    <a:pt x="146" y="9"/>
                  </a:cubicBezTo>
                  <a:cubicBezTo>
                    <a:pt x="142" y="7"/>
                    <a:pt x="137" y="6"/>
                    <a:pt x="132" y="5"/>
                  </a:cubicBezTo>
                  <a:cubicBezTo>
                    <a:pt x="124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223;p47">
              <a:extLst>
                <a:ext uri="{FF2B5EF4-FFF2-40B4-BE49-F238E27FC236}">
                  <a16:creationId xmlns:a16="http://schemas.microsoft.com/office/drawing/2014/main" id="{ECDE4BE8-0958-B8BD-0CB3-31E4D1D951C3}"/>
                </a:ext>
              </a:extLst>
            </p:cNvPr>
            <p:cNvSpPr/>
            <p:nvPr/>
          </p:nvSpPr>
          <p:spPr>
            <a:xfrm>
              <a:off x="6067362" y="-845999"/>
              <a:ext cx="17031" cy="19825"/>
            </a:xfrm>
            <a:custGeom>
              <a:avLst/>
              <a:gdLst/>
              <a:ahLst/>
              <a:cxnLst/>
              <a:rect l="l" t="t" r="r" b="b"/>
              <a:pathLst>
                <a:path w="256" h="298" extrusionOk="0">
                  <a:moveTo>
                    <a:pt x="98" y="1"/>
                  </a:moveTo>
                  <a:cubicBezTo>
                    <a:pt x="90" y="3"/>
                    <a:pt x="81" y="5"/>
                    <a:pt x="71" y="7"/>
                  </a:cubicBezTo>
                  <a:cubicBezTo>
                    <a:pt x="63" y="11"/>
                    <a:pt x="54" y="17"/>
                    <a:pt x="47" y="21"/>
                  </a:cubicBezTo>
                  <a:cubicBezTo>
                    <a:pt x="34" y="29"/>
                    <a:pt x="24" y="40"/>
                    <a:pt x="18" y="53"/>
                  </a:cubicBezTo>
                  <a:cubicBezTo>
                    <a:pt x="11" y="61"/>
                    <a:pt x="8" y="70"/>
                    <a:pt x="6" y="79"/>
                  </a:cubicBezTo>
                  <a:cubicBezTo>
                    <a:pt x="3" y="88"/>
                    <a:pt x="1" y="97"/>
                    <a:pt x="2" y="107"/>
                  </a:cubicBezTo>
                  <a:cubicBezTo>
                    <a:pt x="2" y="110"/>
                    <a:pt x="3" y="114"/>
                    <a:pt x="4" y="117"/>
                  </a:cubicBezTo>
                  <a:cubicBezTo>
                    <a:pt x="2" y="128"/>
                    <a:pt x="1" y="137"/>
                    <a:pt x="2" y="155"/>
                  </a:cubicBezTo>
                  <a:cubicBezTo>
                    <a:pt x="2" y="156"/>
                    <a:pt x="2" y="158"/>
                    <a:pt x="2" y="159"/>
                  </a:cubicBezTo>
                  <a:cubicBezTo>
                    <a:pt x="2" y="166"/>
                    <a:pt x="3" y="173"/>
                    <a:pt x="4" y="179"/>
                  </a:cubicBezTo>
                  <a:cubicBezTo>
                    <a:pt x="6" y="191"/>
                    <a:pt x="9" y="204"/>
                    <a:pt x="12" y="217"/>
                  </a:cubicBezTo>
                  <a:cubicBezTo>
                    <a:pt x="21" y="237"/>
                    <a:pt x="33" y="255"/>
                    <a:pt x="51" y="270"/>
                  </a:cubicBezTo>
                  <a:cubicBezTo>
                    <a:pt x="61" y="276"/>
                    <a:pt x="70" y="281"/>
                    <a:pt x="81" y="288"/>
                  </a:cubicBezTo>
                  <a:cubicBezTo>
                    <a:pt x="96" y="294"/>
                    <a:pt x="115" y="298"/>
                    <a:pt x="133" y="298"/>
                  </a:cubicBezTo>
                  <a:cubicBezTo>
                    <a:pt x="136" y="298"/>
                    <a:pt x="140" y="298"/>
                    <a:pt x="143" y="297"/>
                  </a:cubicBezTo>
                  <a:cubicBezTo>
                    <a:pt x="155" y="295"/>
                    <a:pt x="165" y="293"/>
                    <a:pt x="175" y="290"/>
                  </a:cubicBezTo>
                  <a:cubicBezTo>
                    <a:pt x="184" y="286"/>
                    <a:pt x="194" y="281"/>
                    <a:pt x="202" y="275"/>
                  </a:cubicBezTo>
                  <a:cubicBezTo>
                    <a:pt x="213" y="267"/>
                    <a:pt x="219" y="261"/>
                    <a:pt x="224" y="254"/>
                  </a:cubicBezTo>
                  <a:cubicBezTo>
                    <a:pt x="224" y="253"/>
                    <a:pt x="225" y="252"/>
                    <a:pt x="225" y="251"/>
                  </a:cubicBezTo>
                  <a:cubicBezTo>
                    <a:pt x="232" y="244"/>
                    <a:pt x="237" y="235"/>
                    <a:pt x="244" y="222"/>
                  </a:cubicBezTo>
                  <a:cubicBezTo>
                    <a:pt x="247" y="211"/>
                    <a:pt x="250" y="201"/>
                    <a:pt x="253" y="190"/>
                  </a:cubicBezTo>
                  <a:cubicBezTo>
                    <a:pt x="255" y="175"/>
                    <a:pt x="254" y="161"/>
                    <a:pt x="250" y="147"/>
                  </a:cubicBezTo>
                  <a:lnTo>
                    <a:pt x="250" y="147"/>
                  </a:lnTo>
                  <a:cubicBezTo>
                    <a:pt x="250" y="146"/>
                    <a:pt x="250" y="144"/>
                    <a:pt x="250" y="143"/>
                  </a:cubicBezTo>
                  <a:lnTo>
                    <a:pt x="250" y="142"/>
                  </a:lnTo>
                  <a:cubicBezTo>
                    <a:pt x="249" y="138"/>
                    <a:pt x="248" y="135"/>
                    <a:pt x="248" y="131"/>
                  </a:cubicBezTo>
                  <a:cubicBezTo>
                    <a:pt x="247" y="129"/>
                    <a:pt x="247" y="128"/>
                    <a:pt x="247" y="126"/>
                  </a:cubicBezTo>
                  <a:cubicBezTo>
                    <a:pt x="245" y="105"/>
                    <a:pt x="236" y="85"/>
                    <a:pt x="224" y="67"/>
                  </a:cubicBezTo>
                  <a:lnTo>
                    <a:pt x="223" y="65"/>
                  </a:lnTo>
                  <a:cubicBezTo>
                    <a:pt x="222" y="63"/>
                    <a:pt x="221" y="61"/>
                    <a:pt x="219" y="59"/>
                  </a:cubicBezTo>
                  <a:cubicBezTo>
                    <a:pt x="205" y="38"/>
                    <a:pt x="186" y="22"/>
                    <a:pt x="164" y="11"/>
                  </a:cubicBezTo>
                  <a:cubicBezTo>
                    <a:pt x="153" y="6"/>
                    <a:pt x="139" y="2"/>
                    <a:pt x="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224;p47">
              <a:extLst>
                <a:ext uri="{FF2B5EF4-FFF2-40B4-BE49-F238E27FC236}">
                  <a16:creationId xmlns:a16="http://schemas.microsoft.com/office/drawing/2014/main" id="{FB356BEC-8A38-990F-D0F7-2F303322578A}"/>
                </a:ext>
              </a:extLst>
            </p:cNvPr>
            <p:cNvSpPr/>
            <p:nvPr/>
          </p:nvSpPr>
          <p:spPr>
            <a:xfrm>
              <a:off x="5990457" y="-1034205"/>
              <a:ext cx="25680" cy="23085"/>
            </a:xfrm>
            <a:custGeom>
              <a:avLst/>
              <a:gdLst/>
              <a:ahLst/>
              <a:cxnLst/>
              <a:rect l="l" t="t" r="r" b="b"/>
              <a:pathLst>
                <a:path w="386" h="347" extrusionOk="0">
                  <a:moveTo>
                    <a:pt x="97" y="0"/>
                  </a:moveTo>
                  <a:cubicBezTo>
                    <a:pt x="86" y="0"/>
                    <a:pt x="76" y="2"/>
                    <a:pt x="66" y="6"/>
                  </a:cubicBezTo>
                  <a:cubicBezTo>
                    <a:pt x="42" y="17"/>
                    <a:pt x="22" y="33"/>
                    <a:pt x="12" y="59"/>
                  </a:cubicBezTo>
                  <a:cubicBezTo>
                    <a:pt x="8" y="70"/>
                    <a:pt x="4" y="83"/>
                    <a:pt x="3" y="95"/>
                  </a:cubicBezTo>
                  <a:cubicBezTo>
                    <a:pt x="0" y="133"/>
                    <a:pt x="10" y="155"/>
                    <a:pt x="28" y="185"/>
                  </a:cubicBezTo>
                  <a:cubicBezTo>
                    <a:pt x="38" y="204"/>
                    <a:pt x="47" y="214"/>
                    <a:pt x="64" y="231"/>
                  </a:cubicBezTo>
                  <a:cubicBezTo>
                    <a:pt x="72" y="240"/>
                    <a:pt x="80" y="247"/>
                    <a:pt x="88" y="255"/>
                  </a:cubicBezTo>
                  <a:cubicBezTo>
                    <a:pt x="96" y="264"/>
                    <a:pt x="104" y="271"/>
                    <a:pt x="112" y="279"/>
                  </a:cubicBezTo>
                  <a:cubicBezTo>
                    <a:pt x="121" y="287"/>
                    <a:pt x="130" y="293"/>
                    <a:pt x="140" y="299"/>
                  </a:cubicBezTo>
                  <a:cubicBezTo>
                    <a:pt x="156" y="311"/>
                    <a:pt x="174" y="325"/>
                    <a:pt x="194" y="334"/>
                  </a:cubicBezTo>
                  <a:cubicBezTo>
                    <a:pt x="212" y="342"/>
                    <a:pt x="231" y="346"/>
                    <a:pt x="250" y="346"/>
                  </a:cubicBezTo>
                  <a:cubicBezTo>
                    <a:pt x="259" y="346"/>
                    <a:pt x="268" y="345"/>
                    <a:pt x="278" y="343"/>
                  </a:cubicBezTo>
                  <a:cubicBezTo>
                    <a:pt x="308" y="338"/>
                    <a:pt x="339" y="326"/>
                    <a:pt x="357" y="300"/>
                  </a:cubicBezTo>
                  <a:cubicBezTo>
                    <a:pt x="375" y="275"/>
                    <a:pt x="386" y="246"/>
                    <a:pt x="382" y="213"/>
                  </a:cubicBezTo>
                  <a:cubicBezTo>
                    <a:pt x="380" y="193"/>
                    <a:pt x="375" y="173"/>
                    <a:pt x="365" y="153"/>
                  </a:cubicBezTo>
                  <a:cubicBezTo>
                    <a:pt x="353" y="132"/>
                    <a:pt x="336" y="115"/>
                    <a:pt x="318" y="100"/>
                  </a:cubicBezTo>
                  <a:cubicBezTo>
                    <a:pt x="296" y="83"/>
                    <a:pt x="274" y="67"/>
                    <a:pt x="249" y="53"/>
                  </a:cubicBezTo>
                  <a:cubicBezTo>
                    <a:pt x="234" y="45"/>
                    <a:pt x="218" y="37"/>
                    <a:pt x="202" y="28"/>
                  </a:cubicBezTo>
                  <a:cubicBezTo>
                    <a:pt x="183" y="17"/>
                    <a:pt x="160" y="13"/>
                    <a:pt x="137" y="7"/>
                  </a:cubicBezTo>
                  <a:lnTo>
                    <a:pt x="137" y="7"/>
                  </a:lnTo>
                  <a:cubicBezTo>
                    <a:pt x="137" y="7"/>
                    <a:pt x="138" y="7"/>
                    <a:pt x="138" y="7"/>
                  </a:cubicBezTo>
                  <a:lnTo>
                    <a:pt x="133" y="6"/>
                  </a:lnTo>
                  <a:lnTo>
                    <a:pt x="133" y="6"/>
                  </a:lnTo>
                  <a:cubicBezTo>
                    <a:pt x="135" y="7"/>
                    <a:pt x="136" y="7"/>
                    <a:pt x="137" y="7"/>
                  </a:cubicBezTo>
                  <a:lnTo>
                    <a:pt x="137" y="7"/>
                  </a:lnTo>
                  <a:cubicBezTo>
                    <a:pt x="136" y="7"/>
                    <a:pt x="134" y="7"/>
                    <a:pt x="133" y="6"/>
                  </a:cubicBezTo>
                  <a:lnTo>
                    <a:pt x="133" y="6"/>
                  </a:lnTo>
                  <a:cubicBezTo>
                    <a:pt x="133" y="6"/>
                    <a:pt x="133" y="6"/>
                    <a:pt x="133" y="6"/>
                  </a:cubicBezTo>
                  <a:cubicBezTo>
                    <a:pt x="131" y="6"/>
                    <a:pt x="128" y="5"/>
                    <a:pt x="125" y="4"/>
                  </a:cubicBezTo>
                  <a:lnTo>
                    <a:pt x="125" y="4"/>
                  </a:lnTo>
                  <a:cubicBezTo>
                    <a:pt x="117" y="2"/>
                    <a:pt x="107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225;p47">
              <a:extLst>
                <a:ext uri="{FF2B5EF4-FFF2-40B4-BE49-F238E27FC236}">
                  <a16:creationId xmlns:a16="http://schemas.microsoft.com/office/drawing/2014/main" id="{39430649-0CFC-899B-CDC3-888ED74A393C}"/>
                </a:ext>
              </a:extLst>
            </p:cNvPr>
            <p:cNvSpPr/>
            <p:nvPr/>
          </p:nvSpPr>
          <p:spPr>
            <a:xfrm>
              <a:off x="6153782" y="-859437"/>
              <a:ext cx="44573" cy="42445"/>
            </a:xfrm>
            <a:custGeom>
              <a:avLst/>
              <a:gdLst/>
              <a:ahLst/>
              <a:cxnLst/>
              <a:rect l="l" t="t" r="r" b="b"/>
              <a:pathLst>
                <a:path w="670" h="638" extrusionOk="0">
                  <a:moveTo>
                    <a:pt x="442" y="0"/>
                  </a:moveTo>
                  <a:cubicBezTo>
                    <a:pt x="415" y="0"/>
                    <a:pt x="388" y="5"/>
                    <a:pt x="362" y="14"/>
                  </a:cubicBezTo>
                  <a:cubicBezTo>
                    <a:pt x="347" y="19"/>
                    <a:pt x="334" y="24"/>
                    <a:pt x="320" y="31"/>
                  </a:cubicBezTo>
                  <a:cubicBezTo>
                    <a:pt x="292" y="46"/>
                    <a:pt x="263" y="60"/>
                    <a:pt x="237" y="78"/>
                  </a:cubicBezTo>
                  <a:cubicBezTo>
                    <a:pt x="212" y="96"/>
                    <a:pt x="190" y="119"/>
                    <a:pt x="168" y="140"/>
                  </a:cubicBezTo>
                  <a:cubicBezTo>
                    <a:pt x="164" y="144"/>
                    <a:pt x="159" y="150"/>
                    <a:pt x="155" y="155"/>
                  </a:cubicBezTo>
                  <a:cubicBezTo>
                    <a:pt x="147" y="161"/>
                    <a:pt x="142" y="169"/>
                    <a:pt x="139" y="179"/>
                  </a:cubicBezTo>
                  <a:cubicBezTo>
                    <a:pt x="138" y="181"/>
                    <a:pt x="136" y="183"/>
                    <a:pt x="135" y="185"/>
                  </a:cubicBezTo>
                  <a:cubicBezTo>
                    <a:pt x="103" y="204"/>
                    <a:pt x="78" y="230"/>
                    <a:pt x="53" y="256"/>
                  </a:cubicBezTo>
                  <a:cubicBezTo>
                    <a:pt x="43" y="274"/>
                    <a:pt x="31" y="292"/>
                    <a:pt x="21" y="310"/>
                  </a:cubicBezTo>
                  <a:cubicBezTo>
                    <a:pt x="7" y="338"/>
                    <a:pt x="2" y="368"/>
                    <a:pt x="4" y="399"/>
                  </a:cubicBezTo>
                  <a:cubicBezTo>
                    <a:pt x="1" y="419"/>
                    <a:pt x="3" y="438"/>
                    <a:pt x="10" y="458"/>
                  </a:cubicBezTo>
                  <a:cubicBezTo>
                    <a:pt x="14" y="489"/>
                    <a:pt x="27" y="516"/>
                    <a:pt x="46" y="541"/>
                  </a:cubicBezTo>
                  <a:cubicBezTo>
                    <a:pt x="72" y="573"/>
                    <a:pt x="105" y="601"/>
                    <a:pt x="143" y="618"/>
                  </a:cubicBezTo>
                  <a:cubicBezTo>
                    <a:pt x="169" y="630"/>
                    <a:pt x="194" y="637"/>
                    <a:pt x="221" y="637"/>
                  </a:cubicBezTo>
                  <a:cubicBezTo>
                    <a:pt x="224" y="637"/>
                    <a:pt x="228" y="637"/>
                    <a:pt x="232" y="636"/>
                  </a:cubicBezTo>
                  <a:cubicBezTo>
                    <a:pt x="239" y="637"/>
                    <a:pt x="245" y="637"/>
                    <a:pt x="251" y="637"/>
                  </a:cubicBezTo>
                  <a:cubicBezTo>
                    <a:pt x="275" y="637"/>
                    <a:pt x="298" y="633"/>
                    <a:pt x="321" y="623"/>
                  </a:cubicBezTo>
                  <a:cubicBezTo>
                    <a:pt x="363" y="611"/>
                    <a:pt x="401" y="589"/>
                    <a:pt x="439" y="567"/>
                  </a:cubicBezTo>
                  <a:cubicBezTo>
                    <a:pt x="471" y="550"/>
                    <a:pt x="496" y="527"/>
                    <a:pt x="522" y="502"/>
                  </a:cubicBezTo>
                  <a:cubicBezTo>
                    <a:pt x="547" y="478"/>
                    <a:pt x="571" y="455"/>
                    <a:pt x="590" y="426"/>
                  </a:cubicBezTo>
                  <a:cubicBezTo>
                    <a:pt x="604" y="404"/>
                    <a:pt x="617" y="382"/>
                    <a:pt x="630" y="360"/>
                  </a:cubicBezTo>
                  <a:cubicBezTo>
                    <a:pt x="637" y="346"/>
                    <a:pt x="640" y="333"/>
                    <a:pt x="644" y="317"/>
                  </a:cubicBezTo>
                  <a:cubicBezTo>
                    <a:pt x="651" y="296"/>
                    <a:pt x="657" y="275"/>
                    <a:pt x="660" y="252"/>
                  </a:cubicBezTo>
                  <a:cubicBezTo>
                    <a:pt x="670" y="175"/>
                    <a:pt x="641" y="97"/>
                    <a:pt x="580" y="48"/>
                  </a:cubicBezTo>
                  <a:cubicBezTo>
                    <a:pt x="539" y="16"/>
                    <a:pt x="491" y="0"/>
                    <a:pt x="442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226;p47">
              <a:extLst>
                <a:ext uri="{FF2B5EF4-FFF2-40B4-BE49-F238E27FC236}">
                  <a16:creationId xmlns:a16="http://schemas.microsoft.com/office/drawing/2014/main" id="{630F27A9-8697-A07A-979E-CC1A4FB7E206}"/>
                </a:ext>
              </a:extLst>
            </p:cNvPr>
            <p:cNvSpPr/>
            <p:nvPr/>
          </p:nvSpPr>
          <p:spPr>
            <a:xfrm>
              <a:off x="6072884" y="-737492"/>
              <a:ext cx="32798" cy="31002"/>
            </a:xfrm>
            <a:custGeom>
              <a:avLst/>
              <a:gdLst/>
              <a:ahLst/>
              <a:cxnLst/>
              <a:rect l="l" t="t" r="r" b="b"/>
              <a:pathLst>
                <a:path w="493" h="466" extrusionOk="0">
                  <a:moveTo>
                    <a:pt x="239" y="0"/>
                  </a:moveTo>
                  <a:cubicBezTo>
                    <a:pt x="231" y="0"/>
                    <a:pt x="221" y="1"/>
                    <a:pt x="209" y="3"/>
                  </a:cubicBezTo>
                  <a:cubicBezTo>
                    <a:pt x="169" y="7"/>
                    <a:pt x="134" y="22"/>
                    <a:pt x="101" y="45"/>
                  </a:cubicBezTo>
                  <a:cubicBezTo>
                    <a:pt x="99" y="46"/>
                    <a:pt x="68" y="74"/>
                    <a:pt x="54" y="90"/>
                  </a:cubicBezTo>
                  <a:cubicBezTo>
                    <a:pt x="33" y="114"/>
                    <a:pt x="21" y="140"/>
                    <a:pt x="14" y="170"/>
                  </a:cubicBezTo>
                  <a:cubicBezTo>
                    <a:pt x="4" y="198"/>
                    <a:pt x="1" y="227"/>
                    <a:pt x="5" y="257"/>
                  </a:cubicBezTo>
                  <a:cubicBezTo>
                    <a:pt x="9" y="276"/>
                    <a:pt x="14" y="295"/>
                    <a:pt x="18" y="314"/>
                  </a:cubicBezTo>
                  <a:cubicBezTo>
                    <a:pt x="33" y="351"/>
                    <a:pt x="57" y="384"/>
                    <a:pt x="89" y="410"/>
                  </a:cubicBezTo>
                  <a:cubicBezTo>
                    <a:pt x="124" y="437"/>
                    <a:pt x="162" y="456"/>
                    <a:pt x="207" y="463"/>
                  </a:cubicBezTo>
                  <a:cubicBezTo>
                    <a:pt x="217" y="465"/>
                    <a:pt x="228" y="465"/>
                    <a:pt x="240" y="465"/>
                  </a:cubicBezTo>
                  <a:cubicBezTo>
                    <a:pt x="272" y="465"/>
                    <a:pt x="308" y="460"/>
                    <a:pt x="333" y="449"/>
                  </a:cubicBezTo>
                  <a:cubicBezTo>
                    <a:pt x="372" y="434"/>
                    <a:pt x="405" y="411"/>
                    <a:pt x="431" y="378"/>
                  </a:cubicBezTo>
                  <a:cubicBezTo>
                    <a:pt x="456" y="346"/>
                    <a:pt x="473" y="309"/>
                    <a:pt x="479" y="267"/>
                  </a:cubicBezTo>
                  <a:cubicBezTo>
                    <a:pt x="493" y="166"/>
                    <a:pt x="446" y="84"/>
                    <a:pt x="341" y="23"/>
                  </a:cubicBezTo>
                  <a:cubicBezTo>
                    <a:pt x="333" y="18"/>
                    <a:pt x="299" y="8"/>
                    <a:pt x="278" y="5"/>
                  </a:cubicBezTo>
                  <a:lnTo>
                    <a:pt x="273" y="5"/>
                  </a:lnTo>
                  <a:cubicBezTo>
                    <a:pt x="261" y="2"/>
                    <a:pt x="252" y="0"/>
                    <a:pt x="239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227;p47">
              <a:extLst>
                <a:ext uri="{FF2B5EF4-FFF2-40B4-BE49-F238E27FC236}">
                  <a16:creationId xmlns:a16="http://schemas.microsoft.com/office/drawing/2014/main" id="{BEC93761-C142-787C-6808-9DD9B03E315A}"/>
                </a:ext>
              </a:extLst>
            </p:cNvPr>
            <p:cNvSpPr/>
            <p:nvPr/>
          </p:nvSpPr>
          <p:spPr>
            <a:xfrm>
              <a:off x="5715099" y="-1233456"/>
              <a:ext cx="55817" cy="45904"/>
            </a:xfrm>
            <a:custGeom>
              <a:avLst/>
              <a:gdLst/>
              <a:ahLst/>
              <a:cxnLst/>
              <a:rect l="l" t="t" r="r" b="b"/>
              <a:pathLst>
                <a:path w="839" h="690" extrusionOk="0">
                  <a:moveTo>
                    <a:pt x="622" y="1"/>
                  </a:moveTo>
                  <a:cubicBezTo>
                    <a:pt x="593" y="1"/>
                    <a:pt x="563" y="7"/>
                    <a:pt x="532" y="18"/>
                  </a:cubicBezTo>
                  <a:cubicBezTo>
                    <a:pt x="509" y="27"/>
                    <a:pt x="487" y="35"/>
                    <a:pt x="465" y="43"/>
                  </a:cubicBezTo>
                  <a:cubicBezTo>
                    <a:pt x="405" y="67"/>
                    <a:pt x="346" y="92"/>
                    <a:pt x="292" y="127"/>
                  </a:cubicBezTo>
                  <a:cubicBezTo>
                    <a:pt x="251" y="153"/>
                    <a:pt x="213" y="182"/>
                    <a:pt x="174" y="210"/>
                  </a:cubicBezTo>
                  <a:cubicBezTo>
                    <a:pt x="155" y="225"/>
                    <a:pt x="135" y="239"/>
                    <a:pt x="117" y="255"/>
                  </a:cubicBezTo>
                  <a:cubicBezTo>
                    <a:pt x="82" y="285"/>
                    <a:pt x="50" y="316"/>
                    <a:pt x="32" y="361"/>
                  </a:cubicBezTo>
                  <a:cubicBezTo>
                    <a:pt x="20" y="387"/>
                    <a:pt x="16" y="414"/>
                    <a:pt x="11" y="442"/>
                  </a:cubicBezTo>
                  <a:cubicBezTo>
                    <a:pt x="0" y="509"/>
                    <a:pt x="24" y="573"/>
                    <a:pt x="69" y="621"/>
                  </a:cubicBezTo>
                  <a:cubicBezTo>
                    <a:pt x="119" y="675"/>
                    <a:pt x="177" y="689"/>
                    <a:pt x="248" y="689"/>
                  </a:cubicBezTo>
                  <a:cubicBezTo>
                    <a:pt x="305" y="688"/>
                    <a:pt x="358" y="668"/>
                    <a:pt x="403" y="634"/>
                  </a:cubicBezTo>
                  <a:cubicBezTo>
                    <a:pt x="422" y="619"/>
                    <a:pt x="440" y="602"/>
                    <a:pt x="459" y="588"/>
                  </a:cubicBezTo>
                  <a:cubicBezTo>
                    <a:pt x="494" y="561"/>
                    <a:pt x="530" y="533"/>
                    <a:pt x="566" y="508"/>
                  </a:cubicBezTo>
                  <a:cubicBezTo>
                    <a:pt x="603" y="482"/>
                    <a:pt x="634" y="450"/>
                    <a:pt x="668" y="420"/>
                  </a:cubicBezTo>
                  <a:cubicBezTo>
                    <a:pt x="687" y="405"/>
                    <a:pt x="704" y="390"/>
                    <a:pt x="723" y="374"/>
                  </a:cubicBezTo>
                  <a:cubicBezTo>
                    <a:pt x="743" y="360"/>
                    <a:pt x="763" y="345"/>
                    <a:pt x="779" y="325"/>
                  </a:cubicBezTo>
                  <a:cubicBezTo>
                    <a:pt x="806" y="292"/>
                    <a:pt x="815" y="257"/>
                    <a:pt x="823" y="216"/>
                  </a:cubicBezTo>
                  <a:cubicBezTo>
                    <a:pt x="838" y="138"/>
                    <a:pt x="786" y="50"/>
                    <a:pt x="714" y="19"/>
                  </a:cubicBezTo>
                  <a:cubicBezTo>
                    <a:pt x="682" y="7"/>
                    <a:pt x="652" y="1"/>
                    <a:pt x="6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228;p47">
              <a:extLst>
                <a:ext uri="{FF2B5EF4-FFF2-40B4-BE49-F238E27FC236}">
                  <a16:creationId xmlns:a16="http://schemas.microsoft.com/office/drawing/2014/main" id="{9C15DC26-0BA9-A17A-2502-D737DB7140C7}"/>
                </a:ext>
              </a:extLst>
            </p:cNvPr>
            <p:cNvSpPr/>
            <p:nvPr/>
          </p:nvSpPr>
          <p:spPr>
            <a:xfrm>
              <a:off x="5954598" y="-774282"/>
              <a:ext cx="35991" cy="31334"/>
            </a:xfrm>
            <a:custGeom>
              <a:avLst/>
              <a:gdLst/>
              <a:ahLst/>
              <a:cxnLst/>
              <a:rect l="l" t="t" r="r" b="b"/>
              <a:pathLst>
                <a:path w="541" h="471" extrusionOk="0">
                  <a:moveTo>
                    <a:pt x="173" y="0"/>
                  </a:moveTo>
                  <a:cubicBezTo>
                    <a:pt x="152" y="0"/>
                    <a:pt x="132" y="4"/>
                    <a:pt x="111" y="11"/>
                  </a:cubicBezTo>
                  <a:cubicBezTo>
                    <a:pt x="89" y="19"/>
                    <a:pt x="72" y="31"/>
                    <a:pt x="56" y="48"/>
                  </a:cubicBezTo>
                  <a:cubicBezTo>
                    <a:pt x="38" y="63"/>
                    <a:pt x="25" y="81"/>
                    <a:pt x="16" y="102"/>
                  </a:cubicBezTo>
                  <a:cubicBezTo>
                    <a:pt x="5" y="131"/>
                    <a:pt x="0" y="159"/>
                    <a:pt x="4" y="189"/>
                  </a:cubicBezTo>
                  <a:cubicBezTo>
                    <a:pt x="8" y="219"/>
                    <a:pt x="14" y="247"/>
                    <a:pt x="22" y="275"/>
                  </a:cubicBezTo>
                  <a:cubicBezTo>
                    <a:pt x="26" y="283"/>
                    <a:pt x="28" y="290"/>
                    <a:pt x="31" y="296"/>
                  </a:cubicBezTo>
                  <a:cubicBezTo>
                    <a:pt x="40" y="324"/>
                    <a:pt x="56" y="347"/>
                    <a:pt x="78" y="366"/>
                  </a:cubicBezTo>
                  <a:cubicBezTo>
                    <a:pt x="84" y="375"/>
                    <a:pt x="93" y="383"/>
                    <a:pt x="100" y="390"/>
                  </a:cubicBezTo>
                  <a:cubicBezTo>
                    <a:pt x="104" y="393"/>
                    <a:pt x="108" y="396"/>
                    <a:pt x="111" y="399"/>
                  </a:cubicBezTo>
                  <a:cubicBezTo>
                    <a:pt x="141" y="416"/>
                    <a:pt x="172" y="437"/>
                    <a:pt x="205" y="451"/>
                  </a:cubicBezTo>
                  <a:cubicBezTo>
                    <a:pt x="233" y="462"/>
                    <a:pt x="265" y="470"/>
                    <a:pt x="296" y="470"/>
                  </a:cubicBezTo>
                  <a:cubicBezTo>
                    <a:pt x="305" y="470"/>
                    <a:pt x="314" y="469"/>
                    <a:pt x="323" y="468"/>
                  </a:cubicBezTo>
                  <a:cubicBezTo>
                    <a:pt x="344" y="465"/>
                    <a:pt x="369" y="457"/>
                    <a:pt x="385" y="453"/>
                  </a:cubicBezTo>
                  <a:cubicBezTo>
                    <a:pt x="410" y="447"/>
                    <a:pt x="432" y="437"/>
                    <a:pt x="452" y="421"/>
                  </a:cubicBezTo>
                  <a:cubicBezTo>
                    <a:pt x="492" y="386"/>
                    <a:pt x="529" y="339"/>
                    <a:pt x="535" y="284"/>
                  </a:cubicBezTo>
                  <a:cubicBezTo>
                    <a:pt x="541" y="231"/>
                    <a:pt x="531" y="175"/>
                    <a:pt x="499" y="132"/>
                  </a:cubicBezTo>
                  <a:cubicBezTo>
                    <a:pt x="480" y="109"/>
                    <a:pt x="459" y="90"/>
                    <a:pt x="435" y="72"/>
                  </a:cubicBezTo>
                  <a:cubicBezTo>
                    <a:pt x="402" y="49"/>
                    <a:pt x="367" y="33"/>
                    <a:pt x="328" y="26"/>
                  </a:cubicBezTo>
                  <a:lnTo>
                    <a:pt x="327" y="26"/>
                  </a:lnTo>
                  <a:cubicBezTo>
                    <a:pt x="325" y="25"/>
                    <a:pt x="323" y="24"/>
                    <a:pt x="321" y="24"/>
                  </a:cubicBezTo>
                  <a:cubicBezTo>
                    <a:pt x="291" y="12"/>
                    <a:pt x="268" y="8"/>
                    <a:pt x="243" y="7"/>
                  </a:cubicBezTo>
                  <a:cubicBezTo>
                    <a:pt x="229" y="7"/>
                    <a:pt x="213" y="6"/>
                    <a:pt x="198" y="2"/>
                  </a:cubicBezTo>
                  <a:cubicBezTo>
                    <a:pt x="190" y="1"/>
                    <a:pt x="18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229;p47">
              <a:extLst>
                <a:ext uri="{FF2B5EF4-FFF2-40B4-BE49-F238E27FC236}">
                  <a16:creationId xmlns:a16="http://schemas.microsoft.com/office/drawing/2014/main" id="{7CC702F8-D736-C279-6ACB-A6504FBA2582}"/>
                </a:ext>
              </a:extLst>
            </p:cNvPr>
            <p:cNvSpPr/>
            <p:nvPr/>
          </p:nvSpPr>
          <p:spPr>
            <a:xfrm>
              <a:off x="5734392" y="-994355"/>
              <a:ext cx="37522" cy="47567"/>
            </a:xfrm>
            <a:custGeom>
              <a:avLst/>
              <a:gdLst/>
              <a:ahLst/>
              <a:cxnLst/>
              <a:rect l="l" t="t" r="r" b="b"/>
              <a:pathLst>
                <a:path w="564" h="715" extrusionOk="0">
                  <a:moveTo>
                    <a:pt x="407" y="1"/>
                  </a:moveTo>
                  <a:cubicBezTo>
                    <a:pt x="341" y="1"/>
                    <a:pt x="263" y="35"/>
                    <a:pt x="216" y="67"/>
                  </a:cubicBezTo>
                  <a:cubicBezTo>
                    <a:pt x="186" y="85"/>
                    <a:pt x="156" y="122"/>
                    <a:pt x="131" y="150"/>
                  </a:cubicBezTo>
                  <a:cubicBezTo>
                    <a:pt x="113" y="170"/>
                    <a:pt x="97" y="191"/>
                    <a:pt x="82" y="214"/>
                  </a:cubicBezTo>
                  <a:cubicBezTo>
                    <a:pt x="67" y="236"/>
                    <a:pt x="49" y="259"/>
                    <a:pt x="39" y="283"/>
                  </a:cubicBezTo>
                  <a:cubicBezTo>
                    <a:pt x="27" y="308"/>
                    <a:pt x="22" y="338"/>
                    <a:pt x="16" y="365"/>
                  </a:cubicBezTo>
                  <a:cubicBezTo>
                    <a:pt x="11" y="389"/>
                    <a:pt x="7" y="414"/>
                    <a:pt x="5" y="439"/>
                  </a:cubicBezTo>
                  <a:cubicBezTo>
                    <a:pt x="4" y="451"/>
                    <a:pt x="3" y="463"/>
                    <a:pt x="2" y="475"/>
                  </a:cubicBezTo>
                  <a:cubicBezTo>
                    <a:pt x="0" y="531"/>
                    <a:pt x="8" y="570"/>
                    <a:pt x="36" y="617"/>
                  </a:cubicBezTo>
                  <a:cubicBezTo>
                    <a:pt x="46" y="634"/>
                    <a:pt x="58" y="650"/>
                    <a:pt x="69" y="664"/>
                  </a:cubicBezTo>
                  <a:cubicBezTo>
                    <a:pt x="92" y="694"/>
                    <a:pt x="133" y="715"/>
                    <a:pt x="172" y="715"/>
                  </a:cubicBezTo>
                  <a:cubicBezTo>
                    <a:pt x="195" y="715"/>
                    <a:pt x="217" y="708"/>
                    <a:pt x="236" y="691"/>
                  </a:cubicBezTo>
                  <a:cubicBezTo>
                    <a:pt x="261" y="668"/>
                    <a:pt x="292" y="651"/>
                    <a:pt x="314" y="624"/>
                  </a:cubicBezTo>
                  <a:cubicBezTo>
                    <a:pt x="336" y="596"/>
                    <a:pt x="352" y="563"/>
                    <a:pt x="368" y="531"/>
                  </a:cubicBezTo>
                  <a:cubicBezTo>
                    <a:pt x="390" y="498"/>
                    <a:pt x="413" y="465"/>
                    <a:pt x="428" y="428"/>
                  </a:cubicBezTo>
                  <a:cubicBezTo>
                    <a:pt x="440" y="401"/>
                    <a:pt x="453" y="375"/>
                    <a:pt x="467" y="350"/>
                  </a:cubicBezTo>
                  <a:cubicBezTo>
                    <a:pt x="479" y="332"/>
                    <a:pt x="492" y="315"/>
                    <a:pt x="500" y="296"/>
                  </a:cubicBezTo>
                  <a:cubicBezTo>
                    <a:pt x="508" y="279"/>
                    <a:pt x="512" y="260"/>
                    <a:pt x="519" y="243"/>
                  </a:cubicBezTo>
                  <a:cubicBezTo>
                    <a:pt x="528" y="224"/>
                    <a:pt x="537" y="206"/>
                    <a:pt x="543" y="185"/>
                  </a:cubicBezTo>
                  <a:cubicBezTo>
                    <a:pt x="563" y="114"/>
                    <a:pt x="531" y="47"/>
                    <a:pt x="466" y="13"/>
                  </a:cubicBezTo>
                  <a:cubicBezTo>
                    <a:pt x="448" y="4"/>
                    <a:pt x="428" y="1"/>
                    <a:pt x="4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230;p47">
              <a:extLst>
                <a:ext uri="{FF2B5EF4-FFF2-40B4-BE49-F238E27FC236}">
                  <a16:creationId xmlns:a16="http://schemas.microsoft.com/office/drawing/2014/main" id="{F8167A46-149F-9438-F8AD-CEA30B4CD34B}"/>
                </a:ext>
              </a:extLst>
            </p:cNvPr>
            <p:cNvSpPr/>
            <p:nvPr/>
          </p:nvSpPr>
          <p:spPr>
            <a:xfrm>
              <a:off x="5893792" y="-1428781"/>
              <a:ext cx="2994" cy="798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45" y="1"/>
                  </a:moveTo>
                  <a:lnTo>
                    <a:pt x="45" y="1"/>
                  </a:lnTo>
                  <a:cubicBezTo>
                    <a:pt x="43" y="1"/>
                    <a:pt x="42" y="1"/>
                    <a:pt x="41" y="2"/>
                  </a:cubicBezTo>
                  <a:lnTo>
                    <a:pt x="41" y="2"/>
                  </a:lnTo>
                  <a:cubicBezTo>
                    <a:pt x="42" y="1"/>
                    <a:pt x="43" y="1"/>
                    <a:pt x="45" y="1"/>
                  </a:cubicBezTo>
                  <a:close/>
                  <a:moveTo>
                    <a:pt x="41" y="2"/>
                  </a:moveTo>
                  <a:cubicBezTo>
                    <a:pt x="29" y="4"/>
                    <a:pt x="17" y="7"/>
                    <a:pt x="4" y="10"/>
                  </a:cubicBezTo>
                  <a:lnTo>
                    <a:pt x="4" y="10"/>
                  </a:lnTo>
                  <a:cubicBezTo>
                    <a:pt x="8" y="10"/>
                    <a:pt x="12" y="10"/>
                    <a:pt x="15" y="9"/>
                  </a:cubicBezTo>
                  <a:cubicBezTo>
                    <a:pt x="24" y="6"/>
                    <a:pt x="32" y="4"/>
                    <a:pt x="41" y="2"/>
                  </a:cubicBezTo>
                  <a:close/>
                  <a:moveTo>
                    <a:pt x="4" y="10"/>
                  </a:moveTo>
                  <a:cubicBezTo>
                    <a:pt x="3" y="11"/>
                    <a:pt x="2" y="11"/>
                    <a:pt x="1" y="11"/>
                  </a:cubicBezTo>
                  <a:cubicBezTo>
                    <a:pt x="2" y="11"/>
                    <a:pt x="3" y="11"/>
                    <a:pt x="4" y="1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231;p47">
              <a:extLst>
                <a:ext uri="{FF2B5EF4-FFF2-40B4-BE49-F238E27FC236}">
                  <a16:creationId xmlns:a16="http://schemas.microsoft.com/office/drawing/2014/main" id="{6CA6C25B-A04D-3C6B-55FA-0F5471F29F13}"/>
                </a:ext>
              </a:extLst>
            </p:cNvPr>
            <p:cNvSpPr/>
            <p:nvPr/>
          </p:nvSpPr>
          <p:spPr>
            <a:xfrm>
              <a:off x="5893592" y="-1428049"/>
              <a:ext cx="266" cy="6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232;p47">
              <a:extLst>
                <a:ext uri="{FF2B5EF4-FFF2-40B4-BE49-F238E27FC236}">
                  <a16:creationId xmlns:a16="http://schemas.microsoft.com/office/drawing/2014/main" id="{D4DC7AD6-A3A0-E3AF-E38B-ED080EA43F6F}"/>
                </a:ext>
              </a:extLst>
            </p:cNvPr>
            <p:cNvSpPr/>
            <p:nvPr/>
          </p:nvSpPr>
          <p:spPr>
            <a:xfrm>
              <a:off x="5879089" y="-1464839"/>
              <a:ext cx="41247" cy="37122"/>
            </a:xfrm>
            <a:custGeom>
              <a:avLst/>
              <a:gdLst/>
              <a:ahLst/>
              <a:cxnLst/>
              <a:rect l="l" t="t" r="r" b="b"/>
              <a:pathLst>
                <a:path w="620" h="558" extrusionOk="0">
                  <a:moveTo>
                    <a:pt x="578" y="256"/>
                  </a:moveTo>
                  <a:cubicBezTo>
                    <a:pt x="577" y="256"/>
                    <a:pt x="577" y="256"/>
                    <a:pt x="577" y="257"/>
                  </a:cubicBezTo>
                  <a:lnTo>
                    <a:pt x="577" y="257"/>
                  </a:lnTo>
                  <a:lnTo>
                    <a:pt x="578" y="256"/>
                  </a:lnTo>
                  <a:close/>
                  <a:moveTo>
                    <a:pt x="365" y="1"/>
                  </a:moveTo>
                  <a:cubicBezTo>
                    <a:pt x="327" y="1"/>
                    <a:pt x="291" y="14"/>
                    <a:pt x="256" y="30"/>
                  </a:cubicBezTo>
                  <a:cubicBezTo>
                    <a:pt x="170" y="70"/>
                    <a:pt x="83" y="121"/>
                    <a:pt x="45" y="213"/>
                  </a:cubicBezTo>
                  <a:cubicBezTo>
                    <a:pt x="30" y="249"/>
                    <a:pt x="19" y="286"/>
                    <a:pt x="10" y="323"/>
                  </a:cubicBezTo>
                  <a:cubicBezTo>
                    <a:pt x="1" y="368"/>
                    <a:pt x="15" y="417"/>
                    <a:pt x="33" y="459"/>
                  </a:cubicBezTo>
                  <a:cubicBezTo>
                    <a:pt x="60" y="522"/>
                    <a:pt x="117" y="557"/>
                    <a:pt x="180" y="557"/>
                  </a:cubicBezTo>
                  <a:cubicBezTo>
                    <a:pt x="194" y="557"/>
                    <a:pt x="208" y="556"/>
                    <a:pt x="222" y="552"/>
                  </a:cubicBezTo>
                  <a:cubicBezTo>
                    <a:pt x="257" y="544"/>
                    <a:pt x="290" y="538"/>
                    <a:pt x="320" y="515"/>
                  </a:cubicBezTo>
                  <a:cubicBezTo>
                    <a:pt x="329" y="509"/>
                    <a:pt x="335" y="503"/>
                    <a:pt x="343" y="497"/>
                  </a:cubicBezTo>
                  <a:cubicBezTo>
                    <a:pt x="374" y="474"/>
                    <a:pt x="400" y="460"/>
                    <a:pt x="427" y="429"/>
                  </a:cubicBezTo>
                  <a:cubicBezTo>
                    <a:pt x="450" y="402"/>
                    <a:pt x="470" y="371"/>
                    <a:pt x="496" y="345"/>
                  </a:cubicBezTo>
                  <a:cubicBezTo>
                    <a:pt x="512" y="331"/>
                    <a:pt x="525" y="317"/>
                    <a:pt x="538" y="300"/>
                  </a:cubicBezTo>
                  <a:cubicBezTo>
                    <a:pt x="550" y="285"/>
                    <a:pt x="563" y="270"/>
                    <a:pt x="577" y="257"/>
                  </a:cubicBezTo>
                  <a:lnTo>
                    <a:pt x="577" y="257"/>
                  </a:lnTo>
                  <a:lnTo>
                    <a:pt x="549" y="283"/>
                  </a:lnTo>
                  <a:lnTo>
                    <a:pt x="549" y="283"/>
                  </a:lnTo>
                  <a:cubicBezTo>
                    <a:pt x="577" y="256"/>
                    <a:pt x="599" y="232"/>
                    <a:pt x="609" y="195"/>
                  </a:cubicBezTo>
                  <a:cubicBezTo>
                    <a:pt x="612" y="184"/>
                    <a:pt x="614" y="178"/>
                    <a:pt x="615" y="167"/>
                  </a:cubicBezTo>
                  <a:cubicBezTo>
                    <a:pt x="617" y="150"/>
                    <a:pt x="619" y="137"/>
                    <a:pt x="613" y="120"/>
                  </a:cubicBezTo>
                  <a:cubicBezTo>
                    <a:pt x="608" y="105"/>
                    <a:pt x="601" y="91"/>
                    <a:pt x="592" y="78"/>
                  </a:cubicBezTo>
                  <a:cubicBezTo>
                    <a:pt x="562" y="34"/>
                    <a:pt x="517" y="13"/>
                    <a:pt x="466" y="6"/>
                  </a:cubicBezTo>
                  <a:cubicBezTo>
                    <a:pt x="432" y="1"/>
                    <a:pt x="399" y="2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233;p47">
              <a:extLst>
                <a:ext uri="{FF2B5EF4-FFF2-40B4-BE49-F238E27FC236}">
                  <a16:creationId xmlns:a16="http://schemas.microsoft.com/office/drawing/2014/main" id="{0BAEB44E-7CCE-8B3D-F617-94986A9E909C}"/>
                </a:ext>
              </a:extLst>
            </p:cNvPr>
            <p:cNvSpPr/>
            <p:nvPr/>
          </p:nvSpPr>
          <p:spPr>
            <a:xfrm>
              <a:off x="5506336" y="-1287210"/>
              <a:ext cx="43709" cy="33330"/>
            </a:xfrm>
            <a:custGeom>
              <a:avLst/>
              <a:gdLst/>
              <a:ahLst/>
              <a:cxnLst/>
              <a:rect l="l" t="t" r="r" b="b"/>
              <a:pathLst>
                <a:path w="657" h="501" extrusionOk="0">
                  <a:moveTo>
                    <a:pt x="583" y="209"/>
                  </a:moveTo>
                  <a:lnTo>
                    <a:pt x="576" y="221"/>
                  </a:lnTo>
                  <a:lnTo>
                    <a:pt x="576" y="221"/>
                  </a:lnTo>
                  <a:cubicBezTo>
                    <a:pt x="578" y="217"/>
                    <a:pt x="581" y="213"/>
                    <a:pt x="583" y="209"/>
                  </a:cubicBezTo>
                  <a:close/>
                  <a:moveTo>
                    <a:pt x="574" y="224"/>
                  </a:moveTo>
                  <a:lnTo>
                    <a:pt x="563" y="241"/>
                  </a:lnTo>
                  <a:cubicBezTo>
                    <a:pt x="567" y="236"/>
                    <a:pt x="570" y="230"/>
                    <a:pt x="574" y="224"/>
                  </a:cubicBezTo>
                  <a:close/>
                  <a:moveTo>
                    <a:pt x="426" y="1"/>
                  </a:moveTo>
                  <a:cubicBezTo>
                    <a:pt x="397" y="1"/>
                    <a:pt x="369" y="8"/>
                    <a:pt x="341" y="16"/>
                  </a:cubicBezTo>
                  <a:cubicBezTo>
                    <a:pt x="316" y="23"/>
                    <a:pt x="292" y="30"/>
                    <a:pt x="268" y="38"/>
                  </a:cubicBezTo>
                  <a:cubicBezTo>
                    <a:pt x="246" y="46"/>
                    <a:pt x="224" y="55"/>
                    <a:pt x="203" y="64"/>
                  </a:cubicBezTo>
                  <a:cubicBezTo>
                    <a:pt x="172" y="79"/>
                    <a:pt x="142" y="94"/>
                    <a:pt x="117" y="118"/>
                  </a:cubicBezTo>
                  <a:cubicBezTo>
                    <a:pt x="101" y="132"/>
                    <a:pt x="88" y="145"/>
                    <a:pt x="75" y="162"/>
                  </a:cubicBezTo>
                  <a:cubicBezTo>
                    <a:pt x="49" y="195"/>
                    <a:pt x="23" y="231"/>
                    <a:pt x="11" y="273"/>
                  </a:cubicBezTo>
                  <a:cubicBezTo>
                    <a:pt x="0" y="308"/>
                    <a:pt x="1" y="348"/>
                    <a:pt x="10" y="385"/>
                  </a:cubicBezTo>
                  <a:cubicBezTo>
                    <a:pt x="22" y="439"/>
                    <a:pt x="57" y="488"/>
                    <a:pt x="117" y="496"/>
                  </a:cubicBezTo>
                  <a:cubicBezTo>
                    <a:pt x="129" y="497"/>
                    <a:pt x="143" y="498"/>
                    <a:pt x="155" y="500"/>
                  </a:cubicBezTo>
                  <a:cubicBezTo>
                    <a:pt x="163" y="501"/>
                    <a:pt x="170" y="501"/>
                    <a:pt x="177" y="501"/>
                  </a:cubicBezTo>
                  <a:cubicBezTo>
                    <a:pt x="218" y="501"/>
                    <a:pt x="250" y="488"/>
                    <a:pt x="286" y="468"/>
                  </a:cubicBezTo>
                  <a:lnTo>
                    <a:pt x="286" y="468"/>
                  </a:lnTo>
                  <a:lnTo>
                    <a:pt x="281" y="472"/>
                  </a:lnTo>
                  <a:cubicBezTo>
                    <a:pt x="283" y="471"/>
                    <a:pt x="285" y="469"/>
                    <a:pt x="287" y="468"/>
                  </a:cubicBezTo>
                  <a:cubicBezTo>
                    <a:pt x="290" y="466"/>
                    <a:pt x="292" y="466"/>
                    <a:pt x="296" y="465"/>
                  </a:cubicBezTo>
                  <a:cubicBezTo>
                    <a:pt x="299" y="463"/>
                    <a:pt x="303" y="461"/>
                    <a:pt x="306" y="459"/>
                  </a:cubicBezTo>
                  <a:cubicBezTo>
                    <a:pt x="335" y="443"/>
                    <a:pt x="365" y="429"/>
                    <a:pt x="390" y="406"/>
                  </a:cubicBezTo>
                  <a:cubicBezTo>
                    <a:pt x="401" y="394"/>
                    <a:pt x="414" y="383"/>
                    <a:pt x="425" y="370"/>
                  </a:cubicBezTo>
                  <a:cubicBezTo>
                    <a:pt x="443" y="353"/>
                    <a:pt x="462" y="337"/>
                    <a:pt x="482" y="322"/>
                  </a:cubicBezTo>
                  <a:cubicBezTo>
                    <a:pt x="492" y="314"/>
                    <a:pt x="505" y="305"/>
                    <a:pt x="515" y="297"/>
                  </a:cubicBezTo>
                  <a:cubicBezTo>
                    <a:pt x="543" y="276"/>
                    <a:pt x="558" y="251"/>
                    <a:pt x="574" y="223"/>
                  </a:cubicBezTo>
                  <a:lnTo>
                    <a:pt x="574" y="223"/>
                  </a:lnTo>
                  <a:cubicBezTo>
                    <a:pt x="592" y="196"/>
                    <a:pt x="611" y="170"/>
                    <a:pt x="632" y="146"/>
                  </a:cubicBezTo>
                  <a:cubicBezTo>
                    <a:pt x="657" y="118"/>
                    <a:pt x="642" y="76"/>
                    <a:pt x="611" y="60"/>
                  </a:cubicBezTo>
                  <a:cubicBezTo>
                    <a:pt x="572" y="41"/>
                    <a:pt x="532" y="26"/>
                    <a:pt x="490" y="14"/>
                  </a:cubicBezTo>
                  <a:cubicBezTo>
                    <a:pt x="476" y="10"/>
                    <a:pt x="460" y="4"/>
                    <a:pt x="444" y="2"/>
                  </a:cubicBezTo>
                  <a:cubicBezTo>
                    <a:pt x="438" y="1"/>
                    <a:pt x="432" y="1"/>
                    <a:pt x="4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234;p47">
              <a:extLst>
                <a:ext uri="{FF2B5EF4-FFF2-40B4-BE49-F238E27FC236}">
                  <a16:creationId xmlns:a16="http://schemas.microsoft.com/office/drawing/2014/main" id="{6E7F7790-C675-843F-40F6-DE9A63490BEE}"/>
                </a:ext>
              </a:extLst>
            </p:cNvPr>
            <p:cNvSpPr/>
            <p:nvPr/>
          </p:nvSpPr>
          <p:spPr>
            <a:xfrm>
              <a:off x="5470078" y="-1037332"/>
              <a:ext cx="39318" cy="66594"/>
            </a:xfrm>
            <a:custGeom>
              <a:avLst/>
              <a:gdLst/>
              <a:ahLst/>
              <a:cxnLst/>
              <a:rect l="l" t="t" r="r" b="b"/>
              <a:pathLst>
                <a:path w="591" h="1001" extrusionOk="0">
                  <a:moveTo>
                    <a:pt x="359" y="0"/>
                  </a:moveTo>
                  <a:cubicBezTo>
                    <a:pt x="354" y="0"/>
                    <a:pt x="349" y="1"/>
                    <a:pt x="343" y="1"/>
                  </a:cubicBezTo>
                  <a:cubicBezTo>
                    <a:pt x="285" y="5"/>
                    <a:pt x="238" y="41"/>
                    <a:pt x="199" y="80"/>
                  </a:cubicBezTo>
                  <a:cubicBezTo>
                    <a:pt x="145" y="137"/>
                    <a:pt x="93" y="200"/>
                    <a:pt x="67" y="274"/>
                  </a:cubicBezTo>
                  <a:cubicBezTo>
                    <a:pt x="41" y="347"/>
                    <a:pt x="20" y="424"/>
                    <a:pt x="8" y="500"/>
                  </a:cubicBezTo>
                  <a:cubicBezTo>
                    <a:pt x="0" y="548"/>
                    <a:pt x="3" y="595"/>
                    <a:pt x="13" y="642"/>
                  </a:cubicBezTo>
                  <a:cubicBezTo>
                    <a:pt x="25" y="706"/>
                    <a:pt x="37" y="768"/>
                    <a:pt x="71" y="824"/>
                  </a:cubicBezTo>
                  <a:cubicBezTo>
                    <a:pt x="105" y="877"/>
                    <a:pt x="150" y="924"/>
                    <a:pt x="194" y="969"/>
                  </a:cubicBezTo>
                  <a:cubicBezTo>
                    <a:pt x="215" y="991"/>
                    <a:pt x="245" y="1001"/>
                    <a:pt x="276" y="1001"/>
                  </a:cubicBezTo>
                  <a:cubicBezTo>
                    <a:pt x="333" y="1001"/>
                    <a:pt x="394" y="967"/>
                    <a:pt x="411" y="916"/>
                  </a:cubicBezTo>
                  <a:cubicBezTo>
                    <a:pt x="423" y="880"/>
                    <a:pt x="438" y="845"/>
                    <a:pt x="454" y="812"/>
                  </a:cubicBezTo>
                  <a:cubicBezTo>
                    <a:pt x="475" y="770"/>
                    <a:pt x="486" y="725"/>
                    <a:pt x="496" y="679"/>
                  </a:cubicBezTo>
                  <a:cubicBezTo>
                    <a:pt x="507" y="650"/>
                    <a:pt x="517" y="620"/>
                    <a:pt x="520" y="590"/>
                  </a:cubicBezTo>
                  <a:cubicBezTo>
                    <a:pt x="522" y="569"/>
                    <a:pt x="524" y="548"/>
                    <a:pt x="528" y="527"/>
                  </a:cubicBezTo>
                  <a:cubicBezTo>
                    <a:pt x="532" y="493"/>
                    <a:pt x="540" y="459"/>
                    <a:pt x="550" y="426"/>
                  </a:cubicBezTo>
                  <a:cubicBezTo>
                    <a:pt x="555" y="408"/>
                    <a:pt x="560" y="390"/>
                    <a:pt x="562" y="372"/>
                  </a:cubicBezTo>
                  <a:cubicBezTo>
                    <a:pt x="564" y="358"/>
                    <a:pt x="565" y="343"/>
                    <a:pt x="566" y="328"/>
                  </a:cubicBezTo>
                  <a:cubicBezTo>
                    <a:pt x="569" y="301"/>
                    <a:pt x="575" y="274"/>
                    <a:pt x="581" y="247"/>
                  </a:cubicBezTo>
                  <a:cubicBezTo>
                    <a:pt x="590" y="203"/>
                    <a:pt x="577" y="153"/>
                    <a:pt x="556" y="114"/>
                  </a:cubicBezTo>
                  <a:cubicBezTo>
                    <a:pt x="533" y="73"/>
                    <a:pt x="497" y="34"/>
                    <a:pt x="452" y="18"/>
                  </a:cubicBezTo>
                  <a:cubicBezTo>
                    <a:pt x="423" y="6"/>
                    <a:pt x="391" y="0"/>
                    <a:pt x="3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235;p47">
              <a:extLst>
                <a:ext uri="{FF2B5EF4-FFF2-40B4-BE49-F238E27FC236}">
                  <a16:creationId xmlns:a16="http://schemas.microsoft.com/office/drawing/2014/main" id="{9DB84538-091F-70DF-61D7-3527048307E5}"/>
                </a:ext>
              </a:extLst>
            </p:cNvPr>
            <p:cNvSpPr/>
            <p:nvPr/>
          </p:nvSpPr>
          <p:spPr>
            <a:xfrm>
              <a:off x="5567874" y="-828369"/>
              <a:ext cx="24416" cy="28740"/>
            </a:xfrm>
            <a:custGeom>
              <a:avLst/>
              <a:gdLst/>
              <a:ahLst/>
              <a:cxnLst/>
              <a:rect l="l" t="t" r="r" b="b"/>
              <a:pathLst>
                <a:path w="367" h="432" extrusionOk="0">
                  <a:moveTo>
                    <a:pt x="131" y="0"/>
                  </a:moveTo>
                  <a:cubicBezTo>
                    <a:pt x="121" y="0"/>
                    <a:pt x="110" y="1"/>
                    <a:pt x="99" y="4"/>
                  </a:cubicBezTo>
                  <a:cubicBezTo>
                    <a:pt x="49" y="15"/>
                    <a:pt x="13" y="56"/>
                    <a:pt x="4" y="106"/>
                  </a:cubicBezTo>
                  <a:cubicBezTo>
                    <a:pt x="1" y="125"/>
                    <a:pt x="2" y="148"/>
                    <a:pt x="2" y="167"/>
                  </a:cubicBezTo>
                  <a:cubicBezTo>
                    <a:pt x="2" y="176"/>
                    <a:pt x="2" y="185"/>
                    <a:pt x="2" y="194"/>
                  </a:cubicBezTo>
                  <a:cubicBezTo>
                    <a:pt x="4" y="239"/>
                    <a:pt x="13" y="282"/>
                    <a:pt x="42" y="318"/>
                  </a:cubicBezTo>
                  <a:cubicBezTo>
                    <a:pt x="62" y="343"/>
                    <a:pt x="84" y="368"/>
                    <a:pt x="108" y="389"/>
                  </a:cubicBezTo>
                  <a:cubicBezTo>
                    <a:pt x="139" y="415"/>
                    <a:pt x="182" y="424"/>
                    <a:pt x="219" y="430"/>
                  </a:cubicBezTo>
                  <a:cubicBezTo>
                    <a:pt x="225" y="431"/>
                    <a:pt x="230" y="431"/>
                    <a:pt x="236" y="431"/>
                  </a:cubicBezTo>
                  <a:cubicBezTo>
                    <a:pt x="303" y="431"/>
                    <a:pt x="367" y="369"/>
                    <a:pt x="355" y="299"/>
                  </a:cubicBezTo>
                  <a:cubicBezTo>
                    <a:pt x="353" y="291"/>
                    <a:pt x="352" y="282"/>
                    <a:pt x="352" y="274"/>
                  </a:cubicBezTo>
                  <a:cubicBezTo>
                    <a:pt x="351" y="269"/>
                    <a:pt x="351" y="265"/>
                    <a:pt x="351" y="260"/>
                  </a:cubicBezTo>
                  <a:cubicBezTo>
                    <a:pt x="348" y="228"/>
                    <a:pt x="336" y="210"/>
                    <a:pt x="321" y="182"/>
                  </a:cubicBezTo>
                  <a:lnTo>
                    <a:pt x="321" y="182"/>
                  </a:lnTo>
                  <a:lnTo>
                    <a:pt x="340" y="216"/>
                  </a:lnTo>
                  <a:cubicBezTo>
                    <a:pt x="331" y="201"/>
                    <a:pt x="323" y="184"/>
                    <a:pt x="317" y="167"/>
                  </a:cubicBezTo>
                  <a:cubicBezTo>
                    <a:pt x="310" y="151"/>
                    <a:pt x="307" y="138"/>
                    <a:pt x="294" y="121"/>
                  </a:cubicBezTo>
                  <a:cubicBezTo>
                    <a:pt x="284" y="109"/>
                    <a:pt x="272" y="97"/>
                    <a:pt x="259" y="86"/>
                  </a:cubicBezTo>
                  <a:cubicBezTo>
                    <a:pt x="250" y="74"/>
                    <a:pt x="240" y="63"/>
                    <a:pt x="231" y="51"/>
                  </a:cubicBezTo>
                  <a:cubicBezTo>
                    <a:pt x="216" y="34"/>
                    <a:pt x="199" y="19"/>
                    <a:pt x="179" y="9"/>
                  </a:cubicBezTo>
                  <a:cubicBezTo>
                    <a:pt x="164" y="3"/>
                    <a:pt x="148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236;p47">
              <a:extLst>
                <a:ext uri="{FF2B5EF4-FFF2-40B4-BE49-F238E27FC236}">
                  <a16:creationId xmlns:a16="http://schemas.microsoft.com/office/drawing/2014/main" id="{CEF79D1A-397E-54F6-F41C-37D474848B82}"/>
                </a:ext>
              </a:extLst>
            </p:cNvPr>
            <p:cNvSpPr/>
            <p:nvPr/>
          </p:nvSpPr>
          <p:spPr>
            <a:xfrm>
              <a:off x="5778101" y="-715937"/>
              <a:ext cx="36524" cy="26478"/>
            </a:xfrm>
            <a:custGeom>
              <a:avLst/>
              <a:gdLst/>
              <a:ahLst/>
              <a:cxnLst/>
              <a:rect l="l" t="t" r="r" b="b"/>
              <a:pathLst>
                <a:path w="549" h="398" extrusionOk="0">
                  <a:moveTo>
                    <a:pt x="77" y="1"/>
                  </a:moveTo>
                  <a:cubicBezTo>
                    <a:pt x="58" y="1"/>
                    <a:pt x="38" y="9"/>
                    <a:pt x="25" y="21"/>
                  </a:cubicBezTo>
                  <a:cubicBezTo>
                    <a:pt x="3" y="42"/>
                    <a:pt x="0" y="68"/>
                    <a:pt x="8" y="97"/>
                  </a:cubicBezTo>
                  <a:cubicBezTo>
                    <a:pt x="18" y="141"/>
                    <a:pt x="38" y="181"/>
                    <a:pt x="61" y="220"/>
                  </a:cubicBezTo>
                  <a:cubicBezTo>
                    <a:pt x="91" y="272"/>
                    <a:pt x="134" y="323"/>
                    <a:pt x="188" y="351"/>
                  </a:cubicBezTo>
                  <a:cubicBezTo>
                    <a:pt x="205" y="359"/>
                    <a:pt x="223" y="366"/>
                    <a:pt x="241" y="373"/>
                  </a:cubicBezTo>
                  <a:cubicBezTo>
                    <a:pt x="280" y="386"/>
                    <a:pt x="318" y="397"/>
                    <a:pt x="359" y="397"/>
                  </a:cubicBezTo>
                  <a:cubicBezTo>
                    <a:pt x="364" y="397"/>
                    <a:pt x="369" y="397"/>
                    <a:pt x="374" y="397"/>
                  </a:cubicBezTo>
                  <a:cubicBezTo>
                    <a:pt x="438" y="392"/>
                    <a:pt x="506" y="350"/>
                    <a:pt x="531" y="290"/>
                  </a:cubicBezTo>
                  <a:cubicBezTo>
                    <a:pt x="532" y="286"/>
                    <a:pt x="534" y="282"/>
                    <a:pt x="535" y="277"/>
                  </a:cubicBezTo>
                  <a:cubicBezTo>
                    <a:pt x="542" y="257"/>
                    <a:pt x="549" y="237"/>
                    <a:pt x="546" y="216"/>
                  </a:cubicBezTo>
                  <a:cubicBezTo>
                    <a:pt x="542" y="198"/>
                    <a:pt x="537" y="184"/>
                    <a:pt x="529" y="170"/>
                  </a:cubicBezTo>
                  <a:lnTo>
                    <a:pt x="529" y="170"/>
                  </a:lnTo>
                  <a:cubicBezTo>
                    <a:pt x="532" y="175"/>
                    <a:pt x="535" y="179"/>
                    <a:pt x="537" y="184"/>
                  </a:cubicBezTo>
                  <a:cubicBezTo>
                    <a:pt x="522" y="154"/>
                    <a:pt x="510" y="126"/>
                    <a:pt x="482" y="105"/>
                  </a:cubicBezTo>
                  <a:cubicBezTo>
                    <a:pt x="466" y="93"/>
                    <a:pt x="447" y="83"/>
                    <a:pt x="430" y="74"/>
                  </a:cubicBezTo>
                  <a:cubicBezTo>
                    <a:pt x="406" y="64"/>
                    <a:pt x="382" y="60"/>
                    <a:pt x="357" y="58"/>
                  </a:cubicBezTo>
                  <a:lnTo>
                    <a:pt x="357" y="58"/>
                  </a:lnTo>
                  <a:lnTo>
                    <a:pt x="372" y="59"/>
                  </a:lnTo>
                  <a:cubicBezTo>
                    <a:pt x="350" y="58"/>
                    <a:pt x="328" y="56"/>
                    <a:pt x="306" y="52"/>
                  </a:cubicBezTo>
                  <a:cubicBezTo>
                    <a:pt x="295" y="50"/>
                    <a:pt x="285" y="47"/>
                    <a:pt x="276" y="45"/>
                  </a:cubicBezTo>
                  <a:cubicBezTo>
                    <a:pt x="272" y="44"/>
                    <a:pt x="267" y="44"/>
                    <a:pt x="263" y="44"/>
                  </a:cubicBezTo>
                  <a:cubicBezTo>
                    <a:pt x="257" y="44"/>
                    <a:pt x="252" y="44"/>
                    <a:pt x="246" y="45"/>
                  </a:cubicBezTo>
                  <a:cubicBezTo>
                    <a:pt x="218" y="44"/>
                    <a:pt x="191" y="40"/>
                    <a:pt x="163" y="33"/>
                  </a:cubicBezTo>
                  <a:lnTo>
                    <a:pt x="161" y="33"/>
                  </a:lnTo>
                  <a:cubicBezTo>
                    <a:pt x="154" y="30"/>
                    <a:pt x="148" y="28"/>
                    <a:pt x="142" y="26"/>
                  </a:cubicBezTo>
                  <a:cubicBezTo>
                    <a:pt x="128" y="20"/>
                    <a:pt x="114" y="14"/>
                    <a:pt x="102" y="6"/>
                  </a:cubicBezTo>
                  <a:cubicBezTo>
                    <a:pt x="94" y="2"/>
                    <a:pt x="86" y="1"/>
                    <a:pt x="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237;p47">
              <a:extLst>
                <a:ext uri="{FF2B5EF4-FFF2-40B4-BE49-F238E27FC236}">
                  <a16:creationId xmlns:a16="http://schemas.microsoft.com/office/drawing/2014/main" id="{2799495F-734E-D1F1-2E3C-D76BB3AD342F}"/>
                </a:ext>
              </a:extLst>
            </p:cNvPr>
            <p:cNvSpPr/>
            <p:nvPr/>
          </p:nvSpPr>
          <p:spPr>
            <a:xfrm>
              <a:off x="5670858" y="-1412415"/>
              <a:ext cx="27010" cy="20557"/>
            </a:xfrm>
            <a:custGeom>
              <a:avLst/>
              <a:gdLst/>
              <a:ahLst/>
              <a:cxnLst/>
              <a:rect l="l" t="t" r="r" b="b"/>
              <a:pathLst>
                <a:path w="406" h="309" extrusionOk="0">
                  <a:moveTo>
                    <a:pt x="275" y="0"/>
                  </a:moveTo>
                  <a:cubicBezTo>
                    <a:pt x="272" y="0"/>
                    <a:pt x="268" y="0"/>
                    <a:pt x="264" y="1"/>
                  </a:cubicBezTo>
                  <a:cubicBezTo>
                    <a:pt x="252" y="2"/>
                    <a:pt x="239" y="6"/>
                    <a:pt x="227" y="9"/>
                  </a:cubicBezTo>
                  <a:cubicBezTo>
                    <a:pt x="220" y="10"/>
                    <a:pt x="214" y="12"/>
                    <a:pt x="208" y="14"/>
                  </a:cubicBezTo>
                  <a:cubicBezTo>
                    <a:pt x="194" y="18"/>
                    <a:pt x="182" y="21"/>
                    <a:pt x="168" y="25"/>
                  </a:cubicBezTo>
                  <a:cubicBezTo>
                    <a:pt x="162" y="26"/>
                    <a:pt x="155" y="28"/>
                    <a:pt x="149" y="30"/>
                  </a:cubicBezTo>
                  <a:cubicBezTo>
                    <a:pt x="121" y="40"/>
                    <a:pt x="102" y="58"/>
                    <a:pt x="81" y="78"/>
                  </a:cubicBezTo>
                  <a:cubicBezTo>
                    <a:pt x="58" y="101"/>
                    <a:pt x="30" y="123"/>
                    <a:pt x="17" y="154"/>
                  </a:cubicBezTo>
                  <a:cubicBezTo>
                    <a:pt x="4" y="183"/>
                    <a:pt x="1" y="245"/>
                    <a:pt x="30" y="268"/>
                  </a:cubicBezTo>
                  <a:lnTo>
                    <a:pt x="42" y="278"/>
                  </a:lnTo>
                  <a:cubicBezTo>
                    <a:pt x="66" y="297"/>
                    <a:pt x="92" y="308"/>
                    <a:pt x="121" y="308"/>
                  </a:cubicBezTo>
                  <a:cubicBezTo>
                    <a:pt x="126" y="308"/>
                    <a:pt x="131" y="308"/>
                    <a:pt x="136" y="307"/>
                  </a:cubicBezTo>
                  <a:cubicBezTo>
                    <a:pt x="159" y="304"/>
                    <a:pt x="183" y="301"/>
                    <a:pt x="206" y="297"/>
                  </a:cubicBezTo>
                  <a:cubicBezTo>
                    <a:pt x="234" y="292"/>
                    <a:pt x="256" y="284"/>
                    <a:pt x="280" y="267"/>
                  </a:cubicBezTo>
                  <a:cubicBezTo>
                    <a:pt x="285" y="262"/>
                    <a:pt x="290" y="258"/>
                    <a:pt x="296" y="254"/>
                  </a:cubicBezTo>
                  <a:lnTo>
                    <a:pt x="323" y="232"/>
                  </a:lnTo>
                  <a:cubicBezTo>
                    <a:pt x="347" y="213"/>
                    <a:pt x="374" y="194"/>
                    <a:pt x="385" y="164"/>
                  </a:cubicBezTo>
                  <a:cubicBezTo>
                    <a:pt x="389" y="155"/>
                    <a:pt x="392" y="145"/>
                    <a:pt x="395" y="135"/>
                  </a:cubicBezTo>
                  <a:cubicBezTo>
                    <a:pt x="401" y="113"/>
                    <a:pt x="406" y="90"/>
                    <a:pt x="396" y="68"/>
                  </a:cubicBezTo>
                  <a:cubicBezTo>
                    <a:pt x="387" y="47"/>
                    <a:pt x="371" y="25"/>
                    <a:pt x="348" y="18"/>
                  </a:cubicBezTo>
                  <a:cubicBezTo>
                    <a:pt x="340" y="14"/>
                    <a:pt x="331" y="12"/>
                    <a:pt x="324" y="9"/>
                  </a:cubicBezTo>
                  <a:cubicBezTo>
                    <a:pt x="308" y="4"/>
                    <a:pt x="292" y="0"/>
                    <a:pt x="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238;p47">
              <a:extLst>
                <a:ext uri="{FF2B5EF4-FFF2-40B4-BE49-F238E27FC236}">
                  <a16:creationId xmlns:a16="http://schemas.microsoft.com/office/drawing/2014/main" id="{1098F0FF-3A61-0DDE-04F2-62629B67ED5A}"/>
                </a:ext>
              </a:extLst>
            </p:cNvPr>
            <p:cNvSpPr/>
            <p:nvPr/>
          </p:nvSpPr>
          <p:spPr>
            <a:xfrm>
              <a:off x="5852811" y="-989233"/>
              <a:ext cx="67392" cy="85022"/>
            </a:xfrm>
            <a:custGeom>
              <a:avLst/>
              <a:gdLst/>
              <a:ahLst/>
              <a:cxnLst/>
              <a:rect l="l" t="t" r="r" b="b"/>
              <a:pathLst>
                <a:path w="1013" h="1278" extrusionOk="0">
                  <a:moveTo>
                    <a:pt x="366" y="1"/>
                  </a:moveTo>
                  <a:cubicBezTo>
                    <a:pt x="353" y="1"/>
                    <a:pt x="341" y="1"/>
                    <a:pt x="329" y="3"/>
                  </a:cubicBezTo>
                  <a:cubicBezTo>
                    <a:pt x="177" y="26"/>
                    <a:pt x="48" y="139"/>
                    <a:pt x="25" y="295"/>
                  </a:cubicBezTo>
                  <a:cubicBezTo>
                    <a:pt x="0" y="466"/>
                    <a:pt x="19" y="635"/>
                    <a:pt x="69" y="800"/>
                  </a:cubicBezTo>
                  <a:cubicBezTo>
                    <a:pt x="86" y="851"/>
                    <a:pt x="116" y="899"/>
                    <a:pt x="143" y="945"/>
                  </a:cubicBezTo>
                  <a:cubicBezTo>
                    <a:pt x="157" y="970"/>
                    <a:pt x="173" y="993"/>
                    <a:pt x="190" y="1016"/>
                  </a:cubicBezTo>
                  <a:cubicBezTo>
                    <a:pt x="208" y="1041"/>
                    <a:pt x="227" y="1064"/>
                    <a:pt x="248" y="1087"/>
                  </a:cubicBezTo>
                  <a:cubicBezTo>
                    <a:pt x="268" y="1108"/>
                    <a:pt x="289" y="1136"/>
                    <a:pt x="312" y="1154"/>
                  </a:cubicBezTo>
                  <a:cubicBezTo>
                    <a:pt x="353" y="1186"/>
                    <a:pt x="406" y="1210"/>
                    <a:pt x="458" y="1218"/>
                  </a:cubicBezTo>
                  <a:cubicBezTo>
                    <a:pt x="461" y="1218"/>
                    <a:pt x="465" y="1218"/>
                    <a:pt x="469" y="1218"/>
                  </a:cubicBezTo>
                  <a:cubicBezTo>
                    <a:pt x="471" y="1218"/>
                    <a:pt x="473" y="1218"/>
                    <a:pt x="474" y="1218"/>
                  </a:cubicBezTo>
                  <a:cubicBezTo>
                    <a:pt x="479" y="1220"/>
                    <a:pt x="482" y="1224"/>
                    <a:pt x="486" y="1226"/>
                  </a:cubicBezTo>
                  <a:cubicBezTo>
                    <a:pt x="523" y="1253"/>
                    <a:pt x="565" y="1269"/>
                    <a:pt x="612" y="1274"/>
                  </a:cubicBezTo>
                  <a:cubicBezTo>
                    <a:pt x="627" y="1276"/>
                    <a:pt x="643" y="1277"/>
                    <a:pt x="659" y="1277"/>
                  </a:cubicBezTo>
                  <a:cubicBezTo>
                    <a:pt x="731" y="1277"/>
                    <a:pt x="811" y="1255"/>
                    <a:pt x="865" y="1212"/>
                  </a:cubicBezTo>
                  <a:cubicBezTo>
                    <a:pt x="936" y="1155"/>
                    <a:pt x="995" y="1076"/>
                    <a:pt x="1005" y="983"/>
                  </a:cubicBezTo>
                  <a:cubicBezTo>
                    <a:pt x="1013" y="909"/>
                    <a:pt x="998" y="839"/>
                    <a:pt x="965" y="775"/>
                  </a:cubicBezTo>
                  <a:lnTo>
                    <a:pt x="965" y="775"/>
                  </a:lnTo>
                  <a:cubicBezTo>
                    <a:pt x="967" y="777"/>
                    <a:pt x="968" y="780"/>
                    <a:pt x="969" y="782"/>
                  </a:cubicBezTo>
                  <a:cubicBezTo>
                    <a:pt x="946" y="738"/>
                    <a:pt x="928" y="692"/>
                    <a:pt x="905" y="647"/>
                  </a:cubicBezTo>
                  <a:lnTo>
                    <a:pt x="833" y="508"/>
                  </a:lnTo>
                  <a:cubicBezTo>
                    <a:pt x="785" y="412"/>
                    <a:pt x="736" y="318"/>
                    <a:pt x="688" y="223"/>
                  </a:cubicBezTo>
                  <a:lnTo>
                    <a:pt x="645" y="144"/>
                  </a:lnTo>
                  <a:cubicBezTo>
                    <a:pt x="619" y="105"/>
                    <a:pt x="584" y="74"/>
                    <a:pt x="542" y="53"/>
                  </a:cubicBezTo>
                  <a:cubicBezTo>
                    <a:pt x="490" y="22"/>
                    <a:pt x="428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239;p47">
              <a:extLst>
                <a:ext uri="{FF2B5EF4-FFF2-40B4-BE49-F238E27FC236}">
                  <a16:creationId xmlns:a16="http://schemas.microsoft.com/office/drawing/2014/main" id="{D2175B99-3041-A825-97F3-4449E16C66CD}"/>
                </a:ext>
              </a:extLst>
            </p:cNvPr>
            <p:cNvSpPr/>
            <p:nvPr/>
          </p:nvSpPr>
          <p:spPr>
            <a:xfrm>
              <a:off x="5946948" y="-935079"/>
              <a:ext cx="29339" cy="27077"/>
            </a:xfrm>
            <a:custGeom>
              <a:avLst/>
              <a:gdLst/>
              <a:ahLst/>
              <a:cxnLst/>
              <a:rect l="l" t="t" r="r" b="b"/>
              <a:pathLst>
                <a:path w="441" h="407" extrusionOk="0">
                  <a:moveTo>
                    <a:pt x="200" y="1"/>
                  </a:moveTo>
                  <a:cubicBezTo>
                    <a:pt x="184" y="1"/>
                    <a:pt x="169" y="3"/>
                    <a:pt x="153" y="8"/>
                  </a:cubicBezTo>
                  <a:cubicBezTo>
                    <a:pt x="128" y="12"/>
                    <a:pt x="104" y="22"/>
                    <a:pt x="83" y="39"/>
                  </a:cubicBezTo>
                  <a:cubicBezTo>
                    <a:pt x="59" y="55"/>
                    <a:pt x="42" y="75"/>
                    <a:pt x="30" y="99"/>
                  </a:cubicBezTo>
                  <a:cubicBezTo>
                    <a:pt x="14" y="121"/>
                    <a:pt x="5" y="145"/>
                    <a:pt x="1" y="172"/>
                  </a:cubicBezTo>
                  <a:cubicBezTo>
                    <a:pt x="1" y="189"/>
                    <a:pt x="1" y="206"/>
                    <a:pt x="0" y="223"/>
                  </a:cubicBezTo>
                  <a:cubicBezTo>
                    <a:pt x="5" y="259"/>
                    <a:pt x="17" y="290"/>
                    <a:pt x="37" y="318"/>
                  </a:cubicBezTo>
                  <a:cubicBezTo>
                    <a:pt x="50" y="332"/>
                    <a:pt x="62" y="345"/>
                    <a:pt x="75" y="358"/>
                  </a:cubicBezTo>
                  <a:cubicBezTo>
                    <a:pt x="103" y="380"/>
                    <a:pt x="134" y="395"/>
                    <a:pt x="171" y="400"/>
                  </a:cubicBezTo>
                  <a:cubicBezTo>
                    <a:pt x="177" y="401"/>
                    <a:pt x="185" y="402"/>
                    <a:pt x="191" y="403"/>
                  </a:cubicBezTo>
                  <a:cubicBezTo>
                    <a:pt x="195" y="403"/>
                    <a:pt x="198" y="404"/>
                    <a:pt x="201" y="404"/>
                  </a:cubicBezTo>
                  <a:cubicBezTo>
                    <a:pt x="212" y="406"/>
                    <a:pt x="222" y="406"/>
                    <a:pt x="232" y="406"/>
                  </a:cubicBezTo>
                  <a:cubicBezTo>
                    <a:pt x="275" y="406"/>
                    <a:pt x="315" y="394"/>
                    <a:pt x="351" y="369"/>
                  </a:cubicBezTo>
                  <a:cubicBezTo>
                    <a:pt x="393" y="339"/>
                    <a:pt x="426" y="288"/>
                    <a:pt x="434" y="236"/>
                  </a:cubicBezTo>
                  <a:cubicBezTo>
                    <a:pt x="441" y="186"/>
                    <a:pt x="425" y="129"/>
                    <a:pt x="397" y="89"/>
                  </a:cubicBezTo>
                  <a:cubicBezTo>
                    <a:pt x="364" y="44"/>
                    <a:pt x="315" y="16"/>
                    <a:pt x="261" y="8"/>
                  </a:cubicBezTo>
                  <a:cubicBezTo>
                    <a:pt x="258" y="7"/>
                    <a:pt x="254" y="7"/>
                    <a:pt x="250" y="6"/>
                  </a:cubicBezTo>
                  <a:cubicBezTo>
                    <a:pt x="243" y="4"/>
                    <a:pt x="237" y="4"/>
                    <a:pt x="230" y="3"/>
                  </a:cubicBezTo>
                  <a:cubicBezTo>
                    <a:pt x="220" y="1"/>
                    <a:pt x="210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240;p47">
              <a:extLst>
                <a:ext uri="{FF2B5EF4-FFF2-40B4-BE49-F238E27FC236}">
                  <a16:creationId xmlns:a16="http://schemas.microsoft.com/office/drawing/2014/main" id="{86FE8A78-EABF-F9BF-B431-52108604EAC0}"/>
                </a:ext>
              </a:extLst>
            </p:cNvPr>
            <p:cNvSpPr/>
            <p:nvPr/>
          </p:nvSpPr>
          <p:spPr>
            <a:xfrm>
              <a:off x="6007820" y="-1406294"/>
              <a:ext cx="57945" cy="63933"/>
            </a:xfrm>
            <a:custGeom>
              <a:avLst/>
              <a:gdLst/>
              <a:ahLst/>
              <a:cxnLst/>
              <a:rect l="l" t="t" r="r" b="b"/>
              <a:pathLst>
                <a:path w="871" h="961" extrusionOk="0">
                  <a:moveTo>
                    <a:pt x="483" y="1"/>
                  </a:moveTo>
                  <a:cubicBezTo>
                    <a:pt x="438" y="1"/>
                    <a:pt x="394" y="9"/>
                    <a:pt x="351" y="26"/>
                  </a:cubicBezTo>
                  <a:cubicBezTo>
                    <a:pt x="317" y="39"/>
                    <a:pt x="285" y="57"/>
                    <a:pt x="255" y="78"/>
                  </a:cubicBezTo>
                  <a:cubicBezTo>
                    <a:pt x="245" y="87"/>
                    <a:pt x="235" y="96"/>
                    <a:pt x="224" y="106"/>
                  </a:cubicBezTo>
                  <a:cubicBezTo>
                    <a:pt x="151" y="173"/>
                    <a:pt x="83" y="233"/>
                    <a:pt x="42" y="326"/>
                  </a:cubicBezTo>
                  <a:cubicBezTo>
                    <a:pt x="3" y="414"/>
                    <a:pt x="0" y="511"/>
                    <a:pt x="5" y="605"/>
                  </a:cubicBezTo>
                  <a:cubicBezTo>
                    <a:pt x="8" y="667"/>
                    <a:pt x="43" y="747"/>
                    <a:pt x="80" y="796"/>
                  </a:cubicBezTo>
                  <a:cubicBezTo>
                    <a:pt x="120" y="854"/>
                    <a:pt x="179" y="900"/>
                    <a:pt x="244" y="928"/>
                  </a:cubicBezTo>
                  <a:cubicBezTo>
                    <a:pt x="245" y="929"/>
                    <a:pt x="247" y="930"/>
                    <a:pt x="248" y="931"/>
                  </a:cubicBezTo>
                  <a:cubicBezTo>
                    <a:pt x="295" y="951"/>
                    <a:pt x="343" y="960"/>
                    <a:pt x="393" y="960"/>
                  </a:cubicBezTo>
                  <a:cubicBezTo>
                    <a:pt x="406" y="960"/>
                    <a:pt x="418" y="960"/>
                    <a:pt x="431" y="959"/>
                  </a:cubicBezTo>
                  <a:cubicBezTo>
                    <a:pt x="431" y="959"/>
                    <a:pt x="432" y="959"/>
                    <a:pt x="432" y="957"/>
                  </a:cubicBezTo>
                  <a:cubicBezTo>
                    <a:pt x="434" y="957"/>
                    <a:pt x="437" y="957"/>
                    <a:pt x="439" y="956"/>
                  </a:cubicBezTo>
                  <a:cubicBezTo>
                    <a:pt x="507" y="949"/>
                    <a:pt x="569" y="925"/>
                    <a:pt x="625" y="885"/>
                  </a:cubicBezTo>
                  <a:cubicBezTo>
                    <a:pt x="640" y="873"/>
                    <a:pt x="653" y="859"/>
                    <a:pt x="667" y="846"/>
                  </a:cubicBezTo>
                  <a:cubicBezTo>
                    <a:pt x="709" y="812"/>
                    <a:pt x="740" y="770"/>
                    <a:pt x="760" y="719"/>
                  </a:cubicBezTo>
                  <a:cubicBezTo>
                    <a:pt x="761" y="716"/>
                    <a:pt x="762" y="714"/>
                    <a:pt x="763" y="712"/>
                  </a:cubicBezTo>
                  <a:cubicBezTo>
                    <a:pt x="774" y="694"/>
                    <a:pt x="785" y="677"/>
                    <a:pt x="795" y="659"/>
                  </a:cubicBezTo>
                  <a:cubicBezTo>
                    <a:pt x="801" y="640"/>
                    <a:pt x="807" y="622"/>
                    <a:pt x="811" y="602"/>
                  </a:cubicBezTo>
                  <a:cubicBezTo>
                    <a:pt x="821" y="569"/>
                    <a:pt x="825" y="563"/>
                    <a:pt x="828" y="539"/>
                  </a:cubicBezTo>
                  <a:cubicBezTo>
                    <a:pt x="829" y="530"/>
                    <a:pt x="831" y="523"/>
                    <a:pt x="832" y="516"/>
                  </a:cubicBezTo>
                  <a:cubicBezTo>
                    <a:pt x="865" y="426"/>
                    <a:pt x="871" y="335"/>
                    <a:pt x="836" y="243"/>
                  </a:cubicBezTo>
                  <a:cubicBezTo>
                    <a:pt x="802" y="153"/>
                    <a:pt x="727" y="66"/>
                    <a:pt x="635" y="32"/>
                  </a:cubicBezTo>
                  <a:cubicBezTo>
                    <a:pt x="605" y="21"/>
                    <a:pt x="573" y="11"/>
                    <a:pt x="540" y="5"/>
                  </a:cubicBezTo>
                  <a:cubicBezTo>
                    <a:pt x="521" y="2"/>
                    <a:pt x="502" y="1"/>
                    <a:pt x="4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241;p47">
              <a:extLst>
                <a:ext uri="{FF2B5EF4-FFF2-40B4-BE49-F238E27FC236}">
                  <a16:creationId xmlns:a16="http://schemas.microsoft.com/office/drawing/2014/main" id="{DC76D135-4A3B-1548-ADE3-802BAED52338}"/>
                </a:ext>
              </a:extLst>
            </p:cNvPr>
            <p:cNvSpPr/>
            <p:nvPr/>
          </p:nvSpPr>
          <p:spPr>
            <a:xfrm>
              <a:off x="6000170" y="-1280690"/>
              <a:ext cx="29339" cy="33796"/>
            </a:xfrm>
            <a:custGeom>
              <a:avLst/>
              <a:gdLst/>
              <a:ahLst/>
              <a:cxnLst/>
              <a:rect l="l" t="t" r="r" b="b"/>
              <a:pathLst>
                <a:path w="441" h="508" extrusionOk="0">
                  <a:moveTo>
                    <a:pt x="227" y="0"/>
                  </a:moveTo>
                  <a:cubicBezTo>
                    <a:pt x="211" y="0"/>
                    <a:pt x="195" y="4"/>
                    <a:pt x="181" y="16"/>
                  </a:cubicBezTo>
                  <a:cubicBezTo>
                    <a:pt x="178" y="18"/>
                    <a:pt x="175" y="20"/>
                    <a:pt x="172" y="22"/>
                  </a:cubicBezTo>
                  <a:cubicBezTo>
                    <a:pt x="137" y="34"/>
                    <a:pt x="104" y="56"/>
                    <a:pt x="82" y="86"/>
                  </a:cubicBezTo>
                  <a:cubicBezTo>
                    <a:pt x="76" y="93"/>
                    <a:pt x="72" y="103"/>
                    <a:pt x="67" y="111"/>
                  </a:cubicBezTo>
                  <a:cubicBezTo>
                    <a:pt x="66" y="113"/>
                    <a:pt x="65" y="115"/>
                    <a:pt x="63" y="117"/>
                  </a:cubicBezTo>
                  <a:cubicBezTo>
                    <a:pt x="38" y="154"/>
                    <a:pt x="18" y="187"/>
                    <a:pt x="10" y="232"/>
                  </a:cubicBezTo>
                  <a:cubicBezTo>
                    <a:pt x="9" y="239"/>
                    <a:pt x="8" y="245"/>
                    <a:pt x="7" y="251"/>
                  </a:cubicBezTo>
                  <a:cubicBezTo>
                    <a:pt x="3" y="275"/>
                    <a:pt x="1" y="296"/>
                    <a:pt x="3" y="323"/>
                  </a:cubicBezTo>
                  <a:cubicBezTo>
                    <a:pt x="9" y="397"/>
                    <a:pt x="61" y="463"/>
                    <a:pt x="127" y="491"/>
                  </a:cubicBezTo>
                  <a:cubicBezTo>
                    <a:pt x="152" y="502"/>
                    <a:pt x="180" y="507"/>
                    <a:pt x="208" y="507"/>
                  </a:cubicBezTo>
                  <a:cubicBezTo>
                    <a:pt x="251" y="507"/>
                    <a:pt x="294" y="494"/>
                    <a:pt x="330" y="469"/>
                  </a:cubicBezTo>
                  <a:cubicBezTo>
                    <a:pt x="338" y="463"/>
                    <a:pt x="346" y="456"/>
                    <a:pt x="353" y="448"/>
                  </a:cubicBezTo>
                  <a:cubicBezTo>
                    <a:pt x="361" y="443"/>
                    <a:pt x="368" y="435"/>
                    <a:pt x="374" y="427"/>
                  </a:cubicBezTo>
                  <a:cubicBezTo>
                    <a:pt x="375" y="425"/>
                    <a:pt x="377" y="423"/>
                    <a:pt x="378" y="421"/>
                  </a:cubicBezTo>
                  <a:cubicBezTo>
                    <a:pt x="390" y="401"/>
                    <a:pt x="403" y="381"/>
                    <a:pt x="414" y="361"/>
                  </a:cubicBezTo>
                  <a:cubicBezTo>
                    <a:pt x="415" y="359"/>
                    <a:pt x="416" y="356"/>
                    <a:pt x="419" y="354"/>
                  </a:cubicBezTo>
                  <a:lnTo>
                    <a:pt x="421" y="350"/>
                  </a:lnTo>
                  <a:cubicBezTo>
                    <a:pt x="426" y="332"/>
                    <a:pt x="431" y="314"/>
                    <a:pt x="436" y="296"/>
                  </a:cubicBezTo>
                  <a:cubicBezTo>
                    <a:pt x="441" y="274"/>
                    <a:pt x="438" y="251"/>
                    <a:pt x="437" y="228"/>
                  </a:cubicBezTo>
                  <a:cubicBezTo>
                    <a:pt x="436" y="218"/>
                    <a:pt x="435" y="208"/>
                    <a:pt x="434" y="198"/>
                  </a:cubicBezTo>
                  <a:cubicBezTo>
                    <a:pt x="428" y="160"/>
                    <a:pt x="419" y="126"/>
                    <a:pt x="397" y="94"/>
                  </a:cubicBezTo>
                  <a:cubicBezTo>
                    <a:pt x="384" y="77"/>
                    <a:pt x="371" y="62"/>
                    <a:pt x="355" y="51"/>
                  </a:cubicBezTo>
                  <a:cubicBezTo>
                    <a:pt x="334" y="38"/>
                    <a:pt x="313" y="24"/>
                    <a:pt x="290" y="15"/>
                  </a:cubicBezTo>
                  <a:cubicBezTo>
                    <a:pt x="271" y="7"/>
                    <a:pt x="249" y="0"/>
                    <a:pt x="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242;p47">
              <a:extLst>
                <a:ext uri="{FF2B5EF4-FFF2-40B4-BE49-F238E27FC236}">
                  <a16:creationId xmlns:a16="http://schemas.microsoft.com/office/drawing/2014/main" id="{54D819FD-DF3F-E594-1DF2-8E8C1A3A55E2}"/>
                </a:ext>
              </a:extLst>
            </p:cNvPr>
            <p:cNvSpPr/>
            <p:nvPr/>
          </p:nvSpPr>
          <p:spPr>
            <a:xfrm>
              <a:off x="6085458" y="-1237514"/>
              <a:ext cx="25014" cy="25480"/>
            </a:xfrm>
            <a:custGeom>
              <a:avLst/>
              <a:gdLst/>
              <a:ahLst/>
              <a:cxnLst/>
              <a:rect l="l" t="t" r="r" b="b"/>
              <a:pathLst>
                <a:path w="376" h="383" extrusionOk="0">
                  <a:moveTo>
                    <a:pt x="157" y="1"/>
                  </a:moveTo>
                  <a:cubicBezTo>
                    <a:pt x="134" y="2"/>
                    <a:pt x="112" y="9"/>
                    <a:pt x="93" y="22"/>
                  </a:cubicBezTo>
                  <a:cubicBezTo>
                    <a:pt x="79" y="28"/>
                    <a:pt x="66" y="36"/>
                    <a:pt x="56" y="49"/>
                  </a:cubicBezTo>
                  <a:cubicBezTo>
                    <a:pt x="37" y="64"/>
                    <a:pt x="23" y="84"/>
                    <a:pt x="15" y="106"/>
                  </a:cubicBezTo>
                  <a:cubicBezTo>
                    <a:pt x="12" y="111"/>
                    <a:pt x="2" y="146"/>
                    <a:pt x="1" y="152"/>
                  </a:cubicBezTo>
                  <a:cubicBezTo>
                    <a:pt x="1" y="167"/>
                    <a:pt x="0" y="182"/>
                    <a:pt x="0" y="198"/>
                  </a:cubicBezTo>
                  <a:lnTo>
                    <a:pt x="0" y="200"/>
                  </a:lnTo>
                  <a:cubicBezTo>
                    <a:pt x="3" y="216"/>
                    <a:pt x="8" y="233"/>
                    <a:pt x="13" y="250"/>
                  </a:cubicBezTo>
                  <a:cubicBezTo>
                    <a:pt x="13" y="253"/>
                    <a:pt x="14" y="255"/>
                    <a:pt x="15" y="258"/>
                  </a:cubicBezTo>
                  <a:cubicBezTo>
                    <a:pt x="15" y="259"/>
                    <a:pt x="16" y="260"/>
                    <a:pt x="16" y="263"/>
                  </a:cubicBezTo>
                  <a:lnTo>
                    <a:pt x="39" y="304"/>
                  </a:lnTo>
                  <a:cubicBezTo>
                    <a:pt x="53" y="326"/>
                    <a:pt x="72" y="342"/>
                    <a:pt x="94" y="354"/>
                  </a:cubicBezTo>
                  <a:cubicBezTo>
                    <a:pt x="121" y="370"/>
                    <a:pt x="110" y="365"/>
                    <a:pt x="140" y="373"/>
                  </a:cubicBezTo>
                  <a:cubicBezTo>
                    <a:pt x="153" y="378"/>
                    <a:pt x="157" y="380"/>
                    <a:pt x="165" y="381"/>
                  </a:cubicBezTo>
                  <a:lnTo>
                    <a:pt x="173" y="381"/>
                  </a:lnTo>
                  <a:cubicBezTo>
                    <a:pt x="185" y="382"/>
                    <a:pt x="198" y="382"/>
                    <a:pt x="212" y="382"/>
                  </a:cubicBezTo>
                  <a:cubicBezTo>
                    <a:pt x="217" y="382"/>
                    <a:pt x="223" y="382"/>
                    <a:pt x="228" y="382"/>
                  </a:cubicBezTo>
                  <a:cubicBezTo>
                    <a:pt x="250" y="380"/>
                    <a:pt x="270" y="373"/>
                    <a:pt x="288" y="362"/>
                  </a:cubicBezTo>
                  <a:cubicBezTo>
                    <a:pt x="308" y="353"/>
                    <a:pt x="324" y="339"/>
                    <a:pt x="338" y="321"/>
                  </a:cubicBezTo>
                  <a:cubicBezTo>
                    <a:pt x="346" y="309"/>
                    <a:pt x="354" y="296"/>
                    <a:pt x="361" y="283"/>
                  </a:cubicBezTo>
                  <a:cubicBezTo>
                    <a:pt x="372" y="257"/>
                    <a:pt x="376" y="231"/>
                    <a:pt x="374" y="204"/>
                  </a:cubicBezTo>
                  <a:lnTo>
                    <a:pt x="374" y="204"/>
                  </a:lnTo>
                  <a:cubicBezTo>
                    <a:pt x="374" y="203"/>
                    <a:pt x="374" y="202"/>
                    <a:pt x="374" y="201"/>
                  </a:cubicBezTo>
                  <a:cubicBezTo>
                    <a:pt x="374" y="201"/>
                    <a:pt x="374" y="201"/>
                    <a:pt x="374" y="200"/>
                  </a:cubicBezTo>
                  <a:cubicBezTo>
                    <a:pt x="374" y="199"/>
                    <a:pt x="374" y="198"/>
                    <a:pt x="374" y="197"/>
                  </a:cubicBezTo>
                  <a:cubicBezTo>
                    <a:pt x="374" y="175"/>
                    <a:pt x="372" y="154"/>
                    <a:pt x="363" y="130"/>
                  </a:cubicBezTo>
                  <a:cubicBezTo>
                    <a:pt x="355" y="106"/>
                    <a:pt x="341" y="86"/>
                    <a:pt x="322" y="69"/>
                  </a:cubicBezTo>
                  <a:cubicBezTo>
                    <a:pt x="318" y="62"/>
                    <a:pt x="311" y="55"/>
                    <a:pt x="304" y="50"/>
                  </a:cubicBezTo>
                  <a:cubicBezTo>
                    <a:pt x="273" y="28"/>
                    <a:pt x="242" y="2"/>
                    <a:pt x="202" y="2"/>
                  </a:cubicBezTo>
                  <a:cubicBezTo>
                    <a:pt x="187" y="1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243;p47">
              <a:extLst>
                <a:ext uri="{FF2B5EF4-FFF2-40B4-BE49-F238E27FC236}">
                  <a16:creationId xmlns:a16="http://schemas.microsoft.com/office/drawing/2014/main" id="{B1795F80-D326-9D61-27C1-43D92A5026E5}"/>
                </a:ext>
              </a:extLst>
            </p:cNvPr>
            <p:cNvSpPr/>
            <p:nvPr/>
          </p:nvSpPr>
          <p:spPr>
            <a:xfrm>
              <a:off x="6067229" y="-1081640"/>
              <a:ext cx="57280" cy="58544"/>
            </a:xfrm>
            <a:custGeom>
              <a:avLst/>
              <a:gdLst/>
              <a:ahLst/>
              <a:cxnLst/>
              <a:rect l="l" t="t" r="r" b="b"/>
              <a:pathLst>
                <a:path w="861" h="880" extrusionOk="0">
                  <a:moveTo>
                    <a:pt x="269" y="0"/>
                  </a:moveTo>
                  <a:cubicBezTo>
                    <a:pt x="238" y="0"/>
                    <a:pt x="202" y="8"/>
                    <a:pt x="179" y="28"/>
                  </a:cubicBezTo>
                  <a:cubicBezTo>
                    <a:pt x="109" y="89"/>
                    <a:pt x="51" y="160"/>
                    <a:pt x="24" y="252"/>
                  </a:cubicBezTo>
                  <a:cubicBezTo>
                    <a:pt x="1" y="336"/>
                    <a:pt x="2" y="427"/>
                    <a:pt x="22" y="512"/>
                  </a:cubicBezTo>
                  <a:cubicBezTo>
                    <a:pt x="45" y="607"/>
                    <a:pt x="90" y="697"/>
                    <a:pt x="170" y="759"/>
                  </a:cubicBezTo>
                  <a:cubicBezTo>
                    <a:pt x="186" y="772"/>
                    <a:pt x="203" y="782"/>
                    <a:pt x="220" y="792"/>
                  </a:cubicBezTo>
                  <a:cubicBezTo>
                    <a:pt x="259" y="828"/>
                    <a:pt x="305" y="850"/>
                    <a:pt x="358" y="861"/>
                  </a:cubicBezTo>
                  <a:cubicBezTo>
                    <a:pt x="391" y="873"/>
                    <a:pt x="426" y="879"/>
                    <a:pt x="462" y="879"/>
                  </a:cubicBezTo>
                  <a:cubicBezTo>
                    <a:pt x="477" y="879"/>
                    <a:pt x="491" y="878"/>
                    <a:pt x="506" y="876"/>
                  </a:cubicBezTo>
                  <a:cubicBezTo>
                    <a:pt x="538" y="869"/>
                    <a:pt x="571" y="861"/>
                    <a:pt x="603" y="853"/>
                  </a:cubicBezTo>
                  <a:cubicBezTo>
                    <a:pt x="653" y="835"/>
                    <a:pt x="696" y="807"/>
                    <a:pt x="730" y="768"/>
                  </a:cubicBezTo>
                  <a:cubicBezTo>
                    <a:pt x="759" y="747"/>
                    <a:pt x="781" y="720"/>
                    <a:pt x="795" y="688"/>
                  </a:cubicBezTo>
                  <a:cubicBezTo>
                    <a:pt x="826" y="646"/>
                    <a:pt x="844" y="598"/>
                    <a:pt x="850" y="545"/>
                  </a:cubicBezTo>
                  <a:cubicBezTo>
                    <a:pt x="860" y="445"/>
                    <a:pt x="842" y="342"/>
                    <a:pt x="781" y="260"/>
                  </a:cubicBezTo>
                  <a:cubicBezTo>
                    <a:pt x="746" y="214"/>
                    <a:pt x="724" y="170"/>
                    <a:pt x="673" y="133"/>
                  </a:cubicBezTo>
                  <a:cubicBezTo>
                    <a:pt x="632" y="104"/>
                    <a:pt x="590" y="71"/>
                    <a:pt x="541" y="57"/>
                  </a:cubicBezTo>
                  <a:cubicBezTo>
                    <a:pt x="524" y="51"/>
                    <a:pt x="508" y="46"/>
                    <a:pt x="493" y="40"/>
                  </a:cubicBezTo>
                  <a:cubicBezTo>
                    <a:pt x="489" y="38"/>
                    <a:pt x="484" y="36"/>
                    <a:pt x="480" y="35"/>
                  </a:cubicBezTo>
                  <a:cubicBezTo>
                    <a:pt x="445" y="19"/>
                    <a:pt x="408" y="13"/>
                    <a:pt x="370" y="10"/>
                  </a:cubicBezTo>
                  <a:cubicBezTo>
                    <a:pt x="346" y="10"/>
                    <a:pt x="322" y="8"/>
                    <a:pt x="298" y="1"/>
                  </a:cubicBezTo>
                  <a:lnTo>
                    <a:pt x="298" y="1"/>
                  </a:lnTo>
                  <a:lnTo>
                    <a:pt x="327" y="10"/>
                  </a:lnTo>
                  <a:lnTo>
                    <a:pt x="326" y="10"/>
                  </a:lnTo>
                  <a:cubicBezTo>
                    <a:pt x="310" y="4"/>
                    <a:pt x="293" y="0"/>
                    <a:pt x="275" y="0"/>
                  </a:cubicBezTo>
                  <a:cubicBezTo>
                    <a:pt x="273" y="0"/>
                    <a:pt x="271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244;p47">
              <a:extLst>
                <a:ext uri="{FF2B5EF4-FFF2-40B4-BE49-F238E27FC236}">
                  <a16:creationId xmlns:a16="http://schemas.microsoft.com/office/drawing/2014/main" id="{19A5EF20-D0CA-3933-95E9-6828E77B18DC}"/>
                </a:ext>
              </a:extLst>
            </p:cNvPr>
            <p:cNvSpPr/>
            <p:nvPr/>
          </p:nvSpPr>
          <p:spPr>
            <a:xfrm>
              <a:off x="6173141" y="-1068800"/>
              <a:ext cx="27942" cy="30004"/>
            </a:xfrm>
            <a:custGeom>
              <a:avLst/>
              <a:gdLst/>
              <a:ahLst/>
              <a:cxnLst/>
              <a:rect l="l" t="t" r="r" b="b"/>
              <a:pathLst>
                <a:path w="420" h="451" extrusionOk="0">
                  <a:moveTo>
                    <a:pt x="205" y="0"/>
                  </a:moveTo>
                  <a:cubicBezTo>
                    <a:pt x="189" y="0"/>
                    <a:pt x="173" y="3"/>
                    <a:pt x="157" y="8"/>
                  </a:cubicBezTo>
                  <a:cubicBezTo>
                    <a:pt x="140" y="10"/>
                    <a:pt x="123" y="15"/>
                    <a:pt x="110" y="26"/>
                  </a:cubicBezTo>
                  <a:cubicBezTo>
                    <a:pt x="84" y="36"/>
                    <a:pt x="64" y="53"/>
                    <a:pt x="47" y="75"/>
                  </a:cubicBezTo>
                  <a:cubicBezTo>
                    <a:pt x="38" y="91"/>
                    <a:pt x="29" y="107"/>
                    <a:pt x="20" y="121"/>
                  </a:cubicBezTo>
                  <a:cubicBezTo>
                    <a:pt x="6" y="154"/>
                    <a:pt x="1" y="188"/>
                    <a:pt x="4" y="223"/>
                  </a:cubicBezTo>
                  <a:cubicBezTo>
                    <a:pt x="5" y="229"/>
                    <a:pt x="6" y="235"/>
                    <a:pt x="7" y="243"/>
                  </a:cubicBezTo>
                  <a:cubicBezTo>
                    <a:pt x="9" y="256"/>
                    <a:pt x="12" y="270"/>
                    <a:pt x="15" y="284"/>
                  </a:cubicBezTo>
                  <a:cubicBezTo>
                    <a:pt x="16" y="294"/>
                    <a:pt x="19" y="303"/>
                    <a:pt x="23" y="312"/>
                  </a:cubicBezTo>
                  <a:cubicBezTo>
                    <a:pt x="36" y="346"/>
                    <a:pt x="57" y="374"/>
                    <a:pt x="86" y="397"/>
                  </a:cubicBezTo>
                  <a:cubicBezTo>
                    <a:pt x="88" y="400"/>
                    <a:pt x="90" y="401"/>
                    <a:pt x="92" y="403"/>
                  </a:cubicBezTo>
                  <a:cubicBezTo>
                    <a:pt x="110" y="414"/>
                    <a:pt x="127" y="428"/>
                    <a:pt x="146" y="435"/>
                  </a:cubicBezTo>
                  <a:cubicBezTo>
                    <a:pt x="162" y="439"/>
                    <a:pt x="178" y="444"/>
                    <a:pt x="192" y="449"/>
                  </a:cubicBezTo>
                  <a:cubicBezTo>
                    <a:pt x="201" y="450"/>
                    <a:pt x="209" y="451"/>
                    <a:pt x="217" y="451"/>
                  </a:cubicBezTo>
                  <a:cubicBezTo>
                    <a:pt x="233" y="451"/>
                    <a:pt x="248" y="448"/>
                    <a:pt x="263" y="444"/>
                  </a:cubicBezTo>
                  <a:cubicBezTo>
                    <a:pt x="279" y="442"/>
                    <a:pt x="294" y="436"/>
                    <a:pt x="307" y="427"/>
                  </a:cubicBezTo>
                  <a:cubicBezTo>
                    <a:pt x="330" y="417"/>
                    <a:pt x="349" y="402"/>
                    <a:pt x="364" y="381"/>
                  </a:cubicBezTo>
                  <a:cubicBezTo>
                    <a:pt x="378" y="365"/>
                    <a:pt x="387" y="345"/>
                    <a:pt x="396" y="326"/>
                  </a:cubicBezTo>
                  <a:cubicBezTo>
                    <a:pt x="398" y="324"/>
                    <a:pt x="400" y="322"/>
                    <a:pt x="401" y="320"/>
                  </a:cubicBezTo>
                  <a:cubicBezTo>
                    <a:pt x="414" y="287"/>
                    <a:pt x="419" y="253"/>
                    <a:pt x="416" y="217"/>
                  </a:cubicBezTo>
                  <a:cubicBezTo>
                    <a:pt x="415" y="207"/>
                    <a:pt x="413" y="199"/>
                    <a:pt x="410" y="189"/>
                  </a:cubicBezTo>
                  <a:cubicBezTo>
                    <a:pt x="406" y="175"/>
                    <a:pt x="403" y="162"/>
                    <a:pt x="397" y="148"/>
                  </a:cubicBezTo>
                  <a:cubicBezTo>
                    <a:pt x="395" y="142"/>
                    <a:pt x="393" y="136"/>
                    <a:pt x="391" y="130"/>
                  </a:cubicBezTo>
                  <a:cubicBezTo>
                    <a:pt x="383" y="103"/>
                    <a:pt x="368" y="82"/>
                    <a:pt x="348" y="65"/>
                  </a:cubicBezTo>
                  <a:cubicBezTo>
                    <a:pt x="330" y="43"/>
                    <a:pt x="310" y="27"/>
                    <a:pt x="283" y="18"/>
                  </a:cubicBezTo>
                  <a:cubicBezTo>
                    <a:pt x="267" y="12"/>
                    <a:pt x="250" y="7"/>
                    <a:pt x="233" y="3"/>
                  </a:cubicBezTo>
                  <a:cubicBezTo>
                    <a:pt x="224" y="1"/>
                    <a:pt x="214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245;p47">
              <a:extLst>
                <a:ext uri="{FF2B5EF4-FFF2-40B4-BE49-F238E27FC236}">
                  <a16:creationId xmlns:a16="http://schemas.microsoft.com/office/drawing/2014/main" id="{0D9B46B9-08BF-C8B0-1EA0-D412F7B1935E}"/>
                </a:ext>
              </a:extLst>
            </p:cNvPr>
            <p:cNvSpPr/>
            <p:nvPr/>
          </p:nvSpPr>
          <p:spPr>
            <a:xfrm>
              <a:off x="6190638" y="-967545"/>
              <a:ext cx="43243" cy="42910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289" y="1"/>
                  </a:moveTo>
                  <a:lnTo>
                    <a:pt x="209" y="19"/>
                  </a:lnTo>
                  <a:cubicBezTo>
                    <a:pt x="168" y="34"/>
                    <a:pt x="132" y="57"/>
                    <a:pt x="104" y="88"/>
                  </a:cubicBezTo>
                  <a:cubicBezTo>
                    <a:pt x="80" y="106"/>
                    <a:pt x="62" y="128"/>
                    <a:pt x="51" y="155"/>
                  </a:cubicBezTo>
                  <a:cubicBezTo>
                    <a:pt x="33" y="179"/>
                    <a:pt x="21" y="204"/>
                    <a:pt x="17" y="233"/>
                  </a:cubicBezTo>
                  <a:cubicBezTo>
                    <a:pt x="6" y="259"/>
                    <a:pt x="2" y="286"/>
                    <a:pt x="5" y="315"/>
                  </a:cubicBezTo>
                  <a:cubicBezTo>
                    <a:pt x="0" y="356"/>
                    <a:pt x="7" y="396"/>
                    <a:pt x="23" y="436"/>
                  </a:cubicBezTo>
                  <a:cubicBezTo>
                    <a:pt x="23" y="436"/>
                    <a:pt x="23" y="436"/>
                    <a:pt x="23" y="437"/>
                  </a:cubicBezTo>
                  <a:cubicBezTo>
                    <a:pt x="38" y="479"/>
                    <a:pt x="61" y="513"/>
                    <a:pt x="93" y="542"/>
                  </a:cubicBezTo>
                  <a:cubicBezTo>
                    <a:pt x="121" y="576"/>
                    <a:pt x="155" y="601"/>
                    <a:pt x="197" y="618"/>
                  </a:cubicBezTo>
                  <a:cubicBezTo>
                    <a:pt x="223" y="625"/>
                    <a:pt x="251" y="633"/>
                    <a:pt x="278" y="641"/>
                  </a:cubicBezTo>
                  <a:cubicBezTo>
                    <a:pt x="294" y="643"/>
                    <a:pt x="309" y="644"/>
                    <a:pt x="325" y="644"/>
                  </a:cubicBezTo>
                  <a:cubicBezTo>
                    <a:pt x="364" y="644"/>
                    <a:pt x="403" y="638"/>
                    <a:pt x="440" y="623"/>
                  </a:cubicBezTo>
                  <a:cubicBezTo>
                    <a:pt x="508" y="593"/>
                    <a:pt x="503" y="594"/>
                    <a:pt x="546" y="553"/>
                  </a:cubicBezTo>
                  <a:cubicBezTo>
                    <a:pt x="579" y="527"/>
                    <a:pt x="604" y="492"/>
                    <a:pt x="620" y="451"/>
                  </a:cubicBezTo>
                  <a:cubicBezTo>
                    <a:pt x="621" y="451"/>
                    <a:pt x="621" y="450"/>
                    <a:pt x="621" y="450"/>
                  </a:cubicBezTo>
                  <a:cubicBezTo>
                    <a:pt x="640" y="411"/>
                    <a:pt x="647" y="370"/>
                    <a:pt x="645" y="328"/>
                  </a:cubicBezTo>
                  <a:cubicBezTo>
                    <a:pt x="649" y="286"/>
                    <a:pt x="643" y="245"/>
                    <a:pt x="626" y="207"/>
                  </a:cubicBezTo>
                  <a:cubicBezTo>
                    <a:pt x="613" y="182"/>
                    <a:pt x="600" y="158"/>
                    <a:pt x="587" y="132"/>
                  </a:cubicBezTo>
                  <a:cubicBezTo>
                    <a:pt x="552" y="85"/>
                    <a:pt x="507" y="49"/>
                    <a:pt x="453" y="26"/>
                  </a:cubicBezTo>
                  <a:cubicBezTo>
                    <a:pt x="453" y="25"/>
                    <a:pt x="453" y="25"/>
                    <a:pt x="452" y="25"/>
                  </a:cubicBezTo>
                  <a:cubicBezTo>
                    <a:pt x="425" y="17"/>
                    <a:pt x="398" y="9"/>
                    <a:pt x="372" y="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246;p47">
              <a:extLst>
                <a:ext uri="{FF2B5EF4-FFF2-40B4-BE49-F238E27FC236}">
                  <a16:creationId xmlns:a16="http://schemas.microsoft.com/office/drawing/2014/main" id="{9C28C216-EFC4-7E58-DF4F-18D93C8ABF37}"/>
                </a:ext>
              </a:extLst>
            </p:cNvPr>
            <p:cNvSpPr/>
            <p:nvPr/>
          </p:nvSpPr>
          <p:spPr>
            <a:xfrm>
              <a:off x="6186912" y="-1208308"/>
              <a:ext cx="32865" cy="35792"/>
            </a:xfrm>
            <a:custGeom>
              <a:avLst/>
              <a:gdLst/>
              <a:ahLst/>
              <a:cxnLst/>
              <a:rect l="l" t="t" r="r" b="b"/>
              <a:pathLst>
                <a:path w="494" h="538" extrusionOk="0">
                  <a:moveTo>
                    <a:pt x="236" y="0"/>
                  </a:moveTo>
                  <a:cubicBezTo>
                    <a:pt x="218" y="0"/>
                    <a:pt x="200" y="5"/>
                    <a:pt x="182" y="12"/>
                  </a:cubicBezTo>
                  <a:lnTo>
                    <a:pt x="178" y="12"/>
                  </a:lnTo>
                  <a:cubicBezTo>
                    <a:pt x="175" y="13"/>
                    <a:pt x="172" y="14"/>
                    <a:pt x="168" y="15"/>
                  </a:cubicBezTo>
                  <a:cubicBezTo>
                    <a:pt x="148" y="22"/>
                    <a:pt x="128" y="33"/>
                    <a:pt x="108" y="45"/>
                  </a:cubicBezTo>
                  <a:cubicBezTo>
                    <a:pt x="91" y="61"/>
                    <a:pt x="75" y="77"/>
                    <a:pt x="60" y="93"/>
                  </a:cubicBezTo>
                  <a:cubicBezTo>
                    <a:pt x="31" y="127"/>
                    <a:pt x="15" y="166"/>
                    <a:pt x="7" y="210"/>
                  </a:cubicBezTo>
                  <a:cubicBezTo>
                    <a:pt x="7" y="217"/>
                    <a:pt x="7" y="225"/>
                    <a:pt x="7" y="233"/>
                  </a:cubicBezTo>
                  <a:cubicBezTo>
                    <a:pt x="6" y="261"/>
                    <a:pt x="1" y="289"/>
                    <a:pt x="4" y="319"/>
                  </a:cubicBezTo>
                  <a:cubicBezTo>
                    <a:pt x="8" y="358"/>
                    <a:pt x="18" y="377"/>
                    <a:pt x="34" y="409"/>
                  </a:cubicBezTo>
                  <a:cubicBezTo>
                    <a:pt x="54" y="446"/>
                    <a:pt x="55" y="447"/>
                    <a:pt x="94" y="484"/>
                  </a:cubicBezTo>
                  <a:cubicBezTo>
                    <a:pt x="95" y="485"/>
                    <a:pt x="96" y="485"/>
                    <a:pt x="97" y="486"/>
                  </a:cubicBezTo>
                  <a:cubicBezTo>
                    <a:pt x="99" y="488"/>
                    <a:pt x="103" y="492"/>
                    <a:pt x="105" y="493"/>
                  </a:cubicBezTo>
                  <a:cubicBezTo>
                    <a:pt x="120" y="503"/>
                    <a:pt x="136" y="512"/>
                    <a:pt x="152" y="522"/>
                  </a:cubicBezTo>
                  <a:lnTo>
                    <a:pt x="204" y="536"/>
                  </a:lnTo>
                  <a:cubicBezTo>
                    <a:pt x="208" y="537"/>
                    <a:pt x="230" y="538"/>
                    <a:pt x="245" y="538"/>
                  </a:cubicBezTo>
                  <a:cubicBezTo>
                    <a:pt x="252" y="538"/>
                    <a:pt x="257" y="538"/>
                    <a:pt x="258" y="537"/>
                  </a:cubicBezTo>
                  <a:lnTo>
                    <a:pt x="262" y="537"/>
                  </a:lnTo>
                  <a:cubicBezTo>
                    <a:pt x="280" y="534"/>
                    <a:pt x="301" y="528"/>
                    <a:pt x="321" y="523"/>
                  </a:cubicBezTo>
                  <a:cubicBezTo>
                    <a:pt x="323" y="522"/>
                    <a:pt x="325" y="522"/>
                    <a:pt x="328" y="521"/>
                  </a:cubicBezTo>
                  <a:cubicBezTo>
                    <a:pt x="339" y="517"/>
                    <a:pt x="340" y="515"/>
                    <a:pt x="358" y="505"/>
                  </a:cubicBezTo>
                  <a:cubicBezTo>
                    <a:pt x="378" y="498"/>
                    <a:pt x="395" y="485"/>
                    <a:pt x="408" y="468"/>
                  </a:cubicBezTo>
                  <a:cubicBezTo>
                    <a:pt x="419" y="462"/>
                    <a:pt x="426" y="455"/>
                    <a:pt x="433" y="445"/>
                  </a:cubicBezTo>
                  <a:cubicBezTo>
                    <a:pt x="438" y="436"/>
                    <a:pt x="445" y="426"/>
                    <a:pt x="450" y="416"/>
                  </a:cubicBezTo>
                  <a:cubicBezTo>
                    <a:pt x="464" y="399"/>
                    <a:pt x="472" y="379"/>
                    <a:pt x="475" y="358"/>
                  </a:cubicBezTo>
                  <a:cubicBezTo>
                    <a:pt x="478" y="347"/>
                    <a:pt x="481" y="335"/>
                    <a:pt x="485" y="324"/>
                  </a:cubicBezTo>
                  <a:cubicBezTo>
                    <a:pt x="487" y="319"/>
                    <a:pt x="488" y="314"/>
                    <a:pt x="489" y="310"/>
                  </a:cubicBezTo>
                  <a:cubicBezTo>
                    <a:pt x="490" y="302"/>
                    <a:pt x="492" y="293"/>
                    <a:pt x="493" y="285"/>
                  </a:cubicBezTo>
                  <a:cubicBezTo>
                    <a:pt x="493" y="284"/>
                    <a:pt x="493" y="283"/>
                    <a:pt x="493" y="282"/>
                  </a:cubicBezTo>
                  <a:cubicBezTo>
                    <a:pt x="493" y="261"/>
                    <a:pt x="494" y="240"/>
                    <a:pt x="494" y="220"/>
                  </a:cubicBezTo>
                  <a:cubicBezTo>
                    <a:pt x="489" y="199"/>
                    <a:pt x="485" y="179"/>
                    <a:pt x="479" y="158"/>
                  </a:cubicBezTo>
                  <a:cubicBezTo>
                    <a:pt x="469" y="140"/>
                    <a:pt x="459" y="122"/>
                    <a:pt x="449" y="103"/>
                  </a:cubicBezTo>
                  <a:cubicBezTo>
                    <a:pt x="444" y="95"/>
                    <a:pt x="410" y="60"/>
                    <a:pt x="403" y="54"/>
                  </a:cubicBezTo>
                  <a:cubicBezTo>
                    <a:pt x="384" y="42"/>
                    <a:pt x="365" y="31"/>
                    <a:pt x="346" y="20"/>
                  </a:cubicBezTo>
                  <a:cubicBezTo>
                    <a:pt x="326" y="14"/>
                    <a:pt x="307" y="9"/>
                    <a:pt x="287" y="3"/>
                  </a:cubicBezTo>
                  <a:lnTo>
                    <a:pt x="283" y="3"/>
                  </a:lnTo>
                  <a:cubicBezTo>
                    <a:pt x="281" y="1"/>
                    <a:pt x="280" y="1"/>
                    <a:pt x="279" y="1"/>
                  </a:cubicBezTo>
                  <a:lnTo>
                    <a:pt x="277" y="1"/>
                  </a:lnTo>
                  <a:cubicBezTo>
                    <a:pt x="273" y="1"/>
                    <a:pt x="269" y="1"/>
                    <a:pt x="265" y="1"/>
                  </a:cubicBezTo>
                  <a:cubicBezTo>
                    <a:pt x="261" y="1"/>
                    <a:pt x="256" y="1"/>
                    <a:pt x="252" y="1"/>
                  </a:cubicBezTo>
                  <a:cubicBezTo>
                    <a:pt x="247" y="1"/>
                    <a:pt x="242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247;p47">
              <a:extLst>
                <a:ext uri="{FF2B5EF4-FFF2-40B4-BE49-F238E27FC236}">
                  <a16:creationId xmlns:a16="http://schemas.microsoft.com/office/drawing/2014/main" id="{510F12BF-F12E-E6FB-66D5-30CD7830592E}"/>
                </a:ext>
              </a:extLst>
            </p:cNvPr>
            <p:cNvSpPr/>
            <p:nvPr/>
          </p:nvSpPr>
          <p:spPr>
            <a:xfrm>
              <a:off x="6003030" y="-1178637"/>
              <a:ext cx="38253" cy="40914"/>
            </a:xfrm>
            <a:custGeom>
              <a:avLst/>
              <a:gdLst/>
              <a:ahLst/>
              <a:cxnLst/>
              <a:rect l="l" t="t" r="r" b="b"/>
              <a:pathLst>
                <a:path w="575" h="615" extrusionOk="0">
                  <a:moveTo>
                    <a:pt x="253" y="1"/>
                  </a:moveTo>
                  <a:cubicBezTo>
                    <a:pt x="236" y="1"/>
                    <a:pt x="220" y="3"/>
                    <a:pt x="204" y="9"/>
                  </a:cubicBezTo>
                  <a:cubicBezTo>
                    <a:pt x="186" y="11"/>
                    <a:pt x="169" y="17"/>
                    <a:pt x="155" y="27"/>
                  </a:cubicBezTo>
                  <a:cubicBezTo>
                    <a:pt x="129" y="39"/>
                    <a:pt x="108" y="56"/>
                    <a:pt x="91" y="79"/>
                  </a:cubicBezTo>
                  <a:cubicBezTo>
                    <a:pt x="69" y="108"/>
                    <a:pt x="43" y="139"/>
                    <a:pt x="30" y="173"/>
                  </a:cubicBezTo>
                  <a:cubicBezTo>
                    <a:pt x="26" y="184"/>
                    <a:pt x="23" y="196"/>
                    <a:pt x="20" y="207"/>
                  </a:cubicBezTo>
                  <a:cubicBezTo>
                    <a:pt x="15" y="220"/>
                    <a:pt x="11" y="232"/>
                    <a:pt x="10" y="244"/>
                  </a:cubicBezTo>
                  <a:cubicBezTo>
                    <a:pt x="9" y="247"/>
                    <a:pt x="9" y="250"/>
                    <a:pt x="8" y="252"/>
                  </a:cubicBezTo>
                  <a:cubicBezTo>
                    <a:pt x="4" y="282"/>
                    <a:pt x="1" y="308"/>
                    <a:pt x="5" y="339"/>
                  </a:cubicBezTo>
                  <a:cubicBezTo>
                    <a:pt x="10" y="362"/>
                    <a:pt x="17" y="386"/>
                    <a:pt x="22" y="409"/>
                  </a:cubicBezTo>
                  <a:cubicBezTo>
                    <a:pt x="25" y="422"/>
                    <a:pt x="31" y="435"/>
                    <a:pt x="41" y="445"/>
                  </a:cubicBezTo>
                  <a:cubicBezTo>
                    <a:pt x="48" y="459"/>
                    <a:pt x="54" y="471"/>
                    <a:pt x="62" y="484"/>
                  </a:cubicBezTo>
                  <a:lnTo>
                    <a:pt x="72" y="502"/>
                  </a:lnTo>
                  <a:cubicBezTo>
                    <a:pt x="90" y="519"/>
                    <a:pt x="107" y="537"/>
                    <a:pt x="123" y="555"/>
                  </a:cubicBezTo>
                  <a:cubicBezTo>
                    <a:pt x="152" y="580"/>
                    <a:pt x="184" y="596"/>
                    <a:pt x="221" y="603"/>
                  </a:cubicBezTo>
                  <a:cubicBezTo>
                    <a:pt x="238" y="611"/>
                    <a:pt x="257" y="614"/>
                    <a:pt x="277" y="614"/>
                  </a:cubicBezTo>
                  <a:cubicBezTo>
                    <a:pt x="281" y="614"/>
                    <a:pt x="286" y="614"/>
                    <a:pt x="291" y="614"/>
                  </a:cubicBezTo>
                  <a:cubicBezTo>
                    <a:pt x="299" y="615"/>
                    <a:pt x="307" y="615"/>
                    <a:pt x="314" y="615"/>
                  </a:cubicBezTo>
                  <a:cubicBezTo>
                    <a:pt x="342" y="615"/>
                    <a:pt x="368" y="609"/>
                    <a:pt x="394" y="598"/>
                  </a:cubicBezTo>
                  <a:cubicBezTo>
                    <a:pt x="415" y="586"/>
                    <a:pt x="436" y="575"/>
                    <a:pt x="457" y="564"/>
                  </a:cubicBezTo>
                  <a:cubicBezTo>
                    <a:pt x="475" y="547"/>
                    <a:pt x="493" y="530"/>
                    <a:pt x="511" y="513"/>
                  </a:cubicBezTo>
                  <a:cubicBezTo>
                    <a:pt x="536" y="485"/>
                    <a:pt x="551" y="451"/>
                    <a:pt x="559" y="416"/>
                  </a:cubicBezTo>
                  <a:cubicBezTo>
                    <a:pt x="571" y="381"/>
                    <a:pt x="574" y="347"/>
                    <a:pt x="569" y="310"/>
                  </a:cubicBezTo>
                  <a:cubicBezTo>
                    <a:pt x="569" y="305"/>
                    <a:pt x="568" y="299"/>
                    <a:pt x="568" y="292"/>
                  </a:cubicBezTo>
                  <a:cubicBezTo>
                    <a:pt x="567" y="289"/>
                    <a:pt x="567" y="285"/>
                    <a:pt x="567" y="282"/>
                  </a:cubicBezTo>
                  <a:cubicBezTo>
                    <a:pt x="561" y="259"/>
                    <a:pt x="556" y="235"/>
                    <a:pt x="550" y="212"/>
                  </a:cubicBezTo>
                  <a:cubicBezTo>
                    <a:pt x="545" y="199"/>
                    <a:pt x="539" y="188"/>
                    <a:pt x="532" y="176"/>
                  </a:cubicBezTo>
                  <a:cubicBezTo>
                    <a:pt x="516" y="142"/>
                    <a:pt x="493" y="112"/>
                    <a:pt x="461" y="89"/>
                  </a:cubicBezTo>
                  <a:cubicBezTo>
                    <a:pt x="461" y="88"/>
                    <a:pt x="460" y="88"/>
                    <a:pt x="459" y="87"/>
                  </a:cubicBezTo>
                  <a:lnTo>
                    <a:pt x="454" y="82"/>
                  </a:lnTo>
                  <a:cubicBezTo>
                    <a:pt x="450" y="78"/>
                    <a:pt x="446" y="74"/>
                    <a:pt x="442" y="69"/>
                  </a:cubicBezTo>
                  <a:lnTo>
                    <a:pt x="381" y="33"/>
                  </a:lnTo>
                  <a:cubicBezTo>
                    <a:pt x="380" y="33"/>
                    <a:pt x="378" y="32"/>
                    <a:pt x="377" y="32"/>
                  </a:cubicBezTo>
                  <a:cubicBezTo>
                    <a:pt x="375" y="32"/>
                    <a:pt x="373" y="31"/>
                    <a:pt x="371" y="30"/>
                  </a:cubicBezTo>
                  <a:cubicBezTo>
                    <a:pt x="367" y="29"/>
                    <a:pt x="363" y="27"/>
                    <a:pt x="359" y="26"/>
                  </a:cubicBezTo>
                  <a:cubicBezTo>
                    <a:pt x="350" y="23"/>
                    <a:pt x="342" y="21"/>
                    <a:pt x="334" y="18"/>
                  </a:cubicBezTo>
                  <a:cubicBezTo>
                    <a:pt x="316" y="14"/>
                    <a:pt x="299" y="9"/>
                    <a:pt x="282" y="3"/>
                  </a:cubicBezTo>
                  <a:cubicBezTo>
                    <a:pt x="272" y="1"/>
                    <a:pt x="263" y="1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248;p47">
              <a:extLst>
                <a:ext uri="{FF2B5EF4-FFF2-40B4-BE49-F238E27FC236}">
                  <a16:creationId xmlns:a16="http://schemas.microsoft.com/office/drawing/2014/main" id="{C3052957-98D9-421A-11D1-6102C4F8B1D7}"/>
                </a:ext>
              </a:extLst>
            </p:cNvPr>
            <p:cNvSpPr/>
            <p:nvPr/>
          </p:nvSpPr>
          <p:spPr>
            <a:xfrm>
              <a:off x="6077474" y="-1443949"/>
              <a:ext cx="22220" cy="25946"/>
            </a:xfrm>
            <a:custGeom>
              <a:avLst/>
              <a:gdLst/>
              <a:ahLst/>
              <a:cxnLst/>
              <a:rect l="l" t="t" r="r" b="b"/>
              <a:pathLst>
                <a:path w="334" h="390" extrusionOk="0">
                  <a:moveTo>
                    <a:pt x="184" y="0"/>
                  </a:moveTo>
                  <a:cubicBezTo>
                    <a:pt x="182" y="0"/>
                    <a:pt x="180" y="1"/>
                    <a:pt x="179" y="1"/>
                  </a:cubicBezTo>
                  <a:cubicBezTo>
                    <a:pt x="162" y="1"/>
                    <a:pt x="142" y="4"/>
                    <a:pt x="129" y="15"/>
                  </a:cubicBezTo>
                  <a:cubicBezTo>
                    <a:pt x="119" y="25"/>
                    <a:pt x="107" y="32"/>
                    <a:pt x="96" y="38"/>
                  </a:cubicBezTo>
                  <a:cubicBezTo>
                    <a:pt x="89" y="43"/>
                    <a:pt x="83" y="49"/>
                    <a:pt x="77" y="54"/>
                  </a:cubicBezTo>
                  <a:cubicBezTo>
                    <a:pt x="67" y="62"/>
                    <a:pt x="52" y="75"/>
                    <a:pt x="44" y="85"/>
                  </a:cubicBezTo>
                  <a:cubicBezTo>
                    <a:pt x="37" y="92"/>
                    <a:pt x="33" y="98"/>
                    <a:pt x="30" y="106"/>
                  </a:cubicBezTo>
                  <a:cubicBezTo>
                    <a:pt x="17" y="124"/>
                    <a:pt x="9" y="144"/>
                    <a:pt x="7" y="166"/>
                  </a:cubicBezTo>
                  <a:cubicBezTo>
                    <a:pt x="6" y="172"/>
                    <a:pt x="7" y="179"/>
                    <a:pt x="7" y="185"/>
                  </a:cubicBezTo>
                  <a:cubicBezTo>
                    <a:pt x="6" y="209"/>
                    <a:pt x="1" y="235"/>
                    <a:pt x="4" y="258"/>
                  </a:cubicBezTo>
                  <a:cubicBezTo>
                    <a:pt x="10" y="299"/>
                    <a:pt x="30" y="337"/>
                    <a:pt x="64" y="361"/>
                  </a:cubicBezTo>
                  <a:cubicBezTo>
                    <a:pt x="87" y="377"/>
                    <a:pt x="99" y="382"/>
                    <a:pt x="127" y="388"/>
                  </a:cubicBezTo>
                  <a:cubicBezTo>
                    <a:pt x="131" y="389"/>
                    <a:pt x="133" y="389"/>
                    <a:pt x="136" y="389"/>
                  </a:cubicBezTo>
                  <a:cubicBezTo>
                    <a:pt x="139" y="389"/>
                    <a:pt x="142" y="389"/>
                    <a:pt x="148" y="389"/>
                  </a:cubicBezTo>
                  <a:cubicBezTo>
                    <a:pt x="152" y="389"/>
                    <a:pt x="156" y="390"/>
                    <a:pt x="160" y="390"/>
                  </a:cubicBezTo>
                  <a:cubicBezTo>
                    <a:pt x="175" y="390"/>
                    <a:pt x="190" y="386"/>
                    <a:pt x="204" y="381"/>
                  </a:cubicBezTo>
                  <a:cubicBezTo>
                    <a:pt x="218" y="376"/>
                    <a:pt x="230" y="370"/>
                    <a:pt x="239" y="360"/>
                  </a:cubicBezTo>
                  <a:cubicBezTo>
                    <a:pt x="256" y="348"/>
                    <a:pt x="268" y="336"/>
                    <a:pt x="278" y="320"/>
                  </a:cubicBezTo>
                  <a:cubicBezTo>
                    <a:pt x="282" y="315"/>
                    <a:pt x="285" y="309"/>
                    <a:pt x="290" y="304"/>
                  </a:cubicBezTo>
                  <a:cubicBezTo>
                    <a:pt x="307" y="277"/>
                    <a:pt x="327" y="249"/>
                    <a:pt x="330" y="214"/>
                  </a:cubicBezTo>
                  <a:cubicBezTo>
                    <a:pt x="334" y="184"/>
                    <a:pt x="331" y="150"/>
                    <a:pt x="318" y="123"/>
                  </a:cubicBezTo>
                  <a:cubicBezTo>
                    <a:pt x="309" y="106"/>
                    <a:pt x="301" y="91"/>
                    <a:pt x="293" y="76"/>
                  </a:cubicBezTo>
                  <a:cubicBezTo>
                    <a:pt x="285" y="65"/>
                    <a:pt x="273" y="54"/>
                    <a:pt x="263" y="45"/>
                  </a:cubicBezTo>
                  <a:cubicBezTo>
                    <a:pt x="262" y="44"/>
                    <a:pt x="260" y="41"/>
                    <a:pt x="259" y="40"/>
                  </a:cubicBezTo>
                  <a:cubicBezTo>
                    <a:pt x="256" y="38"/>
                    <a:pt x="254" y="36"/>
                    <a:pt x="251" y="33"/>
                  </a:cubicBezTo>
                  <a:cubicBezTo>
                    <a:pt x="244" y="28"/>
                    <a:pt x="236" y="23"/>
                    <a:pt x="229" y="18"/>
                  </a:cubicBezTo>
                  <a:lnTo>
                    <a:pt x="210" y="7"/>
                  </a:lnTo>
                  <a:cubicBezTo>
                    <a:pt x="201" y="3"/>
                    <a:pt x="193" y="0"/>
                    <a:pt x="1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249;p47">
              <a:extLst>
                <a:ext uri="{FF2B5EF4-FFF2-40B4-BE49-F238E27FC236}">
                  <a16:creationId xmlns:a16="http://schemas.microsoft.com/office/drawing/2014/main" id="{11EF0998-0FD0-9B84-21B7-6967010FA51B}"/>
                </a:ext>
              </a:extLst>
            </p:cNvPr>
            <p:cNvSpPr/>
            <p:nvPr/>
          </p:nvSpPr>
          <p:spPr>
            <a:xfrm>
              <a:off x="6261423" y="-953641"/>
              <a:ext cx="24615" cy="23218"/>
            </a:xfrm>
            <a:custGeom>
              <a:avLst/>
              <a:gdLst/>
              <a:ahLst/>
              <a:cxnLst/>
              <a:rect l="l" t="t" r="r" b="b"/>
              <a:pathLst>
                <a:path w="370" h="349" extrusionOk="0">
                  <a:moveTo>
                    <a:pt x="187" y="1"/>
                  </a:moveTo>
                  <a:cubicBezTo>
                    <a:pt x="151" y="1"/>
                    <a:pt x="112" y="13"/>
                    <a:pt x="85" y="34"/>
                  </a:cubicBezTo>
                  <a:cubicBezTo>
                    <a:pt x="71" y="44"/>
                    <a:pt x="54" y="63"/>
                    <a:pt x="41" y="75"/>
                  </a:cubicBezTo>
                  <a:cubicBezTo>
                    <a:pt x="22" y="99"/>
                    <a:pt x="10" y="126"/>
                    <a:pt x="5" y="156"/>
                  </a:cubicBezTo>
                  <a:cubicBezTo>
                    <a:pt x="1" y="185"/>
                    <a:pt x="4" y="213"/>
                    <a:pt x="14" y="241"/>
                  </a:cubicBezTo>
                  <a:cubicBezTo>
                    <a:pt x="26" y="269"/>
                    <a:pt x="43" y="293"/>
                    <a:pt x="67" y="312"/>
                  </a:cubicBezTo>
                  <a:cubicBezTo>
                    <a:pt x="90" y="331"/>
                    <a:pt x="117" y="342"/>
                    <a:pt x="146" y="347"/>
                  </a:cubicBezTo>
                  <a:lnTo>
                    <a:pt x="156" y="347"/>
                  </a:lnTo>
                  <a:cubicBezTo>
                    <a:pt x="167" y="348"/>
                    <a:pt x="178" y="349"/>
                    <a:pt x="188" y="349"/>
                  </a:cubicBezTo>
                  <a:cubicBezTo>
                    <a:pt x="208" y="349"/>
                    <a:pt x="226" y="346"/>
                    <a:pt x="248" y="338"/>
                  </a:cubicBezTo>
                  <a:cubicBezTo>
                    <a:pt x="277" y="327"/>
                    <a:pt x="304" y="308"/>
                    <a:pt x="324" y="283"/>
                  </a:cubicBezTo>
                  <a:cubicBezTo>
                    <a:pt x="345" y="256"/>
                    <a:pt x="354" y="231"/>
                    <a:pt x="361" y="198"/>
                  </a:cubicBezTo>
                  <a:cubicBezTo>
                    <a:pt x="362" y="192"/>
                    <a:pt x="363" y="186"/>
                    <a:pt x="364" y="180"/>
                  </a:cubicBezTo>
                  <a:cubicBezTo>
                    <a:pt x="365" y="174"/>
                    <a:pt x="365" y="168"/>
                    <a:pt x="366" y="162"/>
                  </a:cubicBezTo>
                  <a:cubicBezTo>
                    <a:pt x="366" y="159"/>
                    <a:pt x="367" y="156"/>
                    <a:pt x="367" y="154"/>
                  </a:cubicBezTo>
                  <a:cubicBezTo>
                    <a:pt x="367" y="152"/>
                    <a:pt x="367" y="150"/>
                    <a:pt x="367" y="148"/>
                  </a:cubicBezTo>
                  <a:cubicBezTo>
                    <a:pt x="369" y="135"/>
                    <a:pt x="368" y="121"/>
                    <a:pt x="363" y="109"/>
                  </a:cubicBezTo>
                  <a:cubicBezTo>
                    <a:pt x="358" y="96"/>
                    <a:pt x="350" y="85"/>
                    <a:pt x="339" y="76"/>
                  </a:cubicBezTo>
                  <a:cubicBezTo>
                    <a:pt x="331" y="68"/>
                    <a:pt x="322" y="58"/>
                    <a:pt x="312" y="51"/>
                  </a:cubicBezTo>
                  <a:cubicBezTo>
                    <a:pt x="308" y="47"/>
                    <a:pt x="303" y="44"/>
                    <a:pt x="298" y="40"/>
                  </a:cubicBezTo>
                  <a:cubicBezTo>
                    <a:pt x="286" y="30"/>
                    <a:pt x="272" y="22"/>
                    <a:pt x="257" y="15"/>
                  </a:cubicBezTo>
                  <a:cubicBezTo>
                    <a:pt x="243" y="11"/>
                    <a:pt x="228" y="7"/>
                    <a:pt x="214" y="3"/>
                  </a:cubicBezTo>
                  <a:cubicBezTo>
                    <a:pt x="206" y="1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250;p47">
              <a:extLst>
                <a:ext uri="{FF2B5EF4-FFF2-40B4-BE49-F238E27FC236}">
                  <a16:creationId xmlns:a16="http://schemas.microsoft.com/office/drawing/2014/main" id="{FAD2A202-3854-7110-351C-96233FCD9629}"/>
                </a:ext>
              </a:extLst>
            </p:cNvPr>
            <p:cNvSpPr/>
            <p:nvPr/>
          </p:nvSpPr>
          <p:spPr>
            <a:xfrm>
              <a:off x="6210396" y="-1319210"/>
              <a:ext cx="31135" cy="35659"/>
            </a:xfrm>
            <a:custGeom>
              <a:avLst/>
              <a:gdLst/>
              <a:ahLst/>
              <a:cxnLst/>
              <a:rect l="l" t="t" r="r" b="b"/>
              <a:pathLst>
                <a:path w="468" h="536" extrusionOk="0">
                  <a:moveTo>
                    <a:pt x="222" y="1"/>
                  </a:moveTo>
                  <a:cubicBezTo>
                    <a:pt x="222" y="1"/>
                    <a:pt x="221" y="1"/>
                    <a:pt x="220" y="1"/>
                  </a:cubicBezTo>
                  <a:cubicBezTo>
                    <a:pt x="211" y="1"/>
                    <a:pt x="202" y="3"/>
                    <a:pt x="192" y="7"/>
                  </a:cubicBezTo>
                  <a:cubicBezTo>
                    <a:pt x="164" y="12"/>
                    <a:pt x="139" y="22"/>
                    <a:pt x="116" y="41"/>
                  </a:cubicBezTo>
                  <a:cubicBezTo>
                    <a:pt x="71" y="72"/>
                    <a:pt x="51" y="111"/>
                    <a:pt x="24" y="158"/>
                  </a:cubicBezTo>
                  <a:cubicBezTo>
                    <a:pt x="22" y="161"/>
                    <a:pt x="21" y="164"/>
                    <a:pt x="18" y="168"/>
                  </a:cubicBezTo>
                  <a:cubicBezTo>
                    <a:pt x="13" y="186"/>
                    <a:pt x="8" y="206"/>
                    <a:pt x="2" y="225"/>
                  </a:cubicBezTo>
                  <a:cubicBezTo>
                    <a:pt x="2" y="247"/>
                    <a:pt x="1" y="268"/>
                    <a:pt x="1" y="289"/>
                  </a:cubicBezTo>
                  <a:cubicBezTo>
                    <a:pt x="2" y="295"/>
                    <a:pt x="3" y="303"/>
                    <a:pt x="5" y="309"/>
                  </a:cubicBezTo>
                  <a:cubicBezTo>
                    <a:pt x="10" y="332"/>
                    <a:pt x="15" y="357"/>
                    <a:pt x="23" y="380"/>
                  </a:cubicBezTo>
                  <a:cubicBezTo>
                    <a:pt x="23" y="383"/>
                    <a:pt x="25" y="387"/>
                    <a:pt x="26" y="391"/>
                  </a:cubicBezTo>
                  <a:cubicBezTo>
                    <a:pt x="37" y="424"/>
                    <a:pt x="52" y="442"/>
                    <a:pt x="74" y="465"/>
                  </a:cubicBezTo>
                  <a:cubicBezTo>
                    <a:pt x="93" y="488"/>
                    <a:pt x="116" y="506"/>
                    <a:pt x="144" y="516"/>
                  </a:cubicBezTo>
                  <a:cubicBezTo>
                    <a:pt x="153" y="520"/>
                    <a:pt x="163" y="523"/>
                    <a:pt x="173" y="525"/>
                  </a:cubicBezTo>
                  <a:cubicBezTo>
                    <a:pt x="178" y="526"/>
                    <a:pt x="192" y="531"/>
                    <a:pt x="202" y="533"/>
                  </a:cubicBezTo>
                  <a:cubicBezTo>
                    <a:pt x="204" y="533"/>
                    <a:pt x="206" y="534"/>
                    <a:pt x="208" y="534"/>
                  </a:cubicBezTo>
                  <a:cubicBezTo>
                    <a:pt x="218" y="535"/>
                    <a:pt x="228" y="536"/>
                    <a:pt x="238" y="536"/>
                  </a:cubicBezTo>
                  <a:cubicBezTo>
                    <a:pt x="259" y="536"/>
                    <a:pt x="280" y="533"/>
                    <a:pt x="300" y="527"/>
                  </a:cubicBezTo>
                  <a:cubicBezTo>
                    <a:pt x="318" y="520"/>
                    <a:pt x="330" y="509"/>
                    <a:pt x="346" y="500"/>
                  </a:cubicBezTo>
                  <a:cubicBezTo>
                    <a:pt x="350" y="498"/>
                    <a:pt x="355" y="496"/>
                    <a:pt x="360" y="493"/>
                  </a:cubicBezTo>
                  <a:cubicBezTo>
                    <a:pt x="392" y="469"/>
                    <a:pt x="417" y="439"/>
                    <a:pt x="433" y="402"/>
                  </a:cubicBezTo>
                  <a:cubicBezTo>
                    <a:pt x="436" y="394"/>
                    <a:pt x="438" y="384"/>
                    <a:pt x="440" y="375"/>
                  </a:cubicBezTo>
                  <a:cubicBezTo>
                    <a:pt x="449" y="350"/>
                    <a:pt x="459" y="325"/>
                    <a:pt x="464" y="297"/>
                  </a:cubicBezTo>
                  <a:cubicBezTo>
                    <a:pt x="467" y="287"/>
                    <a:pt x="467" y="276"/>
                    <a:pt x="465" y="264"/>
                  </a:cubicBezTo>
                  <a:cubicBezTo>
                    <a:pt x="467" y="253"/>
                    <a:pt x="467" y="242"/>
                    <a:pt x="465" y="230"/>
                  </a:cubicBezTo>
                  <a:cubicBezTo>
                    <a:pt x="465" y="228"/>
                    <a:pt x="464" y="226"/>
                    <a:pt x="464" y="224"/>
                  </a:cubicBezTo>
                  <a:cubicBezTo>
                    <a:pt x="463" y="218"/>
                    <a:pt x="462" y="212"/>
                    <a:pt x="461" y="204"/>
                  </a:cubicBezTo>
                  <a:cubicBezTo>
                    <a:pt x="461" y="202"/>
                    <a:pt x="461" y="199"/>
                    <a:pt x="460" y="196"/>
                  </a:cubicBezTo>
                  <a:cubicBezTo>
                    <a:pt x="456" y="178"/>
                    <a:pt x="452" y="159"/>
                    <a:pt x="448" y="141"/>
                  </a:cubicBezTo>
                  <a:cubicBezTo>
                    <a:pt x="443" y="132"/>
                    <a:pt x="438" y="124"/>
                    <a:pt x="433" y="114"/>
                  </a:cubicBezTo>
                  <a:cubicBezTo>
                    <a:pt x="426" y="95"/>
                    <a:pt x="414" y="81"/>
                    <a:pt x="399" y="68"/>
                  </a:cubicBezTo>
                  <a:cubicBezTo>
                    <a:pt x="393" y="60"/>
                    <a:pt x="387" y="52"/>
                    <a:pt x="379" y="46"/>
                  </a:cubicBezTo>
                  <a:cubicBezTo>
                    <a:pt x="377" y="45"/>
                    <a:pt x="376" y="45"/>
                    <a:pt x="375" y="44"/>
                  </a:cubicBezTo>
                  <a:cubicBezTo>
                    <a:pt x="374" y="43"/>
                    <a:pt x="372" y="42"/>
                    <a:pt x="371" y="40"/>
                  </a:cubicBezTo>
                  <a:lnTo>
                    <a:pt x="371" y="40"/>
                  </a:lnTo>
                  <a:cubicBezTo>
                    <a:pt x="365" y="34"/>
                    <a:pt x="357" y="29"/>
                    <a:pt x="348" y="25"/>
                  </a:cubicBezTo>
                  <a:cubicBezTo>
                    <a:pt x="332" y="14"/>
                    <a:pt x="315" y="6"/>
                    <a:pt x="295" y="4"/>
                  </a:cubicBezTo>
                  <a:cubicBezTo>
                    <a:pt x="291" y="3"/>
                    <a:pt x="286" y="2"/>
                    <a:pt x="281" y="2"/>
                  </a:cubicBezTo>
                  <a:cubicBezTo>
                    <a:pt x="272" y="1"/>
                    <a:pt x="263" y="1"/>
                    <a:pt x="253" y="1"/>
                  </a:cubicBezTo>
                  <a:cubicBezTo>
                    <a:pt x="244" y="1"/>
                    <a:pt x="235" y="1"/>
                    <a:pt x="226" y="1"/>
                  </a:cubicBezTo>
                  <a:cubicBezTo>
                    <a:pt x="224" y="1"/>
                    <a:pt x="223" y="1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645;p51">
            <a:extLst>
              <a:ext uri="{FF2B5EF4-FFF2-40B4-BE49-F238E27FC236}">
                <a16:creationId xmlns:a16="http://schemas.microsoft.com/office/drawing/2014/main" id="{E908DACD-BE38-AD45-5360-A39E6CFA0E95}"/>
              </a:ext>
            </a:extLst>
          </p:cNvPr>
          <p:cNvGrpSpPr/>
          <p:nvPr/>
        </p:nvGrpSpPr>
        <p:grpSpPr>
          <a:xfrm rot="3953491">
            <a:off x="4620046" y="51740"/>
            <a:ext cx="453698" cy="399297"/>
            <a:chOff x="1681288" y="1393055"/>
            <a:chExt cx="116536" cy="95937"/>
          </a:xfrm>
        </p:grpSpPr>
        <p:sp>
          <p:nvSpPr>
            <p:cNvPr id="1061" name="Google Shape;1646;p51">
              <a:extLst>
                <a:ext uri="{FF2B5EF4-FFF2-40B4-BE49-F238E27FC236}">
                  <a16:creationId xmlns:a16="http://schemas.microsoft.com/office/drawing/2014/main" id="{9557166E-26AD-3275-502E-5CC826117D03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647;p51">
              <a:extLst>
                <a:ext uri="{FF2B5EF4-FFF2-40B4-BE49-F238E27FC236}">
                  <a16:creationId xmlns:a16="http://schemas.microsoft.com/office/drawing/2014/main" id="{7C507157-ED11-4576-72BE-6C3A625FA2C9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648;p51">
              <a:extLst>
                <a:ext uri="{FF2B5EF4-FFF2-40B4-BE49-F238E27FC236}">
                  <a16:creationId xmlns:a16="http://schemas.microsoft.com/office/drawing/2014/main" id="{2CC70380-9614-BAAB-52D8-259E183991C3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4" name="Google Shape;1645;p51">
            <a:extLst>
              <a:ext uri="{FF2B5EF4-FFF2-40B4-BE49-F238E27FC236}">
                <a16:creationId xmlns:a16="http://schemas.microsoft.com/office/drawing/2014/main" id="{64B2FB20-99D1-D27A-6D6C-DAC351A55CC9}"/>
              </a:ext>
            </a:extLst>
          </p:cNvPr>
          <p:cNvGrpSpPr/>
          <p:nvPr/>
        </p:nvGrpSpPr>
        <p:grpSpPr>
          <a:xfrm rot="3953491">
            <a:off x="6750236" y="2109438"/>
            <a:ext cx="636738" cy="551423"/>
            <a:chOff x="1681288" y="1393055"/>
            <a:chExt cx="116536" cy="95937"/>
          </a:xfrm>
        </p:grpSpPr>
        <p:sp>
          <p:nvSpPr>
            <p:cNvPr id="1065" name="Google Shape;1646;p51">
              <a:extLst>
                <a:ext uri="{FF2B5EF4-FFF2-40B4-BE49-F238E27FC236}">
                  <a16:creationId xmlns:a16="http://schemas.microsoft.com/office/drawing/2014/main" id="{815BBC34-2463-2BE8-EAE2-21A96BD0F2DE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647;p51">
              <a:extLst>
                <a:ext uri="{FF2B5EF4-FFF2-40B4-BE49-F238E27FC236}">
                  <a16:creationId xmlns:a16="http://schemas.microsoft.com/office/drawing/2014/main" id="{F3497C5D-5991-7E20-5A6E-41C675DB05F5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648;p51">
              <a:extLst>
                <a:ext uri="{FF2B5EF4-FFF2-40B4-BE49-F238E27FC236}">
                  <a16:creationId xmlns:a16="http://schemas.microsoft.com/office/drawing/2014/main" id="{0C05D80C-D78B-AA61-3B81-7435D1FF263C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1748;p55">
            <a:extLst>
              <a:ext uri="{FF2B5EF4-FFF2-40B4-BE49-F238E27FC236}">
                <a16:creationId xmlns:a16="http://schemas.microsoft.com/office/drawing/2014/main" id="{E366611E-5F71-2DB5-1ED1-E06A6163A472}"/>
              </a:ext>
            </a:extLst>
          </p:cNvPr>
          <p:cNvGrpSpPr/>
          <p:nvPr/>
        </p:nvGrpSpPr>
        <p:grpSpPr>
          <a:xfrm rot="1848534">
            <a:off x="4826900" y="265807"/>
            <a:ext cx="2697639" cy="2224478"/>
            <a:chOff x="1382891" y="1957553"/>
            <a:chExt cx="215970" cy="171877"/>
          </a:xfrm>
        </p:grpSpPr>
        <p:sp>
          <p:nvSpPr>
            <p:cNvPr id="7" name="Google Shape;1749;p55">
              <a:extLst>
                <a:ext uri="{FF2B5EF4-FFF2-40B4-BE49-F238E27FC236}">
                  <a16:creationId xmlns:a16="http://schemas.microsoft.com/office/drawing/2014/main" id="{949F78B0-90FB-FF51-3707-1803D4FE42CC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50;p55">
              <a:extLst>
                <a:ext uri="{FF2B5EF4-FFF2-40B4-BE49-F238E27FC236}">
                  <a16:creationId xmlns:a16="http://schemas.microsoft.com/office/drawing/2014/main" id="{A9BFA052-4B15-B5E7-C030-436FF0FA970A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51;p55">
              <a:extLst>
                <a:ext uri="{FF2B5EF4-FFF2-40B4-BE49-F238E27FC236}">
                  <a16:creationId xmlns:a16="http://schemas.microsoft.com/office/drawing/2014/main" id="{D3A7BE0E-D5DA-DDAB-5A87-02BF0C5B1C08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52;p55">
              <a:extLst>
                <a:ext uri="{FF2B5EF4-FFF2-40B4-BE49-F238E27FC236}">
                  <a16:creationId xmlns:a16="http://schemas.microsoft.com/office/drawing/2014/main" id="{339EEC14-7A05-CC26-4B5E-5E86A58AB870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53;p55">
              <a:extLst>
                <a:ext uri="{FF2B5EF4-FFF2-40B4-BE49-F238E27FC236}">
                  <a16:creationId xmlns:a16="http://schemas.microsoft.com/office/drawing/2014/main" id="{6578E591-0120-01D4-91CA-477AAC5F4AE8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54;p55">
              <a:extLst>
                <a:ext uri="{FF2B5EF4-FFF2-40B4-BE49-F238E27FC236}">
                  <a16:creationId xmlns:a16="http://schemas.microsoft.com/office/drawing/2014/main" id="{15F4078E-9C45-6A01-A46E-0E5007AA3748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55;p55">
              <a:extLst>
                <a:ext uri="{FF2B5EF4-FFF2-40B4-BE49-F238E27FC236}">
                  <a16:creationId xmlns:a16="http://schemas.microsoft.com/office/drawing/2014/main" id="{52FC6075-0210-EE06-B70F-A4F86BDB151A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56;p55">
              <a:extLst>
                <a:ext uri="{FF2B5EF4-FFF2-40B4-BE49-F238E27FC236}">
                  <a16:creationId xmlns:a16="http://schemas.microsoft.com/office/drawing/2014/main" id="{E30ED527-58D6-6B9D-E9FF-5D18B1DBEC99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57;p55">
              <a:extLst>
                <a:ext uri="{FF2B5EF4-FFF2-40B4-BE49-F238E27FC236}">
                  <a16:creationId xmlns:a16="http://schemas.microsoft.com/office/drawing/2014/main" id="{35FCAF01-EECC-BD71-B700-5536D0A5353B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58;p55">
              <a:extLst>
                <a:ext uri="{FF2B5EF4-FFF2-40B4-BE49-F238E27FC236}">
                  <a16:creationId xmlns:a16="http://schemas.microsoft.com/office/drawing/2014/main" id="{82D5DBB7-230E-9905-21DA-01C53266A350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59;p55">
              <a:extLst>
                <a:ext uri="{FF2B5EF4-FFF2-40B4-BE49-F238E27FC236}">
                  <a16:creationId xmlns:a16="http://schemas.microsoft.com/office/drawing/2014/main" id="{FC9DE589-CCF4-C39A-2732-AB31A2F25D61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60;p55">
              <a:extLst>
                <a:ext uri="{FF2B5EF4-FFF2-40B4-BE49-F238E27FC236}">
                  <a16:creationId xmlns:a16="http://schemas.microsoft.com/office/drawing/2014/main" id="{F562F8F9-C036-9549-0BF6-7CA7B01F74B6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61;p55">
              <a:extLst>
                <a:ext uri="{FF2B5EF4-FFF2-40B4-BE49-F238E27FC236}">
                  <a16:creationId xmlns:a16="http://schemas.microsoft.com/office/drawing/2014/main" id="{E7FCA73F-2032-48DB-5ADD-89EBDFF8CAF7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62;p55">
              <a:extLst>
                <a:ext uri="{FF2B5EF4-FFF2-40B4-BE49-F238E27FC236}">
                  <a16:creationId xmlns:a16="http://schemas.microsoft.com/office/drawing/2014/main" id="{5E632428-E699-7CA1-97FE-49AE46D4B831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63;p55">
              <a:extLst>
                <a:ext uri="{FF2B5EF4-FFF2-40B4-BE49-F238E27FC236}">
                  <a16:creationId xmlns:a16="http://schemas.microsoft.com/office/drawing/2014/main" id="{CA1D5984-F55B-EEC5-9B77-ACED91F8472C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64;p55">
              <a:extLst>
                <a:ext uri="{FF2B5EF4-FFF2-40B4-BE49-F238E27FC236}">
                  <a16:creationId xmlns:a16="http://schemas.microsoft.com/office/drawing/2014/main" id="{30623D00-A7A9-8BF4-C367-5D20F3610C7E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2336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>
          <a:extLst>
            <a:ext uri="{FF2B5EF4-FFF2-40B4-BE49-F238E27FC236}">
              <a16:creationId xmlns:a16="http://schemas.microsoft.com/office/drawing/2014/main" id="{CA3DE824-55C7-F6F9-BCCD-3BF5F8B0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7">
            <a:extLst>
              <a:ext uri="{FF2B5EF4-FFF2-40B4-BE49-F238E27FC236}">
                <a16:creationId xmlns:a16="http://schemas.microsoft.com/office/drawing/2014/main" id="{23917A31-65DE-C708-B512-2E6225E353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207">
            <a:off x="939074" y="2986738"/>
            <a:ext cx="4971900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pt-BR" dirty="0"/>
              <a:t>Quais são os problemas a serem explorados?</a:t>
            </a:r>
            <a:endParaRPr dirty="0"/>
          </a:p>
        </p:txBody>
      </p:sp>
      <p:sp>
        <p:nvSpPr>
          <p:cNvPr id="1091" name="Google Shape;1091;p47">
            <a:extLst>
              <a:ext uri="{FF2B5EF4-FFF2-40B4-BE49-F238E27FC236}">
                <a16:creationId xmlns:a16="http://schemas.microsoft.com/office/drawing/2014/main" id="{343BB08D-F125-7C36-98FF-949AA282AA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9250" y="1526013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600" dirty="0"/>
              <a:t>Tema</a:t>
            </a:r>
            <a:endParaRPr sz="3600" dirty="0"/>
          </a:p>
        </p:txBody>
      </p:sp>
      <p:grpSp>
        <p:nvGrpSpPr>
          <p:cNvPr id="1174" name="Google Shape;1174;p47">
            <a:extLst>
              <a:ext uri="{FF2B5EF4-FFF2-40B4-BE49-F238E27FC236}">
                <a16:creationId xmlns:a16="http://schemas.microsoft.com/office/drawing/2014/main" id="{B3F0EF60-9B8F-BA76-6E2C-A6E5395BB3D4}"/>
              </a:ext>
            </a:extLst>
          </p:cNvPr>
          <p:cNvGrpSpPr/>
          <p:nvPr/>
        </p:nvGrpSpPr>
        <p:grpSpPr>
          <a:xfrm rot="-2389871">
            <a:off x="6072140" y="-435704"/>
            <a:ext cx="2546973" cy="2524853"/>
            <a:chOff x="5297905" y="-1542277"/>
            <a:chExt cx="988133" cy="979551"/>
          </a:xfrm>
        </p:grpSpPr>
        <p:sp>
          <p:nvSpPr>
            <p:cNvPr id="1175" name="Google Shape;1175;p47">
              <a:extLst>
                <a:ext uri="{FF2B5EF4-FFF2-40B4-BE49-F238E27FC236}">
                  <a16:creationId xmlns:a16="http://schemas.microsoft.com/office/drawing/2014/main" id="{7B4D5562-151B-2497-D045-8A05D6A94CA9}"/>
                </a:ext>
              </a:extLst>
            </p:cNvPr>
            <p:cNvSpPr/>
            <p:nvPr/>
          </p:nvSpPr>
          <p:spPr>
            <a:xfrm>
              <a:off x="5297905" y="-1542277"/>
              <a:ext cx="948083" cy="979551"/>
            </a:xfrm>
            <a:custGeom>
              <a:avLst/>
              <a:gdLst/>
              <a:ahLst/>
              <a:cxnLst/>
              <a:rect l="l" t="t" r="r" b="b"/>
              <a:pathLst>
                <a:path w="14251" h="14724" extrusionOk="0">
                  <a:moveTo>
                    <a:pt x="8875" y="1"/>
                  </a:moveTo>
                  <a:cubicBezTo>
                    <a:pt x="8864" y="1"/>
                    <a:pt x="8853" y="1"/>
                    <a:pt x="8843" y="1"/>
                  </a:cubicBezTo>
                  <a:cubicBezTo>
                    <a:pt x="8441" y="7"/>
                    <a:pt x="8057" y="149"/>
                    <a:pt x="7656" y="173"/>
                  </a:cubicBezTo>
                  <a:cubicBezTo>
                    <a:pt x="7613" y="175"/>
                    <a:pt x="7571" y="176"/>
                    <a:pt x="7529" y="176"/>
                  </a:cubicBezTo>
                  <a:cubicBezTo>
                    <a:pt x="7210" y="176"/>
                    <a:pt x="6892" y="116"/>
                    <a:pt x="6575" y="95"/>
                  </a:cubicBezTo>
                  <a:cubicBezTo>
                    <a:pt x="6485" y="89"/>
                    <a:pt x="6395" y="86"/>
                    <a:pt x="6305" y="86"/>
                  </a:cubicBezTo>
                  <a:cubicBezTo>
                    <a:pt x="6028" y="86"/>
                    <a:pt x="5752" y="119"/>
                    <a:pt x="5491" y="227"/>
                  </a:cubicBezTo>
                  <a:cubicBezTo>
                    <a:pt x="5114" y="383"/>
                    <a:pt x="4815" y="663"/>
                    <a:pt x="4476" y="885"/>
                  </a:cubicBezTo>
                  <a:cubicBezTo>
                    <a:pt x="3870" y="1284"/>
                    <a:pt x="3049" y="1237"/>
                    <a:pt x="2544" y="1812"/>
                  </a:cubicBezTo>
                  <a:cubicBezTo>
                    <a:pt x="2269" y="2124"/>
                    <a:pt x="2240" y="2538"/>
                    <a:pt x="2069" y="2901"/>
                  </a:cubicBezTo>
                  <a:cubicBezTo>
                    <a:pt x="1886" y="3290"/>
                    <a:pt x="1552" y="3592"/>
                    <a:pt x="1260" y="3897"/>
                  </a:cubicBezTo>
                  <a:cubicBezTo>
                    <a:pt x="961" y="4212"/>
                    <a:pt x="689" y="4545"/>
                    <a:pt x="513" y="4946"/>
                  </a:cubicBezTo>
                  <a:cubicBezTo>
                    <a:pt x="344" y="5332"/>
                    <a:pt x="257" y="5753"/>
                    <a:pt x="204" y="6169"/>
                  </a:cubicBezTo>
                  <a:cubicBezTo>
                    <a:pt x="109" y="6921"/>
                    <a:pt x="1" y="7756"/>
                    <a:pt x="219" y="8495"/>
                  </a:cubicBezTo>
                  <a:cubicBezTo>
                    <a:pt x="335" y="8891"/>
                    <a:pt x="616" y="9198"/>
                    <a:pt x="767" y="9578"/>
                  </a:cubicBezTo>
                  <a:cubicBezTo>
                    <a:pt x="930" y="9989"/>
                    <a:pt x="1107" y="10382"/>
                    <a:pt x="1340" y="10758"/>
                  </a:cubicBezTo>
                  <a:cubicBezTo>
                    <a:pt x="1568" y="11128"/>
                    <a:pt x="1827" y="11477"/>
                    <a:pt x="2093" y="11820"/>
                  </a:cubicBezTo>
                  <a:cubicBezTo>
                    <a:pt x="2362" y="12169"/>
                    <a:pt x="2627" y="12536"/>
                    <a:pt x="2964" y="12824"/>
                  </a:cubicBezTo>
                  <a:cubicBezTo>
                    <a:pt x="3459" y="13247"/>
                    <a:pt x="4170" y="13347"/>
                    <a:pt x="4756" y="13654"/>
                  </a:cubicBezTo>
                  <a:cubicBezTo>
                    <a:pt x="5515" y="14051"/>
                    <a:pt x="5954" y="14383"/>
                    <a:pt x="6840" y="14546"/>
                  </a:cubicBezTo>
                  <a:cubicBezTo>
                    <a:pt x="7332" y="14635"/>
                    <a:pt x="7929" y="14724"/>
                    <a:pt x="8513" y="14724"/>
                  </a:cubicBezTo>
                  <a:cubicBezTo>
                    <a:pt x="9053" y="14724"/>
                    <a:pt x="9583" y="14648"/>
                    <a:pt x="10010" y="14429"/>
                  </a:cubicBezTo>
                  <a:cubicBezTo>
                    <a:pt x="10406" y="14226"/>
                    <a:pt x="10783" y="13984"/>
                    <a:pt x="11165" y="13755"/>
                  </a:cubicBezTo>
                  <a:cubicBezTo>
                    <a:pt x="11544" y="13529"/>
                    <a:pt x="11956" y="13325"/>
                    <a:pt x="12309" y="13059"/>
                  </a:cubicBezTo>
                  <a:cubicBezTo>
                    <a:pt x="12483" y="12929"/>
                    <a:pt x="12636" y="12771"/>
                    <a:pt x="12732" y="12575"/>
                  </a:cubicBezTo>
                  <a:cubicBezTo>
                    <a:pt x="12827" y="12382"/>
                    <a:pt x="12832" y="12169"/>
                    <a:pt x="12903" y="11970"/>
                  </a:cubicBezTo>
                  <a:cubicBezTo>
                    <a:pt x="13025" y="11631"/>
                    <a:pt x="13480" y="11472"/>
                    <a:pt x="13738" y="11250"/>
                  </a:cubicBezTo>
                  <a:cubicBezTo>
                    <a:pt x="13990" y="11032"/>
                    <a:pt x="14135" y="10762"/>
                    <a:pt x="14250" y="10476"/>
                  </a:cubicBezTo>
                  <a:cubicBezTo>
                    <a:pt x="13882" y="10404"/>
                    <a:pt x="13563" y="10221"/>
                    <a:pt x="13358" y="9894"/>
                  </a:cubicBezTo>
                  <a:cubicBezTo>
                    <a:pt x="13351" y="9895"/>
                    <a:pt x="13345" y="9895"/>
                    <a:pt x="13338" y="9895"/>
                  </a:cubicBezTo>
                  <a:cubicBezTo>
                    <a:pt x="12549" y="9895"/>
                    <a:pt x="11852" y="9259"/>
                    <a:pt x="11749" y="8465"/>
                  </a:cubicBezTo>
                  <a:cubicBezTo>
                    <a:pt x="10974" y="8128"/>
                    <a:pt x="10504" y="7464"/>
                    <a:pt x="10665" y="6698"/>
                  </a:cubicBezTo>
                  <a:cubicBezTo>
                    <a:pt x="9553" y="6041"/>
                    <a:pt x="8885" y="4430"/>
                    <a:pt x="9701" y="3471"/>
                  </a:cubicBezTo>
                  <a:cubicBezTo>
                    <a:pt x="9385" y="2802"/>
                    <a:pt x="9700" y="2070"/>
                    <a:pt x="10353" y="1682"/>
                  </a:cubicBezTo>
                  <a:cubicBezTo>
                    <a:pt x="10359" y="1309"/>
                    <a:pt x="10578" y="992"/>
                    <a:pt x="10895" y="778"/>
                  </a:cubicBezTo>
                  <a:cubicBezTo>
                    <a:pt x="10656" y="575"/>
                    <a:pt x="10376" y="431"/>
                    <a:pt x="10080" y="335"/>
                  </a:cubicBezTo>
                  <a:cubicBezTo>
                    <a:pt x="9718" y="121"/>
                    <a:pt x="9301" y="1"/>
                    <a:pt x="88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7">
              <a:extLst>
                <a:ext uri="{FF2B5EF4-FFF2-40B4-BE49-F238E27FC236}">
                  <a16:creationId xmlns:a16="http://schemas.microsoft.com/office/drawing/2014/main" id="{5B5BD850-A6CE-978C-E208-9A8EC83C9F91}"/>
                </a:ext>
              </a:extLst>
            </p:cNvPr>
            <p:cNvSpPr/>
            <p:nvPr/>
          </p:nvSpPr>
          <p:spPr>
            <a:xfrm>
              <a:off x="5297972" y="-1541212"/>
              <a:ext cx="837581" cy="978486"/>
            </a:xfrm>
            <a:custGeom>
              <a:avLst/>
              <a:gdLst/>
              <a:ahLst/>
              <a:cxnLst/>
              <a:rect l="l" t="t" r="r" b="b"/>
              <a:pathLst>
                <a:path w="12590" h="14708" extrusionOk="0">
                  <a:moveTo>
                    <a:pt x="8669" y="1"/>
                  </a:moveTo>
                  <a:lnTo>
                    <a:pt x="8669" y="1"/>
                  </a:lnTo>
                  <a:cubicBezTo>
                    <a:pt x="8329" y="35"/>
                    <a:pt x="7998" y="137"/>
                    <a:pt x="7656" y="157"/>
                  </a:cubicBezTo>
                  <a:cubicBezTo>
                    <a:pt x="7613" y="159"/>
                    <a:pt x="7571" y="160"/>
                    <a:pt x="7529" y="160"/>
                  </a:cubicBezTo>
                  <a:cubicBezTo>
                    <a:pt x="7209" y="160"/>
                    <a:pt x="6891" y="100"/>
                    <a:pt x="6574" y="79"/>
                  </a:cubicBezTo>
                  <a:cubicBezTo>
                    <a:pt x="6484" y="73"/>
                    <a:pt x="6395" y="70"/>
                    <a:pt x="6305" y="70"/>
                  </a:cubicBezTo>
                  <a:cubicBezTo>
                    <a:pt x="6028" y="70"/>
                    <a:pt x="5751" y="103"/>
                    <a:pt x="5491" y="211"/>
                  </a:cubicBezTo>
                  <a:cubicBezTo>
                    <a:pt x="5113" y="367"/>
                    <a:pt x="4814" y="647"/>
                    <a:pt x="4476" y="869"/>
                  </a:cubicBezTo>
                  <a:cubicBezTo>
                    <a:pt x="3869" y="1268"/>
                    <a:pt x="3049" y="1221"/>
                    <a:pt x="2543" y="1796"/>
                  </a:cubicBezTo>
                  <a:cubicBezTo>
                    <a:pt x="2268" y="2108"/>
                    <a:pt x="2239" y="2522"/>
                    <a:pt x="2068" y="2885"/>
                  </a:cubicBezTo>
                  <a:cubicBezTo>
                    <a:pt x="1886" y="3274"/>
                    <a:pt x="1551" y="3576"/>
                    <a:pt x="1259" y="3881"/>
                  </a:cubicBezTo>
                  <a:cubicBezTo>
                    <a:pt x="960" y="4196"/>
                    <a:pt x="688" y="4529"/>
                    <a:pt x="513" y="4930"/>
                  </a:cubicBezTo>
                  <a:cubicBezTo>
                    <a:pt x="344" y="5316"/>
                    <a:pt x="256" y="5737"/>
                    <a:pt x="204" y="6153"/>
                  </a:cubicBezTo>
                  <a:cubicBezTo>
                    <a:pt x="108" y="6905"/>
                    <a:pt x="1" y="7740"/>
                    <a:pt x="218" y="8479"/>
                  </a:cubicBezTo>
                  <a:cubicBezTo>
                    <a:pt x="335" y="8875"/>
                    <a:pt x="615" y="9182"/>
                    <a:pt x="767" y="9562"/>
                  </a:cubicBezTo>
                  <a:cubicBezTo>
                    <a:pt x="929" y="9973"/>
                    <a:pt x="1107" y="10366"/>
                    <a:pt x="1340" y="10742"/>
                  </a:cubicBezTo>
                  <a:cubicBezTo>
                    <a:pt x="1567" y="11112"/>
                    <a:pt x="1827" y="11461"/>
                    <a:pt x="2092" y="11804"/>
                  </a:cubicBezTo>
                  <a:cubicBezTo>
                    <a:pt x="2361" y="12153"/>
                    <a:pt x="2627" y="12520"/>
                    <a:pt x="2964" y="12808"/>
                  </a:cubicBezTo>
                  <a:cubicBezTo>
                    <a:pt x="3459" y="13231"/>
                    <a:pt x="4170" y="13331"/>
                    <a:pt x="4756" y="13638"/>
                  </a:cubicBezTo>
                  <a:cubicBezTo>
                    <a:pt x="5516" y="14035"/>
                    <a:pt x="5953" y="14367"/>
                    <a:pt x="6839" y="14530"/>
                  </a:cubicBezTo>
                  <a:cubicBezTo>
                    <a:pt x="7331" y="14619"/>
                    <a:pt x="7928" y="14708"/>
                    <a:pt x="8513" y="14708"/>
                  </a:cubicBezTo>
                  <a:cubicBezTo>
                    <a:pt x="9053" y="14708"/>
                    <a:pt x="9583" y="14632"/>
                    <a:pt x="10010" y="14413"/>
                  </a:cubicBezTo>
                  <a:cubicBezTo>
                    <a:pt x="10406" y="14210"/>
                    <a:pt x="10782" y="13968"/>
                    <a:pt x="11164" y="13739"/>
                  </a:cubicBezTo>
                  <a:cubicBezTo>
                    <a:pt x="11544" y="13513"/>
                    <a:pt x="11955" y="13309"/>
                    <a:pt x="12309" y="13043"/>
                  </a:cubicBezTo>
                  <a:cubicBezTo>
                    <a:pt x="12413" y="12965"/>
                    <a:pt x="12508" y="12875"/>
                    <a:pt x="12590" y="12773"/>
                  </a:cubicBezTo>
                  <a:lnTo>
                    <a:pt x="12590" y="12773"/>
                  </a:lnTo>
                  <a:cubicBezTo>
                    <a:pt x="11954" y="12966"/>
                    <a:pt x="11319" y="13119"/>
                    <a:pt x="10684" y="13119"/>
                  </a:cubicBezTo>
                  <a:cubicBezTo>
                    <a:pt x="10417" y="13119"/>
                    <a:pt x="10150" y="13092"/>
                    <a:pt x="9883" y="13030"/>
                  </a:cubicBezTo>
                  <a:cubicBezTo>
                    <a:pt x="9258" y="12882"/>
                    <a:pt x="8694" y="12549"/>
                    <a:pt x="8160" y="12193"/>
                  </a:cubicBezTo>
                  <a:cubicBezTo>
                    <a:pt x="7556" y="11790"/>
                    <a:pt x="6976" y="11350"/>
                    <a:pt x="6462" y="10838"/>
                  </a:cubicBezTo>
                  <a:cubicBezTo>
                    <a:pt x="6235" y="10611"/>
                    <a:pt x="6015" y="10362"/>
                    <a:pt x="5912" y="10057"/>
                  </a:cubicBezTo>
                  <a:cubicBezTo>
                    <a:pt x="5835" y="9824"/>
                    <a:pt x="5830" y="9574"/>
                    <a:pt x="5781" y="9333"/>
                  </a:cubicBezTo>
                  <a:cubicBezTo>
                    <a:pt x="5572" y="8293"/>
                    <a:pt x="4571" y="7507"/>
                    <a:pt x="4507" y="6448"/>
                  </a:cubicBezTo>
                  <a:cubicBezTo>
                    <a:pt x="4438" y="5307"/>
                    <a:pt x="5453" y="4437"/>
                    <a:pt x="6024" y="3447"/>
                  </a:cubicBezTo>
                  <a:cubicBezTo>
                    <a:pt x="6373" y="2845"/>
                    <a:pt x="6565" y="2163"/>
                    <a:pt x="6920" y="1565"/>
                  </a:cubicBezTo>
                  <a:cubicBezTo>
                    <a:pt x="7326" y="883"/>
                    <a:pt x="7949" y="335"/>
                    <a:pt x="8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7">
              <a:extLst>
                <a:ext uri="{FF2B5EF4-FFF2-40B4-BE49-F238E27FC236}">
                  <a16:creationId xmlns:a16="http://schemas.microsoft.com/office/drawing/2014/main" id="{E64CACAF-4C39-AE01-A5AA-EFE6B7B2B317}"/>
                </a:ext>
              </a:extLst>
            </p:cNvPr>
            <p:cNvSpPr/>
            <p:nvPr/>
          </p:nvSpPr>
          <p:spPr>
            <a:xfrm>
              <a:off x="5297972" y="-1536555"/>
              <a:ext cx="697940" cy="973830"/>
            </a:xfrm>
            <a:custGeom>
              <a:avLst/>
              <a:gdLst/>
              <a:ahLst/>
              <a:cxnLst/>
              <a:rect l="l" t="t" r="r" b="b"/>
              <a:pathLst>
                <a:path w="10491" h="14638" extrusionOk="0">
                  <a:moveTo>
                    <a:pt x="6303" y="1"/>
                  </a:moveTo>
                  <a:cubicBezTo>
                    <a:pt x="6026" y="1"/>
                    <a:pt x="5750" y="35"/>
                    <a:pt x="5491" y="141"/>
                  </a:cubicBezTo>
                  <a:cubicBezTo>
                    <a:pt x="5113" y="298"/>
                    <a:pt x="4814" y="578"/>
                    <a:pt x="4476" y="800"/>
                  </a:cubicBezTo>
                  <a:cubicBezTo>
                    <a:pt x="3869" y="1198"/>
                    <a:pt x="3049" y="1151"/>
                    <a:pt x="2543" y="1726"/>
                  </a:cubicBezTo>
                  <a:cubicBezTo>
                    <a:pt x="2268" y="2038"/>
                    <a:pt x="2240" y="2452"/>
                    <a:pt x="2068" y="2816"/>
                  </a:cubicBezTo>
                  <a:cubicBezTo>
                    <a:pt x="1886" y="3204"/>
                    <a:pt x="1551" y="3506"/>
                    <a:pt x="1259" y="3812"/>
                  </a:cubicBezTo>
                  <a:cubicBezTo>
                    <a:pt x="960" y="4126"/>
                    <a:pt x="688" y="4460"/>
                    <a:pt x="513" y="4861"/>
                  </a:cubicBezTo>
                  <a:cubicBezTo>
                    <a:pt x="344" y="5246"/>
                    <a:pt x="256" y="5667"/>
                    <a:pt x="204" y="6083"/>
                  </a:cubicBezTo>
                  <a:cubicBezTo>
                    <a:pt x="108" y="6835"/>
                    <a:pt x="1" y="7670"/>
                    <a:pt x="218" y="8409"/>
                  </a:cubicBezTo>
                  <a:cubicBezTo>
                    <a:pt x="335" y="8806"/>
                    <a:pt x="616" y="9112"/>
                    <a:pt x="767" y="9492"/>
                  </a:cubicBezTo>
                  <a:cubicBezTo>
                    <a:pt x="929" y="9903"/>
                    <a:pt x="1107" y="10296"/>
                    <a:pt x="1340" y="10673"/>
                  </a:cubicBezTo>
                  <a:cubicBezTo>
                    <a:pt x="1568" y="11042"/>
                    <a:pt x="1827" y="11391"/>
                    <a:pt x="2092" y="11734"/>
                  </a:cubicBezTo>
                  <a:cubicBezTo>
                    <a:pt x="2361" y="12083"/>
                    <a:pt x="2627" y="12450"/>
                    <a:pt x="2964" y="12738"/>
                  </a:cubicBezTo>
                  <a:cubicBezTo>
                    <a:pt x="3459" y="13161"/>
                    <a:pt x="4170" y="13261"/>
                    <a:pt x="4756" y="13568"/>
                  </a:cubicBezTo>
                  <a:cubicBezTo>
                    <a:pt x="5516" y="13965"/>
                    <a:pt x="5954" y="14297"/>
                    <a:pt x="6839" y="14460"/>
                  </a:cubicBezTo>
                  <a:cubicBezTo>
                    <a:pt x="7331" y="14549"/>
                    <a:pt x="7928" y="14638"/>
                    <a:pt x="8512" y="14638"/>
                  </a:cubicBezTo>
                  <a:cubicBezTo>
                    <a:pt x="9052" y="14638"/>
                    <a:pt x="9582" y="14562"/>
                    <a:pt x="10010" y="14343"/>
                  </a:cubicBezTo>
                  <a:cubicBezTo>
                    <a:pt x="10172" y="14260"/>
                    <a:pt x="10332" y="14169"/>
                    <a:pt x="10490" y="14075"/>
                  </a:cubicBezTo>
                  <a:lnTo>
                    <a:pt x="10490" y="14075"/>
                  </a:lnTo>
                  <a:cubicBezTo>
                    <a:pt x="10426" y="14078"/>
                    <a:pt x="10362" y="14079"/>
                    <a:pt x="10299" y="14079"/>
                  </a:cubicBezTo>
                  <a:cubicBezTo>
                    <a:pt x="9315" y="14079"/>
                    <a:pt x="8345" y="13800"/>
                    <a:pt x="7397" y="13520"/>
                  </a:cubicBezTo>
                  <a:cubicBezTo>
                    <a:pt x="6140" y="13148"/>
                    <a:pt x="4858" y="12763"/>
                    <a:pt x="3794" y="12000"/>
                  </a:cubicBezTo>
                  <a:cubicBezTo>
                    <a:pt x="3368" y="11694"/>
                    <a:pt x="2962" y="11294"/>
                    <a:pt x="2872" y="10778"/>
                  </a:cubicBezTo>
                  <a:cubicBezTo>
                    <a:pt x="2840" y="10600"/>
                    <a:pt x="2849" y="10413"/>
                    <a:pt x="2789" y="10242"/>
                  </a:cubicBezTo>
                  <a:cubicBezTo>
                    <a:pt x="2709" y="10010"/>
                    <a:pt x="2516" y="9840"/>
                    <a:pt x="2353" y="9657"/>
                  </a:cubicBezTo>
                  <a:cubicBezTo>
                    <a:pt x="1750" y="8977"/>
                    <a:pt x="1513" y="7991"/>
                    <a:pt x="1740" y="7111"/>
                  </a:cubicBezTo>
                  <a:cubicBezTo>
                    <a:pt x="1816" y="6822"/>
                    <a:pt x="1936" y="6545"/>
                    <a:pt x="1980" y="6251"/>
                  </a:cubicBezTo>
                  <a:cubicBezTo>
                    <a:pt x="2042" y="5836"/>
                    <a:pt x="1947" y="5412"/>
                    <a:pt x="1985" y="4993"/>
                  </a:cubicBezTo>
                  <a:cubicBezTo>
                    <a:pt x="2051" y="4273"/>
                    <a:pt x="2507" y="3650"/>
                    <a:pt x="2988" y="3109"/>
                  </a:cubicBezTo>
                  <a:cubicBezTo>
                    <a:pt x="4115" y="1845"/>
                    <a:pt x="5491" y="803"/>
                    <a:pt x="7010" y="53"/>
                  </a:cubicBezTo>
                  <a:cubicBezTo>
                    <a:pt x="6865" y="36"/>
                    <a:pt x="6719" y="20"/>
                    <a:pt x="6575" y="10"/>
                  </a:cubicBezTo>
                  <a:cubicBezTo>
                    <a:pt x="6484" y="4"/>
                    <a:pt x="6393" y="1"/>
                    <a:pt x="6303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7">
              <a:extLst>
                <a:ext uri="{FF2B5EF4-FFF2-40B4-BE49-F238E27FC236}">
                  <a16:creationId xmlns:a16="http://schemas.microsoft.com/office/drawing/2014/main" id="{CA6FC582-190F-6C4E-26F2-CE73AEEE41B3}"/>
                </a:ext>
              </a:extLst>
            </p:cNvPr>
            <p:cNvSpPr/>
            <p:nvPr/>
          </p:nvSpPr>
          <p:spPr>
            <a:xfrm>
              <a:off x="5720222" y="-1395716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3"/>
                  </a:cubicBezTo>
                  <a:cubicBezTo>
                    <a:pt x="71" y="328"/>
                    <a:pt x="1" y="558"/>
                    <a:pt x="19" y="777"/>
                  </a:cubicBezTo>
                  <a:cubicBezTo>
                    <a:pt x="43" y="1075"/>
                    <a:pt x="184" y="1341"/>
                    <a:pt x="464" y="1447"/>
                  </a:cubicBezTo>
                  <a:cubicBezTo>
                    <a:pt x="514" y="1466"/>
                    <a:pt x="563" y="1475"/>
                    <a:pt x="611" y="1475"/>
                  </a:cubicBezTo>
                  <a:cubicBezTo>
                    <a:pt x="845" y="1475"/>
                    <a:pt x="1060" y="1274"/>
                    <a:pt x="1201" y="1054"/>
                  </a:cubicBezTo>
                  <a:cubicBezTo>
                    <a:pt x="1273" y="943"/>
                    <a:pt x="1325" y="827"/>
                    <a:pt x="1351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9" y="682"/>
                    <a:pt x="1359" y="675"/>
                  </a:cubicBezTo>
                  <a:cubicBezTo>
                    <a:pt x="1362" y="638"/>
                    <a:pt x="1363" y="592"/>
                    <a:pt x="1361" y="556"/>
                  </a:cubicBezTo>
                  <a:cubicBezTo>
                    <a:pt x="1355" y="457"/>
                    <a:pt x="1318" y="378"/>
                    <a:pt x="1269" y="296"/>
                  </a:cubicBezTo>
                  <a:cubicBezTo>
                    <a:pt x="1264" y="288"/>
                    <a:pt x="1260" y="281"/>
                    <a:pt x="1253" y="274"/>
                  </a:cubicBezTo>
                  <a:cubicBezTo>
                    <a:pt x="1225" y="242"/>
                    <a:pt x="1194" y="204"/>
                    <a:pt x="1158" y="178"/>
                  </a:cubicBezTo>
                  <a:cubicBezTo>
                    <a:pt x="1013" y="69"/>
                    <a:pt x="831" y="1"/>
                    <a:pt x="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7">
              <a:extLst>
                <a:ext uri="{FF2B5EF4-FFF2-40B4-BE49-F238E27FC236}">
                  <a16:creationId xmlns:a16="http://schemas.microsoft.com/office/drawing/2014/main" id="{97CFB2C0-DA90-B11B-16C9-78AB4BD619C2}"/>
                </a:ext>
              </a:extLst>
            </p:cNvPr>
            <p:cNvSpPr/>
            <p:nvPr/>
          </p:nvSpPr>
          <p:spPr>
            <a:xfrm>
              <a:off x="5673386" y="-1133664"/>
              <a:ext cx="85488" cy="88482"/>
            </a:xfrm>
            <a:custGeom>
              <a:avLst/>
              <a:gdLst/>
              <a:ahLst/>
              <a:cxnLst/>
              <a:rect l="l" t="t" r="r" b="b"/>
              <a:pathLst>
                <a:path w="1285" h="1330" extrusionOk="0">
                  <a:moveTo>
                    <a:pt x="702" y="1327"/>
                  </a:moveTo>
                  <a:cubicBezTo>
                    <a:pt x="710" y="1328"/>
                    <a:pt x="720" y="1328"/>
                    <a:pt x="729" y="1328"/>
                  </a:cubicBezTo>
                  <a:lnTo>
                    <a:pt x="729" y="1328"/>
                  </a:lnTo>
                  <a:lnTo>
                    <a:pt x="702" y="1327"/>
                  </a:lnTo>
                  <a:close/>
                  <a:moveTo>
                    <a:pt x="646" y="1"/>
                  </a:moveTo>
                  <a:cubicBezTo>
                    <a:pt x="597" y="1"/>
                    <a:pt x="548" y="9"/>
                    <a:pt x="500" y="24"/>
                  </a:cubicBezTo>
                  <a:cubicBezTo>
                    <a:pt x="421" y="36"/>
                    <a:pt x="349" y="67"/>
                    <a:pt x="284" y="118"/>
                  </a:cubicBezTo>
                  <a:cubicBezTo>
                    <a:pt x="284" y="119"/>
                    <a:pt x="283" y="120"/>
                    <a:pt x="282" y="121"/>
                  </a:cubicBezTo>
                  <a:lnTo>
                    <a:pt x="162" y="234"/>
                  </a:lnTo>
                  <a:cubicBezTo>
                    <a:pt x="161" y="236"/>
                    <a:pt x="159" y="238"/>
                    <a:pt x="157" y="240"/>
                  </a:cubicBezTo>
                  <a:cubicBezTo>
                    <a:pt x="138" y="263"/>
                    <a:pt x="116" y="307"/>
                    <a:pt x="108" y="320"/>
                  </a:cubicBezTo>
                  <a:cubicBezTo>
                    <a:pt x="93" y="345"/>
                    <a:pt x="72" y="373"/>
                    <a:pt x="60" y="402"/>
                  </a:cubicBezTo>
                  <a:cubicBezTo>
                    <a:pt x="45" y="454"/>
                    <a:pt x="31" y="505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1" y="796"/>
                  </a:cubicBezTo>
                  <a:cubicBezTo>
                    <a:pt x="37" y="822"/>
                    <a:pt x="43" y="848"/>
                    <a:pt x="49" y="874"/>
                  </a:cubicBezTo>
                  <a:cubicBezTo>
                    <a:pt x="51" y="878"/>
                    <a:pt x="53" y="882"/>
                    <a:pt x="54" y="886"/>
                  </a:cubicBezTo>
                  <a:cubicBezTo>
                    <a:pt x="55" y="888"/>
                    <a:pt x="56" y="889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6"/>
                    <a:pt x="133" y="1033"/>
                  </a:cubicBezTo>
                  <a:cubicBezTo>
                    <a:pt x="162" y="1082"/>
                    <a:pt x="248" y="1159"/>
                    <a:pt x="258" y="1168"/>
                  </a:cubicBezTo>
                  <a:cubicBezTo>
                    <a:pt x="264" y="1174"/>
                    <a:pt x="269" y="1179"/>
                    <a:pt x="277" y="1184"/>
                  </a:cubicBezTo>
                  <a:cubicBezTo>
                    <a:pt x="300" y="1199"/>
                    <a:pt x="334" y="1219"/>
                    <a:pt x="348" y="1227"/>
                  </a:cubicBezTo>
                  <a:cubicBezTo>
                    <a:pt x="364" y="1237"/>
                    <a:pt x="397" y="1257"/>
                    <a:pt x="421" y="1271"/>
                  </a:cubicBezTo>
                  <a:cubicBezTo>
                    <a:pt x="424" y="1273"/>
                    <a:pt x="427" y="1274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1"/>
                    <a:pt x="557" y="1314"/>
                    <a:pt x="592" y="1322"/>
                  </a:cubicBezTo>
                  <a:cubicBezTo>
                    <a:pt x="594" y="1322"/>
                    <a:pt x="596" y="1323"/>
                    <a:pt x="598" y="1323"/>
                  </a:cubicBezTo>
                  <a:cubicBezTo>
                    <a:pt x="602" y="1324"/>
                    <a:pt x="606" y="1325"/>
                    <a:pt x="609" y="1325"/>
                  </a:cubicBezTo>
                  <a:cubicBezTo>
                    <a:pt x="617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8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9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9"/>
                  </a:cubicBezTo>
                  <a:lnTo>
                    <a:pt x="766" y="1329"/>
                  </a:lnTo>
                  <a:cubicBezTo>
                    <a:pt x="766" y="1329"/>
                    <a:pt x="766" y="1329"/>
                    <a:pt x="766" y="1329"/>
                  </a:cubicBezTo>
                  <a:lnTo>
                    <a:pt x="766" y="1329"/>
                  </a:lnTo>
                  <a:lnTo>
                    <a:pt x="766" y="1329"/>
                  </a:lnTo>
                  <a:cubicBezTo>
                    <a:pt x="815" y="1326"/>
                    <a:pt x="862" y="1315"/>
                    <a:pt x="910" y="1295"/>
                  </a:cubicBezTo>
                  <a:cubicBezTo>
                    <a:pt x="953" y="1272"/>
                    <a:pt x="996" y="1249"/>
                    <a:pt x="1038" y="1225"/>
                  </a:cubicBezTo>
                  <a:cubicBezTo>
                    <a:pt x="1041" y="1224"/>
                    <a:pt x="1042" y="1222"/>
                    <a:pt x="1044" y="1221"/>
                  </a:cubicBezTo>
                  <a:cubicBezTo>
                    <a:pt x="1123" y="1160"/>
                    <a:pt x="1212" y="1065"/>
                    <a:pt x="1244" y="967"/>
                  </a:cubicBezTo>
                  <a:lnTo>
                    <a:pt x="1244" y="967"/>
                  </a:lnTo>
                  <a:cubicBezTo>
                    <a:pt x="1264" y="927"/>
                    <a:pt x="1277" y="884"/>
                    <a:pt x="1282" y="838"/>
                  </a:cubicBezTo>
                  <a:cubicBezTo>
                    <a:pt x="1282" y="795"/>
                    <a:pt x="1283" y="752"/>
                    <a:pt x="1284" y="709"/>
                  </a:cubicBezTo>
                  <a:cubicBezTo>
                    <a:pt x="1284" y="707"/>
                    <a:pt x="1283" y="704"/>
                    <a:pt x="1282" y="702"/>
                  </a:cubicBezTo>
                  <a:cubicBezTo>
                    <a:pt x="1279" y="680"/>
                    <a:pt x="1271" y="653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3" y="614"/>
                    <a:pt x="1258" y="594"/>
                  </a:cubicBezTo>
                  <a:cubicBezTo>
                    <a:pt x="1257" y="585"/>
                    <a:pt x="1257" y="578"/>
                    <a:pt x="1255" y="570"/>
                  </a:cubicBezTo>
                  <a:cubicBezTo>
                    <a:pt x="1251" y="551"/>
                    <a:pt x="1247" y="528"/>
                    <a:pt x="1240" y="504"/>
                  </a:cubicBezTo>
                  <a:cubicBezTo>
                    <a:pt x="1238" y="493"/>
                    <a:pt x="1237" y="483"/>
                    <a:pt x="1234" y="473"/>
                  </a:cubicBezTo>
                  <a:cubicBezTo>
                    <a:pt x="1229" y="419"/>
                    <a:pt x="1210" y="371"/>
                    <a:pt x="1179" y="327"/>
                  </a:cubicBezTo>
                  <a:cubicBezTo>
                    <a:pt x="1145" y="251"/>
                    <a:pt x="1095" y="188"/>
                    <a:pt x="1027" y="137"/>
                  </a:cubicBezTo>
                  <a:cubicBezTo>
                    <a:pt x="980" y="109"/>
                    <a:pt x="934" y="81"/>
                    <a:pt x="887" y="53"/>
                  </a:cubicBezTo>
                  <a:cubicBezTo>
                    <a:pt x="835" y="38"/>
                    <a:pt x="784" y="23"/>
                    <a:pt x="734" y="9"/>
                  </a:cubicBezTo>
                  <a:cubicBezTo>
                    <a:pt x="704" y="3"/>
                    <a:pt x="675" y="1"/>
                    <a:pt x="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7">
              <a:extLst>
                <a:ext uri="{FF2B5EF4-FFF2-40B4-BE49-F238E27FC236}">
                  <a16:creationId xmlns:a16="http://schemas.microsoft.com/office/drawing/2014/main" id="{1EF737F0-7FBB-4F29-B6EB-AFAD6EE369D6}"/>
                </a:ext>
              </a:extLst>
            </p:cNvPr>
            <p:cNvSpPr/>
            <p:nvPr/>
          </p:nvSpPr>
          <p:spPr>
            <a:xfrm>
              <a:off x="5802649" y="-1236782"/>
              <a:ext cx="82827" cy="78702"/>
            </a:xfrm>
            <a:custGeom>
              <a:avLst/>
              <a:gdLst/>
              <a:ahLst/>
              <a:cxnLst/>
              <a:rect l="l" t="t" r="r" b="b"/>
              <a:pathLst>
                <a:path w="1245" h="1183" extrusionOk="0">
                  <a:moveTo>
                    <a:pt x="742" y="1"/>
                  </a:moveTo>
                  <a:cubicBezTo>
                    <a:pt x="264" y="1"/>
                    <a:pt x="0" y="666"/>
                    <a:pt x="282" y="1021"/>
                  </a:cubicBezTo>
                  <a:cubicBezTo>
                    <a:pt x="326" y="1075"/>
                    <a:pt x="381" y="1115"/>
                    <a:pt x="446" y="1140"/>
                  </a:cubicBezTo>
                  <a:cubicBezTo>
                    <a:pt x="487" y="1153"/>
                    <a:pt x="530" y="1164"/>
                    <a:pt x="572" y="1177"/>
                  </a:cubicBezTo>
                  <a:cubicBezTo>
                    <a:pt x="597" y="1180"/>
                    <a:pt x="622" y="1182"/>
                    <a:pt x="647" y="1182"/>
                  </a:cubicBezTo>
                  <a:cubicBezTo>
                    <a:pt x="708" y="1182"/>
                    <a:pt x="769" y="1171"/>
                    <a:pt x="828" y="1148"/>
                  </a:cubicBezTo>
                  <a:cubicBezTo>
                    <a:pt x="878" y="1125"/>
                    <a:pt x="912" y="1107"/>
                    <a:pt x="945" y="1086"/>
                  </a:cubicBezTo>
                  <a:cubicBezTo>
                    <a:pt x="957" y="1077"/>
                    <a:pt x="971" y="1068"/>
                    <a:pt x="982" y="1058"/>
                  </a:cubicBezTo>
                  <a:cubicBezTo>
                    <a:pt x="986" y="1056"/>
                    <a:pt x="990" y="1053"/>
                    <a:pt x="993" y="1050"/>
                  </a:cubicBezTo>
                  <a:cubicBezTo>
                    <a:pt x="1020" y="1027"/>
                    <a:pt x="1048" y="1001"/>
                    <a:pt x="1085" y="964"/>
                  </a:cubicBezTo>
                  <a:cubicBezTo>
                    <a:pt x="1092" y="956"/>
                    <a:pt x="1100" y="949"/>
                    <a:pt x="1106" y="940"/>
                  </a:cubicBezTo>
                  <a:cubicBezTo>
                    <a:pt x="1132" y="901"/>
                    <a:pt x="1156" y="858"/>
                    <a:pt x="1180" y="817"/>
                  </a:cubicBezTo>
                  <a:cubicBezTo>
                    <a:pt x="1183" y="813"/>
                    <a:pt x="1186" y="807"/>
                    <a:pt x="1189" y="802"/>
                  </a:cubicBezTo>
                  <a:cubicBezTo>
                    <a:pt x="1216" y="746"/>
                    <a:pt x="1234" y="683"/>
                    <a:pt x="1240" y="621"/>
                  </a:cubicBezTo>
                  <a:cubicBezTo>
                    <a:pt x="1242" y="597"/>
                    <a:pt x="1241" y="569"/>
                    <a:pt x="1242" y="547"/>
                  </a:cubicBezTo>
                  <a:cubicBezTo>
                    <a:pt x="1242" y="524"/>
                    <a:pt x="1244" y="495"/>
                    <a:pt x="1243" y="471"/>
                  </a:cubicBezTo>
                  <a:cubicBezTo>
                    <a:pt x="1240" y="420"/>
                    <a:pt x="1223" y="367"/>
                    <a:pt x="1209" y="320"/>
                  </a:cubicBezTo>
                  <a:cubicBezTo>
                    <a:pt x="1176" y="236"/>
                    <a:pt x="1126" y="167"/>
                    <a:pt x="1057" y="110"/>
                  </a:cubicBezTo>
                  <a:cubicBezTo>
                    <a:pt x="987" y="55"/>
                    <a:pt x="908" y="20"/>
                    <a:pt x="820" y="7"/>
                  </a:cubicBezTo>
                  <a:cubicBezTo>
                    <a:pt x="794" y="3"/>
                    <a:pt x="768" y="1"/>
                    <a:pt x="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7">
              <a:extLst>
                <a:ext uri="{FF2B5EF4-FFF2-40B4-BE49-F238E27FC236}">
                  <a16:creationId xmlns:a16="http://schemas.microsoft.com/office/drawing/2014/main" id="{599A5243-99A5-0D12-AB99-FDEAF41279D7}"/>
                </a:ext>
              </a:extLst>
            </p:cNvPr>
            <p:cNvSpPr/>
            <p:nvPr/>
          </p:nvSpPr>
          <p:spPr>
            <a:xfrm>
              <a:off x="5930249" y="-1037598"/>
              <a:ext cx="96531" cy="74178"/>
            </a:xfrm>
            <a:custGeom>
              <a:avLst/>
              <a:gdLst/>
              <a:ahLst/>
              <a:cxnLst/>
              <a:rect l="l" t="t" r="r" b="b"/>
              <a:pathLst>
                <a:path w="1451" h="1115" extrusionOk="0">
                  <a:moveTo>
                    <a:pt x="539" y="0"/>
                  </a:moveTo>
                  <a:cubicBezTo>
                    <a:pt x="467" y="0"/>
                    <a:pt x="400" y="14"/>
                    <a:pt x="342" y="46"/>
                  </a:cubicBezTo>
                  <a:cubicBezTo>
                    <a:pt x="303" y="67"/>
                    <a:pt x="263" y="88"/>
                    <a:pt x="223" y="110"/>
                  </a:cubicBezTo>
                  <a:cubicBezTo>
                    <a:pt x="162" y="150"/>
                    <a:pt x="117" y="202"/>
                    <a:pt x="86" y="265"/>
                  </a:cubicBezTo>
                  <a:cubicBezTo>
                    <a:pt x="57" y="302"/>
                    <a:pt x="38" y="344"/>
                    <a:pt x="30" y="391"/>
                  </a:cubicBezTo>
                  <a:cubicBezTo>
                    <a:pt x="6" y="454"/>
                    <a:pt x="0" y="521"/>
                    <a:pt x="10" y="589"/>
                  </a:cubicBezTo>
                  <a:cubicBezTo>
                    <a:pt x="20" y="633"/>
                    <a:pt x="30" y="676"/>
                    <a:pt x="41" y="719"/>
                  </a:cubicBezTo>
                  <a:cubicBezTo>
                    <a:pt x="74" y="807"/>
                    <a:pt x="128" y="880"/>
                    <a:pt x="201" y="940"/>
                  </a:cubicBezTo>
                  <a:cubicBezTo>
                    <a:pt x="247" y="981"/>
                    <a:pt x="308" y="1011"/>
                    <a:pt x="361" y="1038"/>
                  </a:cubicBezTo>
                  <a:cubicBezTo>
                    <a:pt x="377" y="1046"/>
                    <a:pt x="394" y="1054"/>
                    <a:pt x="410" y="1059"/>
                  </a:cubicBezTo>
                  <a:cubicBezTo>
                    <a:pt x="485" y="1084"/>
                    <a:pt x="559" y="1108"/>
                    <a:pt x="638" y="1111"/>
                  </a:cubicBezTo>
                  <a:cubicBezTo>
                    <a:pt x="668" y="1112"/>
                    <a:pt x="704" y="1114"/>
                    <a:pt x="739" y="1114"/>
                  </a:cubicBezTo>
                  <a:cubicBezTo>
                    <a:pt x="762" y="1114"/>
                    <a:pt x="785" y="1114"/>
                    <a:pt x="806" y="1111"/>
                  </a:cubicBezTo>
                  <a:cubicBezTo>
                    <a:pt x="860" y="1104"/>
                    <a:pt x="915" y="1089"/>
                    <a:pt x="967" y="1075"/>
                  </a:cubicBezTo>
                  <a:cubicBezTo>
                    <a:pt x="985" y="1069"/>
                    <a:pt x="1001" y="1063"/>
                    <a:pt x="1017" y="1056"/>
                  </a:cubicBezTo>
                  <a:cubicBezTo>
                    <a:pt x="1103" y="1017"/>
                    <a:pt x="1162" y="982"/>
                    <a:pt x="1223" y="907"/>
                  </a:cubicBezTo>
                  <a:cubicBezTo>
                    <a:pt x="1251" y="871"/>
                    <a:pt x="1272" y="830"/>
                    <a:pt x="1294" y="789"/>
                  </a:cubicBezTo>
                  <a:cubicBezTo>
                    <a:pt x="1450" y="423"/>
                    <a:pt x="930" y="0"/>
                    <a:pt x="5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7">
              <a:extLst>
                <a:ext uri="{FF2B5EF4-FFF2-40B4-BE49-F238E27FC236}">
                  <a16:creationId xmlns:a16="http://schemas.microsoft.com/office/drawing/2014/main" id="{0B9DFC83-4996-C189-F6EB-DE0DD254FE81}"/>
                </a:ext>
              </a:extLst>
            </p:cNvPr>
            <p:cNvSpPr/>
            <p:nvPr/>
          </p:nvSpPr>
          <p:spPr>
            <a:xfrm>
              <a:off x="5983538" y="-861633"/>
              <a:ext cx="87750" cy="80631"/>
            </a:xfrm>
            <a:custGeom>
              <a:avLst/>
              <a:gdLst/>
              <a:ahLst/>
              <a:cxnLst/>
              <a:rect l="l" t="t" r="r" b="b"/>
              <a:pathLst>
                <a:path w="1319" h="1212" extrusionOk="0">
                  <a:moveTo>
                    <a:pt x="800" y="1"/>
                  </a:moveTo>
                  <a:cubicBezTo>
                    <a:pt x="790" y="1"/>
                    <a:pt x="779" y="1"/>
                    <a:pt x="769" y="3"/>
                  </a:cubicBezTo>
                  <a:cubicBezTo>
                    <a:pt x="747" y="2"/>
                    <a:pt x="726" y="1"/>
                    <a:pt x="705" y="1"/>
                  </a:cubicBezTo>
                  <a:cubicBezTo>
                    <a:pt x="687" y="1"/>
                    <a:pt x="669" y="2"/>
                    <a:pt x="652" y="4"/>
                  </a:cubicBezTo>
                  <a:cubicBezTo>
                    <a:pt x="635" y="5"/>
                    <a:pt x="619" y="8"/>
                    <a:pt x="604" y="11"/>
                  </a:cubicBezTo>
                  <a:cubicBezTo>
                    <a:pt x="545" y="24"/>
                    <a:pt x="485" y="36"/>
                    <a:pt x="429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4"/>
                    <a:pt x="358" y="87"/>
                    <a:pt x="333" y="101"/>
                  </a:cubicBezTo>
                  <a:cubicBezTo>
                    <a:pt x="304" y="117"/>
                    <a:pt x="287" y="124"/>
                    <a:pt x="264" y="140"/>
                  </a:cubicBezTo>
                  <a:cubicBezTo>
                    <a:pt x="250" y="149"/>
                    <a:pt x="236" y="160"/>
                    <a:pt x="224" y="171"/>
                  </a:cubicBezTo>
                  <a:cubicBezTo>
                    <a:pt x="145" y="229"/>
                    <a:pt x="86" y="302"/>
                    <a:pt x="47" y="391"/>
                  </a:cubicBezTo>
                  <a:cubicBezTo>
                    <a:pt x="17" y="455"/>
                    <a:pt x="3" y="522"/>
                    <a:pt x="8" y="591"/>
                  </a:cubicBezTo>
                  <a:cubicBezTo>
                    <a:pt x="1" y="659"/>
                    <a:pt x="11" y="726"/>
                    <a:pt x="39" y="791"/>
                  </a:cubicBezTo>
                  <a:cubicBezTo>
                    <a:pt x="73" y="880"/>
                    <a:pt x="127" y="954"/>
                    <a:pt x="202" y="1015"/>
                  </a:cubicBezTo>
                  <a:cubicBezTo>
                    <a:pt x="216" y="1028"/>
                    <a:pt x="232" y="1040"/>
                    <a:pt x="249" y="1051"/>
                  </a:cubicBezTo>
                  <a:cubicBezTo>
                    <a:pt x="294" y="1081"/>
                    <a:pt x="340" y="1109"/>
                    <a:pt x="387" y="1135"/>
                  </a:cubicBezTo>
                  <a:cubicBezTo>
                    <a:pt x="395" y="1140"/>
                    <a:pt x="405" y="1144"/>
                    <a:pt x="414" y="1150"/>
                  </a:cubicBezTo>
                  <a:cubicBezTo>
                    <a:pt x="452" y="1166"/>
                    <a:pt x="491" y="1177"/>
                    <a:pt x="530" y="1188"/>
                  </a:cubicBezTo>
                  <a:cubicBezTo>
                    <a:pt x="596" y="1207"/>
                    <a:pt x="604" y="1211"/>
                    <a:pt x="646" y="1211"/>
                  </a:cubicBezTo>
                  <a:cubicBezTo>
                    <a:pt x="665" y="1211"/>
                    <a:pt x="689" y="1210"/>
                    <a:pt x="728" y="1209"/>
                  </a:cubicBezTo>
                  <a:lnTo>
                    <a:pt x="740" y="1209"/>
                  </a:lnTo>
                  <a:cubicBezTo>
                    <a:pt x="749" y="1209"/>
                    <a:pt x="759" y="1208"/>
                    <a:pt x="768" y="1207"/>
                  </a:cubicBezTo>
                  <a:cubicBezTo>
                    <a:pt x="822" y="1201"/>
                    <a:pt x="877" y="1184"/>
                    <a:pt x="930" y="1171"/>
                  </a:cubicBezTo>
                  <a:cubicBezTo>
                    <a:pt x="939" y="1168"/>
                    <a:pt x="948" y="1166"/>
                    <a:pt x="956" y="1163"/>
                  </a:cubicBezTo>
                  <a:cubicBezTo>
                    <a:pt x="960" y="1162"/>
                    <a:pt x="964" y="1161"/>
                    <a:pt x="967" y="1160"/>
                  </a:cubicBezTo>
                  <a:cubicBezTo>
                    <a:pt x="987" y="1153"/>
                    <a:pt x="1006" y="1143"/>
                    <a:pt x="1023" y="1131"/>
                  </a:cubicBezTo>
                  <a:cubicBezTo>
                    <a:pt x="1043" y="1126"/>
                    <a:pt x="1061" y="1115"/>
                    <a:pt x="1076" y="1102"/>
                  </a:cubicBezTo>
                  <a:cubicBezTo>
                    <a:pt x="1157" y="1046"/>
                    <a:pt x="1209" y="961"/>
                    <a:pt x="1256" y="878"/>
                  </a:cubicBezTo>
                  <a:cubicBezTo>
                    <a:pt x="1276" y="835"/>
                    <a:pt x="1285" y="790"/>
                    <a:pt x="1282" y="744"/>
                  </a:cubicBezTo>
                  <a:cubicBezTo>
                    <a:pt x="1282" y="739"/>
                    <a:pt x="1281" y="735"/>
                    <a:pt x="1282" y="731"/>
                  </a:cubicBezTo>
                  <a:cubicBezTo>
                    <a:pt x="1293" y="691"/>
                    <a:pt x="1305" y="650"/>
                    <a:pt x="1315" y="611"/>
                  </a:cubicBezTo>
                  <a:cubicBezTo>
                    <a:pt x="1316" y="569"/>
                    <a:pt x="1317" y="526"/>
                    <a:pt x="1319" y="484"/>
                  </a:cubicBezTo>
                  <a:cubicBezTo>
                    <a:pt x="1316" y="463"/>
                    <a:pt x="1294" y="376"/>
                    <a:pt x="1287" y="357"/>
                  </a:cubicBezTo>
                  <a:cubicBezTo>
                    <a:pt x="1257" y="267"/>
                    <a:pt x="1232" y="249"/>
                    <a:pt x="1176" y="191"/>
                  </a:cubicBezTo>
                  <a:cubicBezTo>
                    <a:pt x="1154" y="168"/>
                    <a:pt x="1139" y="148"/>
                    <a:pt x="1115" y="130"/>
                  </a:cubicBezTo>
                  <a:cubicBezTo>
                    <a:pt x="1110" y="126"/>
                    <a:pt x="1105" y="122"/>
                    <a:pt x="1100" y="119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4" y="22"/>
                  </a:cubicBezTo>
                  <a:cubicBezTo>
                    <a:pt x="870" y="8"/>
                    <a:pt x="835" y="1"/>
                    <a:pt x="8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7">
              <a:extLst>
                <a:ext uri="{FF2B5EF4-FFF2-40B4-BE49-F238E27FC236}">
                  <a16:creationId xmlns:a16="http://schemas.microsoft.com/office/drawing/2014/main" id="{86EB0437-F411-C2CD-3E81-433FCD411989}"/>
                </a:ext>
              </a:extLst>
            </p:cNvPr>
            <p:cNvSpPr/>
            <p:nvPr/>
          </p:nvSpPr>
          <p:spPr>
            <a:xfrm>
              <a:off x="5901177" y="-1401438"/>
              <a:ext cx="50627" cy="72582"/>
            </a:xfrm>
            <a:custGeom>
              <a:avLst/>
              <a:gdLst/>
              <a:ahLst/>
              <a:cxnLst/>
              <a:rect l="l" t="t" r="r" b="b"/>
              <a:pathLst>
                <a:path w="761" h="1091" extrusionOk="0">
                  <a:moveTo>
                    <a:pt x="559" y="1"/>
                  </a:moveTo>
                  <a:cubicBezTo>
                    <a:pt x="494" y="1"/>
                    <a:pt x="435" y="16"/>
                    <a:pt x="368" y="37"/>
                  </a:cubicBezTo>
                  <a:cubicBezTo>
                    <a:pt x="238" y="77"/>
                    <a:pt x="115" y="189"/>
                    <a:pt x="65" y="318"/>
                  </a:cubicBezTo>
                  <a:cubicBezTo>
                    <a:pt x="45" y="370"/>
                    <a:pt x="31" y="425"/>
                    <a:pt x="19" y="477"/>
                  </a:cubicBezTo>
                  <a:cubicBezTo>
                    <a:pt x="14" y="492"/>
                    <a:pt x="11" y="507"/>
                    <a:pt x="10" y="521"/>
                  </a:cubicBezTo>
                  <a:cubicBezTo>
                    <a:pt x="4" y="569"/>
                    <a:pt x="1" y="639"/>
                    <a:pt x="5" y="677"/>
                  </a:cubicBezTo>
                  <a:cubicBezTo>
                    <a:pt x="14" y="773"/>
                    <a:pt x="60" y="861"/>
                    <a:pt x="112" y="940"/>
                  </a:cubicBezTo>
                  <a:cubicBezTo>
                    <a:pt x="135" y="964"/>
                    <a:pt x="157" y="988"/>
                    <a:pt x="180" y="1011"/>
                  </a:cubicBezTo>
                  <a:cubicBezTo>
                    <a:pt x="217" y="1045"/>
                    <a:pt x="261" y="1066"/>
                    <a:pt x="309" y="1075"/>
                  </a:cubicBezTo>
                  <a:cubicBezTo>
                    <a:pt x="333" y="1085"/>
                    <a:pt x="358" y="1091"/>
                    <a:pt x="384" y="1091"/>
                  </a:cubicBezTo>
                  <a:cubicBezTo>
                    <a:pt x="390" y="1091"/>
                    <a:pt x="396" y="1090"/>
                    <a:pt x="402" y="1090"/>
                  </a:cubicBezTo>
                  <a:cubicBezTo>
                    <a:pt x="411" y="1090"/>
                    <a:pt x="420" y="1091"/>
                    <a:pt x="429" y="1091"/>
                  </a:cubicBezTo>
                  <a:cubicBezTo>
                    <a:pt x="466" y="1091"/>
                    <a:pt x="502" y="1084"/>
                    <a:pt x="538" y="1069"/>
                  </a:cubicBezTo>
                  <a:cubicBezTo>
                    <a:pt x="461" y="710"/>
                    <a:pt x="550" y="349"/>
                    <a:pt x="761" y="47"/>
                  </a:cubicBezTo>
                  <a:cubicBezTo>
                    <a:pt x="757" y="46"/>
                    <a:pt x="755" y="44"/>
                    <a:pt x="752" y="42"/>
                  </a:cubicBezTo>
                  <a:cubicBezTo>
                    <a:pt x="714" y="22"/>
                    <a:pt x="673" y="10"/>
                    <a:pt x="628" y="6"/>
                  </a:cubicBezTo>
                  <a:cubicBezTo>
                    <a:pt x="603" y="3"/>
                    <a:pt x="581" y="1"/>
                    <a:pt x="5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7">
              <a:extLst>
                <a:ext uri="{FF2B5EF4-FFF2-40B4-BE49-F238E27FC236}">
                  <a16:creationId xmlns:a16="http://schemas.microsoft.com/office/drawing/2014/main" id="{535F950E-20F6-DF6E-224C-668CB0AB838B}"/>
                </a:ext>
              </a:extLst>
            </p:cNvPr>
            <p:cNvSpPr/>
            <p:nvPr/>
          </p:nvSpPr>
          <p:spPr>
            <a:xfrm>
              <a:off x="5745968" y="-943129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3" y="0"/>
                  </a:moveTo>
                  <a:cubicBezTo>
                    <a:pt x="545" y="0"/>
                    <a:pt x="499" y="9"/>
                    <a:pt x="453" y="26"/>
                  </a:cubicBezTo>
                  <a:cubicBezTo>
                    <a:pt x="412" y="44"/>
                    <a:pt x="372" y="67"/>
                    <a:pt x="334" y="89"/>
                  </a:cubicBezTo>
                  <a:cubicBezTo>
                    <a:pt x="322" y="96"/>
                    <a:pt x="311" y="104"/>
                    <a:pt x="300" y="112"/>
                  </a:cubicBezTo>
                  <a:cubicBezTo>
                    <a:pt x="299" y="112"/>
                    <a:pt x="298" y="113"/>
                    <a:pt x="297" y="114"/>
                  </a:cubicBezTo>
                  <a:cubicBezTo>
                    <a:pt x="295" y="115"/>
                    <a:pt x="292" y="115"/>
                    <a:pt x="290" y="116"/>
                  </a:cubicBezTo>
                  <a:cubicBezTo>
                    <a:pt x="255" y="135"/>
                    <a:pt x="222" y="153"/>
                    <a:pt x="188" y="170"/>
                  </a:cubicBezTo>
                  <a:cubicBezTo>
                    <a:pt x="122" y="219"/>
                    <a:pt x="72" y="280"/>
                    <a:pt x="40" y="356"/>
                  </a:cubicBezTo>
                  <a:cubicBezTo>
                    <a:pt x="14" y="409"/>
                    <a:pt x="3" y="466"/>
                    <a:pt x="7" y="523"/>
                  </a:cubicBezTo>
                  <a:cubicBezTo>
                    <a:pt x="1" y="581"/>
                    <a:pt x="9" y="637"/>
                    <a:pt x="32" y="691"/>
                  </a:cubicBezTo>
                  <a:cubicBezTo>
                    <a:pt x="52" y="748"/>
                    <a:pt x="84" y="796"/>
                    <a:pt x="129" y="836"/>
                  </a:cubicBezTo>
                  <a:cubicBezTo>
                    <a:pt x="166" y="883"/>
                    <a:pt x="214" y="919"/>
                    <a:pt x="272" y="941"/>
                  </a:cubicBezTo>
                  <a:cubicBezTo>
                    <a:pt x="329" y="966"/>
                    <a:pt x="388" y="978"/>
                    <a:pt x="450" y="978"/>
                  </a:cubicBezTo>
                  <a:cubicBezTo>
                    <a:pt x="465" y="978"/>
                    <a:pt x="481" y="977"/>
                    <a:pt x="497" y="975"/>
                  </a:cubicBezTo>
                  <a:cubicBezTo>
                    <a:pt x="527" y="972"/>
                    <a:pt x="560" y="962"/>
                    <a:pt x="590" y="954"/>
                  </a:cubicBezTo>
                  <a:cubicBezTo>
                    <a:pt x="680" y="935"/>
                    <a:pt x="739" y="926"/>
                    <a:pt x="815" y="869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9" y="751"/>
                    <a:pt x="985" y="668"/>
                  </a:cubicBezTo>
                  <a:cubicBezTo>
                    <a:pt x="1005" y="632"/>
                    <a:pt x="1015" y="595"/>
                    <a:pt x="1016" y="557"/>
                  </a:cubicBezTo>
                  <a:cubicBezTo>
                    <a:pt x="1025" y="501"/>
                    <a:pt x="1022" y="448"/>
                    <a:pt x="1005" y="394"/>
                  </a:cubicBezTo>
                  <a:cubicBezTo>
                    <a:pt x="998" y="356"/>
                    <a:pt x="984" y="319"/>
                    <a:pt x="964" y="285"/>
                  </a:cubicBezTo>
                  <a:cubicBezTo>
                    <a:pt x="961" y="273"/>
                    <a:pt x="960" y="262"/>
                    <a:pt x="955" y="250"/>
                  </a:cubicBezTo>
                  <a:cubicBezTo>
                    <a:pt x="930" y="185"/>
                    <a:pt x="890" y="130"/>
                    <a:pt x="836" y="86"/>
                  </a:cubicBezTo>
                  <a:cubicBezTo>
                    <a:pt x="781" y="42"/>
                    <a:pt x="719" y="15"/>
                    <a:pt x="650" y="4"/>
                  </a:cubicBezTo>
                  <a:cubicBezTo>
                    <a:pt x="631" y="1"/>
                    <a:pt x="612" y="0"/>
                    <a:pt x="5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7">
              <a:extLst>
                <a:ext uri="{FF2B5EF4-FFF2-40B4-BE49-F238E27FC236}">
                  <a16:creationId xmlns:a16="http://schemas.microsoft.com/office/drawing/2014/main" id="{B0734736-DACC-027D-7B93-46E959247F82}"/>
                </a:ext>
              </a:extLst>
            </p:cNvPr>
            <p:cNvSpPr/>
            <p:nvPr/>
          </p:nvSpPr>
          <p:spPr>
            <a:xfrm>
              <a:off x="5814691" y="-794174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3" y="0"/>
                  </a:moveTo>
                  <a:cubicBezTo>
                    <a:pt x="486" y="0"/>
                    <a:pt x="429" y="12"/>
                    <a:pt x="374" y="35"/>
                  </a:cubicBezTo>
                  <a:lnTo>
                    <a:pt x="245" y="105"/>
                  </a:lnTo>
                  <a:cubicBezTo>
                    <a:pt x="161" y="167"/>
                    <a:pt x="97" y="246"/>
                    <a:pt x="55" y="341"/>
                  </a:cubicBezTo>
                  <a:cubicBezTo>
                    <a:pt x="42" y="388"/>
                    <a:pt x="29" y="435"/>
                    <a:pt x="15" y="482"/>
                  </a:cubicBezTo>
                  <a:cubicBezTo>
                    <a:pt x="1" y="580"/>
                    <a:pt x="11" y="676"/>
                    <a:pt x="47" y="768"/>
                  </a:cubicBezTo>
                  <a:cubicBezTo>
                    <a:pt x="47" y="770"/>
                    <a:pt x="48" y="772"/>
                    <a:pt x="48" y="774"/>
                  </a:cubicBezTo>
                  <a:lnTo>
                    <a:pt x="118" y="904"/>
                  </a:lnTo>
                  <a:cubicBezTo>
                    <a:pt x="121" y="908"/>
                    <a:pt x="123" y="911"/>
                    <a:pt x="126" y="915"/>
                  </a:cubicBezTo>
                  <a:cubicBezTo>
                    <a:pt x="131" y="923"/>
                    <a:pt x="135" y="929"/>
                    <a:pt x="139" y="935"/>
                  </a:cubicBezTo>
                  <a:cubicBezTo>
                    <a:pt x="148" y="951"/>
                    <a:pt x="158" y="966"/>
                    <a:pt x="167" y="980"/>
                  </a:cubicBezTo>
                  <a:cubicBezTo>
                    <a:pt x="186" y="1009"/>
                    <a:pt x="200" y="1019"/>
                    <a:pt x="229" y="1051"/>
                  </a:cubicBezTo>
                  <a:cubicBezTo>
                    <a:pt x="264" y="1087"/>
                    <a:pt x="268" y="1096"/>
                    <a:pt x="298" y="1115"/>
                  </a:cubicBezTo>
                  <a:cubicBezTo>
                    <a:pt x="312" y="1124"/>
                    <a:pt x="325" y="1132"/>
                    <a:pt x="339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2" y="1250"/>
                    <a:pt x="627" y="1252"/>
                    <a:pt x="652" y="1252"/>
                  </a:cubicBezTo>
                  <a:cubicBezTo>
                    <a:pt x="712" y="1252"/>
                    <a:pt x="772" y="1241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3"/>
                    <a:pt x="1115" y="953"/>
                    <a:pt x="1129" y="887"/>
                  </a:cubicBezTo>
                  <a:cubicBezTo>
                    <a:pt x="1136" y="866"/>
                    <a:pt x="1140" y="845"/>
                    <a:pt x="1144" y="823"/>
                  </a:cubicBezTo>
                  <a:cubicBezTo>
                    <a:pt x="1145" y="824"/>
                    <a:pt x="1146" y="824"/>
                    <a:pt x="1147" y="825"/>
                  </a:cubicBezTo>
                  <a:cubicBezTo>
                    <a:pt x="1150" y="811"/>
                    <a:pt x="1153" y="796"/>
                    <a:pt x="1157" y="781"/>
                  </a:cubicBezTo>
                  <a:cubicBezTo>
                    <a:pt x="1158" y="774"/>
                    <a:pt x="1160" y="766"/>
                    <a:pt x="1163" y="758"/>
                  </a:cubicBezTo>
                  <a:cubicBezTo>
                    <a:pt x="1164" y="712"/>
                    <a:pt x="1165" y="665"/>
                    <a:pt x="1165" y="619"/>
                  </a:cubicBezTo>
                  <a:lnTo>
                    <a:pt x="1164" y="613"/>
                  </a:lnTo>
                  <a:cubicBezTo>
                    <a:pt x="1163" y="609"/>
                    <a:pt x="1162" y="603"/>
                    <a:pt x="1162" y="598"/>
                  </a:cubicBezTo>
                  <a:cubicBezTo>
                    <a:pt x="1157" y="583"/>
                    <a:pt x="1154" y="566"/>
                    <a:pt x="1151" y="550"/>
                  </a:cubicBezTo>
                  <a:cubicBezTo>
                    <a:pt x="1150" y="543"/>
                    <a:pt x="1148" y="534"/>
                    <a:pt x="1147" y="527"/>
                  </a:cubicBezTo>
                  <a:cubicBezTo>
                    <a:pt x="1146" y="522"/>
                    <a:pt x="1145" y="518"/>
                    <a:pt x="1144" y="512"/>
                  </a:cubicBezTo>
                  <a:cubicBezTo>
                    <a:pt x="1138" y="487"/>
                    <a:pt x="1133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2" y="290"/>
                    <a:pt x="1041" y="229"/>
                    <a:pt x="985" y="179"/>
                  </a:cubicBezTo>
                  <a:cubicBezTo>
                    <a:pt x="936" y="118"/>
                    <a:pt x="875" y="74"/>
                    <a:pt x="801" y="45"/>
                  </a:cubicBezTo>
                  <a:cubicBezTo>
                    <a:pt x="741" y="16"/>
                    <a:pt x="678" y="2"/>
                    <a:pt x="614" y="2"/>
                  </a:cubicBezTo>
                  <a:cubicBezTo>
                    <a:pt x="605" y="2"/>
                    <a:pt x="597" y="2"/>
                    <a:pt x="588" y="3"/>
                  </a:cubicBezTo>
                  <a:cubicBezTo>
                    <a:pt x="573" y="1"/>
                    <a:pt x="558" y="0"/>
                    <a:pt x="5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7">
              <a:extLst>
                <a:ext uri="{FF2B5EF4-FFF2-40B4-BE49-F238E27FC236}">
                  <a16:creationId xmlns:a16="http://schemas.microsoft.com/office/drawing/2014/main" id="{E743B3DE-5622-72F6-EED8-AEB13D93DF95}"/>
                </a:ext>
              </a:extLst>
            </p:cNvPr>
            <p:cNvSpPr/>
            <p:nvPr/>
          </p:nvSpPr>
          <p:spPr>
            <a:xfrm>
              <a:off x="5742708" y="-1399242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2"/>
                  </a:cubicBezTo>
                  <a:cubicBezTo>
                    <a:pt x="71" y="327"/>
                    <a:pt x="1" y="557"/>
                    <a:pt x="18" y="776"/>
                  </a:cubicBezTo>
                  <a:cubicBezTo>
                    <a:pt x="44" y="1074"/>
                    <a:pt x="183" y="1340"/>
                    <a:pt x="464" y="1447"/>
                  </a:cubicBezTo>
                  <a:cubicBezTo>
                    <a:pt x="514" y="1466"/>
                    <a:pt x="563" y="1475"/>
                    <a:pt x="612" y="1475"/>
                  </a:cubicBezTo>
                  <a:cubicBezTo>
                    <a:pt x="846" y="1475"/>
                    <a:pt x="1061" y="1274"/>
                    <a:pt x="1201" y="1055"/>
                  </a:cubicBezTo>
                  <a:cubicBezTo>
                    <a:pt x="1272" y="943"/>
                    <a:pt x="1325" y="826"/>
                    <a:pt x="1350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8" y="682"/>
                    <a:pt x="1359" y="675"/>
                  </a:cubicBezTo>
                  <a:cubicBezTo>
                    <a:pt x="1361" y="638"/>
                    <a:pt x="1363" y="593"/>
                    <a:pt x="1361" y="555"/>
                  </a:cubicBezTo>
                  <a:cubicBezTo>
                    <a:pt x="1355" y="457"/>
                    <a:pt x="1318" y="378"/>
                    <a:pt x="1268" y="296"/>
                  </a:cubicBezTo>
                  <a:cubicBezTo>
                    <a:pt x="1264" y="288"/>
                    <a:pt x="1259" y="281"/>
                    <a:pt x="1253" y="275"/>
                  </a:cubicBezTo>
                  <a:cubicBezTo>
                    <a:pt x="1224" y="241"/>
                    <a:pt x="1193" y="204"/>
                    <a:pt x="1158" y="177"/>
                  </a:cubicBezTo>
                  <a:cubicBezTo>
                    <a:pt x="1013" y="68"/>
                    <a:pt x="830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7">
              <a:extLst>
                <a:ext uri="{FF2B5EF4-FFF2-40B4-BE49-F238E27FC236}">
                  <a16:creationId xmlns:a16="http://schemas.microsoft.com/office/drawing/2014/main" id="{8D21D599-1299-E8E7-81D9-183CA92A0055}"/>
                </a:ext>
              </a:extLst>
            </p:cNvPr>
            <p:cNvSpPr/>
            <p:nvPr/>
          </p:nvSpPr>
          <p:spPr>
            <a:xfrm>
              <a:off x="5513521" y="-1225472"/>
              <a:ext cx="89546" cy="88282"/>
            </a:xfrm>
            <a:custGeom>
              <a:avLst/>
              <a:gdLst/>
              <a:ahLst/>
              <a:cxnLst/>
              <a:rect l="l" t="t" r="r" b="b"/>
              <a:pathLst>
                <a:path w="1346" h="1327" extrusionOk="0">
                  <a:moveTo>
                    <a:pt x="1333" y="833"/>
                  </a:moveTo>
                  <a:lnTo>
                    <a:pt x="1333" y="842"/>
                  </a:lnTo>
                  <a:cubicBezTo>
                    <a:pt x="1333" y="839"/>
                    <a:pt x="1333" y="836"/>
                    <a:pt x="1333" y="833"/>
                  </a:cubicBezTo>
                  <a:close/>
                  <a:moveTo>
                    <a:pt x="615" y="1"/>
                  </a:moveTo>
                  <a:cubicBezTo>
                    <a:pt x="589" y="1"/>
                    <a:pt x="565" y="2"/>
                    <a:pt x="547" y="2"/>
                  </a:cubicBezTo>
                  <a:cubicBezTo>
                    <a:pt x="536" y="2"/>
                    <a:pt x="526" y="3"/>
                    <a:pt x="516" y="4"/>
                  </a:cubicBezTo>
                  <a:cubicBezTo>
                    <a:pt x="468" y="12"/>
                    <a:pt x="419" y="23"/>
                    <a:pt x="373" y="39"/>
                  </a:cubicBezTo>
                  <a:cubicBezTo>
                    <a:pt x="370" y="41"/>
                    <a:pt x="367" y="42"/>
                    <a:pt x="363" y="43"/>
                  </a:cubicBezTo>
                  <a:cubicBezTo>
                    <a:pt x="324" y="65"/>
                    <a:pt x="284" y="86"/>
                    <a:pt x="244" y="108"/>
                  </a:cubicBezTo>
                  <a:cubicBezTo>
                    <a:pt x="243" y="109"/>
                    <a:pt x="241" y="109"/>
                    <a:pt x="240" y="110"/>
                  </a:cubicBezTo>
                  <a:cubicBezTo>
                    <a:pt x="237" y="112"/>
                    <a:pt x="235" y="114"/>
                    <a:pt x="231" y="116"/>
                  </a:cubicBezTo>
                  <a:cubicBezTo>
                    <a:pt x="215" y="132"/>
                    <a:pt x="198" y="149"/>
                    <a:pt x="181" y="164"/>
                  </a:cubicBezTo>
                  <a:cubicBezTo>
                    <a:pt x="162" y="181"/>
                    <a:pt x="144" y="198"/>
                    <a:pt x="127" y="217"/>
                  </a:cubicBezTo>
                  <a:cubicBezTo>
                    <a:pt x="114" y="236"/>
                    <a:pt x="103" y="256"/>
                    <a:pt x="90" y="276"/>
                  </a:cubicBezTo>
                  <a:cubicBezTo>
                    <a:pt x="61" y="314"/>
                    <a:pt x="43" y="356"/>
                    <a:pt x="36" y="402"/>
                  </a:cubicBezTo>
                  <a:cubicBezTo>
                    <a:pt x="13" y="480"/>
                    <a:pt x="0" y="506"/>
                    <a:pt x="15" y="603"/>
                  </a:cubicBezTo>
                  <a:cubicBezTo>
                    <a:pt x="15" y="604"/>
                    <a:pt x="15" y="606"/>
                    <a:pt x="15" y="607"/>
                  </a:cubicBezTo>
                  <a:cubicBezTo>
                    <a:pt x="18" y="625"/>
                    <a:pt x="40" y="721"/>
                    <a:pt x="46" y="739"/>
                  </a:cubicBezTo>
                  <a:cubicBezTo>
                    <a:pt x="47" y="740"/>
                    <a:pt x="47" y="742"/>
                    <a:pt x="48" y="744"/>
                  </a:cubicBezTo>
                  <a:cubicBezTo>
                    <a:pt x="55" y="760"/>
                    <a:pt x="102" y="848"/>
                    <a:pt x="112" y="862"/>
                  </a:cubicBezTo>
                  <a:cubicBezTo>
                    <a:pt x="123" y="877"/>
                    <a:pt x="135" y="888"/>
                    <a:pt x="148" y="901"/>
                  </a:cubicBezTo>
                  <a:cubicBezTo>
                    <a:pt x="148" y="901"/>
                    <a:pt x="148" y="901"/>
                    <a:pt x="148" y="902"/>
                  </a:cubicBezTo>
                  <a:cubicBezTo>
                    <a:pt x="150" y="905"/>
                    <a:pt x="152" y="908"/>
                    <a:pt x="153" y="913"/>
                  </a:cubicBezTo>
                  <a:cubicBezTo>
                    <a:pt x="168" y="939"/>
                    <a:pt x="210" y="1025"/>
                    <a:pt x="227" y="1049"/>
                  </a:cubicBezTo>
                  <a:cubicBezTo>
                    <a:pt x="236" y="1061"/>
                    <a:pt x="326" y="1157"/>
                    <a:pt x="338" y="1166"/>
                  </a:cubicBezTo>
                  <a:cubicBezTo>
                    <a:pt x="360" y="1184"/>
                    <a:pt x="382" y="1194"/>
                    <a:pt x="410" y="1211"/>
                  </a:cubicBezTo>
                  <a:cubicBezTo>
                    <a:pt x="436" y="1225"/>
                    <a:pt x="465" y="1245"/>
                    <a:pt x="493" y="1260"/>
                  </a:cubicBezTo>
                  <a:cubicBezTo>
                    <a:pt x="504" y="1265"/>
                    <a:pt x="515" y="1269"/>
                    <a:pt x="528" y="1274"/>
                  </a:cubicBezTo>
                  <a:cubicBezTo>
                    <a:pt x="578" y="1289"/>
                    <a:pt x="631" y="1306"/>
                    <a:pt x="684" y="1318"/>
                  </a:cubicBezTo>
                  <a:cubicBezTo>
                    <a:pt x="690" y="1319"/>
                    <a:pt x="697" y="1320"/>
                    <a:pt x="704" y="1321"/>
                  </a:cubicBezTo>
                  <a:cubicBezTo>
                    <a:pt x="731" y="1325"/>
                    <a:pt x="758" y="1327"/>
                    <a:pt x="785" y="1327"/>
                  </a:cubicBezTo>
                  <a:cubicBezTo>
                    <a:pt x="853" y="1327"/>
                    <a:pt x="919" y="1314"/>
                    <a:pt x="983" y="1290"/>
                  </a:cubicBezTo>
                  <a:cubicBezTo>
                    <a:pt x="1054" y="1266"/>
                    <a:pt x="1115" y="1227"/>
                    <a:pt x="1163" y="1171"/>
                  </a:cubicBezTo>
                  <a:cubicBezTo>
                    <a:pt x="1223" y="1124"/>
                    <a:pt x="1266" y="1064"/>
                    <a:pt x="1294" y="993"/>
                  </a:cubicBezTo>
                  <a:cubicBezTo>
                    <a:pt x="1332" y="905"/>
                    <a:pt x="1346" y="813"/>
                    <a:pt x="1336" y="718"/>
                  </a:cubicBezTo>
                  <a:lnTo>
                    <a:pt x="1336" y="718"/>
                  </a:lnTo>
                  <a:cubicBezTo>
                    <a:pt x="1336" y="705"/>
                    <a:pt x="1336" y="691"/>
                    <a:pt x="1336" y="678"/>
                  </a:cubicBezTo>
                  <a:cubicBezTo>
                    <a:pt x="1336" y="667"/>
                    <a:pt x="1334" y="656"/>
                    <a:pt x="1331" y="646"/>
                  </a:cubicBezTo>
                  <a:cubicBezTo>
                    <a:pt x="1319" y="589"/>
                    <a:pt x="1308" y="515"/>
                    <a:pt x="1279" y="458"/>
                  </a:cubicBezTo>
                  <a:cubicBezTo>
                    <a:pt x="1256" y="414"/>
                    <a:pt x="1233" y="368"/>
                    <a:pt x="1207" y="325"/>
                  </a:cubicBezTo>
                  <a:cubicBezTo>
                    <a:pt x="1205" y="322"/>
                    <a:pt x="1202" y="318"/>
                    <a:pt x="1200" y="314"/>
                  </a:cubicBezTo>
                  <a:cubicBezTo>
                    <a:pt x="1193" y="306"/>
                    <a:pt x="1186" y="297"/>
                    <a:pt x="1179" y="289"/>
                  </a:cubicBezTo>
                  <a:cubicBezTo>
                    <a:pt x="1146" y="251"/>
                    <a:pt x="1109" y="211"/>
                    <a:pt x="1073" y="177"/>
                  </a:cubicBezTo>
                  <a:cubicBezTo>
                    <a:pt x="1069" y="174"/>
                    <a:pt x="1066" y="170"/>
                    <a:pt x="1063" y="167"/>
                  </a:cubicBezTo>
                  <a:cubicBezTo>
                    <a:pt x="1055" y="160"/>
                    <a:pt x="1047" y="155"/>
                    <a:pt x="1038" y="149"/>
                  </a:cubicBezTo>
                  <a:cubicBezTo>
                    <a:pt x="997" y="120"/>
                    <a:pt x="951" y="94"/>
                    <a:pt x="907" y="69"/>
                  </a:cubicBezTo>
                  <a:cubicBezTo>
                    <a:pt x="902" y="67"/>
                    <a:pt x="898" y="64"/>
                    <a:pt x="893" y="62"/>
                  </a:cubicBezTo>
                  <a:cubicBezTo>
                    <a:pt x="884" y="57"/>
                    <a:pt x="875" y="53"/>
                    <a:pt x="866" y="50"/>
                  </a:cubicBezTo>
                  <a:cubicBezTo>
                    <a:pt x="821" y="35"/>
                    <a:pt x="768" y="21"/>
                    <a:pt x="723" y="10"/>
                  </a:cubicBezTo>
                  <a:cubicBezTo>
                    <a:pt x="718" y="9"/>
                    <a:pt x="714" y="8"/>
                    <a:pt x="710" y="7"/>
                  </a:cubicBezTo>
                  <a:cubicBezTo>
                    <a:pt x="681" y="2"/>
                    <a:pt x="647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7">
              <a:extLst>
                <a:ext uri="{FF2B5EF4-FFF2-40B4-BE49-F238E27FC236}">
                  <a16:creationId xmlns:a16="http://schemas.microsoft.com/office/drawing/2014/main" id="{20B1F80A-27FB-8650-7507-3E49343B53B3}"/>
                </a:ext>
              </a:extLst>
            </p:cNvPr>
            <p:cNvSpPr/>
            <p:nvPr/>
          </p:nvSpPr>
          <p:spPr>
            <a:xfrm>
              <a:off x="5695806" y="-1137190"/>
              <a:ext cx="85488" cy="88415"/>
            </a:xfrm>
            <a:custGeom>
              <a:avLst/>
              <a:gdLst/>
              <a:ahLst/>
              <a:cxnLst/>
              <a:rect l="l" t="t" r="r" b="b"/>
              <a:pathLst>
                <a:path w="1285" h="1329" extrusionOk="0">
                  <a:moveTo>
                    <a:pt x="702" y="1327"/>
                  </a:moveTo>
                  <a:lnTo>
                    <a:pt x="702" y="1327"/>
                  </a:lnTo>
                  <a:cubicBezTo>
                    <a:pt x="711" y="1327"/>
                    <a:pt x="721" y="1327"/>
                    <a:pt x="730" y="1328"/>
                  </a:cubicBezTo>
                  <a:lnTo>
                    <a:pt x="730" y="1328"/>
                  </a:lnTo>
                  <a:lnTo>
                    <a:pt x="702" y="1327"/>
                  </a:lnTo>
                  <a:close/>
                  <a:moveTo>
                    <a:pt x="647" y="0"/>
                  </a:moveTo>
                  <a:cubicBezTo>
                    <a:pt x="597" y="0"/>
                    <a:pt x="548" y="8"/>
                    <a:pt x="500" y="24"/>
                  </a:cubicBezTo>
                  <a:cubicBezTo>
                    <a:pt x="421" y="37"/>
                    <a:pt x="350" y="68"/>
                    <a:pt x="285" y="118"/>
                  </a:cubicBezTo>
                  <a:cubicBezTo>
                    <a:pt x="284" y="118"/>
                    <a:pt x="283" y="119"/>
                    <a:pt x="283" y="120"/>
                  </a:cubicBezTo>
                  <a:lnTo>
                    <a:pt x="163" y="233"/>
                  </a:lnTo>
                  <a:cubicBezTo>
                    <a:pt x="161" y="235"/>
                    <a:pt x="159" y="238"/>
                    <a:pt x="157" y="240"/>
                  </a:cubicBezTo>
                  <a:cubicBezTo>
                    <a:pt x="139" y="263"/>
                    <a:pt x="116" y="307"/>
                    <a:pt x="108" y="320"/>
                  </a:cubicBezTo>
                  <a:cubicBezTo>
                    <a:pt x="93" y="344"/>
                    <a:pt x="72" y="374"/>
                    <a:pt x="60" y="402"/>
                  </a:cubicBezTo>
                  <a:cubicBezTo>
                    <a:pt x="45" y="453"/>
                    <a:pt x="31" y="506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2" y="795"/>
                  </a:cubicBezTo>
                  <a:cubicBezTo>
                    <a:pt x="37" y="822"/>
                    <a:pt x="43" y="848"/>
                    <a:pt x="50" y="874"/>
                  </a:cubicBezTo>
                  <a:cubicBezTo>
                    <a:pt x="51" y="878"/>
                    <a:pt x="53" y="882"/>
                    <a:pt x="54" y="885"/>
                  </a:cubicBezTo>
                  <a:cubicBezTo>
                    <a:pt x="55" y="888"/>
                    <a:pt x="56" y="890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7"/>
                    <a:pt x="133" y="1033"/>
                  </a:cubicBezTo>
                  <a:cubicBezTo>
                    <a:pt x="162" y="1081"/>
                    <a:pt x="248" y="1159"/>
                    <a:pt x="258" y="1168"/>
                  </a:cubicBezTo>
                  <a:cubicBezTo>
                    <a:pt x="264" y="1174"/>
                    <a:pt x="270" y="1178"/>
                    <a:pt x="277" y="1184"/>
                  </a:cubicBezTo>
                  <a:cubicBezTo>
                    <a:pt x="300" y="1199"/>
                    <a:pt x="334" y="1218"/>
                    <a:pt x="349" y="1227"/>
                  </a:cubicBezTo>
                  <a:cubicBezTo>
                    <a:pt x="364" y="1237"/>
                    <a:pt x="397" y="1258"/>
                    <a:pt x="421" y="1271"/>
                  </a:cubicBezTo>
                  <a:cubicBezTo>
                    <a:pt x="424" y="1273"/>
                    <a:pt x="428" y="1275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0"/>
                    <a:pt x="557" y="1315"/>
                    <a:pt x="592" y="1322"/>
                  </a:cubicBezTo>
                  <a:cubicBezTo>
                    <a:pt x="594" y="1323"/>
                    <a:pt x="596" y="1323"/>
                    <a:pt x="599" y="1324"/>
                  </a:cubicBezTo>
                  <a:cubicBezTo>
                    <a:pt x="602" y="1324"/>
                    <a:pt x="606" y="1325"/>
                    <a:pt x="610" y="1325"/>
                  </a:cubicBezTo>
                  <a:cubicBezTo>
                    <a:pt x="618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7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8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8"/>
                  </a:cubicBezTo>
                  <a:lnTo>
                    <a:pt x="766" y="1328"/>
                  </a:lnTo>
                  <a:cubicBezTo>
                    <a:pt x="766" y="1328"/>
                    <a:pt x="766" y="1328"/>
                    <a:pt x="766" y="1328"/>
                  </a:cubicBezTo>
                  <a:lnTo>
                    <a:pt x="766" y="1328"/>
                  </a:lnTo>
                  <a:lnTo>
                    <a:pt x="766" y="1328"/>
                  </a:lnTo>
                  <a:cubicBezTo>
                    <a:pt x="815" y="1325"/>
                    <a:pt x="863" y="1314"/>
                    <a:pt x="911" y="1295"/>
                  </a:cubicBezTo>
                  <a:cubicBezTo>
                    <a:pt x="954" y="1272"/>
                    <a:pt x="997" y="1249"/>
                    <a:pt x="1039" y="1225"/>
                  </a:cubicBezTo>
                  <a:cubicBezTo>
                    <a:pt x="1041" y="1223"/>
                    <a:pt x="1043" y="1221"/>
                    <a:pt x="1044" y="1220"/>
                  </a:cubicBezTo>
                  <a:cubicBezTo>
                    <a:pt x="1122" y="1161"/>
                    <a:pt x="1210" y="1067"/>
                    <a:pt x="1243" y="971"/>
                  </a:cubicBezTo>
                  <a:lnTo>
                    <a:pt x="1243" y="971"/>
                  </a:lnTo>
                  <a:cubicBezTo>
                    <a:pt x="1264" y="930"/>
                    <a:pt x="1277" y="886"/>
                    <a:pt x="1282" y="838"/>
                  </a:cubicBezTo>
                  <a:cubicBezTo>
                    <a:pt x="1283" y="794"/>
                    <a:pt x="1284" y="751"/>
                    <a:pt x="1284" y="709"/>
                  </a:cubicBezTo>
                  <a:cubicBezTo>
                    <a:pt x="1284" y="706"/>
                    <a:pt x="1283" y="703"/>
                    <a:pt x="1283" y="701"/>
                  </a:cubicBezTo>
                  <a:cubicBezTo>
                    <a:pt x="1279" y="680"/>
                    <a:pt x="1272" y="654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4" y="614"/>
                    <a:pt x="1258" y="593"/>
                  </a:cubicBezTo>
                  <a:cubicBezTo>
                    <a:pt x="1258" y="585"/>
                    <a:pt x="1257" y="578"/>
                    <a:pt x="1255" y="569"/>
                  </a:cubicBezTo>
                  <a:cubicBezTo>
                    <a:pt x="1252" y="551"/>
                    <a:pt x="1247" y="527"/>
                    <a:pt x="1240" y="503"/>
                  </a:cubicBezTo>
                  <a:cubicBezTo>
                    <a:pt x="1238" y="493"/>
                    <a:pt x="1238" y="482"/>
                    <a:pt x="1235" y="473"/>
                  </a:cubicBezTo>
                  <a:cubicBezTo>
                    <a:pt x="1229" y="419"/>
                    <a:pt x="1210" y="370"/>
                    <a:pt x="1179" y="327"/>
                  </a:cubicBezTo>
                  <a:cubicBezTo>
                    <a:pt x="1146" y="251"/>
                    <a:pt x="1096" y="188"/>
                    <a:pt x="1028" y="137"/>
                  </a:cubicBezTo>
                  <a:cubicBezTo>
                    <a:pt x="981" y="109"/>
                    <a:pt x="934" y="81"/>
                    <a:pt x="887" y="52"/>
                  </a:cubicBezTo>
                  <a:cubicBezTo>
                    <a:pt x="835" y="38"/>
                    <a:pt x="785" y="23"/>
                    <a:pt x="734" y="8"/>
                  </a:cubicBezTo>
                  <a:cubicBezTo>
                    <a:pt x="705" y="3"/>
                    <a:pt x="675" y="0"/>
                    <a:pt x="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7">
              <a:extLst>
                <a:ext uri="{FF2B5EF4-FFF2-40B4-BE49-F238E27FC236}">
                  <a16:creationId xmlns:a16="http://schemas.microsoft.com/office/drawing/2014/main" id="{4B7122A9-516B-52FB-8C16-DC1D84607B5A}"/>
                </a:ext>
              </a:extLst>
            </p:cNvPr>
            <p:cNvSpPr/>
            <p:nvPr/>
          </p:nvSpPr>
          <p:spPr>
            <a:xfrm>
              <a:off x="5825069" y="-1240241"/>
              <a:ext cx="82893" cy="78569"/>
            </a:xfrm>
            <a:custGeom>
              <a:avLst/>
              <a:gdLst/>
              <a:ahLst/>
              <a:cxnLst/>
              <a:rect l="l" t="t" r="r" b="b"/>
              <a:pathLst>
                <a:path w="1246" h="1181" extrusionOk="0">
                  <a:moveTo>
                    <a:pt x="741" y="0"/>
                  </a:moveTo>
                  <a:cubicBezTo>
                    <a:pt x="264" y="0"/>
                    <a:pt x="0" y="665"/>
                    <a:pt x="283" y="1019"/>
                  </a:cubicBezTo>
                  <a:cubicBezTo>
                    <a:pt x="326" y="1074"/>
                    <a:pt x="381" y="1114"/>
                    <a:pt x="447" y="1140"/>
                  </a:cubicBezTo>
                  <a:cubicBezTo>
                    <a:pt x="488" y="1151"/>
                    <a:pt x="530" y="1164"/>
                    <a:pt x="573" y="1175"/>
                  </a:cubicBezTo>
                  <a:cubicBezTo>
                    <a:pt x="598" y="1179"/>
                    <a:pt x="623" y="1181"/>
                    <a:pt x="647" y="1181"/>
                  </a:cubicBezTo>
                  <a:cubicBezTo>
                    <a:pt x="709" y="1181"/>
                    <a:pt x="770" y="1170"/>
                    <a:pt x="829" y="1147"/>
                  </a:cubicBezTo>
                  <a:cubicBezTo>
                    <a:pt x="878" y="1125"/>
                    <a:pt x="912" y="1105"/>
                    <a:pt x="945" y="1084"/>
                  </a:cubicBezTo>
                  <a:cubicBezTo>
                    <a:pt x="957" y="1076"/>
                    <a:pt x="971" y="1067"/>
                    <a:pt x="984" y="1057"/>
                  </a:cubicBezTo>
                  <a:cubicBezTo>
                    <a:pt x="986" y="1055"/>
                    <a:pt x="990" y="1052"/>
                    <a:pt x="993" y="1050"/>
                  </a:cubicBezTo>
                  <a:cubicBezTo>
                    <a:pt x="1021" y="1026"/>
                    <a:pt x="1049" y="1001"/>
                    <a:pt x="1085" y="963"/>
                  </a:cubicBezTo>
                  <a:cubicBezTo>
                    <a:pt x="1092" y="956"/>
                    <a:pt x="1100" y="947"/>
                    <a:pt x="1106" y="939"/>
                  </a:cubicBezTo>
                  <a:cubicBezTo>
                    <a:pt x="1133" y="900"/>
                    <a:pt x="1157" y="856"/>
                    <a:pt x="1180" y="816"/>
                  </a:cubicBezTo>
                  <a:cubicBezTo>
                    <a:pt x="1183" y="811"/>
                    <a:pt x="1187" y="806"/>
                    <a:pt x="1189" y="801"/>
                  </a:cubicBezTo>
                  <a:cubicBezTo>
                    <a:pt x="1216" y="745"/>
                    <a:pt x="1235" y="682"/>
                    <a:pt x="1241" y="621"/>
                  </a:cubicBezTo>
                  <a:cubicBezTo>
                    <a:pt x="1243" y="596"/>
                    <a:pt x="1242" y="568"/>
                    <a:pt x="1242" y="545"/>
                  </a:cubicBezTo>
                  <a:cubicBezTo>
                    <a:pt x="1243" y="522"/>
                    <a:pt x="1245" y="495"/>
                    <a:pt x="1243" y="470"/>
                  </a:cubicBezTo>
                  <a:cubicBezTo>
                    <a:pt x="1241" y="419"/>
                    <a:pt x="1224" y="365"/>
                    <a:pt x="1210" y="318"/>
                  </a:cubicBezTo>
                  <a:cubicBezTo>
                    <a:pt x="1177" y="236"/>
                    <a:pt x="1127" y="165"/>
                    <a:pt x="1057" y="110"/>
                  </a:cubicBezTo>
                  <a:cubicBezTo>
                    <a:pt x="988" y="54"/>
                    <a:pt x="908" y="20"/>
                    <a:pt x="820" y="6"/>
                  </a:cubicBezTo>
                  <a:cubicBezTo>
                    <a:pt x="793" y="2"/>
                    <a:pt x="767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7">
              <a:extLst>
                <a:ext uri="{FF2B5EF4-FFF2-40B4-BE49-F238E27FC236}">
                  <a16:creationId xmlns:a16="http://schemas.microsoft.com/office/drawing/2014/main" id="{BA1793D9-6AA2-4105-357A-F0CF4C274F23}"/>
                </a:ext>
              </a:extLst>
            </p:cNvPr>
            <p:cNvSpPr/>
            <p:nvPr/>
          </p:nvSpPr>
          <p:spPr>
            <a:xfrm>
              <a:off x="5952669" y="-1041124"/>
              <a:ext cx="88482" cy="74178"/>
            </a:xfrm>
            <a:custGeom>
              <a:avLst/>
              <a:gdLst/>
              <a:ahLst/>
              <a:cxnLst/>
              <a:rect l="l" t="t" r="r" b="b"/>
              <a:pathLst>
                <a:path w="1330" h="1115" extrusionOk="0">
                  <a:moveTo>
                    <a:pt x="538" y="0"/>
                  </a:moveTo>
                  <a:cubicBezTo>
                    <a:pt x="467" y="0"/>
                    <a:pt x="400" y="14"/>
                    <a:pt x="342" y="45"/>
                  </a:cubicBezTo>
                  <a:cubicBezTo>
                    <a:pt x="303" y="66"/>
                    <a:pt x="264" y="88"/>
                    <a:pt x="224" y="109"/>
                  </a:cubicBezTo>
                  <a:cubicBezTo>
                    <a:pt x="163" y="150"/>
                    <a:pt x="117" y="201"/>
                    <a:pt x="86" y="265"/>
                  </a:cubicBezTo>
                  <a:cubicBezTo>
                    <a:pt x="57" y="303"/>
                    <a:pt x="39" y="344"/>
                    <a:pt x="32" y="391"/>
                  </a:cubicBezTo>
                  <a:cubicBezTo>
                    <a:pt x="7" y="455"/>
                    <a:pt x="0" y="520"/>
                    <a:pt x="11" y="590"/>
                  </a:cubicBezTo>
                  <a:cubicBezTo>
                    <a:pt x="21" y="632"/>
                    <a:pt x="32" y="675"/>
                    <a:pt x="41" y="719"/>
                  </a:cubicBezTo>
                  <a:cubicBezTo>
                    <a:pt x="76" y="806"/>
                    <a:pt x="129" y="879"/>
                    <a:pt x="202" y="939"/>
                  </a:cubicBezTo>
                  <a:cubicBezTo>
                    <a:pt x="247" y="981"/>
                    <a:pt x="309" y="1010"/>
                    <a:pt x="361" y="1039"/>
                  </a:cubicBezTo>
                  <a:cubicBezTo>
                    <a:pt x="378" y="1047"/>
                    <a:pt x="394" y="1053"/>
                    <a:pt x="411" y="1059"/>
                  </a:cubicBezTo>
                  <a:cubicBezTo>
                    <a:pt x="486" y="1084"/>
                    <a:pt x="559" y="1109"/>
                    <a:pt x="638" y="1111"/>
                  </a:cubicBezTo>
                  <a:cubicBezTo>
                    <a:pt x="669" y="1112"/>
                    <a:pt x="705" y="1115"/>
                    <a:pt x="741" y="1115"/>
                  </a:cubicBezTo>
                  <a:cubicBezTo>
                    <a:pt x="763" y="1115"/>
                    <a:pt x="785" y="1114"/>
                    <a:pt x="806" y="1111"/>
                  </a:cubicBezTo>
                  <a:cubicBezTo>
                    <a:pt x="860" y="1103"/>
                    <a:pt x="916" y="1089"/>
                    <a:pt x="968" y="1074"/>
                  </a:cubicBezTo>
                  <a:cubicBezTo>
                    <a:pt x="985" y="1069"/>
                    <a:pt x="1002" y="1063"/>
                    <a:pt x="1017" y="1055"/>
                  </a:cubicBezTo>
                  <a:cubicBezTo>
                    <a:pt x="1104" y="1018"/>
                    <a:pt x="1163" y="982"/>
                    <a:pt x="1223" y="908"/>
                  </a:cubicBezTo>
                  <a:cubicBezTo>
                    <a:pt x="1252" y="871"/>
                    <a:pt x="1272" y="829"/>
                    <a:pt x="1295" y="789"/>
                  </a:cubicBezTo>
                  <a:cubicBezTo>
                    <a:pt x="1328" y="711"/>
                    <a:pt x="1329" y="630"/>
                    <a:pt x="1309" y="553"/>
                  </a:cubicBezTo>
                  <a:cubicBezTo>
                    <a:pt x="1172" y="430"/>
                    <a:pt x="1059" y="292"/>
                    <a:pt x="975" y="144"/>
                  </a:cubicBezTo>
                  <a:cubicBezTo>
                    <a:pt x="837" y="56"/>
                    <a:pt x="679" y="0"/>
                    <a:pt x="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7">
              <a:extLst>
                <a:ext uri="{FF2B5EF4-FFF2-40B4-BE49-F238E27FC236}">
                  <a16:creationId xmlns:a16="http://schemas.microsoft.com/office/drawing/2014/main" id="{8B93CD52-494E-D481-0F93-D08759BCDF28}"/>
                </a:ext>
              </a:extLst>
            </p:cNvPr>
            <p:cNvSpPr/>
            <p:nvPr/>
          </p:nvSpPr>
          <p:spPr>
            <a:xfrm>
              <a:off x="6006024" y="-865159"/>
              <a:ext cx="87750" cy="80565"/>
            </a:xfrm>
            <a:custGeom>
              <a:avLst/>
              <a:gdLst/>
              <a:ahLst/>
              <a:cxnLst/>
              <a:rect l="l" t="t" r="r" b="b"/>
              <a:pathLst>
                <a:path w="1319" h="1211" extrusionOk="0">
                  <a:moveTo>
                    <a:pt x="798" y="1"/>
                  </a:moveTo>
                  <a:cubicBezTo>
                    <a:pt x="788" y="1"/>
                    <a:pt x="778" y="1"/>
                    <a:pt x="768" y="2"/>
                  </a:cubicBezTo>
                  <a:cubicBezTo>
                    <a:pt x="747" y="2"/>
                    <a:pt x="726" y="1"/>
                    <a:pt x="704" y="1"/>
                  </a:cubicBezTo>
                  <a:cubicBezTo>
                    <a:pt x="687" y="1"/>
                    <a:pt x="669" y="1"/>
                    <a:pt x="651" y="3"/>
                  </a:cubicBezTo>
                  <a:cubicBezTo>
                    <a:pt x="635" y="4"/>
                    <a:pt x="619" y="7"/>
                    <a:pt x="603" y="11"/>
                  </a:cubicBezTo>
                  <a:cubicBezTo>
                    <a:pt x="545" y="23"/>
                    <a:pt x="485" y="36"/>
                    <a:pt x="428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3"/>
                    <a:pt x="358" y="87"/>
                    <a:pt x="333" y="101"/>
                  </a:cubicBezTo>
                  <a:cubicBezTo>
                    <a:pt x="304" y="116"/>
                    <a:pt x="286" y="124"/>
                    <a:pt x="264" y="139"/>
                  </a:cubicBezTo>
                  <a:cubicBezTo>
                    <a:pt x="250" y="149"/>
                    <a:pt x="236" y="159"/>
                    <a:pt x="223" y="171"/>
                  </a:cubicBezTo>
                  <a:cubicBezTo>
                    <a:pt x="144" y="228"/>
                    <a:pt x="86" y="302"/>
                    <a:pt x="47" y="390"/>
                  </a:cubicBezTo>
                  <a:cubicBezTo>
                    <a:pt x="17" y="454"/>
                    <a:pt x="3" y="521"/>
                    <a:pt x="7" y="590"/>
                  </a:cubicBezTo>
                  <a:cubicBezTo>
                    <a:pt x="1" y="659"/>
                    <a:pt x="10" y="725"/>
                    <a:pt x="39" y="790"/>
                  </a:cubicBezTo>
                  <a:cubicBezTo>
                    <a:pt x="72" y="879"/>
                    <a:pt x="126" y="955"/>
                    <a:pt x="202" y="1014"/>
                  </a:cubicBezTo>
                  <a:cubicBezTo>
                    <a:pt x="217" y="1028"/>
                    <a:pt x="232" y="1039"/>
                    <a:pt x="249" y="1051"/>
                  </a:cubicBezTo>
                  <a:cubicBezTo>
                    <a:pt x="293" y="1080"/>
                    <a:pt x="340" y="1108"/>
                    <a:pt x="387" y="1135"/>
                  </a:cubicBezTo>
                  <a:cubicBezTo>
                    <a:pt x="395" y="1140"/>
                    <a:pt x="405" y="1144"/>
                    <a:pt x="414" y="1149"/>
                  </a:cubicBezTo>
                  <a:cubicBezTo>
                    <a:pt x="451" y="1166"/>
                    <a:pt x="491" y="1176"/>
                    <a:pt x="530" y="1188"/>
                  </a:cubicBezTo>
                  <a:cubicBezTo>
                    <a:pt x="596" y="1206"/>
                    <a:pt x="604" y="1211"/>
                    <a:pt x="646" y="1211"/>
                  </a:cubicBezTo>
                  <a:cubicBezTo>
                    <a:pt x="665" y="1211"/>
                    <a:pt x="690" y="1210"/>
                    <a:pt x="728" y="1209"/>
                  </a:cubicBezTo>
                  <a:lnTo>
                    <a:pt x="739" y="1209"/>
                  </a:lnTo>
                  <a:cubicBezTo>
                    <a:pt x="748" y="1209"/>
                    <a:pt x="758" y="1208"/>
                    <a:pt x="767" y="1207"/>
                  </a:cubicBezTo>
                  <a:cubicBezTo>
                    <a:pt x="822" y="1201"/>
                    <a:pt x="877" y="1184"/>
                    <a:pt x="929" y="1170"/>
                  </a:cubicBezTo>
                  <a:cubicBezTo>
                    <a:pt x="939" y="1168"/>
                    <a:pt x="947" y="1166"/>
                    <a:pt x="956" y="1163"/>
                  </a:cubicBezTo>
                  <a:cubicBezTo>
                    <a:pt x="960" y="1162"/>
                    <a:pt x="963" y="1161"/>
                    <a:pt x="967" y="1160"/>
                  </a:cubicBezTo>
                  <a:cubicBezTo>
                    <a:pt x="987" y="1152"/>
                    <a:pt x="1006" y="1143"/>
                    <a:pt x="1022" y="1130"/>
                  </a:cubicBezTo>
                  <a:cubicBezTo>
                    <a:pt x="1043" y="1125"/>
                    <a:pt x="1060" y="1115"/>
                    <a:pt x="1075" y="1101"/>
                  </a:cubicBezTo>
                  <a:cubicBezTo>
                    <a:pt x="1156" y="1047"/>
                    <a:pt x="1208" y="961"/>
                    <a:pt x="1255" y="877"/>
                  </a:cubicBezTo>
                  <a:cubicBezTo>
                    <a:pt x="1276" y="834"/>
                    <a:pt x="1284" y="789"/>
                    <a:pt x="1281" y="743"/>
                  </a:cubicBezTo>
                  <a:cubicBezTo>
                    <a:pt x="1282" y="739"/>
                    <a:pt x="1281" y="735"/>
                    <a:pt x="1281" y="732"/>
                  </a:cubicBezTo>
                  <a:cubicBezTo>
                    <a:pt x="1292" y="691"/>
                    <a:pt x="1304" y="651"/>
                    <a:pt x="1315" y="610"/>
                  </a:cubicBezTo>
                  <a:cubicBezTo>
                    <a:pt x="1316" y="568"/>
                    <a:pt x="1318" y="525"/>
                    <a:pt x="1319" y="484"/>
                  </a:cubicBezTo>
                  <a:cubicBezTo>
                    <a:pt x="1315" y="463"/>
                    <a:pt x="1293" y="376"/>
                    <a:pt x="1287" y="357"/>
                  </a:cubicBezTo>
                  <a:cubicBezTo>
                    <a:pt x="1257" y="267"/>
                    <a:pt x="1232" y="248"/>
                    <a:pt x="1176" y="191"/>
                  </a:cubicBezTo>
                  <a:cubicBezTo>
                    <a:pt x="1154" y="168"/>
                    <a:pt x="1139" y="148"/>
                    <a:pt x="1116" y="130"/>
                  </a:cubicBezTo>
                  <a:cubicBezTo>
                    <a:pt x="1110" y="126"/>
                    <a:pt x="1105" y="123"/>
                    <a:pt x="1100" y="118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3" y="22"/>
                  </a:cubicBezTo>
                  <a:cubicBezTo>
                    <a:pt x="869" y="8"/>
                    <a:pt x="834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7">
              <a:extLst>
                <a:ext uri="{FF2B5EF4-FFF2-40B4-BE49-F238E27FC236}">
                  <a16:creationId xmlns:a16="http://schemas.microsoft.com/office/drawing/2014/main" id="{2BEDEECA-B07F-E2E8-E327-E8A79B0AEF01}"/>
                </a:ext>
              </a:extLst>
            </p:cNvPr>
            <p:cNvSpPr/>
            <p:nvPr/>
          </p:nvSpPr>
          <p:spPr>
            <a:xfrm>
              <a:off x="5591292" y="-1348415"/>
              <a:ext cx="53022" cy="55617"/>
            </a:xfrm>
            <a:custGeom>
              <a:avLst/>
              <a:gdLst/>
              <a:ahLst/>
              <a:cxnLst/>
              <a:rect l="l" t="t" r="r" b="b"/>
              <a:pathLst>
                <a:path w="797" h="836" extrusionOk="0">
                  <a:moveTo>
                    <a:pt x="382" y="0"/>
                  </a:moveTo>
                  <a:cubicBezTo>
                    <a:pt x="368" y="0"/>
                    <a:pt x="355" y="1"/>
                    <a:pt x="341" y="2"/>
                  </a:cubicBezTo>
                  <a:cubicBezTo>
                    <a:pt x="291" y="5"/>
                    <a:pt x="246" y="21"/>
                    <a:pt x="205" y="47"/>
                  </a:cubicBezTo>
                  <a:cubicBezTo>
                    <a:pt x="159" y="67"/>
                    <a:pt x="122" y="98"/>
                    <a:pt x="91" y="139"/>
                  </a:cubicBezTo>
                  <a:cubicBezTo>
                    <a:pt x="71" y="166"/>
                    <a:pt x="54" y="195"/>
                    <a:pt x="39" y="226"/>
                  </a:cubicBezTo>
                  <a:cubicBezTo>
                    <a:pt x="14" y="282"/>
                    <a:pt x="0" y="358"/>
                    <a:pt x="10" y="419"/>
                  </a:cubicBezTo>
                  <a:cubicBezTo>
                    <a:pt x="15" y="454"/>
                    <a:pt x="21" y="489"/>
                    <a:pt x="34" y="523"/>
                  </a:cubicBezTo>
                  <a:cubicBezTo>
                    <a:pt x="60" y="592"/>
                    <a:pt x="98" y="641"/>
                    <a:pt x="154" y="688"/>
                  </a:cubicBezTo>
                  <a:cubicBezTo>
                    <a:pt x="169" y="700"/>
                    <a:pt x="182" y="711"/>
                    <a:pt x="197" y="723"/>
                  </a:cubicBezTo>
                  <a:cubicBezTo>
                    <a:pt x="217" y="740"/>
                    <a:pt x="234" y="750"/>
                    <a:pt x="258" y="764"/>
                  </a:cubicBezTo>
                  <a:cubicBezTo>
                    <a:pt x="285" y="780"/>
                    <a:pt x="294" y="789"/>
                    <a:pt x="319" y="796"/>
                  </a:cubicBezTo>
                  <a:lnTo>
                    <a:pt x="369" y="811"/>
                  </a:lnTo>
                  <a:cubicBezTo>
                    <a:pt x="408" y="827"/>
                    <a:pt x="447" y="835"/>
                    <a:pt x="489" y="835"/>
                  </a:cubicBezTo>
                  <a:cubicBezTo>
                    <a:pt x="500" y="835"/>
                    <a:pt x="510" y="835"/>
                    <a:pt x="521" y="834"/>
                  </a:cubicBezTo>
                  <a:cubicBezTo>
                    <a:pt x="561" y="831"/>
                    <a:pt x="598" y="818"/>
                    <a:pt x="631" y="797"/>
                  </a:cubicBezTo>
                  <a:cubicBezTo>
                    <a:pt x="668" y="780"/>
                    <a:pt x="699" y="755"/>
                    <a:pt x="725" y="722"/>
                  </a:cubicBezTo>
                  <a:cubicBezTo>
                    <a:pt x="758" y="680"/>
                    <a:pt x="780" y="632"/>
                    <a:pt x="788" y="577"/>
                  </a:cubicBezTo>
                  <a:cubicBezTo>
                    <a:pt x="789" y="564"/>
                    <a:pt x="791" y="549"/>
                    <a:pt x="793" y="534"/>
                  </a:cubicBezTo>
                  <a:cubicBezTo>
                    <a:pt x="794" y="531"/>
                    <a:pt x="794" y="528"/>
                    <a:pt x="794" y="524"/>
                  </a:cubicBezTo>
                  <a:lnTo>
                    <a:pt x="795" y="517"/>
                  </a:lnTo>
                  <a:cubicBezTo>
                    <a:pt x="796" y="486"/>
                    <a:pt x="796" y="456"/>
                    <a:pt x="797" y="427"/>
                  </a:cubicBezTo>
                  <a:cubicBezTo>
                    <a:pt x="794" y="388"/>
                    <a:pt x="780" y="351"/>
                    <a:pt x="768" y="315"/>
                  </a:cubicBezTo>
                  <a:cubicBezTo>
                    <a:pt x="763" y="297"/>
                    <a:pt x="758" y="279"/>
                    <a:pt x="753" y="261"/>
                  </a:cubicBezTo>
                  <a:lnTo>
                    <a:pt x="750" y="252"/>
                  </a:lnTo>
                  <a:cubicBezTo>
                    <a:pt x="734" y="223"/>
                    <a:pt x="718" y="193"/>
                    <a:pt x="703" y="165"/>
                  </a:cubicBezTo>
                  <a:cubicBezTo>
                    <a:pt x="675" y="122"/>
                    <a:pt x="655" y="106"/>
                    <a:pt x="624" y="85"/>
                  </a:cubicBezTo>
                  <a:cubicBezTo>
                    <a:pt x="595" y="67"/>
                    <a:pt x="564" y="48"/>
                    <a:pt x="534" y="30"/>
                  </a:cubicBezTo>
                  <a:lnTo>
                    <a:pt x="440" y="4"/>
                  </a:lnTo>
                  <a:cubicBezTo>
                    <a:pt x="420" y="1"/>
                    <a:pt x="401" y="0"/>
                    <a:pt x="3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7">
              <a:extLst>
                <a:ext uri="{FF2B5EF4-FFF2-40B4-BE49-F238E27FC236}">
                  <a16:creationId xmlns:a16="http://schemas.microsoft.com/office/drawing/2014/main" id="{830C40E1-75B3-269F-5F6D-2347E55D4FA4}"/>
                </a:ext>
              </a:extLst>
            </p:cNvPr>
            <p:cNvSpPr/>
            <p:nvPr/>
          </p:nvSpPr>
          <p:spPr>
            <a:xfrm>
              <a:off x="5923596" y="-1404565"/>
              <a:ext cx="32931" cy="66993"/>
            </a:xfrm>
            <a:custGeom>
              <a:avLst/>
              <a:gdLst/>
              <a:ahLst/>
              <a:cxnLst/>
              <a:rect l="l" t="t" r="r" b="b"/>
              <a:pathLst>
                <a:path w="495" h="1007" extrusionOk="0">
                  <a:moveTo>
                    <a:pt x="495" y="0"/>
                  </a:moveTo>
                  <a:lnTo>
                    <a:pt x="495" y="0"/>
                  </a:lnTo>
                  <a:cubicBezTo>
                    <a:pt x="454" y="5"/>
                    <a:pt x="413" y="17"/>
                    <a:pt x="369" y="30"/>
                  </a:cubicBezTo>
                  <a:cubicBezTo>
                    <a:pt x="238" y="71"/>
                    <a:pt x="115" y="183"/>
                    <a:pt x="66" y="312"/>
                  </a:cubicBezTo>
                  <a:cubicBezTo>
                    <a:pt x="46" y="363"/>
                    <a:pt x="31" y="419"/>
                    <a:pt x="19" y="471"/>
                  </a:cubicBezTo>
                  <a:cubicBezTo>
                    <a:pt x="15" y="486"/>
                    <a:pt x="12" y="500"/>
                    <a:pt x="10" y="515"/>
                  </a:cubicBezTo>
                  <a:cubicBezTo>
                    <a:pt x="4" y="563"/>
                    <a:pt x="1" y="633"/>
                    <a:pt x="5" y="672"/>
                  </a:cubicBezTo>
                  <a:cubicBezTo>
                    <a:pt x="15" y="767"/>
                    <a:pt x="61" y="855"/>
                    <a:pt x="113" y="935"/>
                  </a:cubicBezTo>
                  <a:cubicBezTo>
                    <a:pt x="135" y="958"/>
                    <a:pt x="158" y="982"/>
                    <a:pt x="180" y="1006"/>
                  </a:cubicBezTo>
                  <a:cubicBezTo>
                    <a:pt x="181" y="1006"/>
                    <a:pt x="182" y="1006"/>
                    <a:pt x="182" y="1007"/>
                  </a:cubicBezTo>
                  <a:lnTo>
                    <a:pt x="182" y="1007"/>
                  </a:lnTo>
                  <a:cubicBezTo>
                    <a:pt x="139" y="646"/>
                    <a:pt x="258" y="290"/>
                    <a:pt x="495" y="0"/>
                  </a:cubicBezTo>
                  <a:close/>
                  <a:moveTo>
                    <a:pt x="182" y="1007"/>
                  </a:moveTo>
                  <a:lnTo>
                    <a:pt x="182" y="1007"/>
                  </a:lnTo>
                  <a:cubicBezTo>
                    <a:pt x="182" y="1007"/>
                    <a:pt x="182" y="1007"/>
                    <a:pt x="182" y="1007"/>
                  </a:cubicBezTo>
                  <a:cubicBezTo>
                    <a:pt x="182" y="1007"/>
                    <a:pt x="182" y="1007"/>
                    <a:pt x="182" y="10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7">
              <a:extLst>
                <a:ext uri="{FF2B5EF4-FFF2-40B4-BE49-F238E27FC236}">
                  <a16:creationId xmlns:a16="http://schemas.microsoft.com/office/drawing/2014/main" id="{941045E4-884C-FF32-10F4-22529CD4A8C6}"/>
                </a:ext>
              </a:extLst>
            </p:cNvPr>
            <p:cNvSpPr/>
            <p:nvPr/>
          </p:nvSpPr>
          <p:spPr>
            <a:xfrm>
              <a:off x="5531749" y="-991229"/>
              <a:ext cx="79633" cy="70187"/>
            </a:xfrm>
            <a:custGeom>
              <a:avLst/>
              <a:gdLst/>
              <a:ahLst/>
              <a:cxnLst/>
              <a:rect l="l" t="t" r="r" b="b"/>
              <a:pathLst>
                <a:path w="1197" h="1055" extrusionOk="0">
                  <a:moveTo>
                    <a:pt x="719" y="1"/>
                  </a:moveTo>
                  <a:cubicBezTo>
                    <a:pt x="698" y="1"/>
                    <a:pt x="678" y="2"/>
                    <a:pt x="658" y="5"/>
                  </a:cubicBezTo>
                  <a:cubicBezTo>
                    <a:pt x="604" y="11"/>
                    <a:pt x="552" y="26"/>
                    <a:pt x="502" y="44"/>
                  </a:cubicBezTo>
                  <a:cubicBezTo>
                    <a:pt x="454" y="60"/>
                    <a:pt x="419" y="83"/>
                    <a:pt x="386" y="112"/>
                  </a:cubicBezTo>
                  <a:cubicBezTo>
                    <a:pt x="361" y="117"/>
                    <a:pt x="337" y="120"/>
                    <a:pt x="314" y="129"/>
                  </a:cubicBezTo>
                  <a:cubicBezTo>
                    <a:pt x="234" y="160"/>
                    <a:pt x="167" y="209"/>
                    <a:pt x="112" y="276"/>
                  </a:cubicBezTo>
                  <a:cubicBezTo>
                    <a:pt x="90" y="313"/>
                    <a:pt x="67" y="349"/>
                    <a:pt x="45" y="386"/>
                  </a:cubicBezTo>
                  <a:cubicBezTo>
                    <a:pt x="13" y="463"/>
                    <a:pt x="0" y="544"/>
                    <a:pt x="10" y="628"/>
                  </a:cubicBezTo>
                  <a:cubicBezTo>
                    <a:pt x="14" y="691"/>
                    <a:pt x="33" y="749"/>
                    <a:pt x="67" y="801"/>
                  </a:cubicBezTo>
                  <a:cubicBezTo>
                    <a:pt x="93" y="860"/>
                    <a:pt x="132" y="909"/>
                    <a:pt x="185" y="949"/>
                  </a:cubicBezTo>
                  <a:cubicBezTo>
                    <a:pt x="253" y="1002"/>
                    <a:pt x="329" y="1036"/>
                    <a:pt x="414" y="1049"/>
                  </a:cubicBezTo>
                  <a:cubicBezTo>
                    <a:pt x="437" y="1053"/>
                    <a:pt x="461" y="1054"/>
                    <a:pt x="484" y="1054"/>
                  </a:cubicBezTo>
                  <a:cubicBezTo>
                    <a:pt x="542" y="1054"/>
                    <a:pt x="599" y="1044"/>
                    <a:pt x="656" y="1022"/>
                  </a:cubicBezTo>
                  <a:cubicBezTo>
                    <a:pt x="685" y="1014"/>
                    <a:pt x="714" y="998"/>
                    <a:pt x="742" y="979"/>
                  </a:cubicBezTo>
                  <a:cubicBezTo>
                    <a:pt x="769" y="966"/>
                    <a:pt x="793" y="951"/>
                    <a:pt x="815" y="933"/>
                  </a:cubicBezTo>
                  <a:cubicBezTo>
                    <a:pt x="825" y="927"/>
                    <a:pt x="836" y="923"/>
                    <a:pt x="845" y="917"/>
                  </a:cubicBezTo>
                  <a:cubicBezTo>
                    <a:pt x="864" y="905"/>
                    <a:pt x="882" y="892"/>
                    <a:pt x="899" y="880"/>
                  </a:cubicBezTo>
                  <a:cubicBezTo>
                    <a:pt x="931" y="864"/>
                    <a:pt x="961" y="847"/>
                    <a:pt x="989" y="829"/>
                  </a:cubicBezTo>
                  <a:cubicBezTo>
                    <a:pt x="1090" y="761"/>
                    <a:pt x="1165" y="644"/>
                    <a:pt x="1181" y="523"/>
                  </a:cubicBezTo>
                  <a:cubicBezTo>
                    <a:pt x="1197" y="407"/>
                    <a:pt x="1167" y="295"/>
                    <a:pt x="1102" y="199"/>
                  </a:cubicBezTo>
                  <a:cubicBezTo>
                    <a:pt x="1057" y="132"/>
                    <a:pt x="981" y="70"/>
                    <a:pt x="907" y="38"/>
                  </a:cubicBezTo>
                  <a:cubicBezTo>
                    <a:pt x="848" y="14"/>
                    <a:pt x="783" y="1"/>
                    <a:pt x="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7">
              <a:extLst>
                <a:ext uri="{FF2B5EF4-FFF2-40B4-BE49-F238E27FC236}">
                  <a16:creationId xmlns:a16="http://schemas.microsoft.com/office/drawing/2014/main" id="{E1FF28FC-8EA2-A1FC-E883-D8E48FE8B4AC}"/>
                </a:ext>
              </a:extLst>
            </p:cNvPr>
            <p:cNvSpPr/>
            <p:nvPr/>
          </p:nvSpPr>
          <p:spPr>
            <a:xfrm>
              <a:off x="5768454" y="-946655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0" y="0"/>
                  </a:moveTo>
                  <a:cubicBezTo>
                    <a:pt x="543" y="0"/>
                    <a:pt x="498" y="9"/>
                    <a:pt x="453" y="26"/>
                  </a:cubicBezTo>
                  <a:cubicBezTo>
                    <a:pt x="412" y="45"/>
                    <a:pt x="372" y="67"/>
                    <a:pt x="334" y="90"/>
                  </a:cubicBezTo>
                  <a:cubicBezTo>
                    <a:pt x="321" y="96"/>
                    <a:pt x="311" y="103"/>
                    <a:pt x="299" y="112"/>
                  </a:cubicBezTo>
                  <a:cubicBezTo>
                    <a:pt x="299" y="113"/>
                    <a:pt x="298" y="113"/>
                    <a:pt x="297" y="114"/>
                  </a:cubicBezTo>
                  <a:cubicBezTo>
                    <a:pt x="294" y="115"/>
                    <a:pt x="292" y="115"/>
                    <a:pt x="289" y="116"/>
                  </a:cubicBezTo>
                  <a:cubicBezTo>
                    <a:pt x="255" y="135"/>
                    <a:pt x="222" y="152"/>
                    <a:pt x="187" y="171"/>
                  </a:cubicBezTo>
                  <a:cubicBezTo>
                    <a:pt x="121" y="219"/>
                    <a:pt x="72" y="281"/>
                    <a:pt x="40" y="355"/>
                  </a:cubicBezTo>
                  <a:cubicBezTo>
                    <a:pt x="13" y="409"/>
                    <a:pt x="3" y="465"/>
                    <a:pt x="6" y="524"/>
                  </a:cubicBezTo>
                  <a:cubicBezTo>
                    <a:pt x="1" y="580"/>
                    <a:pt x="9" y="637"/>
                    <a:pt x="32" y="691"/>
                  </a:cubicBezTo>
                  <a:cubicBezTo>
                    <a:pt x="51" y="748"/>
                    <a:pt x="84" y="797"/>
                    <a:pt x="128" y="836"/>
                  </a:cubicBezTo>
                  <a:cubicBezTo>
                    <a:pt x="166" y="883"/>
                    <a:pt x="213" y="918"/>
                    <a:pt x="271" y="940"/>
                  </a:cubicBezTo>
                  <a:cubicBezTo>
                    <a:pt x="328" y="965"/>
                    <a:pt x="387" y="978"/>
                    <a:pt x="447" y="978"/>
                  </a:cubicBezTo>
                  <a:cubicBezTo>
                    <a:pt x="463" y="978"/>
                    <a:pt x="480" y="977"/>
                    <a:pt x="496" y="975"/>
                  </a:cubicBezTo>
                  <a:cubicBezTo>
                    <a:pt x="527" y="972"/>
                    <a:pt x="559" y="961"/>
                    <a:pt x="589" y="955"/>
                  </a:cubicBezTo>
                  <a:cubicBezTo>
                    <a:pt x="679" y="934"/>
                    <a:pt x="739" y="926"/>
                    <a:pt x="815" y="868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8" y="751"/>
                    <a:pt x="985" y="667"/>
                  </a:cubicBezTo>
                  <a:cubicBezTo>
                    <a:pt x="1005" y="632"/>
                    <a:pt x="1015" y="595"/>
                    <a:pt x="1015" y="557"/>
                  </a:cubicBezTo>
                  <a:cubicBezTo>
                    <a:pt x="1026" y="501"/>
                    <a:pt x="1022" y="447"/>
                    <a:pt x="1005" y="395"/>
                  </a:cubicBezTo>
                  <a:cubicBezTo>
                    <a:pt x="998" y="355"/>
                    <a:pt x="984" y="319"/>
                    <a:pt x="964" y="285"/>
                  </a:cubicBezTo>
                  <a:cubicBezTo>
                    <a:pt x="961" y="274"/>
                    <a:pt x="960" y="261"/>
                    <a:pt x="955" y="250"/>
                  </a:cubicBezTo>
                  <a:cubicBezTo>
                    <a:pt x="930" y="185"/>
                    <a:pt x="890" y="130"/>
                    <a:pt x="835" y="85"/>
                  </a:cubicBezTo>
                  <a:cubicBezTo>
                    <a:pt x="781" y="42"/>
                    <a:pt x="719" y="15"/>
                    <a:pt x="649" y="5"/>
                  </a:cubicBezTo>
                  <a:cubicBezTo>
                    <a:pt x="629" y="2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7">
              <a:extLst>
                <a:ext uri="{FF2B5EF4-FFF2-40B4-BE49-F238E27FC236}">
                  <a16:creationId xmlns:a16="http://schemas.microsoft.com/office/drawing/2014/main" id="{F0690368-321A-3825-207A-F6C1B0D14C8E}"/>
                </a:ext>
              </a:extLst>
            </p:cNvPr>
            <p:cNvSpPr/>
            <p:nvPr/>
          </p:nvSpPr>
          <p:spPr>
            <a:xfrm>
              <a:off x="5669129" y="-839679"/>
              <a:ext cx="58212" cy="62735"/>
            </a:xfrm>
            <a:custGeom>
              <a:avLst/>
              <a:gdLst/>
              <a:ahLst/>
              <a:cxnLst/>
              <a:rect l="l" t="t" r="r" b="b"/>
              <a:pathLst>
                <a:path w="875" h="943" extrusionOk="0">
                  <a:moveTo>
                    <a:pt x="441" y="1"/>
                  </a:moveTo>
                  <a:cubicBezTo>
                    <a:pt x="432" y="1"/>
                    <a:pt x="422" y="1"/>
                    <a:pt x="414" y="1"/>
                  </a:cubicBezTo>
                  <a:cubicBezTo>
                    <a:pt x="410" y="1"/>
                    <a:pt x="405" y="1"/>
                    <a:pt x="401" y="2"/>
                  </a:cubicBezTo>
                  <a:cubicBezTo>
                    <a:pt x="400" y="2"/>
                    <a:pt x="398" y="3"/>
                    <a:pt x="397" y="3"/>
                  </a:cubicBezTo>
                  <a:cubicBezTo>
                    <a:pt x="371" y="9"/>
                    <a:pt x="314" y="22"/>
                    <a:pt x="289" y="29"/>
                  </a:cubicBezTo>
                  <a:lnTo>
                    <a:pt x="284" y="31"/>
                  </a:lnTo>
                  <a:cubicBezTo>
                    <a:pt x="266" y="37"/>
                    <a:pt x="249" y="45"/>
                    <a:pt x="234" y="58"/>
                  </a:cubicBezTo>
                  <a:cubicBezTo>
                    <a:pt x="198" y="71"/>
                    <a:pt x="168" y="93"/>
                    <a:pt x="144" y="123"/>
                  </a:cubicBezTo>
                  <a:cubicBezTo>
                    <a:pt x="89" y="175"/>
                    <a:pt x="109" y="150"/>
                    <a:pt x="70" y="214"/>
                  </a:cubicBezTo>
                  <a:cubicBezTo>
                    <a:pt x="58" y="235"/>
                    <a:pt x="46" y="248"/>
                    <a:pt x="39" y="267"/>
                  </a:cubicBezTo>
                  <a:cubicBezTo>
                    <a:pt x="38" y="269"/>
                    <a:pt x="38" y="271"/>
                    <a:pt x="37" y="274"/>
                  </a:cubicBezTo>
                  <a:cubicBezTo>
                    <a:pt x="28" y="306"/>
                    <a:pt x="14" y="352"/>
                    <a:pt x="6" y="383"/>
                  </a:cubicBezTo>
                  <a:cubicBezTo>
                    <a:pt x="5" y="388"/>
                    <a:pt x="4" y="393"/>
                    <a:pt x="4" y="398"/>
                  </a:cubicBezTo>
                  <a:cubicBezTo>
                    <a:pt x="2" y="400"/>
                    <a:pt x="2" y="403"/>
                    <a:pt x="2" y="405"/>
                  </a:cubicBezTo>
                  <a:cubicBezTo>
                    <a:pt x="2" y="406"/>
                    <a:pt x="2" y="407"/>
                    <a:pt x="2" y="408"/>
                  </a:cubicBezTo>
                  <a:cubicBezTo>
                    <a:pt x="1" y="444"/>
                    <a:pt x="1" y="481"/>
                    <a:pt x="0" y="516"/>
                  </a:cubicBezTo>
                  <a:lnTo>
                    <a:pt x="0" y="519"/>
                  </a:lnTo>
                  <a:cubicBezTo>
                    <a:pt x="9" y="554"/>
                    <a:pt x="17" y="589"/>
                    <a:pt x="25" y="624"/>
                  </a:cubicBezTo>
                  <a:cubicBezTo>
                    <a:pt x="25" y="625"/>
                    <a:pt x="27" y="626"/>
                    <a:pt x="27" y="627"/>
                  </a:cubicBezTo>
                  <a:lnTo>
                    <a:pt x="31" y="635"/>
                  </a:lnTo>
                  <a:cubicBezTo>
                    <a:pt x="31" y="639"/>
                    <a:pt x="31" y="642"/>
                    <a:pt x="31" y="645"/>
                  </a:cubicBezTo>
                  <a:cubicBezTo>
                    <a:pt x="34" y="689"/>
                    <a:pt x="47" y="730"/>
                    <a:pt x="70" y="766"/>
                  </a:cubicBezTo>
                  <a:cubicBezTo>
                    <a:pt x="82" y="793"/>
                    <a:pt x="99" y="818"/>
                    <a:pt x="122" y="836"/>
                  </a:cubicBezTo>
                  <a:cubicBezTo>
                    <a:pt x="151" y="872"/>
                    <a:pt x="187" y="898"/>
                    <a:pt x="230" y="915"/>
                  </a:cubicBezTo>
                  <a:cubicBezTo>
                    <a:pt x="258" y="922"/>
                    <a:pt x="285" y="931"/>
                    <a:pt x="313" y="939"/>
                  </a:cubicBezTo>
                  <a:cubicBezTo>
                    <a:pt x="330" y="941"/>
                    <a:pt x="346" y="942"/>
                    <a:pt x="361" y="942"/>
                  </a:cubicBezTo>
                  <a:cubicBezTo>
                    <a:pt x="402" y="942"/>
                    <a:pt x="442" y="935"/>
                    <a:pt x="481" y="920"/>
                  </a:cubicBezTo>
                  <a:cubicBezTo>
                    <a:pt x="517" y="901"/>
                    <a:pt x="555" y="882"/>
                    <a:pt x="589" y="860"/>
                  </a:cubicBezTo>
                  <a:cubicBezTo>
                    <a:pt x="643" y="838"/>
                    <a:pt x="662" y="819"/>
                    <a:pt x="704" y="779"/>
                  </a:cubicBezTo>
                  <a:cubicBezTo>
                    <a:pt x="735" y="756"/>
                    <a:pt x="758" y="727"/>
                    <a:pt x="774" y="692"/>
                  </a:cubicBezTo>
                  <a:cubicBezTo>
                    <a:pt x="777" y="687"/>
                    <a:pt x="779" y="682"/>
                    <a:pt x="782" y="676"/>
                  </a:cubicBezTo>
                  <a:cubicBezTo>
                    <a:pt x="795" y="660"/>
                    <a:pt x="807" y="642"/>
                    <a:pt x="825" y="602"/>
                  </a:cubicBezTo>
                  <a:cubicBezTo>
                    <a:pt x="846" y="555"/>
                    <a:pt x="854" y="516"/>
                    <a:pt x="858" y="475"/>
                  </a:cubicBezTo>
                  <a:cubicBezTo>
                    <a:pt x="858" y="474"/>
                    <a:pt x="858" y="473"/>
                    <a:pt x="858" y="472"/>
                  </a:cubicBezTo>
                  <a:cubicBezTo>
                    <a:pt x="860" y="465"/>
                    <a:pt x="864" y="458"/>
                    <a:pt x="865" y="449"/>
                  </a:cubicBezTo>
                  <a:cubicBezTo>
                    <a:pt x="874" y="382"/>
                    <a:pt x="867" y="316"/>
                    <a:pt x="843" y="252"/>
                  </a:cubicBezTo>
                  <a:cubicBezTo>
                    <a:pt x="818" y="186"/>
                    <a:pt x="778" y="131"/>
                    <a:pt x="723" y="87"/>
                  </a:cubicBezTo>
                  <a:cubicBezTo>
                    <a:pt x="668" y="43"/>
                    <a:pt x="605" y="16"/>
                    <a:pt x="536" y="5"/>
                  </a:cubicBezTo>
                  <a:cubicBezTo>
                    <a:pt x="532" y="4"/>
                    <a:pt x="529" y="3"/>
                    <a:pt x="525" y="3"/>
                  </a:cubicBezTo>
                  <a:lnTo>
                    <a:pt x="521" y="3"/>
                  </a:lnTo>
                  <a:cubicBezTo>
                    <a:pt x="498" y="2"/>
                    <a:pt x="468" y="1"/>
                    <a:pt x="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7">
              <a:extLst>
                <a:ext uri="{FF2B5EF4-FFF2-40B4-BE49-F238E27FC236}">
                  <a16:creationId xmlns:a16="http://schemas.microsoft.com/office/drawing/2014/main" id="{C9BBFC86-3154-D6E1-3A97-C8C3A66B2721}"/>
                </a:ext>
              </a:extLst>
            </p:cNvPr>
            <p:cNvSpPr/>
            <p:nvPr/>
          </p:nvSpPr>
          <p:spPr>
            <a:xfrm>
              <a:off x="5837177" y="-797700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0" y="1"/>
                  </a:moveTo>
                  <a:cubicBezTo>
                    <a:pt x="484" y="1"/>
                    <a:pt x="428" y="13"/>
                    <a:pt x="373" y="36"/>
                  </a:cubicBezTo>
                  <a:lnTo>
                    <a:pt x="245" y="105"/>
                  </a:lnTo>
                  <a:cubicBezTo>
                    <a:pt x="160" y="167"/>
                    <a:pt x="97" y="245"/>
                    <a:pt x="55" y="340"/>
                  </a:cubicBezTo>
                  <a:cubicBezTo>
                    <a:pt x="42" y="388"/>
                    <a:pt x="28" y="435"/>
                    <a:pt x="16" y="482"/>
                  </a:cubicBezTo>
                  <a:cubicBezTo>
                    <a:pt x="1" y="580"/>
                    <a:pt x="11" y="675"/>
                    <a:pt x="46" y="767"/>
                  </a:cubicBezTo>
                  <a:cubicBezTo>
                    <a:pt x="47" y="770"/>
                    <a:pt x="47" y="772"/>
                    <a:pt x="48" y="774"/>
                  </a:cubicBezTo>
                  <a:lnTo>
                    <a:pt x="118" y="903"/>
                  </a:lnTo>
                  <a:cubicBezTo>
                    <a:pt x="120" y="908"/>
                    <a:pt x="123" y="912"/>
                    <a:pt x="125" y="916"/>
                  </a:cubicBezTo>
                  <a:cubicBezTo>
                    <a:pt x="131" y="922"/>
                    <a:pt x="135" y="929"/>
                    <a:pt x="139" y="936"/>
                  </a:cubicBezTo>
                  <a:cubicBezTo>
                    <a:pt x="148" y="951"/>
                    <a:pt x="158" y="965"/>
                    <a:pt x="167" y="980"/>
                  </a:cubicBezTo>
                  <a:cubicBezTo>
                    <a:pt x="186" y="1008"/>
                    <a:pt x="199" y="1019"/>
                    <a:pt x="229" y="1051"/>
                  </a:cubicBezTo>
                  <a:cubicBezTo>
                    <a:pt x="263" y="1087"/>
                    <a:pt x="268" y="1096"/>
                    <a:pt x="298" y="1115"/>
                  </a:cubicBezTo>
                  <a:cubicBezTo>
                    <a:pt x="311" y="1123"/>
                    <a:pt x="324" y="1132"/>
                    <a:pt x="338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3" y="1249"/>
                    <a:pt x="627" y="1251"/>
                    <a:pt x="652" y="1251"/>
                  </a:cubicBezTo>
                  <a:cubicBezTo>
                    <a:pt x="712" y="1251"/>
                    <a:pt x="772" y="1240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2"/>
                    <a:pt x="1116" y="954"/>
                    <a:pt x="1128" y="887"/>
                  </a:cubicBezTo>
                  <a:cubicBezTo>
                    <a:pt x="1136" y="867"/>
                    <a:pt x="1140" y="845"/>
                    <a:pt x="1144" y="823"/>
                  </a:cubicBezTo>
                  <a:cubicBezTo>
                    <a:pt x="1144" y="824"/>
                    <a:pt x="1145" y="824"/>
                    <a:pt x="1146" y="825"/>
                  </a:cubicBezTo>
                  <a:cubicBezTo>
                    <a:pt x="1150" y="810"/>
                    <a:pt x="1153" y="796"/>
                    <a:pt x="1156" y="781"/>
                  </a:cubicBezTo>
                  <a:cubicBezTo>
                    <a:pt x="1158" y="774"/>
                    <a:pt x="1161" y="766"/>
                    <a:pt x="1163" y="758"/>
                  </a:cubicBezTo>
                  <a:cubicBezTo>
                    <a:pt x="1163" y="712"/>
                    <a:pt x="1164" y="665"/>
                    <a:pt x="1165" y="619"/>
                  </a:cubicBezTo>
                  <a:lnTo>
                    <a:pt x="1164" y="613"/>
                  </a:lnTo>
                  <a:cubicBezTo>
                    <a:pt x="1163" y="608"/>
                    <a:pt x="1162" y="603"/>
                    <a:pt x="1161" y="599"/>
                  </a:cubicBezTo>
                  <a:cubicBezTo>
                    <a:pt x="1157" y="582"/>
                    <a:pt x="1154" y="566"/>
                    <a:pt x="1151" y="550"/>
                  </a:cubicBezTo>
                  <a:cubicBezTo>
                    <a:pt x="1149" y="542"/>
                    <a:pt x="1148" y="534"/>
                    <a:pt x="1146" y="527"/>
                  </a:cubicBezTo>
                  <a:cubicBezTo>
                    <a:pt x="1146" y="523"/>
                    <a:pt x="1145" y="517"/>
                    <a:pt x="1144" y="512"/>
                  </a:cubicBezTo>
                  <a:cubicBezTo>
                    <a:pt x="1139" y="488"/>
                    <a:pt x="1132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1" y="290"/>
                    <a:pt x="1040" y="228"/>
                    <a:pt x="984" y="178"/>
                  </a:cubicBezTo>
                  <a:cubicBezTo>
                    <a:pt x="935" y="117"/>
                    <a:pt x="875" y="74"/>
                    <a:pt x="802" y="44"/>
                  </a:cubicBezTo>
                  <a:cubicBezTo>
                    <a:pt x="742" y="16"/>
                    <a:pt x="681" y="2"/>
                    <a:pt x="618" y="2"/>
                  </a:cubicBezTo>
                  <a:cubicBezTo>
                    <a:pt x="608" y="2"/>
                    <a:pt x="597" y="3"/>
                    <a:pt x="587" y="3"/>
                  </a:cubicBezTo>
                  <a:cubicBezTo>
                    <a:pt x="571" y="2"/>
                    <a:pt x="556" y="1"/>
                    <a:pt x="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7">
              <a:extLst>
                <a:ext uri="{FF2B5EF4-FFF2-40B4-BE49-F238E27FC236}">
                  <a16:creationId xmlns:a16="http://schemas.microsoft.com/office/drawing/2014/main" id="{6896DC07-E171-D6D6-4C3F-1B1CCAFA93C5}"/>
                </a:ext>
              </a:extLst>
            </p:cNvPr>
            <p:cNvSpPr/>
            <p:nvPr/>
          </p:nvSpPr>
          <p:spPr>
            <a:xfrm>
              <a:off x="5513521" y="-1223809"/>
              <a:ext cx="68191" cy="86619"/>
            </a:xfrm>
            <a:custGeom>
              <a:avLst/>
              <a:gdLst/>
              <a:ahLst/>
              <a:cxnLst/>
              <a:rect l="l" t="t" r="r" b="b"/>
              <a:pathLst>
                <a:path w="1025" h="1302" extrusionOk="0">
                  <a:moveTo>
                    <a:pt x="430" y="0"/>
                  </a:moveTo>
                  <a:lnTo>
                    <a:pt x="430" y="0"/>
                  </a:lnTo>
                  <a:cubicBezTo>
                    <a:pt x="412" y="4"/>
                    <a:pt x="392" y="7"/>
                    <a:pt x="373" y="14"/>
                  </a:cubicBezTo>
                  <a:cubicBezTo>
                    <a:pt x="370" y="15"/>
                    <a:pt x="367" y="17"/>
                    <a:pt x="363" y="18"/>
                  </a:cubicBezTo>
                  <a:cubicBezTo>
                    <a:pt x="324" y="39"/>
                    <a:pt x="284" y="61"/>
                    <a:pt x="244" y="83"/>
                  </a:cubicBezTo>
                  <a:cubicBezTo>
                    <a:pt x="243" y="83"/>
                    <a:pt x="241" y="84"/>
                    <a:pt x="240" y="85"/>
                  </a:cubicBezTo>
                  <a:cubicBezTo>
                    <a:pt x="237" y="87"/>
                    <a:pt x="235" y="89"/>
                    <a:pt x="233" y="91"/>
                  </a:cubicBezTo>
                  <a:cubicBezTo>
                    <a:pt x="215" y="107"/>
                    <a:pt x="198" y="122"/>
                    <a:pt x="181" y="139"/>
                  </a:cubicBezTo>
                  <a:cubicBezTo>
                    <a:pt x="162" y="155"/>
                    <a:pt x="144" y="173"/>
                    <a:pt x="127" y="192"/>
                  </a:cubicBezTo>
                  <a:cubicBezTo>
                    <a:pt x="114" y="211"/>
                    <a:pt x="103" y="231"/>
                    <a:pt x="90" y="251"/>
                  </a:cubicBezTo>
                  <a:cubicBezTo>
                    <a:pt x="61" y="288"/>
                    <a:pt x="42" y="330"/>
                    <a:pt x="36" y="377"/>
                  </a:cubicBezTo>
                  <a:cubicBezTo>
                    <a:pt x="13" y="454"/>
                    <a:pt x="0" y="481"/>
                    <a:pt x="15" y="578"/>
                  </a:cubicBezTo>
                  <a:cubicBezTo>
                    <a:pt x="15" y="579"/>
                    <a:pt x="15" y="580"/>
                    <a:pt x="15" y="582"/>
                  </a:cubicBezTo>
                  <a:cubicBezTo>
                    <a:pt x="18" y="600"/>
                    <a:pt x="40" y="696"/>
                    <a:pt x="46" y="713"/>
                  </a:cubicBezTo>
                  <a:cubicBezTo>
                    <a:pt x="47" y="715"/>
                    <a:pt x="47" y="717"/>
                    <a:pt x="48" y="718"/>
                  </a:cubicBezTo>
                  <a:cubicBezTo>
                    <a:pt x="55" y="735"/>
                    <a:pt x="102" y="823"/>
                    <a:pt x="112" y="837"/>
                  </a:cubicBezTo>
                  <a:cubicBezTo>
                    <a:pt x="123" y="851"/>
                    <a:pt x="135" y="863"/>
                    <a:pt x="148" y="876"/>
                  </a:cubicBezTo>
                  <a:cubicBezTo>
                    <a:pt x="150" y="880"/>
                    <a:pt x="152" y="883"/>
                    <a:pt x="153" y="886"/>
                  </a:cubicBezTo>
                  <a:cubicBezTo>
                    <a:pt x="168" y="914"/>
                    <a:pt x="210" y="1000"/>
                    <a:pt x="227" y="1024"/>
                  </a:cubicBezTo>
                  <a:cubicBezTo>
                    <a:pt x="236" y="1035"/>
                    <a:pt x="326" y="1131"/>
                    <a:pt x="338" y="1141"/>
                  </a:cubicBezTo>
                  <a:cubicBezTo>
                    <a:pt x="360" y="1159"/>
                    <a:pt x="382" y="1168"/>
                    <a:pt x="410" y="1186"/>
                  </a:cubicBezTo>
                  <a:cubicBezTo>
                    <a:pt x="436" y="1200"/>
                    <a:pt x="465" y="1220"/>
                    <a:pt x="493" y="1234"/>
                  </a:cubicBezTo>
                  <a:cubicBezTo>
                    <a:pt x="504" y="1240"/>
                    <a:pt x="515" y="1244"/>
                    <a:pt x="528" y="1248"/>
                  </a:cubicBezTo>
                  <a:cubicBezTo>
                    <a:pt x="578" y="1263"/>
                    <a:pt x="631" y="1281"/>
                    <a:pt x="684" y="1292"/>
                  </a:cubicBezTo>
                  <a:cubicBezTo>
                    <a:pt x="690" y="1294"/>
                    <a:pt x="697" y="1295"/>
                    <a:pt x="704" y="1296"/>
                  </a:cubicBezTo>
                  <a:cubicBezTo>
                    <a:pt x="731" y="1300"/>
                    <a:pt x="758" y="1301"/>
                    <a:pt x="784" y="1301"/>
                  </a:cubicBezTo>
                  <a:cubicBezTo>
                    <a:pt x="852" y="1301"/>
                    <a:pt x="918" y="1289"/>
                    <a:pt x="983" y="1264"/>
                  </a:cubicBezTo>
                  <a:cubicBezTo>
                    <a:pt x="999" y="1260"/>
                    <a:pt x="1011" y="1251"/>
                    <a:pt x="1025" y="1244"/>
                  </a:cubicBezTo>
                  <a:cubicBezTo>
                    <a:pt x="802" y="1166"/>
                    <a:pt x="605" y="1009"/>
                    <a:pt x="490" y="801"/>
                  </a:cubicBezTo>
                  <a:cubicBezTo>
                    <a:pt x="357" y="559"/>
                    <a:pt x="339" y="260"/>
                    <a:pt x="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7">
              <a:extLst>
                <a:ext uri="{FF2B5EF4-FFF2-40B4-BE49-F238E27FC236}">
                  <a16:creationId xmlns:a16="http://schemas.microsoft.com/office/drawing/2014/main" id="{FBA0C2B0-AE56-C6CC-8C65-D11A5650C38E}"/>
                </a:ext>
              </a:extLst>
            </p:cNvPr>
            <p:cNvSpPr/>
            <p:nvPr/>
          </p:nvSpPr>
          <p:spPr>
            <a:xfrm>
              <a:off x="5531749" y="-989366"/>
              <a:ext cx="50561" cy="68324"/>
            </a:xfrm>
            <a:custGeom>
              <a:avLst/>
              <a:gdLst/>
              <a:ahLst/>
              <a:cxnLst/>
              <a:rect l="l" t="t" r="r" b="b"/>
              <a:pathLst>
                <a:path w="760" h="1027" extrusionOk="0">
                  <a:moveTo>
                    <a:pt x="561" y="1"/>
                  </a:moveTo>
                  <a:lnTo>
                    <a:pt x="561" y="1"/>
                  </a:lnTo>
                  <a:cubicBezTo>
                    <a:pt x="542" y="6"/>
                    <a:pt x="521" y="9"/>
                    <a:pt x="501" y="16"/>
                  </a:cubicBezTo>
                  <a:cubicBezTo>
                    <a:pt x="454" y="32"/>
                    <a:pt x="419" y="55"/>
                    <a:pt x="386" y="84"/>
                  </a:cubicBezTo>
                  <a:cubicBezTo>
                    <a:pt x="361" y="89"/>
                    <a:pt x="337" y="92"/>
                    <a:pt x="313" y="101"/>
                  </a:cubicBezTo>
                  <a:cubicBezTo>
                    <a:pt x="233" y="132"/>
                    <a:pt x="166" y="181"/>
                    <a:pt x="111" y="248"/>
                  </a:cubicBezTo>
                  <a:cubicBezTo>
                    <a:pt x="89" y="285"/>
                    <a:pt x="67" y="321"/>
                    <a:pt x="45" y="358"/>
                  </a:cubicBezTo>
                  <a:cubicBezTo>
                    <a:pt x="12" y="435"/>
                    <a:pt x="0" y="516"/>
                    <a:pt x="9" y="600"/>
                  </a:cubicBezTo>
                  <a:cubicBezTo>
                    <a:pt x="14" y="663"/>
                    <a:pt x="33" y="721"/>
                    <a:pt x="67" y="773"/>
                  </a:cubicBezTo>
                  <a:cubicBezTo>
                    <a:pt x="93" y="832"/>
                    <a:pt x="132" y="881"/>
                    <a:pt x="185" y="921"/>
                  </a:cubicBezTo>
                  <a:cubicBezTo>
                    <a:pt x="253" y="974"/>
                    <a:pt x="328" y="1008"/>
                    <a:pt x="414" y="1021"/>
                  </a:cubicBezTo>
                  <a:cubicBezTo>
                    <a:pt x="437" y="1025"/>
                    <a:pt x="459" y="1026"/>
                    <a:pt x="482" y="1026"/>
                  </a:cubicBezTo>
                  <a:cubicBezTo>
                    <a:pt x="541" y="1026"/>
                    <a:pt x="599" y="1015"/>
                    <a:pt x="656" y="994"/>
                  </a:cubicBezTo>
                  <a:cubicBezTo>
                    <a:pt x="685" y="986"/>
                    <a:pt x="714" y="969"/>
                    <a:pt x="742" y="951"/>
                  </a:cubicBezTo>
                  <a:cubicBezTo>
                    <a:pt x="749" y="948"/>
                    <a:pt x="753" y="944"/>
                    <a:pt x="759" y="941"/>
                  </a:cubicBezTo>
                  <a:cubicBezTo>
                    <a:pt x="651" y="905"/>
                    <a:pt x="553" y="852"/>
                    <a:pt x="483" y="764"/>
                  </a:cubicBezTo>
                  <a:cubicBezTo>
                    <a:pt x="365" y="615"/>
                    <a:pt x="360" y="399"/>
                    <a:pt x="431" y="221"/>
                  </a:cubicBezTo>
                  <a:cubicBezTo>
                    <a:pt x="463" y="141"/>
                    <a:pt x="508" y="69"/>
                    <a:pt x="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7">
              <a:extLst>
                <a:ext uri="{FF2B5EF4-FFF2-40B4-BE49-F238E27FC236}">
                  <a16:creationId xmlns:a16="http://schemas.microsoft.com/office/drawing/2014/main" id="{62D96B16-B181-767E-F9BB-2DB1C100230A}"/>
                </a:ext>
              </a:extLst>
            </p:cNvPr>
            <p:cNvSpPr/>
            <p:nvPr/>
          </p:nvSpPr>
          <p:spPr>
            <a:xfrm>
              <a:off x="5669129" y="-838747"/>
              <a:ext cx="36191" cy="61804"/>
            </a:xfrm>
            <a:custGeom>
              <a:avLst/>
              <a:gdLst/>
              <a:ahLst/>
              <a:cxnLst/>
              <a:rect l="l" t="t" r="r" b="b"/>
              <a:pathLst>
                <a:path w="544" h="929" extrusionOk="0">
                  <a:moveTo>
                    <a:pt x="343" y="1"/>
                  </a:moveTo>
                  <a:cubicBezTo>
                    <a:pt x="323" y="6"/>
                    <a:pt x="302" y="11"/>
                    <a:pt x="289" y="15"/>
                  </a:cubicBezTo>
                  <a:lnTo>
                    <a:pt x="284" y="17"/>
                  </a:lnTo>
                  <a:cubicBezTo>
                    <a:pt x="266" y="23"/>
                    <a:pt x="249" y="31"/>
                    <a:pt x="234" y="44"/>
                  </a:cubicBezTo>
                  <a:cubicBezTo>
                    <a:pt x="198" y="57"/>
                    <a:pt x="168" y="79"/>
                    <a:pt x="144" y="109"/>
                  </a:cubicBezTo>
                  <a:cubicBezTo>
                    <a:pt x="89" y="161"/>
                    <a:pt x="109" y="136"/>
                    <a:pt x="70" y="200"/>
                  </a:cubicBezTo>
                  <a:cubicBezTo>
                    <a:pt x="58" y="221"/>
                    <a:pt x="46" y="234"/>
                    <a:pt x="39" y="253"/>
                  </a:cubicBezTo>
                  <a:cubicBezTo>
                    <a:pt x="38" y="255"/>
                    <a:pt x="38" y="257"/>
                    <a:pt x="37" y="260"/>
                  </a:cubicBezTo>
                  <a:cubicBezTo>
                    <a:pt x="28" y="292"/>
                    <a:pt x="14" y="338"/>
                    <a:pt x="6" y="369"/>
                  </a:cubicBezTo>
                  <a:cubicBezTo>
                    <a:pt x="5" y="374"/>
                    <a:pt x="4" y="379"/>
                    <a:pt x="4" y="384"/>
                  </a:cubicBezTo>
                  <a:cubicBezTo>
                    <a:pt x="4" y="386"/>
                    <a:pt x="2" y="389"/>
                    <a:pt x="2" y="391"/>
                  </a:cubicBezTo>
                  <a:cubicBezTo>
                    <a:pt x="2" y="392"/>
                    <a:pt x="2" y="393"/>
                    <a:pt x="2" y="394"/>
                  </a:cubicBezTo>
                  <a:cubicBezTo>
                    <a:pt x="2" y="430"/>
                    <a:pt x="1" y="467"/>
                    <a:pt x="0" y="502"/>
                  </a:cubicBezTo>
                  <a:lnTo>
                    <a:pt x="0" y="505"/>
                  </a:lnTo>
                  <a:cubicBezTo>
                    <a:pt x="9" y="540"/>
                    <a:pt x="17" y="575"/>
                    <a:pt x="25" y="610"/>
                  </a:cubicBezTo>
                  <a:cubicBezTo>
                    <a:pt x="25" y="611"/>
                    <a:pt x="27" y="612"/>
                    <a:pt x="27" y="613"/>
                  </a:cubicBezTo>
                  <a:lnTo>
                    <a:pt x="31" y="621"/>
                  </a:lnTo>
                  <a:cubicBezTo>
                    <a:pt x="31" y="625"/>
                    <a:pt x="31" y="628"/>
                    <a:pt x="31" y="631"/>
                  </a:cubicBezTo>
                  <a:cubicBezTo>
                    <a:pt x="34" y="675"/>
                    <a:pt x="47" y="716"/>
                    <a:pt x="72" y="752"/>
                  </a:cubicBezTo>
                  <a:cubicBezTo>
                    <a:pt x="82" y="779"/>
                    <a:pt x="99" y="804"/>
                    <a:pt x="123" y="822"/>
                  </a:cubicBezTo>
                  <a:cubicBezTo>
                    <a:pt x="151" y="858"/>
                    <a:pt x="187" y="884"/>
                    <a:pt x="230" y="901"/>
                  </a:cubicBezTo>
                  <a:cubicBezTo>
                    <a:pt x="258" y="908"/>
                    <a:pt x="285" y="917"/>
                    <a:pt x="313" y="925"/>
                  </a:cubicBezTo>
                  <a:cubicBezTo>
                    <a:pt x="330" y="927"/>
                    <a:pt x="346" y="928"/>
                    <a:pt x="361" y="928"/>
                  </a:cubicBezTo>
                  <a:cubicBezTo>
                    <a:pt x="402" y="928"/>
                    <a:pt x="442" y="921"/>
                    <a:pt x="481" y="906"/>
                  </a:cubicBezTo>
                  <a:cubicBezTo>
                    <a:pt x="502" y="896"/>
                    <a:pt x="523" y="883"/>
                    <a:pt x="544" y="872"/>
                  </a:cubicBezTo>
                  <a:cubicBezTo>
                    <a:pt x="439" y="820"/>
                    <a:pt x="351" y="724"/>
                    <a:pt x="308" y="613"/>
                  </a:cubicBezTo>
                  <a:cubicBezTo>
                    <a:pt x="240" y="435"/>
                    <a:pt x="266" y="234"/>
                    <a:pt x="324" y="52"/>
                  </a:cubicBezTo>
                  <a:cubicBezTo>
                    <a:pt x="330" y="35"/>
                    <a:pt x="336" y="19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7">
              <a:extLst>
                <a:ext uri="{FF2B5EF4-FFF2-40B4-BE49-F238E27FC236}">
                  <a16:creationId xmlns:a16="http://schemas.microsoft.com/office/drawing/2014/main" id="{5A3250B4-0AE1-0610-68AB-5487865FEF9C}"/>
                </a:ext>
              </a:extLst>
            </p:cNvPr>
            <p:cNvSpPr/>
            <p:nvPr/>
          </p:nvSpPr>
          <p:spPr>
            <a:xfrm>
              <a:off x="5837177" y="-795638"/>
              <a:ext cx="62868" cy="81230"/>
            </a:xfrm>
            <a:custGeom>
              <a:avLst/>
              <a:gdLst/>
              <a:ahLst/>
              <a:cxnLst/>
              <a:rect l="l" t="t" r="r" b="b"/>
              <a:pathLst>
                <a:path w="945" h="1221" extrusionOk="0">
                  <a:moveTo>
                    <a:pt x="389" y="1"/>
                  </a:moveTo>
                  <a:cubicBezTo>
                    <a:pt x="384" y="2"/>
                    <a:pt x="379" y="3"/>
                    <a:pt x="373" y="5"/>
                  </a:cubicBezTo>
                  <a:lnTo>
                    <a:pt x="244" y="75"/>
                  </a:lnTo>
                  <a:cubicBezTo>
                    <a:pt x="160" y="136"/>
                    <a:pt x="97" y="214"/>
                    <a:pt x="55" y="309"/>
                  </a:cubicBezTo>
                  <a:cubicBezTo>
                    <a:pt x="42" y="357"/>
                    <a:pt x="28" y="404"/>
                    <a:pt x="14" y="451"/>
                  </a:cubicBezTo>
                  <a:cubicBezTo>
                    <a:pt x="1" y="549"/>
                    <a:pt x="11" y="644"/>
                    <a:pt x="46" y="737"/>
                  </a:cubicBezTo>
                  <a:cubicBezTo>
                    <a:pt x="47" y="740"/>
                    <a:pt x="47" y="741"/>
                    <a:pt x="48" y="743"/>
                  </a:cubicBezTo>
                  <a:lnTo>
                    <a:pt x="117" y="872"/>
                  </a:lnTo>
                  <a:cubicBezTo>
                    <a:pt x="120" y="877"/>
                    <a:pt x="123" y="881"/>
                    <a:pt x="125" y="885"/>
                  </a:cubicBezTo>
                  <a:cubicBezTo>
                    <a:pt x="130" y="891"/>
                    <a:pt x="134" y="898"/>
                    <a:pt x="138" y="905"/>
                  </a:cubicBezTo>
                  <a:cubicBezTo>
                    <a:pt x="147" y="920"/>
                    <a:pt x="158" y="934"/>
                    <a:pt x="167" y="949"/>
                  </a:cubicBezTo>
                  <a:cubicBezTo>
                    <a:pt x="185" y="978"/>
                    <a:pt x="199" y="989"/>
                    <a:pt x="229" y="1020"/>
                  </a:cubicBezTo>
                  <a:cubicBezTo>
                    <a:pt x="263" y="1056"/>
                    <a:pt x="268" y="1065"/>
                    <a:pt x="297" y="1084"/>
                  </a:cubicBezTo>
                  <a:cubicBezTo>
                    <a:pt x="311" y="1092"/>
                    <a:pt x="324" y="1102"/>
                    <a:pt x="338" y="1110"/>
                  </a:cubicBezTo>
                  <a:cubicBezTo>
                    <a:pt x="408" y="1167"/>
                    <a:pt x="489" y="1201"/>
                    <a:pt x="578" y="1215"/>
                  </a:cubicBezTo>
                  <a:cubicBezTo>
                    <a:pt x="602" y="1218"/>
                    <a:pt x="627" y="1220"/>
                    <a:pt x="651" y="1220"/>
                  </a:cubicBezTo>
                  <a:cubicBezTo>
                    <a:pt x="712" y="1220"/>
                    <a:pt x="772" y="1209"/>
                    <a:pt x="830" y="1188"/>
                  </a:cubicBezTo>
                  <a:cubicBezTo>
                    <a:pt x="872" y="1171"/>
                    <a:pt x="909" y="1151"/>
                    <a:pt x="945" y="1125"/>
                  </a:cubicBezTo>
                  <a:cubicBezTo>
                    <a:pt x="861" y="1084"/>
                    <a:pt x="781" y="1039"/>
                    <a:pt x="705" y="984"/>
                  </a:cubicBezTo>
                  <a:cubicBezTo>
                    <a:pt x="519" y="849"/>
                    <a:pt x="363" y="657"/>
                    <a:pt x="318" y="431"/>
                  </a:cubicBezTo>
                  <a:cubicBezTo>
                    <a:pt x="290" y="285"/>
                    <a:pt x="315" y="127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7">
              <a:extLst>
                <a:ext uri="{FF2B5EF4-FFF2-40B4-BE49-F238E27FC236}">
                  <a16:creationId xmlns:a16="http://schemas.microsoft.com/office/drawing/2014/main" id="{F16D76A5-5898-F1D5-55CA-D75E90204458}"/>
                </a:ext>
              </a:extLst>
            </p:cNvPr>
            <p:cNvSpPr/>
            <p:nvPr/>
          </p:nvSpPr>
          <p:spPr>
            <a:xfrm>
              <a:off x="6005957" y="-862232"/>
              <a:ext cx="78636" cy="77638"/>
            </a:xfrm>
            <a:custGeom>
              <a:avLst/>
              <a:gdLst/>
              <a:ahLst/>
              <a:cxnLst/>
              <a:rect l="l" t="t" r="r" b="b"/>
              <a:pathLst>
                <a:path w="1182" h="1167" extrusionOk="0">
                  <a:moveTo>
                    <a:pt x="471" y="0"/>
                  </a:moveTo>
                  <a:cubicBezTo>
                    <a:pt x="457" y="4"/>
                    <a:pt x="443" y="6"/>
                    <a:pt x="429" y="11"/>
                  </a:cubicBezTo>
                  <a:cubicBezTo>
                    <a:pt x="422" y="13"/>
                    <a:pt x="413" y="16"/>
                    <a:pt x="406" y="19"/>
                  </a:cubicBezTo>
                  <a:cubicBezTo>
                    <a:pt x="381" y="29"/>
                    <a:pt x="359" y="43"/>
                    <a:pt x="334" y="57"/>
                  </a:cubicBezTo>
                  <a:cubicBezTo>
                    <a:pt x="305" y="72"/>
                    <a:pt x="287" y="80"/>
                    <a:pt x="265" y="95"/>
                  </a:cubicBezTo>
                  <a:cubicBezTo>
                    <a:pt x="250" y="105"/>
                    <a:pt x="236" y="115"/>
                    <a:pt x="224" y="127"/>
                  </a:cubicBezTo>
                  <a:cubicBezTo>
                    <a:pt x="145" y="184"/>
                    <a:pt x="87" y="258"/>
                    <a:pt x="47" y="346"/>
                  </a:cubicBezTo>
                  <a:cubicBezTo>
                    <a:pt x="17" y="410"/>
                    <a:pt x="4" y="477"/>
                    <a:pt x="8" y="546"/>
                  </a:cubicBezTo>
                  <a:cubicBezTo>
                    <a:pt x="1" y="614"/>
                    <a:pt x="11" y="681"/>
                    <a:pt x="39" y="746"/>
                  </a:cubicBezTo>
                  <a:cubicBezTo>
                    <a:pt x="73" y="835"/>
                    <a:pt x="127" y="910"/>
                    <a:pt x="202" y="970"/>
                  </a:cubicBezTo>
                  <a:cubicBezTo>
                    <a:pt x="216" y="984"/>
                    <a:pt x="232" y="995"/>
                    <a:pt x="249" y="1007"/>
                  </a:cubicBezTo>
                  <a:cubicBezTo>
                    <a:pt x="294" y="1036"/>
                    <a:pt x="341" y="1063"/>
                    <a:pt x="387" y="1091"/>
                  </a:cubicBezTo>
                  <a:cubicBezTo>
                    <a:pt x="396" y="1096"/>
                    <a:pt x="406" y="1100"/>
                    <a:pt x="414" y="1104"/>
                  </a:cubicBezTo>
                  <a:cubicBezTo>
                    <a:pt x="452" y="1122"/>
                    <a:pt x="491" y="1132"/>
                    <a:pt x="530" y="1143"/>
                  </a:cubicBezTo>
                  <a:cubicBezTo>
                    <a:pt x="597" y="1162"/>
                    <a:pt x="605" y="1167"/>
                    <a:pt x="648" y="1167"/>
                  </a:cubicBezTo>
                  <a:cubicBezTo>
                    <a:pt x="667" y="1167"/>
                    <a:pt x="691" y="1166"/>
                    <a:pt x="729" y="1165"/>
                  </a:cubicBezTo>
                  <a:lnTo>
                    <a:pt x="740" y="1165"/>
                  </a:lnTo>
                  <a:cubicBezTo>
                    <a:pt x="749" y="1164"/>
                    <a:pt x="759" y="1164"/>
                    <a:pt x="768" y="1163"/>
                  </a:cubicBezTo>
                  <a:cubicBezTo>
                    <a:pt x="823" y="1157"/>
                    <a:pt x="877" y="1140"/>
                    <a:pt x="930" y="1126"/>
                  </a:cubicBezTo>
                  <a:cubicBezTo>
                    <a:pt x="940" y="1124"/>
                    <a:pt x="948" y="1122"/>
                    <a:pt x="957" y="1119"/>
                  </a:cubicBezTo>
                  <a:cubicBezTo>
                    <a:pt x="961" y="1118"/>
                    <a:pt x="964" y="1117"/>
                    <a:pt x="968" y="1116"/>
                  </a:cubicBezTo>
                  <a:cubicBezTo>
                    <a:pt x="988" y="1108"/>
                    <a:pt x="1007" y="1099"/>
                    <a:pt x="1023" y="1086"/>
                  </a:cubicBezTo>
                  <a:cubicBezTo>
                    <a:pt x="1044" y="1081"/>
                    <a:pt x="1061" y="1071"/>
                    <a:pt x="1076" y="1057"/>
                  </a:cubicBezTo>
                  <a:cubicBezTo>
                    <a:pt x="1118" y="1029"/>
                    <a:pt x="1152" y="992"/>
                    <a:pt x="1181" y="952"/>
                  </a:cubicBezTo>
                  <a:lnTo>
                    <a:pt x="1181" y="952"/>
                  </a:lnTo>
                  <a:cubicBezTo>
                    <a:pt x="1157" y="955"/>
                    <a:pt x="1133" y="956"/>
                    <a:pt x="1108" y="956"/>
                  </a:cubicBezTo>
                  <a:cubicBezTo>
                    <a:pt x="880" y="956"/>
                    <a:pt x="652" y="860"/>
                    <a:pt x="516" y="676"/>
                  </a:cubicBezTo>
                  <a:cubicBezTo>
                    <a:pt x="374" y="484"/>
                    <a:pt x="365" y="209"/>
                    <a:pt x="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7">
              <a:extLst>
                <a:ext uri="{FF2B5EF4-FFF2-40B4-BE49-F238E27FC236}">
                  <a16:creationId xmlns:a16="http://schemas.microsoft.com/office/drawing/2014/main" id="{C2F0BA49-E430-8649-5408-B262F5083AD3}"/>
                </a:ext>
              </a:extLst>
            </p:cNvPr>
            <p:cNvSpPr/>
            <p:nvPr/>
          </p:nvSpPr>
          <p:spPr>
            <a:xfrm>
              <a:off x="5952669" y="-1038530"/>
              <a:ext cx="52756" cy="71517"/>
            </a:xfrm>
            <a:custGeom>
              <a:avLst/>
              <a:gdLst/>
              <a:ahLst/>
              <a:cxnLst/>
              <a:rect l="l" t="t" r="r" b="b"/>
              <a:pathLst>
                <a:path w="793" h="1075" extrusionOk="0">
                  <a:moveTo>
                    <a:pt x="358" y="0"/>
                  </a:moveTo>
                  <a:lnTo>
                    <a:pt x="358" y="0"/>
                  </a:lnTo>
                  <a:cubicBezTo>
                    <a:pt x="353" y="2"/>
                    <a:pt x="348" y="3"/>
                    <a:pt x="343" y="6"/>
                  </a:cubicBezTo>
                  <a:cubicBezTo>
                    <a:pt x="304" y="27"/>
                    <a:pt x="264" y="49"/>
                    <a:pt x="224" y="70"/>
                  </a:cubicBezTo>
                  <a:cubicBezTo>
                    <a:pt x="163" y="111"/>
                    <a:pt x="117" y="162"/>
                    <a:pt x="86" y="226"/>
                  </a:cubicBezTo>
                  <a:cubicBezTo>
                    <a:pt x="57" y="264"/>
                    <a:pt x="39" y="305"/>
                    <a:pt x="32" y="352"/>
                  </a:cubicBezTo>
                  <a:cubicBezTo>
                    <a:pt x="7" y="416"/>
                    <a:pt x="0" y="481"/>
                    <a:pt x="11" y="551"/>
                  </a:cubicBezTo>
                  <a:cubicBezTo>
                    <a:pt x="21" y="593"/>
                    <a:pt x="32" y="636"/>
                    <a:pt x="42" y="680"/>
                  </a:cubicBezTo>
                  <a:cubicBezTo>
                    <a:pt x="76" y="767"/>
                    <a:pt x="129" y="840"/>
                    <a:pt x="202" y="900"/>
                  </a:cubicBezTo>
                  <a:cubicBezTo>
                    <a:pt x="247" y="942"/>
                    <a:pt x="309" y="971"/>
                    <a:pt x="362" y="1000"/>
                  </a:cubicBezTo>
                  <a:cubicBezTo>
                    <a:pt x="378" y="1008"/>
                    <a:pt x="394" y="1014"/>
                    <a:pt x="411" y="1020"/>
                  </a:cubicBezTo>
                  <a:cubicBezTo>
                    <a:pt x="486" y="1045"/>
                    <a:pt x="560" y="1070"/>
                    <a:pt x="638" y="1072"/>
                  </a:cubicBezTo>
                  <a:cubicBezTo>
                    <a:pt x="668" y="1073"/>
                    <a:pt x="702" y="1075"/>
                    <a:pt x="736" y="1075"/>
                  </a:cubicBezTo>
                  <a:cubicBezTo>
                    <a:pt x="755" y="1075"/>
                    <a:pt x="774" y="1074"/>
                    <a:pt x="792" y="1073"/>
                  </a:cubicBezTo>
                  <a:cubicBezTo>
                    <a:pt x="776" y="1065"/>
                    <a:pt x="759" y="1060"/>
                    <a:pt x="743" y="1053"/>
                  </a:cubicBezTo>
                  <a:cubicBezTo>
                    <a:pt x="523" y="943"/>
                    <a:pt x="333" y="754"/>
                    <a:pt x="268" y="516"/>
                  </a:cubicBezTo>
                  <a:cubicBezTo>
                    <a:pt x="221" y="342"/>
                    <a:pt x="254" y="144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7">
              <a:extLst>
                <a:ext uri="{FF2B5EF4-FFF2-40B4-BE49-F238E27FC236}">
                  <a16:creationId xmlns:a16="http://schemas.microsoft.com/office/drawing/2014/main" id="{14E0D91E-D47D-523A-E4E1-23BD28374D0F}"/>
                </a:ext>
              </a:extLst>
            </p:cNvPr>
            <p:cNvSpPr/>
            <p:nvPr/>
          </p:nvSpPr>
          <p:spPr>
            <a:xfrm>
              <a:off x="5768454" y="-941067"/>
              <a:ext cx="34860" cy="59476"/>
            </a:xfrm>
            <a:custGeom>
              <a:avLst/>
              <a:gdLst/>
              <a:ahLst/>
              <a:cxnLst/>
              <a:rect l="l" t="t" r="r" b="b"/>
              <a:pathLst>
                <a:path w="524" h="894" extrusionOk="0">
                  <a:moveTo>
                    <a:pt x="342" y="0"/>
                  </a:moveTo>
                  <a:lnTo>
                    <a:pt x="342" y="0"/>
                  </a:lnTo>
                  <a:cubicBezTo>
                    <a:pt x="339" y="2"/>
                    <a:pt x="336" y="3"/>
                    <a:pt x="333" y="6"/>
                  </a:cubicBezTo>
                  <a:cubicBezTo>
                    <a:pt x="321" y="12"/>
                    <a:pt x="311" y="19"/>
                    <a:pt x="299" y="28"/>
                  </a:cubicBezTo>
                  <a:cubicBezTo>
                    <a:pt x="298" y="29"/>
                    <a:pt x="298" y="30"/>
                    <a:pt x="297" y="30"/>
                  </a:cubicBezTo>
                  <a:cubicBezTo>
                    <a:pt x="294" y="31"/>
                    <a:pt x="292" y="31"/>
                    <a:pt x="289" y="32"/>
                  </a:cubicBezTo>
                  <a:cubicBezTo>
                    <a:pt x="255" y="51"/>
                    <a:pt x="222" y="68"/>
                    <a:pt x="187" y="87"/>
                  </a:cubicBezTo>
                  <a:cubicBezTo>
                    <a:pt x="121" y="135"/>
                    <a:pt x="72" y="197"/>
                    <a:pt x="40" y="271"/>
                  </a:cubicBezTo>
                  <a:cubicBezTo>
                    <a:pt x="13" y="326"/>
                    <a:pt x="3" y="381"/>
                    <a:pt x="6" y="440"/>
                  </a:cubicBezTo>
                  <a:cubicBezTo>
                    <a:pt x="1" y="497"/>
                    <a:pt x="9" y="553"/>
                    <a:pt x="32" y="607"/>
                  </a:cubicBezTo>
                  <a:cubicBezTo>
                    <a:pt x="51" y="665"/>
                    <a:pt x="84" y="713"/>
                    <a:pt x="128" y="752"/>
                  </a:cubicBezTo>
                  <a:cubicBezTo>
                    <a:pt x="165" y="799"/>
                    <a:pt x="213" y="834"/>
                    <a:pt x="271" y="857"/>
                  </a:cubicBezTo>
                  <a:cubicBezTo>
                    <a:pt x="328" y="881"/>
                    <a:pt x="387" y="894"/>
                    <a:pt x="447" y="894"/>
                  </a:cubicBezTo>
                  <a:cubicBezTo>
                    <a:pt x="463" y="894"/>
                    <a:pt x="480" y="893"/>
                    <a:pt x="496" y="891"/>
                  </a:cubicBezTo>
                  <a:cubicBezTo>
                    <a:pt x="505" y="890"/>
                    <a:pt x="515" y="887"/>
                    <a:pt x="523" y="885"/>
                  </a:cubicBezTo>
                  <a:cubicBezTo>
                    <a:pt x="472" y="846"/>
                    <a:pt x="425" y="802"/>
                    <a:pt x="384" y="751"/>
                  </a:cubicBezTo>
                  <a:cubicBezTo>
                    <a:pt x="233" y="563"/>
                    <a:pt x="180" y="286"/>
                    <a:pt x="294" y="73"/>
                  </a:cubicBezTo>
                  <a:cubicBezTo>
                    <a:pt x="308" y="47"/>
                    <a:pt x="324" y="24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7">
              <a:extLst>
                <a:ext uri="{FF2B5EF4-FFF2-40B4-BE49-F238E27FC236}">
                  <a16:creationId xmlns:a16="http://schemas.microsoft.com/office/drawing/2014/main" id="{8A77BE0B-F3FD-40CC-1A79-89365D96EB6A}"/>
                </a:ext>
              </a:extLst>
            </p:cNvPr>
            <p:cNvSpPr/>
            <p:nvPr/>
          </p:nvSpPr>
          <p:spPr>
            <a:xfrm>
              <a:off x="5695873" y="-1135394"/>
              <a:ext cx="58677" cy="86619"/>
            </a:xfrm>
            <a:custGeom>
              <a:avLst/>
              <a:gdLst/>
              <a:ahLst/>
              <a:cxnLst/>
              <a:rect l="l" t="t" r="r" b="b"/>
              <a:pathLst>
                <a:path w="882" h="1302" extrusionOk="0">
                  <a:moveTo>
                    <a:pt x="491" y="0"/>
                  </a:moveTo>
                  <a:lnTo>
                    <a:pt x="491" y="0"/>
                  </a:lnTo>
                  <a:cubicBezTo>
                    <a:pt x="416" y="13"/>
                    <a:pt x="346" y="43"/>
                    <a:pt x="284" y="91"/>
                  </a:cubicBezTo>
                  <a:cubicBezTo>
                    <a:pt x="283" y="92"/>
                    <a:pt x="282" y="92"/>
                    <a:pt x="282" y="93"/>
                  </a:cubicBezTo>
                  <a:lnTo>
                    <a:pt x="162" y="206"/>
                  </a:lnTo>
                  <a:cubicBezTo>
                    <a:pt x="160" y="208"/>
                    <a:pt x="158" y="211"/>
                    <a:pt x="157" y="213"/>
                  </a:cubicBezTo>
                  <a:cubicBezTo>
                    <a:pt x="138" y="236"/>
                    <a:pt x="115" y="280"/>
                    <a:pt x="108" y="293"/>
                  </a:cubicBezTo>
                  <a:cubicBezTo>
                    <a:pt x="92" y="318"/>
                    <a:pt x="71" y="347"/>
                    <a:pt x="59" y="375"/>
                  </a:cubicBezTo>
                  <a:cubicBezTo>
                    <a:pt x="44" y="427"/>
                    <a:pt x="30" y="479"/>
                    <a:pt x="15" y="530"/>
                  </a:cubicBezTo>
                  <a:cubicBezTo>
                    <a:pt x="15" y="531"/>
                    <a:pt x="15" y="532"/>
                    <a:pt x="15" y="533"/>
                  </a:cubicBezTo>
                  <a:cubicBezTo>
                    <a:pt x="0" y="614"/>
                    <a:pt x="5" y="692"/>
                    <a:pt x="31" y="768"/>
                  </a:cubicBezTo>
                  <a:cubicBezTo>
                    <a:pt x="36" y="795"/>
                    <a:pt x="43" y="821"/>
                    <a:pt x="49" y="847"/>
                  </a:cubicBezTo>
                  <a:cubicBezTo>
                    <a:pt x="50" y="851"/>
                    <a:pt x="52" y="855"/>
                    <a:pt x="54" y="858"/>
                  </a:cubicBezTo>
                  <a:cubicBezTo>
                    <a:pt x="54" y="861"/>
                    <a:pt x="55" y="863"/>
                    <a:pt x="56" y="864"/>
                  </a:cubicBezTo>
                  <a:lnTo>
                    <a:pt x="57" y="867"/>
                  </a:lnTo>
                  <a:cubicBezTo>
                    <a:pt x="82" y="913"/>
                    <a:pt x="107" y="960"/>
                    <a:pt x="132" y="1006"/>
                  </a:cubicBezTo>
                  <a:cubicBezTo>
                    <a:pt x="161" y="1054"/>
                    <a:pt x="247" y="1132"/>
                    <a:pt x="258" y="1141"/>
                  </a:cubicBezTo>
                  <a:cubicBezTo>
                    <a:pt x="263" y="1147"/>
                    <a:pt x="269" y="1153"/>
                    <a:pt x="276" y="1157"/>
                  </a:cubicBezTo>
                  <a:cubicBezTo>
                    <a:pt x="299" y="1172"/>
                    <a:pt x="333" y="1191"/>
                    <a:pt x="348" y="1201"/>
                  </a:cubicBezTo>
                  <a:cubicBezTo>
                    <a:pt x="364" y="1210"/>
                    <a:pt x="396" y="1231"/>
                    <a:pt x="420" y="1244"/>
                  </a:cubicBezTo>
                  <a:cubicBezTo>
                    <a:pt x="424" y="1246"/>
                    <a:pt x="427" y="1248"/>
                    <a:pt x="430" y="1249"/>
                  </a:cubicBezTo>
                  <a:cubicBezTo>
                    <a:pt x="435" y="1251"/>
                    <a:pt x="439" y="1252"/>
                    <a:pt x="443" y="1253"/>
                  </a:cubicBezTo>
                  <a:cubicBezTo>
                    <a:pt x="476" y="1263"/>
                    <a:pt x="556" y="1288"/>
                    <a:pt x="591" y="1295"/>
                  </a:cubicBezTo>
                  <a:cubicBezTo>
                    <a:pt x="593" y="1296"/>
                    <a:pt x="595" y="1296"/>
                    <a:pt x="598" y="1297"/>
                  </a:cubicBezTo>
                  <a:cubicBezTo>
                    <a:pt x="601" y="1298"/>
                    <a:pt x="605" y="1298"/>
                    <a:pt x="609" y="1298"/>
                  </a:cubicBezTo>
                  <a:cubicBezTo>
                    <a:pt x="613" y="1299"/>
                    <a:pt x="617" y="1299"/>
                    <a:pt x="621" y="1299"/>
                  </a:cubicBezTo>
                  <a:lnTo>
                    <a:pt x="621" y="1299"/>
                  </a:lnTo>
                  <a:cubicBezTo>
                    <a:pt x="639" y="1300"/>
                    <a:pt x="656" y="1301"/>
                    <a:pt x="674" y="1301"/>
                  </a:cubicBezTo>
                  <a:cubicBezTo>
                    <a:pt x="682" y="1301"/>
                    <a:pt x="689" y="1300"/>
                    <a:pt x="696" y="1300"/>
                  </a:cubicBezTo>
                  <a:lnTo>
                    <a:pt x="699" y="1300"/>
                  </a:lnTo>
                  <a:cubicBezTo>
                    <a:pt x="700" y="1300"/>
                    <a:pt x="701" y="1300"/>
                    <a:pt x="701" y="1300"/>
                  </a:cubicBezTo>
                  <a:lnTo>
                    <a:pt x="701" y="1300"/>
                  </a:lnTo>
                  <a:cubicBezTo>
                    <a:pt x="713" y="1301"/>
                    <a:pt x="725" y="1302"/>
                    <a:pt x="737" y="1302"/>
                  </a:cubicBezTo>
                  <a:cubicBezTo>
                    <a:pt x="744" y="1302"/>
                    <a:pt x="752" y="1302"/>
                    <a:pt x="760" y="1301"/>
                  </a:cubicBezTo>
                  <a:lnTo>
                    <a:pt x="760" y="1301"/>
                  </a:lnTo>
                  <a:cubicBezTo>
                    <a:pt x="762" y="1301"/>
                    <a:pt x="764" y="1301"/>
                    <a:pt x="766" y="1301"/>
                  </a:cubicBezTo>
                  <a:lnTo>
                    <a:pt x="762" y="1301"/>
                  </a:lnTo>
                  <a:lnTo>
                    <a:pt x="762" y="1301"/>
                  </a:lnTo>
                  <a:cubicBezTo>
                    <a:pt x="802" y="1298"/>
                    <a:pt x="842" y="1289"/>
                    <a:pt x="882" y="1276"/>
                  </a:cubicBezTo>
                  <a:cubicBezTo>
                    <a:pt x="714" y="1202"/>
                    <a:pt x="566" y="1090"/>
                    <a:pt x="464" y="937"/>
                  </a:cubicBezTo>
                  <a:cubicBezTo>
                    <a:pt x="278" y="659"/>
                    <a:pt x="293" y="258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7">
              <a:extLst>
                <a:ext uri="{FF2B5EF4-FFF2-40B4-BE49-F238E27FC236}">
                  <a16:creationId xmlns:a16="http://schemas.microsoft.com/office/drawing/2014/main" id="{9948FF11-FD3C-CC2F-5687-1A9199E321B9}"/>
                </a:ext>
              </a:extLst>
            </p:cNvPr>
            <p:cNvSpPr/>
            <p:nvPr/>
          </p:nvSpPr>
          <p:spPr>
            <a:xfrm>
              <a:off x="5591292" y="-1347417"/>
              <a:ext cx="39650" cy="54619"/>
            </a:xfrm>
            <a:custGeom>
              <a:avLst/>
              <a:gdLst/>
              <a:ahLst/>
              <a:cxnLst/>
              <a:rect l="l" t="t" r="r" b="b"/>
              <a:pathLst>
                <a:path w="596" h="821" extrusionOk="0">
                  <a:moveTo>
                    <a:pt x="271" y="0"/>
                  </a:moveTo>
                  <a:lnTo>
                    <a:pt x="271" y="0"/>
                  </a:lnTo>
                  <a:cubicBezTo>
                    <a:pt x="248" y="9"/>
                    <a:pt x="226" y="19"/>
                    <a:pt x="206" y="33"/>
                  </a:cubicBezTo>
                  <a:cubicBezTo>
                    <a:pt x="160" y="53"/>
                    <a:pt x="122" y="83"/>
                    <a:pt x="91" y="124"/>
                  </a:cubicBezTo>
                  <a:cubicBezTo>
                    <a:pt x="71" y="152"/>
                    <a:pt x="54" y="180"/>
                    <a:pt x="39" y="211"/>
                  </a:cubicBezTo>
                  <a:cubicBezTo>
                    <a:pt x="14" y="268"/>
                    <a:pt x="0" y="343"/>
                    <a:pt x="10" y="404"/>
                  </a:cubicBezTo>
                  <a:cubicBezTo>
                    <a:pt x="15" y="440"/>
                    <a:pt x="22" y="475"/>
                    <a:pt x="34" y="508"/>
                  </a:cubicBezTo>
                  <a:cubicBezTo>
                    <a:pt x="60" y="577"/>
                    <a:pt x="98" y="626"/>
                    <a:pt x="154" y="673"/>
                  </a:cubicBezTo>
                  <a:cubicBezTo>
                    <a:pt x="169" y="685"/>
                    <a:pt x="182" y="697"/>
                    <a:pt x="197" y="709"/>
                  </a:cubicBezTo>
                  <a:cubicBezTo>
                    <a:pt x="217" y="725"/>
                    <a:pt x="234" y="735"/>
                    <a:pt x="258" y="750"/>
                  </a:cubicBezTo>
                  <a:cubicBezTo>
                    <a:pt x="285" y="765"/>
                    <a:pt x="294" y="774"/>
                    <a:pt x="319" y="781"/>
                  </a:cubicBezTo>
                  <a:lnTo>
                    <a:pt x="369" y="796"/>
                  </a:lnTo>
                  <a:cubicBezTo>
                    <a:pt x="408" y="812"/>
                    <a:pt x="447" y="820"/>
                    <a:pt x="489" y="820"/>
                  </a:cubicBezTo>
                  <a:cubicBezTo>
                    <a:pt x="500" y="820"/>
                    <a:pt x="510" y="820"/>
                    <a:pt x="521" y="819"/>
                  </a:cubicBezTo>
                  <a:cubicBezTo>
                    <a:pt x="548" y="817"/>
                    <a:pt x="573" y="809"/>
                    <a:pt x="596" y="799"/>
                  </a:cubicBezTo>
                  <a:cubicBezTo>
                    <a:pt x="544" y="783"/>
                    <a:pt x="494" y="764"/>
                    <a:pt x="447" y="739"/>
                  </a:cubicBezTo>
                  <a:cubicBezTo>
                    <a:pt x="335" y="680"/>
                    <a:pt x="237" y="581"/>
                    <a:pt x="206" y="459"/>
                  </a:cubicBezTo>
                  <a:cubicBezTo>
                    <a:pt x="191" y="398"/>
                    <a:pt x="193" y="334"/>
                    <a:pt x="200" y="271"/>
                  </a:cubicBezTo>
                  <a:cubicBezTo>
                    <a:pt x="211" y="178"/>
                    <a:pt x="236" y="87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7">
              <a:extLst>
                <a:ext uri="{FF2B5EF4-FFF2-40B4-BE49-F238E27FC236}">
                  <a16:creationId xmlns:a16="http://schemas.microsoft.com/office/drawing/2014/main" id="{5360091E-DBC4-A848-40BF-D8B802E6615F}"/>
                </a:ext>
              </a:extLst>
            </p:cNvPr>
            <p:cNvSpPr/>
            <p:nvPr/>
          </p:nvSpPr>
          <p:spPr>
            <a:xfrm>
              <a:off x="5826067" y="-1239776"/>
              <a:ext cx="50760" cy="78037"/>
            </a:xfrm>
            <a:custGeom>
              <a:avLst/>
              <a:gdLst/>
              <a:ahLst/>
              <a:cxnLst/>
              <a:rect l="l" t="t" r="r" b="b"/>
              <a:pathLst>
                <a:path w="763" h="1173" extrusionOk="0">
                  <a:moveTo>
                    <a:pt x="651" y="0"/>
                  </a:moveTo>
                  <a:cubicBezTo>
                    <a:pt x="222" y="66"/>
                    <a:pt x="0" y="677"/>
                    <a:pt x="268" y="1013"/>
                  </a:cubicBezTo>
                  <a:cubicBezTo>
                    <a:pt x="311" y="1067"/>
                    <a:pt x="366" y="1107"/>
                    <a:pt x="432" y="1133"/>
                  </a:cubicBezTo>
                  <a:cubicBezTo>
                    <a:pt x="473" y="1144"/>
                    <a:pt x="515" y="1157"/>
                    <a:pt x="557" y="1168"/>
                  </a:cubicBezTo>
                  <a:cubicBezTo>
                    <a:pt x="578" y="1171"/>
                    <a:pt x="599" y="1173"/>
                    <a:pt x="620" y="1173"/>
                  </a:cubicBezTo>
                  <a:cubicBezTo>
                    <a:pt x="668" y="1173"/>
                    <a:pt x="715" y="1165"/>
                    <a:pt x="762" y="1153"/>
                  </a:cubicBezTo>
                  <a:cubicBezTo>
                    <a:pt x="612" y="1041"/>
                    <a:pt x="506" y="860"/>
                    <a:pt x="481" y="671"/>
                  </a:cubicBezTo>
                  <a:cubicBezTo>
                    <a:pt x="449" y="437"/>
                    <a:pt x="525" y="202"/>
                    <a:pt x="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7">
              <a:extLst>
                <a:ext uri="{FF2B5EF4-FFF2-40B4-BE49-F238E27FC236}">
                  <a16:creationId xmlns:a16="http://schemas.microsoft.com/office/drawing/2014/main" id="{FD4F3295-363B-9A97-31D4-8390D036BDB1}"/>
                </a:ext>
              </a:extLst>
            </p:cNvPr>
            <p:cNvSpPr/>
            <p:nvPr/>
          </p:nvSpPr>
          <p:spPr>
            <a:xfrm>
              <a:off x="5742708" y="-1398311"/>
              <a:ext cx="62469" cy="97197"/>
            </a:xfrm>
            <a:custGeom>
              <a:avLst/>
              <a:gdLst/>
              <a:ahLst/>
              <a:cxnLst/>
              <a:rect l="l" t="t" r="r" b="b"/>
              <a:pathLst>
                <a:path w="939" h="1461" extrusionOk="0">
                  <a:moveTo>
                    <a:pt x="531" y="0"/>
                  </a:moveTo>
                  <a:lnTo>
                    <a:pt x="531" y="0"/>
                  </a:lnTo>
                  <a:cubicBezTo>
                    <a:pt x="420" y="21"/>
                    <a:pt x="315" y="70"/>
                    <a:pt x="227" y="158"/>
                  </a:cubicBezTo>
                  <a:cubicBezTo>
                    <a:pt x="71" y="313"/>
                    <a:pt x="1" y="543"/>
                    <a:pt x="19" y="762"/>
                  </a:cubicBezTo>
                  <a:cubicBezTo>
                    <a:pt x="44" y="1060"/>
                    <a:pt x="184" y="1326"/>
                    <a:pt x="464" y="1433"/>
                  </a:cubicBezTo>
                  <a:cubicBezTo>
                    <a:pt x="513" y="1452"/>
                    <a:pt x="562" y="1460"/>
                    <a:pt x="610" y="1460"/>
                  </a:cubicBezTo>
                  <a:cubicBezTo>
                    <a:pt x="726" y="1460"/>
                    <a:pt x="837" y="1410"/>
                    <a:pt x="938" y="1333"/>
                  </a:cubicBezTo>
                  <a:cubicBezTo>
                    <a:pt x="667" y="1262"/>
                    <a:pt x="437" y="1029"/>
                    <a:pt x="372" y="752"/>
                  </a:cubicBezTo>
                  <a:cubicBezTo>
                    <a:pt x="313" y="494"/>
                    <a:pt x="382" y="22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7">
              <a:extLst>
                <a:ext uri="{FF2B5EF4-FFF2-40B4-BE49-F238E27FC236}">
                  <a16:creationId xmlns:a16="http://schemas.microsoft.com/office/drawing/2014/main" id="{AD995B2F-D33E-E225-C0CA-BEAB18BCE262}"/>
                </a:ext>
              </a:extLst>
            </p:cNvPr>
            <p:cNvSpPr/>
            <p:nvPr/>
          </p:nvSpPr>
          <p:spPr>
            <a:xfrm>
              <a:off x="5923596" y="-1394585"/>
              <a:ext cx="13572" cy="57014"/>
            </a:xfrm>
            <a:custGeom>
              <a:avLst/>
              <a:gdLst/>
              <a:ahLst/>
              <a:cxnLst/>
              <a:rect l="l" t="t" r="r" b="b"/>
              <a:pathLst>
                <a:path w="204" h="857" extrusionOk="0">
                  <a:moveTo>
                    <a:pt x="175" y="1"/>
                  </a:moveTo>
                  <a:lnTo>
                    <a:pt x="175" y="1"/>
                  </a:lnTo>
                  <a:cubicBezTo>
                    <a:pt x="128" y="48"/>
                    <a:pt x="89" y="102"/>
                    <a:pt x="66" y="162"/>
                  </a:cubicBezTo>
                  <a:cubicBezTo>
                    <a:pt x="46" y="213"/>
                    <a:pt x="31" y="269"/>
                    <a:pt x="19" y="321"/>
                  </a:cubicBezTo>
                  <a:cubicBezTo>
                    <a:pt x="15" y="336"/>
                    <a:pt x="12" y="350"/>
                    <a:pt x="10" y="366"/>
                  </a:cubicBezTo>
                  <a:cubicBezTo>
                    <a:pt x="5" y="414"/>
                    <a:pt x="1" y="483"/>
                    <a:pt x="5" y="522"/>
                  </a:cubicBezTo>
                  <a:cubicBezTo>
                    <a:pt x="15" y="617"/>
                    <a:pt x="61" y="705"/>
                    <a:pt x="113" y="785"/>
                  </a:cubicBezTo>
                  <a:cubicBezTo>
                    <a:pt x="135" y="809"/>
                    <a:pt x="158" y="832"/>
                    <a:pt x="180" y="856"/>
                  </a:cubicBezTo>
                  <a:cubicBezTo>
                    <a:pt x="181" y="856"/>
                    <a:pt x="182" y="857"/>
                    <a:pt x="182" y="857"/>
                  </a:cubicBezTo>
                  <a:cubicBezTo>
                    <a:pt x="165" y="715"/>
                    <a:pt x="173" y="573"/>
                    <a:pt x="204" y="437"/>
                  </a:cubicBezTo>
                  <a:cubicBezTo>
                    <a:pt x="152" y="298"/>
                    <a:pt x="145" y="145"/>
                    <a:pt x="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7">
              <a:extLst>
                <a:ext uri="{FF2B5EF4-FFF2-40B4-BE49-F238E27FC236}">
                  <a16:creationId xmlns:a16="http://schemas.microsoft.com/office/drawing/2014/main" id="{1CDF5AF5-1073-3058-99AB-9ED16CF01E42}"/>
                </a:ext>
              </a:extLst>
            </p:cNvPr>
            <p:cNvSpPr/>
            <p:nvPr/>
          </p:nvSpPr>
          <p:spPr>
            <a:xfrm>
              <a:off x="5563816" y="-1209572"/>
              <a:ext cx="266" cy="333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cubicBezTo>
                    <a:pt x="4" y="1"/>
                    <a:pt x="3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lnTo>
                    <a:pt x="2" y="2"/>
                  </a:lnTo>
                  <a:cubicBezTo>
                    <a:pt x="3" y="2"/>
                    <a:pt x="3" y="1"/>
                    <a:pt x="4" y="1"/>
                  </a:cubicBezTo>
                  <a:close/>
                  <a:moveTo>
                    <a:pt x="2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2" y="4"/>
                    <a:pt x="2" y="3"/>
                    <a:pt x="2" y="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7">
              <a:extLst>
                <a:ext uri="{FF2B5EF4-FFF2-40B4-BE49-F238E27FC236}">
                  <a16:creationId xmlns:a16="http://schemas.microsoft.com/office/drawing/2014/main" id="{DC3BAC9E-BE50-F29E-B691-9780B72C7207}"/>
                </a:ext>
              </a:extLst>
            </p:cNvPr>
            <p:cNvSpPr/>
            <p:nvPr/>
          </p:nvSpPr>
          <p:spPr>
            <a:xfrm>
              <a:off x="5560556" y="-1210703"/>
              <a:ext cx="25280" cy="25347"/>
            </a:xfrm>
            <a:custGeom>
              <a:avLst/>
              <a:gdLst/>
              <a:ahLst/>
              <a:cxnLst/>
              <a:rect l="l" t="t" r="r" b="b"/>
              <a:pathLst>
                <a:path w="380" h="381" extrusionOk="0">
                  <a:moveTo>
                    <a:pt x="77" y="5"/>
                  </a:moveTo>
                  <a:lnTo>
                    <a:pt x="76" y="5"/>
                  </a:lnTo>
                  <a:cubicBezTo>
                    <a:pt x="77" y="5"/>
                    <a:pt x="77" y="5"/>
                    <a:pt x="77" y="5"/>
                  </a:cubicBezTo>
                  <a:close/>
                  <a:moveTo>
                    <a:pt x="125" y="0"/>
                  </a:moveTo>
                  <a:cubicBezTo>
                    <a:pt x="121" y="0"/>
                    <a:pt x="117" y="1"/>
                    <a:pt x="114" y="1"/>
                  </a:cubicBezTo>
                  <a:cubicBezTo>
                    <a:pt x="112" y="1"/>
                    <a:pt x="111" y="1"/>
                    <a:pt x="109" y="1"/>
                  </a:cubicBezTo>
                  <a:cubicBezTo>
                    <a:pt x="103" y="1"/>
                    <a:pt x="96" y="2"/>
                    <a:pt x="90" y="3"/>
                  </a:cubicBezTo>
                  <a:cubicBezTo>
                    <a:pt x="88" y="3"/>
                    <a:pt x="86" y="3"/>
                    <a:pt x="84" y="3"/>
                  </a:cubicBezTo>
                  <a:cubicBezTo>
                    <a:pt x="82" y="3"/>
                    <a:pt x="80" y="3"/>
                    <a:pt x="78" y="4"/>
                  </a:cubicBezTo>
                  <a:cubicBezTo>
                    <a:pt x="78" y="5"/>
                    <a:pt x="77" y="5"/>
                    <a:pt x="77" y="5"/>
                  </a:cubicBezTo>
                  <a:lnTo>
                    <a:pt x="77" y="5"/>
                  </a:lnTo>
                  <a:lnTo>
                    <a:pt x="88" y="4"/>
                  </a:lnTo>
                  <a:lnTo>
                    <a:pt x="88" y="4"/>
                  </a:lnTo>
                  <a:cubicBezTo>
                    <a:pt x="76" y="6"/>
                    <a:pt x="65" y="8"/>
                    <a:pt x="55" y="17"/>
                  </a:cubicBezTo>
                  <a:cubicBezTo>
                    <a:pt x="53" y="18"/>
                    <a:pt x="51" y="20"/>
                    <a:pt x="49" y="22"/>
                  </a:cubicBezTo>
                  <a:cubicBezTo>
                    <a:pt x="30" y="36"/>
                    <a:pt x="16" y="57"/>
                    <a:pt x="10" y="80"/>
                  </a:cubicBezTo>
                  <a:cubicBezTo>
                    <a:pt x="4" y="102"/>
                    <a:pt x="1" y="132"/>
                    <a:pt x="12" y="153"/>
                  </a:cubicBezTo>
                  <a:cubicBezTo>
                    <a:pt x="25" y="177"/>
                    <a:pt x="38" y="202"/>
                    <a:pt x="53" y="224"/>
                  </a:cubicBezTo>
                  <a:cubicBezTo>
                    <a:pt x="65" y="240"/>
                    <a:pt x="79" y="254"/>
                    <a:pt x="93" y="270"/>
                  </a:cubicBezTo>
                  <a:lnTo>
                    <a:pt x="133" y="315"/>
                  </a:lnTo>
                  <a:cubicBezTo>
                    <a:pt x="139" y="322"/>
                    <a:pt x="146" y="331"/>
                    <a:pt x="154" y="338"/>
                  </a:cubicBezTo>
                  <a:cubicBezTo>
                    <a:pt x="170" y="356"/>
                    <a:pt x="188" y="368"/>
                    <a:pt x="213" y="376"/>
                  </a:cubicBezTo>
                  <a:cubicBezTo>
                    <a:pt x="225" y="379"/>
                    <a:pt x="238" y="381"/>
                    <a:pt x="250" y="381"/>
                  </a:cubicBezTo>
                  <a:cubicBezTo>
                    <a:pt x="276" y="381"/>
                    <a:pt x="302" y="373"/>
                    <a:pt x="323" y="358"/>
                  </a:cubicBezTo>
                  <a:cubicBezTo>
                    <a:pt x="351" y="338"/>
                    <a:pt x="366" y="306"/>
                    <a:pt x="372" y="274"/>
                  </a:cubicBezTo>
                  <a:cubicBezTo>
                    <a:pt x="380" y="235"/>
                    <a:pt x="364" y="197"/>
                    <a:pt x="339" y="168"/>
                  </a:cubicBezTo>
                  <a:cubicBezTo>
                    <a:pt x="325" y="154"/>
                    <a:pt x="312" y="139"/>
                    <a:pt x="298" y="124"/>
                  </a:cubicBezTo>
                  <a:cubicBezTo>
                    <a:pt x="277" y="102"/>
                    <a:pt x="258" y="77"/>
                    <a:pt x="235" y="57"/>
                  </a:cubicBezTo>
                  <a:cubicBezTo>
                    <a:pt x="222" y="45"/>
                    <a:pt x="205" y="34"/>
                    <a:pt x="191" y="22"/>
                  </a:cubicBezTo>
                  <a:cubicBezTo>
                    <a:pt x="173" y="6"/>
                    <a:pt x="149" y="0"/>
                    <a:pt x="125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7">
              <a:extLst>
                <a:ext uri="{FF2B5EF4-FFF2-40B4-BE49-F238E27FC236}">
                  <a16:creationId xmlns:a16="http://schemas.microsoft.com/office/drawing/2014/main" id="{CE92FAE1-5C4A-7641-7ED3-D80032EFD7A2}"/>
                </a:ext>
              </a:extLst>
            </p:cNvPr>
            <p:cNvSpPr/>
            <p:nvPr/>
          </p:nvSpPr>
          <p:spPr>
            <a:xfrm>
              <a:off x="5562751" y="-1209306"/>
              <a:ext cx="1131" cy="1064"/>
            </a:xfrm>
            <a:custGeom>
              <a:avLst/>
              <a:gdLst/>
              <a:ahLst/>
              <a:cxnLst/>
              <a:rect l="l" t="t" r="r" b="b"/>
              <a:pathLst>
                <a:path w="17" h="16" extrusionOk="0">
                  <a:moveTo>
                    <a:pt x="16" y="1"/>
                  </a:moveTo>
                  <a:cubicBezTo>
                    <a:pt x="11" y="5"/>
                    <a:pt x="5" y="10"/>
                    <a:pt x="0" y="15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7">
              <a:extLst>
                <a:ext uri="{FF2B5EF4-FFF2-40B4-BE49-F238E27FC236}">
                  <a16:creationId xmlns:a16="http://schemas.microsoft.com/office/drawing/2014/main" id="{F4C94399-DC5E-E6C0-AF55-8826C4D0DC80}"/>
                </a:ext>
              </a:extLst>
            </p:cNvPr>
            <p:cNvSpPr/>
            <p:nvPr/>
          </p:nvSpPr>
          <p:spPr>
            <a:xfrm>
              <a:off x="5622759" y="-1335842"/>
              <a:ext cx="13106" cy="14170"/>
            </a:xfrm>
            <a:custGeom>
              <a:avLst/>
              <a:gdLst/>
              <a:ahLst/>
              <a:cxnLst/>
              <a:rect l="l" t="t" r="r" b="b"/>
              <a:pathLst>
                <a:path w="197" h="213" extrusionOk="0">
                  <a:moveTo>
                    <a:pt x="171" y="80"/>
                  </a:moveTo>
                  <a:lnTo>
                    <a:pt x="171" y="80"/>
                  </a:lnTo>
                  <a:cubicBezTo>
                    <a:pt x="171" y="80"/>
                    <a:pt x="172" y="81"/>
                    <a:pt x="172" y="82"/>
                  </a:cubicBezTo>
                  <a:lnTo>
                    <a:pt x="172" y="82"/>
                  </a:lnTo>
                  <a:cubicBezTo>
                    <a:pt x="172" y="81"/>
                    <a:pt x="171" y="81"/>
                    <a:pt x="171" y="80"/>
                  </a:cubicBezTo>
                  <a:close/>
                  <a:moveTo>
                    <a:pt x="86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50" y="9"/>
                    <a:pt x="40" y="17"/>
                    <a:pt x="32" y="26"/>
                  </a:cubicBezTo>
                  <a:cubicBezTo>
                    <a:pt x="30" y="28"/>
                    <a:pt x="28" y="31"/>
                    <a:pt x="25" y="35"/>
                  </a:cubicBezTo>
                  <a:cubicBezTo>
                    <a:pt x="20" y="42"/>
                    <a:pt x="14" y="51"/>
                    <a:pt x="11" y="61"/>
                  </a:cubicBezTo>
                  <a:cubicBezTo>
                    <a:pt x="8" y="71"/>
                    <a:pt x="3" y="81"/>
                    <a:pt x="2" y="91"/>
                  </a:cubicBezTo>
                  <a:cubicBezTo>
                    <a:pt x="2" y="92"/>
                    <a:pt x="2" y="93"/>
                    <a:pt x="2" y="94"/>
                  </a:cubicBezTo>
                  <a:cubicBezTo>
                    <a:pt x="0" y="111"/>
                    <a:pt x="0" y="115"/>
                    <a:pt x="5" y="129"/>
                  </a:cubicBezTo>
                  <a:cubicBezTo>
                    <a:pt x="7" y="141"/>
                    <a:pt x="10" y="152"/>
                    <a:pt x="19" y="161"/>
                  </a:cubicBezTo>
                  <a:cubicBezTo>
                    <a:pt x="19" y="162"/>
                    <a:pt x="20" y="163"/>
                    <a:pt x="21" y="163"/>
                  </a:cubicBezTo>
                  <a:cubicBezTo>
                    <a:pt x="29" y="172"/>
                    <a:pt x="36" y="181"/>
                    <a:pt x="45" y="188"/>
                  </a:cubicBezTo>
                  <a:cubicBezTo>
                    <a:pt x="53" y="194"/>
                    <a:pt x="61" y="198"/>
                    <a:pt x="68" y="202"/>
                  </a:cubicBezTo>
                  <a:cubicBezTo>
                    <a:pt x="70" y="203"/>
                    <a:pt x="73" y="204"/>
                    <a:pt x="75" y="205"/>
                  </a:cubicBezTo>
                  <a:cubicBezTo>
                    <a:pt x="86" y="210"/>
                    <a:pt x="98" y="213"/>
                    <a:pt x="109" y="213"/>
                  </a:cubicBezTo>
                  <a:cubicBezTo>
                    <a:pt x="114" y="213"/>
                    <a:pt x="119" y="212"/>
                    <a:pt x="124" y="211"/>
                  </a:cubicBezTo>
                  <a:cubicBezTo>
                    <a:pt x="133" y="209"/>
                    <a:pt x="143" y="207"/>
                    <a:pt x="151" y="204"/>
                  </a:cubicBezTo>
                  <a:cubicBezTo>
                    <a:pt x="163" y="199"/>
                    <a:pt x="172" y="193"/>
                    <a:pt x="179" y="183"/>
                  </a:cubicBezTo>
                  <a:cubicBezTo>
                    <a:pt x="186" y="176"/>
                    <a:pt x="190" y="167"/>
                    <a:pt x="192" y="159"/>
                  </a:cubicBezTo>
                  <a:cubicBezTo>
                    <a:pt x="195" y="151"/>
                    <a:pt x="196" y="142"/>
                    <a:pt x="194" y="133"/>
                  </a:cubicBezTo>
                  <a:cubicBezTo>
                    <a:pt x="193" y="125"/>
                    <a:pt x="190" y="117"/>
                    <a:pt x="186" y="109"/>
                  </a:cubicBezTo>
                  <a:cubicBezTo>
                    <a:pt x="186" y="110"/>
                    <a:pt x="186" y="110"/>
                    <a:pt x="186" y="111"/>
                  </a:cubicBezTo>
                  <a:cubicBezTo>
                    <a:pt x="185" y="109"/>
                    <a:pt x="185" y="108"/>
                    <a:pt x="185" y="107"/>
                  </a:cubicBezTo>
                  <a:cubicBezTo>
                    <a:pt x="183" y="105"/>
                    <a:pt x="183" y="103"/>
                    <a:pt x="182" y="102"/>
                  </a:cubicBezTo>
                  <a:cubicBezTo>
                    <a:pt x="181" y="102"/>
                    <a:pt x="181" y="100"/>
                    <a:pt x="181" y="100"/>
                  </a:cubicBezTo>
                  <a:cubicBezTo>
                    <a:pt x="179" y="96"/>
                    <a:pt x="177" y="92"/>
                    <a:pt x="174" y="87"/>
                  </a:cubicBezTo>
                  <a:cubicBezTo>
                    <a:pt x="173" y="85"/>
                    <a:pt x="173" y="84"/>
                    <a:pt x="172" y="82"/>
                  </a:cubicBezTo>
                  <a:lnTo>
                    <a:pt x="172" y="82"/>
                  </a:lnTo>
                  <a:cubicBezTo>
                    <a:pt x="172" y="83"/>
                    <a:pt x="172" y="84"/>
                    <a:pt x="172" y="85"/>
                  </a:cubicBezTo>
                  <a:cubicBezTo>
                    <a:pt x="171" y="83"/>
                    <a:pt x="171" y="82"/>
                    <a:pt x="170" y="81"/>
                  </a:cubicBezTo>
                  <a:cubicBezTo>
                    <a:pt x="168" y="76"/>
                    <a:pt x="168" y="71"/>
                    <a:pt x="166" y="67"/>
                  </a:cubicBezTo>
                  <a:cubicBezTo>
                    <a:pt x="165" y="64"/>
                    <a:pt x="163" y="60"/>
                    <a:pt x="159" y="58"/>
                  </a:cubicBezTo>
                  <a:cubicBezTo>
                    <a:pt x="158" y="54"/>
                    <a:pt x="150" y="47"/>
                    <a:pt x="146" y="43"/>
                  </a:cubicBezTo>
                  <a:cubicBezTo>
                    <a:pt x="142" y="32"/>
                    <a:pt x="135" y="23"/>
                    <a:pt x="126" y="16"/>
                  </a:cubicBezTo>
                  <a:cubicBezTo>
                    <a:pt x="116" y="8"/>
                    <a:pt x="106" y="3"/>
                    <a:pt x="95" y="1"/>
                  </a:cubicBezTo>
                  <a:cubicBezTo>
                    <a:pt x="92" y="1"/>
                    <a:pt x="89" y="1"/>
                    <a:pt x="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7">
              <a:extLst>
                <a:ext uri="{FF2B5EF4-FFF2-40B4-BE49-F238E27FC236}">
                  <a16:creationId xmlns:a16="http://schemas.microsoft.com/office/drawing/2014/main" id="{5AB7A5C4-AA9F-CC4F-7E97-AE66600C9FF8}"/>
                </a:ext>
              </a:extLst>
            </p:cNvPr>
            <p:cNvSpPr/>
            <p:nvPr/>
          </p:nvSpPr>
          <p:spPr>
            <a:xfrm>
              <a:off x="5794333" y="-1381746"/>
              <a:ext cx="21621" cy="26012"/>
            </a:xfrm>
            <a:custGeom>
              <a:avLst/>
              <a:gdLst/>
              <a:ahLst/>
              <a:cxnLst/>
              <a:rect l="l" t="t" r="r" b="b"/>
              <a:pathLst>
                <a:path w="325" h="391" extrusionOk="0">
                  <a:moveTo>
                    <a:pt x="107" y="0"/>
                  </a:moveTo>
                  <a:cubicBezTo>
                    <a:pt x="105" y="0"/>
                    <a:pt x="102" y="0"/>
                    <a:pt x="99" y="0"/>
                  </a:cubicBezTo>
                  <a:cubicBezTo>
                    <a:pt x="84" y="1"/>
                    <a:pt x="70" y="7"/>
                    <a:pt x="58" y="14"/>
                  </a:cubicBezTo>
                  <a:cubicBezTo>
                    <a:pt x="44" y="20"/>
                    <a:pt x="34" y="29"/>
                    <a:pt x="24" y="41"/>
                  </a:cubicBezTo>
                  <a:cubicBezTo>
                    <a:pt x="12" y="57"/>
                    <a:pt x="4" y="75"/>
                    <a:pt x="1" y="94"/>
                  </a:cubicBezTo>
                  <a:cubicBezTo>
                    <a:pt x="1" y="106"/>
                    <a:pt x="0" y="118"/>
                    <a:pt x="0" y="129"/>
                  </a:cubicBezTo>
                  <a:cubicBezTo>
                    <a:pt x="0" y="151"/>
                    <a:pt x="4" y="171"/>
                    <a:pt x="13" y="192"/>
                  </a:cubicBezTo>
                  <a:cubicBezTo>
                    <a:pt x="19" y="206"/>
                    <a:pt x="25" y="221"/>
                    <a:pt x="32" y="237"/>
                  </a:cubicBezTo>
                  <a:cubicBezTo>
                    <a:pt x="42" y="261"/>
                    <a:pt x="51" y="284"/>
                    <a:pt x="67" y="306"/>
                  </a:cubicBezTo>
                  <a:cubicBezTo>
                    <a:pt x="89" y="335"/>
                    <a:pt x="109" y="366"/>
                    <a:pt x="146" y="380"/>
                  </a:cubicBezTo>
                  <a:cubicBezTo>
                    <a:pt x="161" y="387"/>
                    <a:pt x="176" y="391"/>
                    <a:pt x="192" y="391"/>
                  </a:cubicBezTo>
                  <a:cubicBezTo>
                    <a:pt x="198" y="391"/>
                    <a:pt x="203" y="390"/>
                    <a:pt x="208" y="390"/>
                  </a:cubicBezTo>
                  <a:cubicBezTo>
                    <a:pt x="225" y="389"/>
                    <a:pt x="240" y="383"/>
                    <a:pt x="253" y="375"/>
                  </a:cubicBezTo>
                  <a:cubicBezTo>
                    <a:pt x="269" y="368"/>
                    <a:pt x="282" y="358"/>
                    <a:pt x="292" y="345"/>
                  </a:cubicBezTo>
                  <a:cubicBezTo>
                    <a:pt x="306" y="327"/>
                    <a:pt x="314" y="307"/>
                    <a:pt x="318" y="285"/>
                  </a:cubicBezTo>
                  <a:cubicBezTo>
                    <a:pt x="325" y="248"/>
                    <a:pt x="311" y="216"/>
                    <a:pt x="298" y="182"/>
                  </a:cubicBezTo>
                  <a:cubicBezTo>
                    <a:pt x="289" y="157"/>
                    <a:pt x="274" y="135"/>
                    <a:pt x="260" y="113"/>
                  </a:cubicBezTo>
                  <a:cubicBezTo>
                    <a:pt x="250" y="101"/>
                    <a:pt x="241" y="88"/>
                    <a:pt x="233" y="76"/>
                  </a:cubicBezTo>
                  <a:cubicBezTo>
                    <a:pt x="222" y="61"/>
                    <a:pt x="212" y="47"/>
                    <a:pt x="198" y="36"/>
                  </a:cubicBezTo>
                  <a:cubicBezTo>
                    <a:pt x="185" y="26"/>
                    <a:pt x="168" y="18"/>
                    <a:pt x="154" y="9"/>
                  </a:cubicBezTo>
                  <a:cubicBezTo>
                    <a:pt x="139" y="3"/>
                    <a:pt x="123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>
              <a:extLst>
                <a:ext uri="{FF2B5EF4-FFF2-40B4-BE49-F238E27FC236}">
                  <a16:creationId xmlns:a16="http://schemas.microsoft.com/office/drawing/2014/main" id="{E5450886-D2FD-C9C8-5EEB-C597E936D1C2}"/>
                </a:ext>
              </a:extLst>
            </p:cNvPr>
            <p:cNvSpPr/>
            <p:nvPr/>
          </p:nvSpPr>
          <p:spPr>
            <a:xfrm>
              <a:off x="5798259" y="-1347683"/>
              <a:ext cx="14636" cy="14902"/>
            </a:xfrm>
            <a:custGeom>
              <a:avLst/>
              <a:gdLst/>
              <a:ahLst/>
              <a:cxnLst/>
              <a:rect l="l" t="t" r="r" b="b"/>
              <a:pathLst>
                <a:path w="220" h="224" extrusionOk="0">
                  <a:moveTo>
                    <a:pt x="125" y="0"/>
                  </a:moveTo>
                  <a:cubicBezTo>
                    <a:pt x="109" y="0"/>
                    <a:pt x="93" y="4"/>
                    <a:pt x="79" y="12"/>
                  </a:cubicBezTo>
                  <a:lnTo>
                    <a:pt x="79" y="12"/>
                  </a:lnTo>
                  <a:lnTo>
                    <a:pt x="82" y="10"/>
                  </a:lnTo>
                  <a:lnTo>
                    <a:pt x="82" y="10"/>
                  </a:lnTo>
                  <a:cubicBezTo>
                    <a:pt x="81" y="10"/>
                    <a:pt x="79" y="11"/>
                    <a:pt x="78" y="12"/>
                  </a:cubicBezTo>
                  <a:lnTo>
                    <a:pt x="78" y="12"/>
                  </a:lnTo>
                  <a:cubicBezTo>
                    <a:pt x="75" y="14"/>
                    <a:pt x="72" y="15"/>
                    <a:pt x="70" y="17"/>
                  </a:cubicBezTo>
                  <a:lnTo>
                    <a:pt x="76" y="13"/>
                  </a:lnTo>
                  <a:lnTo>
                    <a:pt x="76" y="13"/>
                  </a:lnTo>
                  <a:cubicBezTo>
                    <a:pt x="74" y="14"/>
                    <a:pt x="72" y="16"/>
                    <a:pt x="70" y="17"/>
                  </a:cubicBezTo>
                  <a:cubicBezTo>
                    <a:pt x="69" y="17"/>
                    <a:pt x="67" y="17"/>
                    <a:pt x="66" y="18"/>
                  </a:cubicBezTo>
                  <a:cubicBezTo>
                    <a:pt x="64" y="19"/>
                    <a:pt x="62" y="21"/>
                    <a:pt x="59" y="22"/>
                  </a:cubicBezTo>
                  <a:lnTo>
                    <a:pt x="57" y="23"/>
                  </a:lnTo>
                  <a:cubicBezTo>
                    <a:pt x="46" y="31"/>
                    <a:pt x="37" y="44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lnTo>
                    <a:pt x="30" y="57"/>
                  </a:lnTo>
                  <a:cubicBezTo>
                    <a:pt x="27" y="60"/>
                    <a:pt x="24" y="64"/>
                    <a:pt x="21" y="68"/>
                  </a:cubicBezTo>
                  <a:cubicBezTo>
                    <a:pt x="17" y="75"/>
                    <a:pt x="12" y="83"/>
                    <a:pt x="8" y="90"/>
                  </a:cubicBezTo>
                  <a:cubicBezTo>
                    <a:pt x="6" y="98"/>
                    <a:pt x="4" y="106"/>
                    <a:pt x="1" y="114"/>
                  </a:cubicBezTo>
                  <a:cubicBezTo>
                    <a:pt x="1" y="122"/>
                    <a:pt x="1" y="130"/>
                    <a:pt x="1" y="138"/>
                  </a:cubicBezTo>
                  <a:cubicBezTo>
                    <a:pt x="2" y="151"/>
                    <a:pt x="5" y="162"/>
                    <a:pt x="12" y="173"/>
                  </a:cubicBezTo>
                  <a:cubicBezTo>
                    <a:pt x="15" y="181"/>
                    <a:pt x="21" y="187"/>
                    <a:pt x="27" y="193"/>
                  </a:cubicBezTo>
                  <a:cubicBezTo>
                    <a:pt x="32" y="200"/>
                    <a:pt x="38" y="205"/>
                    <a:pt x="47" y="208"/>
                  </a:cubicBezTo>
                  <a:cubicBezTo>
                    <a:pt x="53" y="214"/>
                    <a:pt x="60" y="217"/>
                    <a:pt x="69" y="219"/>
                  </a:cubicBezTo>
                  <a:cubicBezTo>
                    <a:pt x="77" y="222"/>
                    <a:pt x="85" y="223"/>
                    <a:pt x="93" y="223"/>
                  </a:cubicBezTo>
                  <a:cubicBezTo>
                    <a:pt x="97" y="223"/>
                    <a:pt x="101" y="223"/>
                    <a:pt x="105" y="222"/>
                  </a:cubicBezTo>
                  <a:cubicBezTo>
                    <a:pt x="112" y="222"/>
                    <a:pt x="124" y="219"/>
                    <a:pt x="131" y="217"/>
                  </a:cubicBezTo>
                  <a:cubicBezTo>
                    <a:pt x="132" y="216"/>
                    <a:pt x="133" y="216"/>
                    <a:pt x="134" y="216"/>
                  </a:cubicBezTo>
                  <a:cubicBezTo>
                    <a:pt x="135" y="215"/>
                    <a:pt x="137" y="214"/>
                    <a:pt x="139" y="213"/>
                  </a:cubicBezTo>
                  <a:cubicBezTo>
                    <a:pt x="149" y="207"/>
                    <a:pt x="161" y="202"/>
                    <a:pt x="170" y="195"/>
                  </a:cubicBezTo>
                  <a:cubicBezTo>
                    <a:pt x="172" y="194"/>
                    <a:pt x="174" y="193"/>
                    <a:pt x="176" y="192"/>
                  </a:cubicBezTo>
                  <a:cubicBezTo>
                    <a:pt x="177" y="191"/>
                    <a:pt x="177" y="191"/>
                    <a:pt x="178" y="190"/>
                  </a:cubicBezTo>
                  <a:cubicBezTo>
                    <a:pt x="184" y="183"/>
                    <a:pt x="191" y="177"/>
                    <a:pt x="198" y="171"/>
                  </a:cubicBezTo>
                  <a:cubicBezTo>
                    <a:pt x="207" y="160"/>
                    <a:pt x="213" y="148"/>
                    <a:pt x="215" y="134"/>
                  </a:cubicBezTo>
                  <a:cubicBezTo>
                    <a:pt x="219" y="125"/>
                    <a:pt x="220" y="125"/>
                    <a:pt x="220" y="119"/>
                  </a:cubicBezTo>
                  <a:cubicBezTo>
                    <a:pt x="220" y="110"/>
                    <a:pt x="220" y="101"/>
                    <a:pt x="220" y="92"/>
                  </a:cubicBezTo>
                  <a:cubicBezTo>
                    <a:pt x="220" y="90"/>
                    <a:pt x="220" y="88"/>
                    <a:pt x="220" y="86"/>
                  </a:cubicBezTo>
                  <a:cubicBezTo>
                    <a:pt x="216" y="52"/>
                    <a:pt x="192" y="21"/>
                    <a:pt x="162" y="7"/>
                  </a:cubicBezTo>
                  <a:cubicBezTo>
                    <a:pt x="150" y="3"/>
                    <a:pt x="138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7">
              <a:extLst>
                <a:ext uri="{FF2B5EF4-FFF2-40B4-BE49-F238E27FC236}">
                  <a16:creationId xmlns:a16="http://schemas.microsoft.com/office/drawing/2014/main" id="{532A67DE-5199-9E79-A333-7106CB5924EF}"/>
                </a:ext>
              </a:extLst>
            </p:cNvPr>
            <p:cNvSpPr/>
            <p:nvPr/>
          </p:nvSpPr>
          <p:spPr>
            <a:xfrm>
              <a:off x="5885277" y="-1217822"/>
              <a:ext cx="14237" cy="19360"/>
            </a:xfrm>
            <a:custGeom>
              <a:avLst/>
              <a:gdLst/>
              <a:ahLst/>
              <a:cxnLst/>
              <a:rect l="l" t="t" r="r" b="b"/>
              <a:pathLst>
                <a:path w="214" h="291" extrusionOk="0">
                  <a:moveTo>
                    <a:pt x="1" y="137"/>
                  </a:moveTo>
                  <a:cubicBezTo>
                    <a:pt x="1" y="138"/>
                    <a:pt x="1" y="139"/>
                    <a:pt x="1" y="139"/>
                  </a:cubicBezTo>
                  <a:lnTo>
                    <a:pt x="1" y="139"/>
                  </a:lnTo>
                  <a:cubicBezTo>
                    <a:pt x="1" y="139"/>
                    <a:pt x="1" y="138"/>
                    <a:pt x="1" y="137"/>
                  </a:cubicBezTo>
                  <a:close/>
                  <a:moveTo>
                    <a:pt x="89" y="0"/>
                  </a:moveTo>
                  <a:cubicBezTo>
                    <a:pt x="86" y="0"/>
                    <a:pt x="82" y="1"/>
                    <a:pt x="79" y="1"/>
                  </a:cubicBezTo>
                  <a:cubicBezTo>
                    <a:pt x="63" y="2"/>
                    <a:pt x="50" y="7"/>
                    <a:pt x="38" y="16"/>
                  </a:cubicBezTo>
                  <a:cubicBezTo>
                    <a:pt x="25" y="25"/>
                    <a:pt x="16" y="37"/>
                    <a:pt x="9" y="51"/>
                  </a:cubicBezTo>
                  <a:cubicBezTo>
                    <a:pt x="4" y="64"/>
                    <a:pt x="2" y="76"/>
                    <a:pt x="3" y="89"/>
                  </a:cubicBezTo>
                  <a:lnTo>
                    <a:pt x="3" y="89"/>
                  </a:lnTo>
                  <a:cubicBezTo>
                    <a:pt x="3" y="91"/>
                    <a:pt x="3" y="93"/>
                    <a:pt x="2" y="95"/>
                  </a:cubicBezTo>
                  <a:cubicBezTo>
                    <a:pt x="1" y="98"/>
                    <a:pt x="1" y="102"/>
                    <a:pt x="0" y="104"/>
                  </a:cubicBezTo>
                  <a:lnTo>
                    <a:pt x="0" y="131"/>
                  </a:lnTo>
                  <a:cubicBezTo>
                    <a:pt x="0" y="134"/>
                    <a:pt x="1" y="137"/>
                    <a:pt x="2" y="140"/>
                  </a:cubicBezTo>
                  <a:cubicBezTo>
                    <a:pt x="2" y="140"/>
                    <a:pt x="2" y="140"/>
                    <a:pt x="1" y="139"/>
                  </a:cubicBezTo>
                  <a:lnTo>
                    <a:pt x="1" y="139"/>
                  </a:lnTo>
                  <a:cubicBezTo>
                    <a:pt x="3" y="146"/>
                    <a:pt x="4" y="151"/>
                    <a:pt x="4" y="158"/>
                  </a:cubicBezTo>
                  <a:cubicBezTo>
                    <a:pt x="5" y="161"/>
                    <a:pt x="5" y="165"/>
                    <a:pt x="5" y="169"/>
                  </a:cubicBezTo>
                  <a:cubicBezTo>
                    <a:pt x="5" y="170"/>
                    <a:pt x="5" y="171"/>
                    <a:pt x="5" y="172"/>
                  </a:cubicBezTo>
                  <a:lnTo>
                    <a:pt x="12" y="198"/>
                  </a:lnTo>
                  <a:cubicBezTo>
                    <a:pt x="13" y="199"/>
                    <a:pt x="13" y="200"/>
                    <a:pt x="14" y="202"/>
                  </a:cubicBezTo>
                  <a:cubicBezTo>
                    <a:pt x="17" y="207"/>
                    <a:pt x="19" y="214"/>
                    <a:pt x="20" y="219"/>
                  </a:cubicBezTo>
                  <a:cubicBezTo>
                    <a:pt x="21" y="222"/>
                    <a:pt x="22" y="225"/>
                    <a:pt x="23" y="227"/>
                  </a:cubicBezTo>
                  <a:cubicBezTo>
                    <a:pt x="24" y="230"/>
                    <a:pt x="26" y="233"/>
                    <a:pt x="27" y="236"/>
                  </a:cubicBezTo>
                  <a:cubicBezTo>
                    <a:pt x="30" y="242"/>
                    <a:pt x="32" y="247"/>
                    <a:pt x="35" y="253"/>
                  </a:cubicBezTo>
                  <a:cubicBezTo>
                    <a:pt x="37" y="257"/>
                    <a:pt x="40" y="262"/>
                    <a:pt x="42" y="267"/>
                  </a:cubicBezTo>
                  <a:cubicBezTo>
                    <a:pt x="46" y="273"/>
                    <a:pt x="52" y="278"/>
                    <a:pt x="59" y="282"/>
                  </a:cubicBezTo>
                  <a:cubicBezTo>
                    <a:pt x="67" y="287"/>
                    <a:pt x="77" y="291"/>
                    <a:pt x="87" y="291"/>
                  </a:cubicBezTo>
                  <a:cubicBezTo>
                    <a:pt x="90" y="291"/>
                    <a:pt x="93" y="291"/>
                    <a:pt x="95" y="290"/>
                  </a:cubicBezTo>
                  <a:cubicBezTo>
                    <a:pt x="116" y="286"/>
                    <a:pt x="137" y="279"/>
                    <a:pt x="155" y="267"/>
                  </a:cubicBezTo>
                  <a:cubicBezTo>
                    <a:pt x="165" y="260"/>
                    <a:pt x="176" y="248"/>
                    <a:pt x="183" y="238"/>
                  </a:cubicBezTo>
                  <a:cubicBezTo>
                    <a:pt x="197" y="217"/>
                    <a:pt x="208" y="199"/>
                    <a:pt x="211" y="174"/>
                  </a:cubicBezTo>
                  <a:cubicBezTo>
                    <a:pt x="214" y="160"/>
                    <a:pt x="212" y="142"/>
                    <a:pt x="210" y="128"/>
                  </a:cubicBezTo>
                  <a:cubicBezTo>
                    <a:pt x="207" y="104"/>
                    <a:pt x="202" y="81"/>
                    <a:pt x="187" y="61"/>
                  </a:cubicBezTo>
                  <a:cubicBezTo>
                    <a:pt x="172" y="37"/>
                    <a:pt x="146" y="21"/>
                    <a:pt x="120" y="7"/>
                  </a:cubicBezTo>
                  <a:cubicBezTo>
                    <a:pt x="110" y="3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7">
              <a:extLst>
                <a:ext uri="{FF2B5EF4-FFF2-40B4-BE49-F238E27FC236}">
                  <a16:creationId xmlns:a16="http://schemas.microsoft.com/office/drawing/2014/main" id="{DC555EE8-9430-73B1-B0AB-66C0EDE60EDC}"/>
                </a:ext>
              </a:extLst>
            </p:cNvPr>
            <p:cNvSpPr/>
            <p:nvPr/>
          </p:nvSpPr>
          <p:spPr>
            <a:xfrm>
              <a:off x="5743972" y="-1119627"/>
              <a:ext cx="23817" cy="25746"/>
            </a:xfrm>
            <a:custGeom>
              <a:avLst/>
              <a:gdLst/>
              <a:ahLst/>
              <a:cxnLst/>
              <a:rect l="l" t="t" r="r" b="b"/>
              <a:pathLst>
                <a:path w="358" h="387" extrusionOk="0">
                  <a:moveTo>
                    <a:pt x="97" y="1"/>
                  </a:moveTo>
                  <a:cubicBezTo>
                    <a:pt x="54" y="1"/>
                    <a:pt x="11" y="29"/>
                    <a:pt x="5" y="73"/>
                  </a:cubicBezTo>
                  <a:cubicBezTo>
                    <a:pt x="0" y="98"/>
                    <a:pt x="5" y="118"/>
                    <a:pt x="15" y="140"/>
                  </a:cubicBezTo>
                  <a:cubicBezTo>
                    <a:pt x="18" y="146"/>
                    <a:pt x="20" y="151"/>
                    <a:pt x="22" y="158"/>
                  </a:cubicBezTo>
                  <a:cubicBezTo>
                    <a:pt x="29" y="172"/>
                    <a:pt x="37" y="184"/>
                    <a:pt x="48" y="195"/>
                  </a:cubicBezTo>
                  <a:cubicBezTo>
                    <a:pt x="66" y="216"/>
                    <a:pt x="82" y="240"/>
                    <a:pt x="97" y="266"/>
                  </a:cubicBezTo>
                  <a:cubicBezTo>
                    <a:pt x="92" y="256"/>
                    <a:pt x="86" y="247"/>
                    <a:pt x="81" y="237"/>
                  </a:cubicBezTo>
                  <a:lnTo>
                    <a:pt x="81" y="237"/>
                  </a:lnTo>
                  <a:cubicBezTo>
                    <a:pt x="90" y="254"/>
                    <a:pt x="100" y="271"/>
                    <a:pt x="108" y="288"/>
                  </a:cubicBezTo>
                  <a:cubicBezTo>
                    <a:pt x="116" y="302"/>
                    <a:pt x="122" y="318"/>
                    <a:pt x="130" y="329"/>
                  </a:cubicBezTo>
                  <a:cubicBezTo>
                    <a:pt x="153" y="361"/>
                    <a:pt x="183" y="377"/>
                    <a:pt x="220" y="385"/>
                  </a:cubicBezTo>
                  <a:cubicBezTo>
                    <a:pt x="226" y="386"/>
                    <a:pt x="231" y="386"/>
                    <a:pt x="237" y="386"/>
                  </a:cubicBezTo>
                  <a:cubicBezTo>
                    <a:pt x="270" y="386"/>
                    <a:pt x="304" y="369"/>
                    <a:pt x="325" y="344"/>
                  </a:cubicBezTo>
                  <a:cubicBezTo>
                    <a:pt x="339" y="326"/>
                    <a:pt x="344" y="314"/>
                    <a:pt x="349" y="295"/>
                  </a:cubicBezTo>
                  <a:cubicBezTo>
                    <a:pt x="357" y="266"/>
                    <a:pt x="355" y="237"/>
                    <a:pt x="345" y="209"/>
                  </a:cubicBezTo>
                  <a:cubicBezTo>
                    <a:pt x="340" y="197"/>
                    <a:pt x="334" y="185"/>
                    <a:pt x="328" y="175"/>
                  </a:cubicBezTo>
                  <a:cubicBezTo>
                    <a:pt x="318" y="154"/>
                    <a:pt x="308" y="135"/>
                    <a:pt x="294" y="118"/>
                  </a:cubicBezTo>
                  <a:cubicBezTo>
                    <a:pt x="279" y="101"/>
                    <a:pt x="263" y="85"/>
                    <a:pt x="247" y="70"/>
                  </a:cubicBezTo>
                  <a:cubicBezTo>
                    <a:pt x="239" y="61"/>
                    <a:pt x="230" y="53"/>
                    <a:pt x="220" y="46"/>
                  </a:cubicBezTo>
                  <a:cubicBezTo>
                    <a:pt x="216" y="42"/>
                    <a:pt x="211" y="37"/>
                    <a:pt x="206" y="34"/>
                  </a:cubicBezTo>
                  <a:cubicBezTo>
                    <a:pt x="185" y="20"/>
                    <a:pt x="167" y="10"/>
                    <a:pt x="143" y="5"/>
                  </a:cubicBezTo>
                  <a:cubicBezTo>
                    <a:pt x="128" y="3"/>
                    <a:pt x="114" y="1"/>
                    <a:pt x="99" y="1"/>
                  </a:cubicBezTo>
                  <a:cubicBezTo>
                    <a:pt x="98" y="1"/>
                    <a:pt x="97" y="1"/>
                    <a:pt x="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7">
              <a:extLst>
                <a:ext uri="{FF2B5EF4-FFF2-40B4-BE49-F238E27FC236}">
                  <a16:creationId xmlns:a16="http://schemas.microsoft.com/office/drawing/2014/main" id="{A992FE40-B4EB-1797-12B2-04F0F75D34D5}"/>
                </a:ext>
              </a:extLst>
            </p:cNvPr>
            <p:cNvSpPr/>
            <p:nvPr/>
          </p:nvSpPr>
          <p:spPr>
            <a:xfrm>
              <a:off x="5582643" y="-974929"/>
              <a:ext cx="14703" cy="16965"/>
            </a:xfrm>
            <a:custGeom>
              <a:avLst/>
              <a:gdLst/>
              <a:ahLst/>
              <a:cxnLst/>
              <a:rect l="l" t="t" r="r" b="b"/>
              <a:pathLst>
                <a:path w="221" h="255" extrusionOk="0">
                  <a:moveTo>
                    <a:pt x="89" y="1"/>
                  </a:moveTo>
                  <a:cubicBezTo>
                    <a:pt x="77" y="2"/>
                    <a:pt x="65" y="6"/>
                    <a:pt x="54" y="13"/>
                  </a:cubicBezTo>
                  <a:cubicBezTo>
                    <a:pt x="45" y="16"/>
                    <a:pt x="39" y="22"/>
                    <a:pt x="33" y="28"/>
                  </a:cubicBezTo>
                  <a:cubicBezTo>
                    <a:pt x="26" y="33"/>
                    <a:pt x="20" y="40"/>
                    <a:pt x="17" y="49"/>
                  </a:cubicBezTo>
                  <a:cubicBezTo>
                    <a:pt x="11" y="55"/>
                    <a:pt x="8" y="63"/>
                    <a:pt x="7" y="72"/>
                  </a:cubicBezTo>
                  <a:cubicBezTo>
                    <a:pt x="2" y="84"/>
                    <a:pt x="0" y="96"/>
                    <a:pt x="3" y="109"/>
                  </a:cubicBezTo>
                  <a:cubicBezTo>
                    <a:pt x="5" y="117"/>
                    <a:pt x="5" y="123"/>
                    <a:pt x="5" y="130"/>
                  </a:cubicBezTo>
                  <a:cubicBezTo>
                    <a:pt x="5" y="131"/>
                    <a:pt x="5" y="134"/>
                    <a:pt x="5" y="135"/>
                  </a:cubicBezTo>
                  <a:cubicBezTo>
                    <a:pt x="6" y="144"/>
                    <a:pt x="8" y="152"/>
                    <a:pt x="11" y="161"/>
                  </a:cubicBezTo>
                  <a:cubicBezTo>
                    <a:pt x="12" y="163"/>
                    <a:pt x="13" y="165"/>
                    <a:pt x="13" y="167"/>
                  </a:cubicBezTo>
                  <a:cubicBezTo>
                    <a:pt x="14" y="169"/>
                    <a:pt x="15" y="171"/>
                    <a:pt x="15" y="173"/>
                  </a:cubicBezTo>
                  <a:cubicBezTo>
                    <a:pt x="16" y="178"/>
                    <a:pt x="17" y="183"/>
                    <a:pt x="18" y="186"/>
                  </a:cubicBezTo>
                  <a:cubicBezTo>
                    <a:pt x="22" y="199"/>
                    <a:pt x="30" y="210"/>
                    <a:pt x="40" y="219"/>
                  </a:cubicBezTo>
                  <a:cubicBezTo>
                    <a:pt x="43" y="224"/>
                    <a:pt x="47" y="228"/>
                    <a:pt x="51" y="230"/>
                  </a:cubicBezTo>
                  <a:cubicBezTo>
                    <a:pt x="53" y="232"/>
                    <a:pt x="55" y="233"/>
                    <a:pt x="57" y="234"/>
                  </a:cubicBezTo>
                  <a:cubicBezTo>
                    <a:pt x="64" y="239"/>
                    <a:pt x="72" y="243"/>
                    <a:pt x="78" y="248"/>
                  </a:cubicBezTo>
                  <a:cubicBezTo>
                    <a:pt x="88" y="252"/>
                    <a:pt x="97" y="254"/>
                    <a:pt x="107" y="254"/>
                  </a:cubicBezTo>
                  <a:cubicBezTo>
                    <a:pt x="109" y="254"/>
                    <a:pt x="111" y="254"/>
                    <a:pt x="114" y="254"/>
                  </a:cubicBezTo>
                  <a:cubicBezTo>
                    <a:pt x="115" y="254"/>
                    <a:pt x="118" y="254"/>
                    <a:pt x="120" y="254"/>
                  </a:cubicBezTo>
                  <a:cubicBezTo>
                    <a:pt x="125" y="254"/>
                    <a:pt x="131" y="253"/>
                    <a:pt x="137" y="252"/>
                  </a:cubicBezTo>
                  <a:cubicBezTo>
                    <a:pt x="148" y="250"/>
                    <a:pt x="160" y="246"/>
                    <a:pt x="169" y="237"/>
                  </a:cubicBezTo>
                  <a:cubicBezTo>
                    <a:pt x="171" y="236"/>
                    <a:pt x="172" y="236"/>
                    <a:pt x="174" y="235"/>
                  </a:cubicBezTo>
                  <a:cubicBezTo>
                    <a:pt x="174" y="234"/>
                    <a:pt x="175" y="234"/>
                    <a:pt x="176" y="233"/>
                  </a:cubicBezTo>
                  <a:cubicBezTo>
                    <a:pt x="183" y="227"/>
                    <a:pt x="190" y="220"/>
                    <a:pt x="196" y="214"/>
                  </a:cubicBezTo>
                  <a:cubicBezTo>
                    <a:pt x="201" y="206"/>
                    <a:pt x="207" y="197"/>
                    <a:pt x="211" y="190"/>
                  </a:cubicBezTo>
                  <a:cubicBezTo>
                    <a:pt x="213" y="186"/>
                    <a:pt x="218" y="171"/>
                    <a:pt x="218" y="163"/>
                  </a:cubicBezTo>
                  <a:cubicBezTo>
                    <a:pt x="219" y="148"/>
                    <a:pt x="220" y="133"/>
                    <a:pt x="218" y="119"/>
                  </a:cubicBezTo>
                  <a:cubicBezTo>
                    <a:pt x="218" y="117"/>
                    <a:pt x="218" y="116"/>
                    <a:pt x="218" y="115"/>
                  </a:cubicBezTo>
                  <a:cubicBezTo>
                    <a:pt x="218" y="114"/>
                    <a:pt x="218" y="113"/>
                    <a:pt x="218" y="112"/>
                  </a:cubicBezTo>
                  <a:cubicBezTo>
                    <a:pt x="217" y="107"/>
                    <a:pt x="216" y="102"/>
                    <a:pt x="214" y="98"/>
                  </a:cubicBezTo>
                  <a:cubicBezTo>
                    <a:pt x="213" y="89"/>
                    <a:pt x="210" y="80"/>
                    <a:pt x="205" y="72"/>
                  </a:cubicBezTo>
                  <a:cubicBezTo>
                    <a:pt x="200" y="64"/>
                    <a:pt x="198" y="59"/>
                    <a:pt x="193" y="54"/>
                  </a:cubicBezTo>
                  <a:cubicBezTo>
                    <a:pt x="185" y="45"/>
                    <a:pt x="177" y="36"/>
                    <a:pt x="169" y="28"/>
                  </a:cubicBezTo>
                  <a:cubicBezTo>
                    <a:pt x="167" y="26"/>
                    <a:pt x="164" y="24"/>
                    <a:pt x="162" y="23"/>
                  </a:cubicBezTo>
                  <a:cubicBezTo>
                    <a:pt x="154" y="17"/>
                    <a:pt x="147" y="13"/>
                    <a:pt x="140" y="9"/>
                  </a:cubicBezTo>
                  <a:cubicBezTo>
                    <a:pt x="131" y="6"/>
                    <a:pt x="123" y="4"/>
                    <a:pt x="115" y="2"/>
                  </a:cubicBezTo>
                  <a:cubicBezTo>
                    <a:pt x="106" y="2"/>
                    <a:pt x="98" y="2"/>
                    <a:pt x="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7">
              <a:extLst>
                <a:ext uri="{FF2B5EF4-FFF2-40B4-BE49-F238E27FC236}">
                  <a16:creationId xmlns:a16="http://schemas.microsoft.com/office/drawing/2014/main" id="{CF4E23A2-80E5-6240-F6DE-2E4344C2C4A9}"/>
                </a:ext>
              </a:extLst>
            </p:cNvPr>
            <p:cNvSpPr/>
            <p:nvPr/>
          </p:nvSpPr>
          <p:spPr>
            <a:xfrm>
              <a:off x="5705719" y="-826307"/>
              <a:ext cx="11908" cy="13172"/>
            </a:xfrm>
            <a:custGeom>
              <a:avLst/>
              <a:gdLst/>
              <a:ahLst/>
              <a:cxnLst/>
              <a:rect l="l" t="t" r="r" b="b"/>
              <a:pathLst>
                <a:path w="179" h="198" extrusionOk="0">
                  <a:moveTo>
                    <a:pt x="73" y="1"/>
                  </a:moveTo>
                  <a:cubicBezTo>
                    <a:pt x="71" y="1"/>
                    <a:pt x="69" y="1"/>
                    <a:pt x="67" y="1"/>
                  </a:cubicBezTo>
                  <a:cubicBezTo>
                    <a:pt x="57" y="2"/>
                    <a:pt x="49" y="5"/>
                    <a:pt x="42" y="10"/>
                  </a:cubicBezTo>
                  <a:cubicBezTo>
                    <a:pt x="32" y="14"/>
                    <a:pt x="26" y="19"/>
                    <a:pt x="20" y="27"/>
                  </a:cubicBezTo>
                  <a:cubicBezTo>
                    <a:pt x="12" y="37"/>
                    <a:pt x="7" y="48"/>
                    <a:pt x="5" y="61"/>
                  </a:cubicBezTo>
                  <a:cubicBezTo>
                    <a:pt x="5" y="64"/>
                    <a:pt x="4" y="68"/>
                    <a:pt x="3" y="71"/>
                  </a:cubicBezTo>
                  <a:cubicBezTo>
                    <a:pt x="3" y="72"/>
                    <a:pt x="3" y="74"/>
                    <a:pt x="2" y="75"/>
                  </a:cubicBezTo>
                  <a:cubicBezTo>
                    <a:pt x="2" y="77"/>
                    <a:pt x="2" y="78"/>
                    <a:pt x="2" y="79"/>
                  </a:cubicBezTo>
                  <a:lnTo>
                    <a:pt x="1" y="100"/>
                  </a:lnTo>
                  <a:cubicBezTo>
                    <a:pt x="2" y="107"/>
                    <a:pt x="3" y="114"/>
                    <a:pt x="6" y="122"/>
                  </a:cubicBezTo>
                  <a:cubicBezTo>
                    <a:pt x="9" y="129"/>
                    <a:pt x="13" y="136"/>
                    <a:pt x="17" y="145"/>
                  </a:cubicBezTo>
                  <a:cubicBezTo>
                    <a:pt x="20" y="155"/>
                    <a:pt x="26" y="163"/>
                    <a:pt x="34" y="171"/>
                  </a:cubicBezTo>
                  <a:cubicBezTo>
                    <a:pt x="42" y="180"/>
                    <a:pt x="50" y="186"/>
                    <a:pt x="62" y="191"/>
                  </a:cubicBezTo>
                  <a:cubicBezTo>
                    <a:pt x="69" y="195"/>
                    <a:pt x="78" y="197"/>
                    <a:pt x="87" y="197"/>
                  </a:cubicBezTo>
                  <a:cubicBezTo>
                    <a:pt x="89" y="197"/>
                    <a:pt x="91" y="197"/>
                    <a:pt x="93" y="197"/>
                  </a:cubicBezTo>
                  <a:cubicBezTo>
                    <a:pt x="95" y="197"/>
                    <a:pt x="98" y="197"/>
                    <a:pt x="100" y="197"/>
                  </a:cubicBezTo>
                  <a:cubicBezTo>
                    <a:pt x="108" y="197"/>
                    <a:pt x="116" y="196"/>
                    <a:pt x="124" y="192"/>
                  </a:cubicBezTo>
                  <a:cubicBezTo>
                    <a:pt x="131" y="188"/>
                    <a:pt x="137" y="185"/>
                    <a:pt x="143" y="182"/>
                  </a:cubicBezTo>
                  <a:cubicBezTo>
                    <a:pt x="155" y="173"/>
                    <a:pt x="164" y="161"/>
                    <a:pt x="170" y="148"/>
                  </a:cubicBezTo>
                  <a:cubicBezTo>
                    <a:pt x="173" y="140"/>
                    <a:pt x="175" y="133"/>
                    <a:pt x="177" y="127"/>
                  </a:cubicBezTo>
                  <a:cubicBezTo>
                    <a:pt x="179" y="112"/>
                    <a:pt x="178" y="98"/>
                    <a:pt x="173" y="85"/>
                  </a:cubicBezTo>
                  <a:cubicBezTo>
                    <a:pt x="167" y="73"/>
                    <a:pt x="162" y="63"/>
                    <a:pt x="157" y="52"/>
                  </a:cubicBezTo>
                  <a:cubicBezTo>
                    <a:pt x="153" y="42"/>
                    <a:pt x="145" y="34"/>
                    <a:pt x="136" y="27"/>
                  </a:cubicBezTo>
                  <a:cubicBezTo>
                    <a:pt x="131" y="21"/>
                    <a:pt x="124" y="18"/>
                    <a:pt x="116" y="15"/>
                  </a:cubicBezTo>
                  <a:cubicBezTo>
                    <a:pt x="116" y="15"/>
                    <a:pt x="115" y="14"/>
                    <a:pt x="115" y="14"/>
                  </a:cubicBezTo>
                  <a:cubicBezTo>
                    <a:pt x="113" y="13"/>
                    <a:pt x="112" y="13"/>
                    <a:pt x="111" y="12"/>
                  </a:cubicBezTo>
                  <a:cubicBezTo>
                    <a:pt x="108" y="10"/>
                    <a:pt x="104" y="8"/>
                    <a:pt x="102" y="6"/>
                  </a:cubicBezTo>
                  <a:cubicBezTo>
                    <a:pt x="93" y="3"/>
                    <a:pt x="83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7">
              <a:extLst>
                <a:ext uri="{FF2B5EF4-FFF2-40B4-BE49-F238E27FC236}">
                  <a16:creationId xmlns:a16="http://schemas.microsoft.com/office/drawing/2014/main" id="{FC05EC6B-47A0-F2A2-89AE-CD694060B792}"/>
                </a:ext>
              </a:extLst>
            </p:cNvPr>
            <p:cNvSpPr/>
            <p:nvPr/>
          </p:nvSpPr>
          <p:spPr>
            <a:xfrm>
              <a:off x="5811631" y="-928427"/>
              <a:ext cx="18495" cy="22686"/>
            </a:xfrm>
            <a:custGeom>
              <a:avLst/>
              <a:gdLst/>
              <a:ahLst/>
              <a:cxnLst/>
              <a:rect l="l" t="t" r="r" b="b"/>
              <a:pathLst>
                <a:path w="278" h="341" extrusionOk="0">
                  <a:moveTo>
                    <a:pt x="106" y="1"/>
                  </a:moveTo>
                  <a:cubicBezTo>
                    <a:pt x="98" y="1"/>
                    <a:pt x="89" y="2"/>
                    <a:pt x="81" y="5"/>
                  </a:cubicBezTo>
                  <a:cubicBezTo>
                    <a:pt x="68" y="7"/>
                    <a:pt x="56" y="12"/>
                    <a:pt x="46" y="21"/>
                  </a:cubicBezTo>
                  <a:cubicBezTo>
                    <a:pt x="25" y="36"/>
                    <a:pt x="6" y="60"/>
                    <a:pt x="5" y="88"/>
                  </a:cubicBezTo>
                  <a:cubicBezTo>
                    <a:pt x="4" y="101"/>
                    <a:pt x="1" y="116"/>
                    <a:pt x="3" y="131"/>
                  </a:cubicBezTo>
                  <a:cubicBezTo>
                    <a:pt x="5" y="148"/>
                    <a:pt x="11" y="162"/>
                    <a:pt x="16" y="179"/>
                  </a:cubicBezTo>
                  <a:cubicBezTo>
                    <a:pt x="20" y="185"/>
                    <a:pt x="21" y="192"/>
                    <a:pt x="24" y="199"/>
                  </a:cubicBezTo>
                  <a:cubicBezTo>
                    <a:pt x="28" y="210"/>
                    <a:pt x="35" y="222"/>
                    <a:pt x="43" y="232"/>
                  </a:cubicBezTo>
                  <a:cubicBezTo>
                    <a:pt x="49" y="247"/>
                    <a:pt x="54" y="261"/>
                    <a:pt x="64" y="274"/>
                  </a:cubicBezTo>
                  <a:cubicBezTo>
                    <a:pt x="67" y="278"/>
                    <a:pt x="70" y="283"/>
                    <a:pt x="73" y="288"/>
                  </a:cubicBezTo>
                  <a:cubicBezTo>
                    <a:pt x="83" y="304"/>
                    <a:pt x="101" y="317"/>
                    <a:pt x="119" y="326"/>
                  </a:cubicBezTo>
                  <a:cubicBezTo>
                    <a:pt x="133" y="335"/>
                    <a:pt x="147" y="341"/>
                    <a:pt x="164" y="341"/>
                  </a:cubicBezTo>
                  <a:cubicBezTo>
                    <a:pt x="165" y="341"/>
                    <a:pt x="166" y="341"/>
                    <a:pt x="168" y="341"/>
                  </a:cubicBezTo>
                  <a:cubicBezTo>
                    <a:pt x="193" y="341"/>
                    <a:pt x="219" y="331"/>
                    <a:pt x="234" y="310"/>
                  </a:cubicBezTo>
                  <a:cubicBezTo>
                    <a:pt x="234" y="308"/>
                    <a:pt x="235" y="307"/>
                    <a:pt x="235" y="306"/>
                  </a:cubicBezTo>
                  <a:cubicBezTo>
                    <a:pt x="239" y="303"/>
                    <a:pt x="245" y="302"/>
                    <a:pt x="248" y="298"/>
                  </a:cubicBezTo>
                  <a:cubicBezTo>
                    <a:pt x="259" y="283"/>
                    <a:pt x="268" y="266"/>
                    <a:pt x="270" y="247"/>
                  </a:cubicBezTo>
                  <a:cubicBezTo>
                    <a:pt x="272" y="240"/>
                    <a:pt x="273" y="235"/>
                    <a:pt x="274" y="229"/>
                  </a:cubicBezTo>
                  <a:cubicBezTo>
                    <a:pt x="275" y="226"/>
                    <a:pt x="275" y="223"/>
                    <a:pt x="276" y="220"/>
                  </a:cubicBezTo>
                  <a:cubicBezTo>
                    <a:pt x="277" y="210"/>
                    <a:pt x="277" y="196"/>
                    <a:pt x="276" y="187"/>
                  </a:cubicBezTo>
                  <a:lnTo>
                    <a:pt x="275" y="182"/>
                  </a:lnTo>
                  <a:cubicBezTo>
                    <a:pt x="272" y="160"/>
                    <a:pt x="266" y="138"/>
                    <a:pt x="258" y="116"/>
                  </a:cubicBezTo>
                  <a:cubicBezTo>
                    <a:pt x="248" y="83"/>
                    <a:pt x="225" y="60"/>
                    <a:pt x="201" y="37"/>
                  </a:cubicBezTo>
                  <a:cubicBezTo>
                    <a:pt x="179" y="16"/>
                    <a:pt x="149" y="4"/>
                    <a:pt x="119" y="2"/>
                  </a:cubicBezTo>
                  <a:cubicBezTo>
                    <a:pt x="115" y="1"/>
                    <a:pt x="111" y="1"/>
                    <a:pt x="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7">
              <a:extLst>
                <a:ext uri="{FF2B5EF4-FFF2-40B4-BE49-F238E27FC236}">
                  <a16:creationId xmlns:a16="http://schemas.microsoft.com/office/drawing/2014/main" id="{4BF192A5-2B0A-E773-9B89-F6A6C5101681}"/>
                </a:ext>
              </a:extLst>
            </p:cNvPr>
            <p:cNvSpPr/>
            <p:nvPr/>
          </p:nvSpPr>
          <p:spPr>
            <a:xfrm>
              <a:off x="5881418" y="-783396"/>
              <a:ext cx="20490" cy="21688"/>
            </a:xfrm>
            <a:custGeom>
              <a:avLst/>
              <a:gdLst/>
              <a:ahLst/>
              <a:cxnLst/>
              <a:rect l="l" t="t" r="r" b="b"/>
              <a:pathLst>
                <a:path w="308" h="326" extrusionOk="0">
                  <a:moveTo>
                    <a:pt x="100" y="1"/>
                  </a:moveTo>
                  <a:lnTo>
                    <a:pt x="72" y="7"/>
                  </a:lnTo>
                  <a:lnTo>
                    <a:pt x="47" y="21"/>
                  </a:lnTo>
                  <a:cubicBezTo>
                    <a:pt x="34" y="29"/>
                    <a:pt x="23" y="41"/>
                    <a:pt x="17" y="54"/>
                  </a:cubicBezTo>
                  <a:cubicBezTo>
                    <a:pt x="11" y="63"/>
                    <a:pt x="7" y="71"/>
                    <a:pt x="6" y="81"/>
                  </a:cubicBezTo>
                  <a:cubicBezTo>
                    <a:pt x="2" y="90"/>
                    <a:pt x="0" y="100"/>
                    <a:pt x="2" y="110"/>
                  </a:cubicBezTo>
                  <a:cubicBezTo>
                    <a:pt x="1" y="132"/>
                    <a:pt x="7" y="151"/>
                    <a:pt x="18" y="170"/>
                  </a:cubicBezTo>
                  <a:lnTo>
                    <a:pt x="18" y="170"/>
                  </a:lnTo>
                  <a:cubicBezTo>
                    <a:pt x="19" y="171"/>
                    <a:pt x="19" y="172"/>
                    <a:pt x="19" y="173"/>
                  </a:cubicBezTo>
                  <a:cubicBezTo>
                    <a:pt x="20" y="174"/>
                    <a:pt x="20" y="176"/>
                    <a:pt x="21" y="177"/>
                  </a:cubicBezTo>
                  <a:cubicBezTo>
                    <a:pt x="23" y="179"/>
                    <a:pt x="24" y="181"/>
                    <a:pt x="26" y="183"/>
                  </a:cubicBezTo>
                  <a:lnTo>
                    <a:pt x="26" y="183"/>
                  </a:lnTo>
                  <a:cubicBezTo>
                    <a:pt x="32" y="197"/>
                    <a:pt x="39" y="210"/>
                    <a:pt x="50" y="220"/>
                  </a:cubicBezTo>
                  <a:cubicBezTo>
                    <a:pt x="51" y="220"/>
                    <a:pt x="51" y="221"/>
                    <a:pt x="52" y="221"/>
                  </a:cubicBezTo>
                  <a:cubicBezTo>
                    <a:pt x="59" y="229"/>
                    <a:pt x="66" y="238"/>
                    <a:pt x="73" y="247"/>
                  </a:cubicBezTo>
                  <a:cubicBezTo>
                    <a:pt x="76" y="252"/>
                    <a:pt x="79" y="257"/>
                    <a:pt x="82" y="263"/>
                  </a:cubicBezTo>
                  <a:cubicBezTo>
                    <a:pt x="90" y="274"/>
                    <a:pt x="103" y="284"/>
                    <a:pt x="115" y="295"/>
                  </a:cubicBezTo>
                  <a:cubicBezTo>
                    <a:pt x="116" y="297"/>
                    <a:pt x="118" y="299"/>
                    <a:pt x="120" y="301"/>
                  </a:cubicBezTo>
                  <a:cubicBezTo>
                    <a:pt x="132" y="312"/>
                    <a:pt x="146" y="318"/>
                    <a:pt x="161" y="321"/>
                  </a:cubicBezTo>
                  <a:cubicBezTo>
                    <a:pt x="172" y="324"/>
                    <a:pt x="184" y="326"/>
                    <a:pt x="195" y="326"/>
                  </a:cubicBezTo>
                  <a:cubicBezTo>
                    <a:pt x="208" y="326"/>
                    <a:pt x="221" y="324"/>
                    <a:pt x="233" y="319"/>
                  </a:cubicBezTo>
                  <a:cubicBezTo>
                    <a:pt x="252" y="311"/>
                    <a:pt x="268" y="299"/>
                    <a:pt x="282" y="283"/>
                  </a:cubicBezTo>
                  <a:cubicBezTo>
                    <a:pt x="302" y="260"/>
                    <a:pt x="307" y="229"/>
                    <a:pt x="306" y="199"/>
                  </a:cubicBezTo>
                  <a:cubicBezTo>
                    <a:pt x="306" y="193"/>
                    <a:pt x="306" y="188"/>
                    <a:pt x="305" y="182"/>
                  </a:cubicBezTo>
                  <a:cubicBezTo>
                    <a:pt x="305" y="181"/>
                    <a:pt x="305" y="179"/>
                    <a:pt x="305" y="177"/>
                  </a:cubicBezTo>
                  <a:cubicBezTo>
                    <a:pt x="302" y="166"/>
                    <a:pt x="300" y="157"/>
                    <a:pt x="298" y="146"/>
                  </a:cubicBezTo>
                  <a:cubicBezTo>
                    <a:pt x="292" y="135"/>
                    <a:pt x="285" y="123"/>
                    <a:pt x="280" y="113"/>
                  </a:cubicBezTo>
                  <a:cubicBezTo>
                    <a:pt x="274" y="102"/>
                    <a:pt x="267" y="92"/>
                    <a:pt x="259" y="81"/>
                  </a:cubicBezTo>
                  <a:cubicBezTo>
                    <a:pt x="240" y="56"/>
                    <a:pt x="217" y="31"/>
                    <a:pt x="188" y="19"/>
                  </a:cubicBezTo>
                  <a:cubicBezTo>
                    <a:pt x="169" y="11"/>
                    <a:pt x="148" y="6"/>
                    <a:pt x="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7">
              <a:extLst>
                <a:ext uri="{FF2B5EF4-FFF2-40B4-BE49-F238E27FC236}">
                  <a16:creationId xmlns:a16="http://schemas.microsoft.com/office/drawing/2014/main" id="{1B7064C0-199C-F251-4AB7-AE23D640D7F2}"/>
                </a:ext>
              </a:extLst>
            </p:cNvPr>
            <p:cNvSpPr/>
            <p:nvPr/>
          </p:nvSpPr>
          <p:spPr>
            <a:xfrm>
              <a:off x="5893326" y="-756253"/>
              <a:ext cx="14037" cy="13838"/>
            </a:xfrm>
            <a:custGeom>
              <a:avLst/>
              <a:gdLst/>
              <a:ahLst/>
              <a:cxnLst/>
              <a:rect l="l" t="t" r="r" b="b"/>
              <a:pathLst>
                <a:path w="211" h="208" extrusionOk="0">
                  <a:moveTo>
                    <a:pt x="105" y="0"/>
                  </a:moveTo>
                  <a:cubicBezTo>
                    <a:pt x="101" y="0"/>
                    <a:pt x="97" y="0"/>
                    <a:pt x="93" y="1"/>
                  </a:cubicBezTo>
                  <a:cubicBezTo>
                    <a:pt x="79" y="2"/>
                    <a:pt x="66" y="6"/>
                    <a:pt x="55" y="14"/>
                  </a:cubicBezTo>
                  <a:cubicBezTo>
                    <a:pt x="51" y="16"/>
                    <a:pt x="46" y="18"/>
                    <a:pt x="43" y="20"/>
                  </a:cubicBezTo>
                  <a:lnTo>
                    <a:pt x="42" y="21"/>
                  </a:lnTo>
                  <a:lnTo>
                    <a:pt x="41" y="22"/>
                  </a:lnTo>
                  <a:cubicBezTo>
                    <a:pt x="29" y="29"/>
                    <a:pt x="15" y="45"/>
                    <a:pt x="10" y="60"/>
                  </a:cubicBezTo>
                  <a:lnTo>
                    <a:pt x="9" y="62"/>
                  </a:lnTo>
                  <a:cubicBezTo>
                    <a:pt x="9" y="62"/>
                    <a:pt x="9" y="63"/>
                    <a:pt x="9" y="63"/>
                  </a:cubicBezTo>
                  <a:cubicBezTo>
                    <a:pt x="6" y="71"/>
                    <a:pt x="4" y="80"/>
                    <a:pt x="1" y="89"/>
                  </a:cubicBezTo>
                  <a:cubicBezTo>
                    <a:pt x="1" y="97"/>
                    <a:pt x="1" y="107"/>
                    <a:pt x="0" y="115"/>
                  </a:cubicBezTo>
                  <a:cubicBezTo>
                    <a:pt x="3" y="123"/>
                    <a:pt x="5" y="132"/>
                    <a:pt x="7" y="141"/>
                  </a:cubicBezTo>
                  <a:cubicBezTo>
                    <a:pt x="11" y="150"/>
                    <a:pt x="15" y="157"/>
                    <a:pt x="20" y="165"/>
                  </a:cubicBezTo>
                  <a:cubicBezTo>
                    <a:pt x="32" y="181"/>
                    <a:pt x="45" y="193"/>
                    <a:pt x="63" y="200"/>
                  </a:cubicBezTo>
                  <a:cubicBezTo>
                    <a:pt x="76" y="205"/>
                    <a:pt x="89" y="208"/>
                    <a:pt x="103" y="208"/>
                  </a:cubicBezTo>
                  <a:cubicBezTo>
                    <a:pt x="107" y="208"/>
                    <a:pt x="111" y="208"/>
                    <a:pt x="116" y="207"/>
                  </a:cubicBezTo>
                  <a:lnTo>
                    <a:pt x="120" y="207"/>
                  </a:lnTo>
                  <a:cubicBezTo>
                    <a:pt x="133" y="206"/>
                    <a:pt x="145" y="202"/>
                    <a:pt x="155" y="195"/>
                  </a:cubicBezTo>
                  <a:cubicBezTo>
                    <a:pt x="168" y="189"/>
                    <a:pt x="178" y="181"/>
                    <a:pt x="187" y="171"/>
                  </a:cubicBezTo>
                  <a:cubicBezTo>
                    <a:pt x="192" y="163"/>
                    <a:pt x="196" y="155"/>
                    <a:pt x="201" y="148"/>
                  </a:cubicBezTo>
                  <a:cubicBezTo>
                    <a:pt x="208" y="131"/>
                    <a:pt x="211" y="114"/>
                    <a:pt x="209" y="97"/>
                  </a:cubicBezTo>
                  <a:cubicBezTo>
                    <a:pt x="209" y="95"/>
                    <a:pt x="208" y="94"/>
                    <a:pt x="208" y="93"/>
                  </a:cubicBezTo>
                  <a:cubicBezTo>
                    <a:pt x="206" y="75"/>
                    <a:pt x="199" y="59"/>
                    <a:pt x="189" y="44"/>
                  </a:cubicBezTo>
                  <a:cubicBezTo>
                    <a:pt x="177" y="28"/>
                    <a:pt x="164" y="17"/>
                    <a:pt x="146" y="9"/>
                  </a:cubicBezTo>
                  <a:cubicBezTo>
                    <a:pt x="142" y="7"/>
                    <a:pt x="137" y="6"/>
                    <a:pt x="132" y="5"/>
                  </a:cubicBezTo>
                  <a:cubicBezTo>
                    <a:pt x="124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7">
              <a:extLst>
                <a:ext uri="{FF2B5EF4-FFF2-40B4-BE49-F238E27FC236}">
                  <a16:creationId xmlns:a16="http://schemas.microsoft.com/office/drawing/2014/main" id="{EA63FC17-D9F6-920C-95B4-9935FD126482}"/>
                </a:ext>
              </a:extLst>
            </p:cNvPr>
            <p:cNvSpPr/>
            <p:nvPr/>
          </p:nvSpPr>
          <p:spPr>
            <a:xfrm>
              <a:off x="6067362" y="-845999"/>
              <a:ext cx="17031" cy="19825"/>
            </a:xfrm>
            <a:custGeom>
              <a:avLst/>
              <a:gdLst/>
              <a:ahLst/>
              <a:cxnLst/>
              <a:rect l="l" t="t" r="r" b="b"/>
              <a:pathLst>
                <a:path w="256" h="298" extrusionOk="0">
                  <a:moveTo>
                    <a:pt x="98" y="1"/>
                  </a:moveTo>
                  <a:cubicBezTo>
                    <a:pt x="90" y="3"/>
                    <a:pt x="81" y="5"/>
                    <a:pt x="71" y="7"/>
                  </a:cubicBezTo>
                  <a:cubicBezTo>
                    <a:pt x="63" y="11"/>
                    <a:pt x="54" y="17"/>
                    <a:pt x="47" y="21"/>
                  </a:cubicBezTo>
                  <a:cubicBezTo>
                    <a:pt x="34" y="29"/>
                    <a:pt x="24" y="40"/>
                    <a:pt x="18" y="53"/>
                  </a:cubicBezTo>
                  <a:cubicBezTo>
                    <a:pt x="11" y="61"/>
                    <a:pt x="8" y="70"/>
                    <a:pt x="6" y="79"/>
                  </a:cubicBezTo>
                  <a:cubicBezTo>
                    <a:pt x="3" y="88"/>
                    <a:pt x="1" y="97"/>
                    <a:pt x="2" y="107"/>
                  </a:cubicBezTo>
                  <a:cubicBezTo>
                    <a:pt x="2" y="110"/>
                    <a:pt x="3" y="114"/>
                    <a:pt x="4" y="117"/>
                  </a:cubicBezTo>
                  <a:cubicBezTo>
                    <a:pt x="2" y="128"/>
                    <a:pt x="1" y="137"/>
                    <a:pt x="2" y="155"/>
                  </a:cubicBezTo>
                  <a:cubicBezTo>
                    <a:pt x="2" y="156"/>
                    <a:pt x="2" y="158"/>
                    <a:pt x="2" y="159"/>
                  </a:cubicBezTo>
                  <a:cubicBezTo>
                    <a:pt x="2" y="166"/>
                    <a:pt x="3" y="173"/>
                    <a:pt x="4" y="179"/>
                  </a:cubicBezTo>
                  <a:cubicBezTo>
                    <a:pt x="6" y="191"/>
                    <a:pt x="9" y="204"/>
                    <a:pt x="12" y="217"/>
                  </a:cubicBezTo>
                  <a:cubicBezTo>
                    <a:pt x="21" y="237"/>
                    <a:pt x="33" y="255"/>
                    <a:pt x="51" y="270"/>
                  </a:cubicBezTo>
                  <a:cubicBezTo>
                    <a:pt x="61" y="276"/>
                    <a:pt x="70" y="281"/>
                    <a:pt x="81" y="288"/>
                  </a:cubicBezTo>
                  <a:cubicBezTo>
                    <a:pt x="96" y="294"/>
                    <a:pt x="115" y="298"/>
                    <a:pt x="133" y="298"/>
                  </a:cubicBezTo>
                  <a:cubicBezTo>
                    <a:pt x="136" y="298"/>
                    <a:pt x="140" y="298"/>
                    <a:pt x="143" y="297"/>
                  </a:cubicBezTo>
                  <a:cubicBezTo>
                    <a:pt x="155" y="295"/>
                    <a:pt x="165" y="293"/>
                    <a:pt x="175" y="290"/>
                  </a:cubicBezTo>
                  <a:cubicBezTo>
                    <a:pt x="184" y="286"/>
                    <a:pt x="194" y="281"/>
                    <a:pt x="202" y="275"/>
                  </a:cubicBezTo>
                  <a:cubicBezTo>
                    <a:pt x="213" y="267"/>
                    <a:pt x="219" y="261"/>
                    <a:pt x="224" y="254"/>
                  </a:cubicBezTo>
                  <a:cubicBezTo>
                    <a:pt x="224" y="253"/>
                    <a:pt x="225" y="252"/>
                    <a:pt x="225" y="251"/>
                  </a:cubicBezTo>
                  <a:cubicBezTo>
                    <a:pt x="232" y="244"/>
                    <a:pt x="237" y="235"/>
                    <a:pt x="244" y="222"/>
                  </a:cubicBezTo>
                  <a:cubicBezTo>
                    <a:pt x="247" y="211"/>
                    <a:pt x="250" y="201"/>
                    <a:pt x="253" y="190"/>
                  </a:cubicBezTo>
                  <a:cubicBezTo>
                    <a:pt x="255" y="175"/>
                    <a:pt x="254" y="161"/>
                    <a:pt x="250" y="147"/>
                  </a:cubicBezTo>
                  <a:lnTo>
                    <a:pt x="250" y="147"/>
                  </a:lnTo>
                  <a:cubicBezTo>
                    <a:pt x="250" y="146"/>
                    <a:pt x="250" y="144"/>
                    <a:pt x="250" y="143"/>
                  </a:cubicBezTo>
                  <a:lnTo>
                    <a:pt x="250" y="142"/>
                  </a:lnTo>
                  <a:cubicBezTo>
                    <a:pt x="249" y="138"/>
                    <a:pt x="248" y="135"/>
                    <a:pt x="248" y="131"/>
                  </a:cubicBezTo>
                  <a:cubicBezTo>
                    <a:pt x="247" y="129"/>
                    <a:pt x="247" y="128"/>
                    <a:pt x="247" y="126"/>
                  </a:cubicBezTo>
                  <a:cubicBezTo>
                    <a:pt x="245" y="105"/>
                    <a:pt x="236" y="85"/>
                    <a:pt x="224" y="67"/>
                  </a:cubicBezTo>
                  <a:lnTo>
                    <a:pt x="223" y="65"/>
                  </a:lnTo>
                  <a:cubicBezTo>
                    <a:pt x="222" y="63"/>
                    <a:pt x="221" y="61"/>
                    <a:pt x="219" y="59"/>
                  </a:cubicBezTo>
                  <a:cubicBezTo>
                    <a:pt x="205" y="38"/>
                    <a:pt x="186" y="22"/>
                    <a:pt x="164" y="11"/>
                  </a:cubicBezTo>
                  <a:cubicBezTo>
                    <a:pt x="153" y="6"/>
                    <a:pt x="139" y="2"/>
                    <a:pt x="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7">
              <a:extLst>
                <a:ext uri="{FF2B5EF4-FFF2-40B4-BE49-F238E27FC236}">
                  <a16:creationId xmlns:a16="http://schemas.microsoft.com/office/drawing/2014/main" id="{BE3C3968-721F-8474-312F-53E23EE1443A}"/>
                </a:ext>
              </a:extLst>
            </p:cNvPr>
            <p:cNvSpPr/>
            <p:nvPr/>
          </p:nvSpPr>
          <p:spPr>
            <a:xfrm>
              <a:off x="5990457" y="-1034205"/>
              <a:ext cx="25680" cy="23085"/>
            </a:xfrm>
            <a:custGeom>
              <a:avLst/>
              <a:gdLst/>
              <a:ahLst/>
              <a:cxnLst/>
              <a:rect l="l" t="t" r="r" b="b"/>
              <a:pathLst>
                <a:path w="386" h="347" extrusionOk="0">
                  <a:moveTo>
                    <a:pt x="97" y="0"/>
                  </a:moveTo>
                  <a:cubicBezTo>
                    <a:pt x="86" y="0"/>
                    <a:pt x="76" y="2"/>
                    <a:pt x="66" y="6"/>
                  </a:cubicBezTo>
                  <a:cubicBezTo>
                    <a:pt x="42" y="17"/>
                    <a:pt x="22" y="33"/>
                    <a:pt x="12" y="59"/>
                  </a:cubicBezTo>
                  <a:cubicBezTo>
                    <a:pt x="8" y="70"/>
                    <a:pt x="4" y="83"/>
                    <a:pt x="3" y="95"/>
                  </a:cubicBezTo>
                  <a:cubicBezTo>
                    <a:pt x="0" y="133"/>
                    <a:pt x="10" y="155"/>
                    <a:pt x="28" y="185"/>
                  </a:cubicBezTo>
                  <a:cubicBezTo>
                    <a:pt x="38" y="204"/>
                    <a:pt x="47" y="214"/>
                    <a:pt x="64" y="231"/>
                  </a:cubicBezTo>
                  <a:cubicBezTo>
                    <a:pt x="72" y="240"/>
                    <a:pt x="80" y="247"/>
                    <a:pt x="88" y="255"/>
                  </a:cubicBezTo>
                  <a:cubicBezTo>
                    <a:pt x="96" y="264"/>
                    <a:pt x="104" y="271"/>
                    <a:pt x="112" y="279"/>
                  </a:cubicBezTo>
                  <a:cubicBezTo>
                    <a:pt x="121" y="287"/>
                    <a:pt x="130" y="293"/>
                    <a:pt x="140" y="299"/>
                  </a:cubicBezTo>
                  <a:cubicBezTo>
                    <a:pt x="156" y="311"/>
                    <a:pt x="174" y="325"/>
                    <a:pt x="194" y="334"/>
                  </a:cubicBezTo>
                  <a:cubicBezTo>
                    <a:pt x="212" y="342"/>
                    <a:pt x="231" y="346"/>
                    <a:pt x="250" y="346"/>
                  </a:cubicBezTo>
                  <a:cubicBezTo>
                    <a:pt x="259" y="346"/>
                    <a:pt x="268" y="345"/>
                    <a:pt x="278" y="343"/>
                  </a:cubicBezTo>
                  <a:cubicBezTo>
                    <a:pt x="308" y="338"/>
                    <a:pt x="339" y="326"/>
                    <a:pt x="357" y="300"/>
                  </a:cubicBezTo>
                  <a:cubicBezTo>
                    <a:pt x="375" y="275"/>
                    <a:pt x="386" y="246"/>
                    <a:pt x="382" y="213"/>
                  </a:cubicBezTo>
                  <a:cubicBezTo>
                    <a:pt x="380" y="193"/>
                    <a:pt x="375" y="173"/>
                    <a:pt x="365" y="153"/>
                  </a:cubicBezTo>
                  <a:cubicBezTo>
                    <a:pt x="353" y="132"/>
                    <a:pt x="336" y="115"/>
                    <a:pt x="318" y="100"/>
                  </a:cubicBezTo>
                  <a:cubicBezTo>
                    <a:pt x="296" y="83"/>
                    <a:pt x="274" y="67"/>
                    <a:pt x="249" y="53"/>
                  </a:cubicBezTo>
                  <a:cubicBezTo>
                    <a:pt x="234" y="45"/>
                    <a:pt x="218" y="37"/>
                    <a:pt x="202" y="28"/>
                  </a:cubicBezTo>
                  <a:cubicBezTo>
                    <a:pt x="183" y="17"/>
                    <a:pt x="160" y="13"/>
                    <a:pt x="137" y="7"/>
                  </a:cubicBezTo>
                  <a:lnTo>
                    <a:pt x="137" y="7"/>
                  </a:lnTo>
                  <a:cubicBezTo>
                    <a:pt x="137" y="7"/>
                    <a:pt x="138" y="7"/>
                    <a:pt x="138" y="7"/>
                  </a:cubicBezTo>
                  <a:lnTo>
                    <a:pt x="133" y="6"/>
                  </a:lnTo>
                  <a:lnTo>
                    <a:pt x="133" y="6"/>
                  </a:lnTo>
                  <a:cubicBezTo>
                    <a:pt x="135" y="7"/>
                    <a:pt x="136" y="7"/>
                    <a:pt x="137" y="7"/>
                  </a:cubicBezTo>
                  <a:lnTo>
                    <a:pt x="137" y="7"/>
                  </a:lnTo>
                  <a:cubicBezTo>
                    <a:pt x="136" y="7"/>
                    <a:pt x="134" y="7"/>
                    <a:pt x="133" y="6"/>
                  </a:cubicBezTo>
                  <a:lnTo>
                    <a:pt x="133" y="6"/>
                  </a:lnTo>
                  <a:cubicBezTo>
                    <a:pt x="133" y="6"/>
                    <a:pt x="133" y="6"/>
                    <a:pt x="133" y="6"/>
                  </a:cubicBezTo>
                  <a:cubicBezTo>
                    <a:pt x="131" y="6"/>
                    <a:pt x="128" y="5"/>
                    <a:pt x="125" y="4"/>
                  </a:cubicBezTo>
                  <a:lnTo>
                    <a:pt x="125" y="4"/>
                  </a:lnTo>
                  <a:cubicBezTo>
                    <a:pt x="117" y="2"/>
                    <a:pt x="107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7">
              <a:extLst>
                <a:ext uri="{FF2B5EF4-FFF2-40B4-BE49-F238E27FC236}">
                  <a16:creationId xmlns:a16="http://schemas.microsoft.com/office/drawing/2014/main" id="{39E1C86A-1CB2-2D83-0DC3-CD713ABED36C}"/>
                </a:ext>
              </a:extLst>
            </p:cNvPr>
            <p:cNvSpPr/>
            <p:nvPr/>
          </p:nvSpPr>
          <p:spPr>
            <a:xfrm>
              <a:off x="6153782" y="-859437"/>
              <a:ext cx="44573" cy="42445"/>
            </a:xfrm>
            <a:custGeom>
              <a:avLst/>
              <a:gdLst/>
              <a:ahLst/>
              <a:cxnLst/>
              <a:rect l="l" t="t" r="r" b="b"/>
              <a:pathLst>
                <a:path w="670" h="638" extrusionOk="0">
                  <a:moveTo>
                    <a:pt x="442" y="0"/>
                  </a:moveTo>
                  <a:cubicBezTo>
                    <a:pt x="415" y="0"/>
                    <a:pt x="388" y="5"/>
                    <a:pt x="362" y="14"/>
                  </a:cubicBezTo>
                  <a:cubicBezTo>
                    <a:pt x="347" y="19"/>
                    <a:pt x="334" y="24"/>
                    <a:pt x="320" y="31"/>
                  </a:cubicBezTo>
                  <a:cubicBezTo>
                    <a:pt x="292" y="46"/>
                    <a:pt x="263" y="60"/>
                    <a:pt x="237" y="78"/>
                  </a:cubicBezTo>
                  <a:cubicBezTo>
                    <a:pt x="212" y="96"/>
                    <a:pt x="190" y="119"/>
                    <a:pt x="168" y="140"/>
                  </a:cubicBezTo>
                  <a:cubicBezTo>
                    <a:pt x="164" y="144"/>
                    <a:pt x="159" y="150"/>
                    <a:pt x="155" y="155"/>
                  </a:cubicBezTo>
                  <a:cubicBezTo>
                    <a:pt x="147" y="161"/>
                    <a:pt x="142" y="169"/>
                    <a:pt x="139" y="179"/>
                  </a:cubicBezTo>
                  <a:cubicBezTo>
                    <a:pt x="138" y="181"/>
                    <a:pt x="136" y="183"/>
                    <a:pt x="135" y="185"/>
                  </a:cubicBezTo>
                  <a:cubicBezTo>
                    <a:pt x="103" y="204"/>
                    <a:pt x="78" y="230"/>
                    <a:pt x="53" y="256"/>
                  </a:cubicBezTo>
                  <a:cubicBezTo>
                    <a:pt x="43" y="274"/>
                    <a:pt x="31" y="292"/>
                    <a:pt x="21" y="310"/>
                  </a:cubicBezTo>
                  <a:cubicBezTo>
                    <a:pt x="7" y="338"/>
                    <a:pt x="2" y="368"/>
                    <a:pt x="4" y="399"/>
                  </a:cubicBezTo>
                  <a:cubicBezTo>
                    <a:pt x="1" y="419"/>
                    <a:pt x="3" y="438"/>
                    <a:pt x="10" y="458"/>
                  </a:cubicBezTo>
                  <a:cubicBezTo>
                    <a:pt x="14" y="489"/>
                    <a:pt x="27" y="516"/>
                    <a:pt x="46" y="541"/>
                  </a:cubicBezTo>
                  <a:cubicBezTo>
                    <a:pt x="72" y="573"/>
                    <a:pt x="105" y="601"/>
                    <a:pt x="143" y="618"/>
                  </a:cubicBezTo>
                  <a:cubicBezTo>
                    <a:pt x="169" y="630"/>
                    <a:pt x="194" y="637"/>
                    <a:pt x="221" y="637"/>
                  </a:cubicBezTo>
                  <a:cubicBezTo>
                    <a:pt x="224" y="637"/>
                    <a:pt x="228" y="637"/>
                    <a:pt x="232" y="636"/>
                  </a:cubicBezTo>
                  <a:cubicBezTo>
                    <a:pt x="239" y="637"/>
                    <a:pt x="245" y="637"/>
                    <a:pt x="251" y="637"/>
                  </a:cubicBezTo>
                  <a:cubicBezTo>
                    <a:pt x="275" y="637"/>
                    <a:pt x="298" y="633"/>
                    <a:pt x="321" y="623"/>
                  </a:cubicBezTo>
                  <a:cubicBezTo>
                    <a:pt x="363" y="611"/>
                    <a:pt x="401" y="589"/>
                    <a:pt x="439" y="567"/>
                  </a:cubicBezTo>
                  <a:cubicBezTo>
                    <a:pt x="471" y="550"/>
                    <a:pt x="496" y="527"/>
                    <a:pt x="522" y="502"/>
                  </a:cubicBezTo>
                  <a:cubicBezTo>
                    <a:pt x="547" y="478"/>
                    <a:pt x="571" y="455"/>
                    <a:pt x="590" y="426"/>
                  </a:cubicBezTo>
                  <a:cubicBezTo>
                    <a:pt x="604" y="404"/>
                    <a:pt x="617" y="382"/>
                    <a:pt x="630" y="360"/>
                  </a:cubicBezTo>
                  <a:cubicBezTo>
                    <a:pt x="637" y="346"/>
                    <a:pt x="640" y="333"/>
                    <a:pt x="644" y="317"/>
                  </a:cubicBezTo>
                  <a:cubicBezTo>
                    <a:pt x="651" y="296"/>
                    <a:pt x="657" y="275"/>
                    <a:pt x="660" y="252"/>
                  </a:cubicBezTo>
                  <a:cubicBezTo>
                    <a:pt x="670" y="175"/>
                    <a:pt x="641" y="97"/>
                    <a:pt x="580" y="48"/>
                  </a:cubicBezTo>
                  <a:cubicBezTo>
                    <a:pt x="539" y="16"/>
                    <a:pt x="491" y="0"/>
                    <a:pt x="442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7">
              <a:extLst>
                <a:ext uri="{FF2B5EF4-FFF2-40B4-BE49-F238E27FC236}">
                  <a16:creationId xmlns:a16="http://schemas.microsoft.com/office/drawing/2014/main" id="{34F008C4-8991-3691-E6D6-60D3EA919FFF}"/>
                </a:ext>
              </a:extLst>
            </p:cNvPr>
            <p:cNvSpPr/>
            <p:nvPr/>
          </p:nvSpPr>
          <p:spPr>
            <a:xfrm>
              <a:off x="6072884" y="-737492"/>
              <a:ext cx="32798" cy="31002"/>
            </a:xfrm>
            <a:custGeom>
              <a:avLst/>
              <a:gdLst/>
              <a:ahLst/>
              <a:cxnLst/>
              <a:rect l="l" t="t" r="r" b="b"/>
              <a:pathLst>
                <a:path w="493" h="466" extrusionOk="0">
                  <a:moveTo>
                    <a:pt x="239" y="0"/>
                  </a:moveTo>
                  <a:cubicBezTo>
                    <a:pt x="231" y="0"/>
                    <a:pt x="221" y="1"/>
                    <a:pt x="209" y="3"/>
                  </a:cubicBezTo>
                  <a:cubicBezTo>
                    <a:pt x="169" y="7"/>
                    <a:pt x="134" y="22"/>
                    <a:pt x="101" y="45"/>
                  </a:cubicBezTo>
                  <a:cubicBezTo>
                    <a:pt x="99" y="46"/>
                    <a:pt x="68" y="74"/>
                    <a:pt x="54" y="90"/>
                  </a:cubicBezTo>
                  <a:cubicBezTo>
                    <a:pt x="33" y="114"/>
                    <a:pt x="21" y="140"/>
                    <a:pt x="14" y="170"/>
                  </a:cubicBezTo>
                  <a:cubicBezTo>
                    <a:pt x="4" y="198"/>
                    <a:pt x="1" y="227"/>
                    <a:pt x="5" y="257"/>
                  </a:cubicBezTo>
                  <a:cubicBezTo>
                    <a:pt x="9" y="276"/>
                    <a:pt x="14" y="295"/>
                    <a:pt x="18" y="314"/>
                  </a:cubicBezTo>
                  <a:cubicBezTo>
                    <a:pt x="33" y="351"/>
                    <a:pt x="57" y="384"/>
                    <a:pt x="89" y="410"/>
                  </a:cubicBezTo>
                  <a:cubicBezTo>
                    <a:pt x="124" y="437"/>
                    <a:pt x="162" y="456"/>
                    <a:pt x="207" y="463"/>
                  </a:cubicBezTo>
                  <a:cubicBezTo>
                    <a:pt x="217" y="465"/>
                    <a:pt x="228" y="465"/>
                    <a:pt x="240" y="465"/>
                  </a:cubicBezTo>
                  <a:cubicBezTo>
                    <a:pt x="272" y="465"/>
                    <a:pt x="308" y="460"/>
                    <a:pt x="333" y="449"/>
                  </a:cubicBezTo>
                  <a:cubicBezTo>
                    <a:pt x="372" y="434"/>
                    <a:pt x="405" y="411"/>
                    <a:pt x="431" y="378"/>
                  </a:cubicBezTo>
                  <a:cubicBezTo>
                    <a:pt x="456" y="346"/>
                    <a:pt x="473" y="309"/>
                    <a:pt x="479" y="267"/>
                  </a:cubicBezTo>
                  <a:cubicBezTo>
                    <a:pt x="493" y="166"/>
                    <a:pt x="446" y="84"/>
                    <a:pt x="341" y="23"/>
                  </a:cubicBezTo>
                  <a:cubicBezTo>
                    <a:pt x="333" y="18"/>
                    <a:pt x="299" y="8"/>
                    <a:pt x="278" y="5"/>
                  </a:cubicBezTo>
                  <a:lnTo>
                    <a:pt x="273" y="5"/>
                  </a:lnTo>
                  <a:cubicBezTo>
                    <a:pt x="261" y="2"/>
                    <a:pt x="252" y="0"/>
                    <a:pt x="239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7">
              <a:extLst>
                <a:ext uri="{FF2B5EF4-FFF2-40B4-BE49-F238E27FC236}">
                  <a16:creationId xmlns:a16="http://schemas.microsoft.com/office/drawing/2014/main" id="{3EA6AA0E-EBB8-6EE6-23EE-1086965ED13E}"/>
                </a:ext>
              </a:extLst>
            </p:cNvPr>
            <p:cNvSpPr/>
            <p:nvPr/>
          </p:nvSpPr>
          <p:spPr>
            <a:xfrm>
              <a:off x="5715099" y="-1233456"/>
              <a:ext cx="55817" cy="45904"/>
            </a:xfrm>
            <a:custGeom>
              <a:avLst/>
              <a:gdLst/>
              <a:ahLst/>
              <a:cxnLst/>
              <a:rect l="l" t="t" r="r" b="b"/>
              <a:pathLst>
                <a:path w="839" h="690" extrusionOk="0">
                  <a:moveTo>
                    <a:pt x="622" y="1"/>
                  </a:moveTo>
                  <a:cubicBezTo>
                    <a:pt x="593" y="1"/>
                    <a:pt x="563" y="7"/>
                    <a:pt x="532" y="18"/>
                  </a:cubicBezTo>
                  <a:cubicBezTo>
                    <a:pt x="509" y="27"/>
                    <a:pt x="487" y="35"/>
                    <a:pt x="465" y="43"/>
                  </a:cubicBezTo>
                  <a:cubicBezTo>
                    <a:pt x="405" y="67"/>
                    <a:pt x="346" y="92"/>
                    <a:pt x="292" y="127"/>
                  </a:cubicBezTo>
                  <a:cubicBezTo>
                    <a:pt x="251" y="153"/>
                    <a:pt x="213" y="182"/>
                    <a:pt x="174" y="210"/>
                  </a:cubicBezTo>
                  <a:cubicBezTo>
                    <a:pt x="155" y="225"/>
                    <a:pt x="135" y="239"/>
                    <a:pt x="117" y="255"/>
                  </a:cubicBezTo>
                  <a:cubicBezTo>
                    <a:pt x="82" y="285"/>
                    <a:pt x="50" y="316"/>
                    <a:pt x="32" y="361"/>
                  </a:cubicBezTo>
                  <a:cubicBezTo>
                    <a:pt x="20" y="387"/>
                    <a:pt x="16" y="414"/>
                    <a:pt x="11" y="442"/>
                  </a:cubicBezTo>
                  <a:cubicBezTo>
                    <a:pt x="0" y="509"/>
                    <a:pt x="24" y="573"/>
                    <a:pt x="69" y="621"/>
                  </a:cubicBezTo>
                  <a:cubicBezTo>
                    <a:pt x="119" y="675"/>
                    <a:pt x="177" y="689"/>
                    <a:pt x="248" y="689"/>
                  </a:cubicBezTo>
                  <a:cubicBezTo>
                    <a:pt x="305" y="688"/>
                    <a:pt x="358" y="668"/>
                    <a:pt x="403" y="634"/>
                  </a:cubicBezTo>
                  <a:cubicBezTo>
                    <a:pt x="422" y="619"/>
                    <a:pt x="440" y="602"/>
                    <a:pt x="459" y="588"/>
                  </a:cubicBezTo>
                  <a:cubicBezTo>
                    <a:pt x="494" y="561"/>
                    <a:pt x="530" y="533"/>
                    <a:pt x="566" y="508"/>
                  </a:cubicBezTo>
                  <a:cubicBezTo>
                    <a:pt x="603" y="482"/>
                    <a:pt x="634" y="450"/>
                    <a:pt x="668" y="420"/>
                  </a:cubicBezTo>
                  <a:cubicBezTo>
                    <a:pt x="687" y="405"/>
                    <a:pt x="704" y="390"/>
                    <a:pt x="723" y="374"/>
                  </a:cubicBezTo>
                  <a:cubicBezTo>
                    <a:pt x="743" y="360"/>
                    <a:pt x="763" y="345"/>
                    <a:pt x="779" y="325"/>
                  </a:cubicBezTo>
                  <a:cubicBezTo>
                    <a:pt x="806" y="292"/>
                    <a:pt x="815" y="257"/>
                    <a:pt x="823" y="216"/>
                  </a:cubicBezTo>
                  <a:cubicBezTo>
                    <a:pt x="838" y="138"/>
                    <a:pt x="786" y="50"/>
                    <a:pt x="714" y="19"/>
                  </a:cubicBezTo>
                  <a:cubicBezTo>
                    <a:pt x="682" y="7"/>
                    <a:pt x="652" y="1"/>
                    <a:pt x="6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7">
              <a:extLst>
                <a:ext uri="{FF2B5EF4-FFF2-40B4-BE49-F238E27FC236}">
                  <a16:creationId xmlns:a16="http://schemas.microsoft.com/office/drawing/2014/main" id="{5F9BA7AF-B165-848A-1D06-3D3C53F88045}"/>
                </a:ext>
              </a:extLst>
            </p:cNvPr>
            <p:cNvSpPr/>
            <p:nvPr/>
          </p:nvSpPr>
          <p:spPr>
            <a:xfrm>
              <a:off x="5954598" y="-774282"/>
              <a:ext cx="35991" cy="31334"/>
            </a:xfrm>
            <a:custGeom>
              <a:avLst/>
              <a:gdLst/>
              <a:ahLst/>
              <a:cxnLst/>
              <a:rect l="l" t="t" r="r" b="b"/>
              <a:pathLst>
                <a:path w="541" h="471" extrusionOk="0">
                  <a:moveTo>
                    <a:pt x="173" y="0"/>
                  </a:moveTo>
                  <a:cubicBezTo>
                    <a:pt x="152" y="0"/>
                    <a:pt x="132" y="4"/>
                    <a:pt x="111" y="11"/>
                  </a:cubicBezTo>
                  <a:cubicBezTo>
                    <a:pt x="89" y="19"/>
                    <a:pt x="72" y="31"/>
                    <a:pt x="56" y="48"/>
                  </a:cubicBezTo>
                  <a:cubicBezTo>
                    <a:pt x="38" y="63"/>
                    <a:pt x="25" y="81"/>
                    <a:pt x="16" y="102"/>
                  </a:cubicBezTo>
                  <a:cubicBezTo>
                    <a:pt x="5" y="131"/>
                    <a:pt x="0" y="159"/>
                    <a:pt x="4" y="189"/>
                  </a:cubicBezTo>
                  <a:cubicBezTo>
                    <a:pt x="8" y="219"/>
                    <a:pt x="14" y="247"/>
                    <a:pt x="22" y="275"/>
                  </a:cubicBezTo>
                  <a:cubicBezTo>
                    <a:pt x="26" y="283"/>
                    <a:pt x="28" y="290"/>
                    <a:pt x="31" y="296"/>
                  </a:cubicBezTo>
                  <a:cubicBezTo>
                    <a:pt x="40" y="324"/>
                    <a:pt x="56" y="347"/>
                    <a:pt x="78" y="366"/>
                  </a:cubicBezTo>
                  <a:cubicBezTo>
                    <a:pt x="84" y="375"/>
                    <a:pt x="93" y="383"/>
                    <a:pt x="100" y="390"/>
                  </a:cubicBezTo>
                  <a:cubicBezTo>
                    <a:pt x="104" y="393"/>
                    <a:pt x="108" y="396"/>
                    <a:pt x="111" y="399"/>
                  </a:cubicBezTo>
                  <a:cubicBezTo>
                    <a:pt x="141" y="416"/>
                    <a:pt x="172" y="437"/>
                    <a:pt x="205" y="451"/>
                  </a:cubicBezTo>
                  <a:cubicBezTo>
                    <a:pt x="233" y="462"/>
                    <a:pt x="265" y="470"/>
                    <a:pt x="296" y="470"/>
                  </a:cubicBezTo>
                  <a:cubicBezTo>
                    <a:pt x="305" y="470"/>
                    <a:pt x="314" y="469"/>
                    <a:pt x="323" y="468"/>
                  </a:cubicBezTo>
                  <a:cubicBezTo>
                    <a:pt x="344" y="465"/>
                    <a:pt x="369" y="457"/>
                    <a:pt x="385" y="453"/>
                  </a:cubicBezTo>
                  <a:cubicBezTo>
                    <a:pt x="410" y="447"/>
                    <a:pt x="432" y="437"/>
                    <a:pt x="452" y="421"/>
                  </a:cubicBezTo>
                  <a:cubicBezTo>
                    <a:pt x="492" y="386"/>
                    <a:pt x="529" y="339"/>
                    <a:pt x="535" y="284"/>
                  </a:cubicBezTo>
                  <a:cubicBezTo>
                    <a:pt x="541" y="231"/>
                    <a:pt x="531" y="175"/>
                    <a:pt x="499" y="132"/>
                  </a:cubicBezTo>
                  <a:cubicBezTo>
                    <a:pt x="480" y="109"/>
                    <a:pt x="459" y="90"/>
                    <a:pt x="435" y="72"/>
                  </a:cubicBezTo>
                  <a:cubicBezTo>
                    <a:pt x="402" y="49"/>
                    <a:pt x="367" y="33"/>
                    <a:pt x="328" y="26"/>
                  </a:cubicBezTo>
                  <a:lnTo>
                    <a:pt x="327" y="26"/>
                  </a:lnTo>
                  <a:cubicBezTo>
                    <a:pt x="325" y="25"/>
                    <a:pt x="323" y="24"/>
                    <a:pt x="321" y="24"/>
                  </a:cubicBezTo>
                  <a:cubicBezTo>
                    <a:pt x="291" y="12"/>
                    <a:pt x="268" y="8"/>
                    <a:pt x="243" y="7"/>
                  </a:cubicBezTo>
                  <a:cubicBezTo>
                    <a:pt x="229" y="7"/>
                    <a:pt x="213" y="6"/>
                    <a:pt x="198" y="2"/>
                  </a:cubicBezTo>
                  <a:cubicBezTo>
                    <a:pt x="190" y="1"/>
                    <a:pt x="18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7">
              <a:extLst>
                <a:ext uri="{FF2B5EF4-FFF2-40B4-BE49-F238E27FC236}">
                  <a16:creationId xmlns:a16="http://schemas.microsoft.com/office/drawing/2014/main" id="{9107DB31-BF0C-BFEE-2819-7749380BEDFE}"/>
                </a:ext>
              </a:extLst>
            </p:cNvPr>
            <p:cNvSpPr/>
            <p:nvPr/>
          </p:nvSpPr>
          <p:spPr>
            <a:xfrm>
              <a:off x="5734392" y="-994355"/>
              <a:ext cx="37522" cy="47567"/>
            </a:xfrm>
            <a:custGeom>
              <a:avLst/>
              <a:gdLst/>
              <a:ahLst/>
              <a:cxnLst/>
              <a:rect l="l" t="t" r="r" b="b"/>
              <a:pathLst>
                <a:path w="564" h="715" extrusionOk="0">
                  <a:moveTo>
                    <a:pt x="407" y="1"/>
                  </a:moveTo>
                  <a:cubicBezTo>
                    <a:pt x="341" y="1"/>
                    <a:pt x="263" y="35"/>
                    <a:pt x="216" y="67"/>
                  </a:cubicBezTo>
                  <a:cubicBezTo>
                    <a:pt x="186" y="85"/>
                    <a:pt x="156" y="122"/>
                    <a:pt x="131" y="150"/>
                  </a:cubicBezTo>
                  <a:cubicBezTo>
                    <a:pt x="113" y="170"/>
                    <a:pt x="97" y="191"/>
                    <a:pt x="82" y="214"/>
                  </a:cubicBezTo>
                  <a:cubicBezTo>
                    <a:pt x="67" y="236"/>
                    <a:pt x="49" y="259"/>
                    <a:pt x="39" y="283"/>
                  </a:cubicBezTo>
                  <a:cubicBezTo>
                    <a:pt x="27" y="308"/>
                    <a:pt x="22" y="338"/>
                    <a:pt x="16" y="365"/>
                  </a:cubicBezTo>
                  <a:cubicBezTo>
                    <a:pt x="11" y="389"/>
                    <a:pt x="7" y="414"/>
                    <a:pt x="5" y="439"/>
                  </a:cubicBezTo>
                  <a:cubicBezTo>
                    <a:pt x="4" y="451"/>
                    <a:pt x="3" y="463"/>
                    <a:pt x="2" y="475"/>
                  </a:cubicBezTo>
                  <a:cubicBezTo>
                    <a:pt x="0" y="531"/>
                    <a:pt x="8" y="570"/>
                    <a:pt x="36" y="617"/>
                  </a:cubicBezTo>
                  <a:cubicBezTo>
                    <a:pt x="46" y="634"/>
                    <a:pt x="58" y="650"/>
                    <a:pt x="69" y="664"/>
                  </a:cubicBezTo>
                  <a:cubicBezTo>
                    <a:pt x="92" y="694"/>
                    <a:pt x="133" y="715"/>
                    <a:pt x="172" y="715"/>
                  </a:cubicBezTo>
                  <a:cubicBezTo>
                    <a:pt x="195" y="715"/>
                    <a:pt x="217" y="708"/>
                    <a:pt x="236" y="691"/>
                  </a:cubicBezTo>
                  <a:cubicBezTo>
                    <a:pt x="261" y="668"/>
                    <a:pt x="292" y="651"/>
                    <a:pt x="314" y="624"/>
                  </a:cubicBezTo>
                  <a:cubicBezTo>
                    <a:pt x="336" y="596"/>
                    <a:pt x="352" y="563"/>
                    <a:pt x="368" y="531"/>
                  </a:cubicBezTo>
                  <a:cubicBezTo>
                    <a:pt x="390" y="498"/>
                    <a:pt x="413" y="465"/>
                    <a:pt x="428" y="428"/>
                  </a:cubicBezTo>
                  <a:cubicBezTo>
                    <a:pt x="440" y="401"/>
                    <a:pt x="453" y="375"/>
                    <a:pt x="467" y="350"/>
                  </a:cubicBezTo>
                  <a:cubicBezTo>
                    <a:pt x="479" y="332"/>
                    <a:pt x="492" y="315"/>
                    <a:pt x="500" y="296"/>
                  </a:cubicBezTo>
                  <a:cubicBezTo>
                    <a:pt x="508" y="279"/>
                    <a:pt x="512" y="260"/>
                    <a:pt x="519" y="243"/>
                  </a:cubicBezTo>
                  <a:cubicBezTo>
                    <a:pt x="528" y="224"/>
                    <a:pt x="537" y="206"/>
                    <a:pt x="543" y="185"/>
                  </a:cubicBezTo>
                  <a:cubicBezTo>
                    <a:pt x="563" y="114"/>
                    <a:pt x="531" y="47"/>
                    <a:pt x="466" y="13"/>
                  </a:cubicBezTo>
                  <a:cubicBezTo>
                    <a:pt x="448" y="4"/>
                    <a:pt x="428" y="1"/>
                    <a:pt x="4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7">
              <a:extLst>
                <a:ext uri="{FF2B5EF4-FFF2-40B4-BE49-F238E27FC236}">
                  <a16:creationId xmlns:a16="http://schemas.microsoft.com/office/drawing/2014/main" id="{4C361880-6207-0F82-ED58-2AFFD7F87C0C}"/>
                </a:ext>
              </a:extLst>
            </p:cNvPr>
            <p:cNvSpPr/>
            <p:nvPr/>
          </p:nvSpPr>
          <p:spPr>
            <a:xfrm>
              <a:off x="5893792" y="-1428781"/>
              <a:ext cx="2994" cy="798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45" y="1"/>
                  </a:moveTo>
                  <a:lnTo>
                    <a:pt x="45" y="1"/>
                  </a:lnTo>
                  <a:cubicBezTo>
                    <a:pt x="43" y="1"/>
                    <a:pt x="42" y="1"/>
                    <a:pt x="41" y="2"/>
                  </a:cubicBezTo>
                  <a:lnTo>
                    <a:pt x="41" y="2"/>
                  </a:lnTo>
                  <a:cubicBezTo>
                    <a:pt x="42" y="1"/>
                    <a:pt x="43" y="1"/>
                    <a:pt x="45" y="1"/>
                  </a:cubicBezTo>
                  <a:close/>
                  <a:moveTo>
                    <a:pt x="41" y="2"/>
                  </a:moveTo>
                  <a:cubicBezTo>
                    <a:pt x="29" y="4"/>
                    <a:pt x="17" y="7"/>
                    <a:pt x="4" y="10"/>
                  </a:cubicBezTo>
                  <a:lnTo>
                    <a:pt x="4" y="10"/>
                  </a:lnTo>
                  <a:cubicBezTo>
                    <a:pt x="8" y="10"/>
                    <a:pt x="12" y="10"/>
                    <a:pt x="15" y="9"/>
                  </a:cubicBezTo>
                  <a:cubicBezTo>
                    <a:pt x="24" y="6"/>
                    <a:pt x="32" y="4"/>
                    <a:pt x="41" y="2"/>
                  </a:cubicBezTo>
                  <a:close/>
                  <a:moveTo>
                    <a:pt x="4" y="10"/>
                  </a:moveTo>
                  <a:cubicBezTo>
                    <a:pt x="3" y="11"/>
                    <a:pt x="2" y="11"/>
                    <a:pt x="1" y="11"/>
                  </a:cubicBezTo>
                  <a:cubicBezTo>
                    <a:pt x="2" y="11"/>
                    <a:pt x="3" y="11"/>
                    <a:pt x="4" y="1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7">
              <a:extLst>
                <a:ext uri="{FF2B5EF4-FFF2-40B4-BE49-F238E27FC236}">
                  <a16:creationId xmlns:a16="http://schemas.microsoft.com/office/drawing/2014/main" id="{0190C2D6-B66F-1CDE-F954-A9AA1EC41691}"/>
                </a:ext>
              </a:extLst>
            </p:cNvPr>
            <p:cNvSpPr/>
            <p:nvPr/>
          </p:nvSpPr>
          <p:spPr>
            <a:xfrm>
              <a:off x="5893592" y="-1428049"/>
              <a:ext cx="266" cy="6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7">
              <a:extLst>
                <a:ext uri="{FF2B5EF4-FFF2-40B4-BE49-F238E27FC236}">
                  <a16:creationId xmlns:a16="http://schemas.microsoft.com/office/drawing/2014/main" id="{3C62EB4A-B698-2388-346A-96DD5EA10CE7}"/>
                </a:ext>
              </a:extLst>
            </p:cNvPr>
            <p:cNvSpPr/>
            <p:nvPr/>
          </p:nvSpPr>
          <p:spPr>
            <a:xfrm>
              <a:off x="5879089" y="-1464839"/>
              <a:ext cx="41247" cy="37122"/>
            </a:xfrm>
            <a:custGeom>
              <a:avLst/>
              <a:gdLst/>
              <a:ahLst/>
              <a:cxnLst/>
              <a:rect l="l" t="t" r="r" b="b"/>
              <a:pathLst>
                <a:path w="620" h="558" extrusionOk="0">
                  <a:moveTo>
                    <a:pt x="578" y="256"/>
                  </a:moveTo>
                  <a:cubicBezTo>
                    <a:pt x="577" y="256"/>
                    <a:pt x="577" y="256"/>
                    <a:pt x="577" y="257"/>
                  </a:cubicBezTo>
                  <a:lnTo>
                    <a:pt x="577" y="257"/>
                  </a:lnTo>
                  <a:lnTo>
                    <a:pt x="578" y="256"/>
                  </a:lnTo>
                  <a:close/>
                  <a:moveTo>
                    <a:pt x="365" y="1"/>
                  </a:moveTo>
                  <a:cubicBezTo>
                    <a:pt x="327" y="1"/>
                    <a:pt x="291" y="14"/>
                    <a:pt x="256" y="30"/>
                  </a:cubicBezTo>
                  <a:cubicBezTo>
                    <a:pt x="170" y="70"/>
                    <a:pt x="83" y="121"/>
                    <a:pt x="45" y="213"/>
                  </a:cubicBezTo>
                  <a:cubicBezTo>
                    <a:pt x="30" y="249"/>
                    <a:pt x="19" y="286"/>
                    <a:pt x="10" y="323"/>
                  </a:cubicBezTo>
                  <a:cubicBezTo>
                    <a:pt x="1" y="368"/>
                    <a:pt x="15" y="417"/>
                    <a:pt x="33" y="459"/>
                  </a:cubicBezTo>
                  <a:cubicBezTo>
                    <a:pt x="60" y="522"/>
                    <a:pt x="117" y="557"/>
                    <a:pt x="180" y="557"/>
                  </a:cubicBezTo>
                  <a:cubicBezTo>
                    <a:pt x="194" y="557"/>
                    <a:pt x="208" y="556"/>
                    <a:pt x="222" y="552"/>
                  </a:cubicBezTo>
                  <a:cubicBezTo>
                    <a:pt x="257" y="544"/>
                    <a:pt x="290" y="538"/>
                    <a:pt x="320" y="515"/>
                  </a:cubicBezTo>
                  <a:cubicBezTo>
                    <a:pt x="329" y="509"/>
                    <a:pt x="335" y="503"/>
                    <a:pt x="343" y="497"/>
                  </a:cubicBezTo>
                  <a:cubicBezTo>
                    <a:pt x="374" y="474"/>
                    <a:pt x="400" y="460"/>
                    <a:pt x="427" y="429"/>
                  </a:cubicBezTo>
                  <a:cubicBezTo>
                    <a:pt x="450" y="402"/>
                    <a:pt x="470" y="371"/>
                    <a:pt x="496" y="345"/>
                  </a:cubicBezTo>
                  <a:cubicBezTo>
                    <a:pt x="512" y="331"/>
                    <a:pt x="525" y="317"/>
                    <a:pt x="538" y="300"/>
                  </a:cubicBezTo>
                  <a:cubicBezTo>
                    <a:pt x="550" y="285"/>
                    <a:pt x="563" y="270"/>
                    <a:pt x="577" y="257"/>
                  </a:cubicBezTo>
                  <a:lnTo>
                    <a:pt x="577" y="257"/>
                  </a:lnTo>
                  <a:lnTo>
                    <a:pt x="549" y="283"/>
                  </a:lnTo>
                  <a:lnTo>
                    <a:pt x="549" y="283"/>
                  </a:lnTo>
                  <a:cubicBezTo>
                    <a:pt x="577" y="256"/>
                    <a:pt x="599" y="232"/>
                    <a:pt x="609" y="195"/>
                  </a:cubicBezTo>
                  <a:cubicBezTo>
                    <a:pt x="612" y="184"/>
                    <a:pt x="614" y="178"/>
                    <a:pt x="615" y="167"/>
                  </a:cubicBezTo>
                  <a:cubicBezTo>
                    <a:pt x="617" y="150"/>
                    <a:pt x="619" y="137"/>
                    <a:pt x="613" y="120"/>
                  </a:cubicBezTo>
                  <a:cubicBezTo>
                    <a:pt x="608" y="105"/>
                    <a:pt x="601" y="91"/>
                    <a:pt x="592" y="78"/>
                  </a:cubicBezTo>
                  <a:cubicBezTo>
                    <a:pt x="562" y="34"/>
                    <a:pt x="517" y="13"/>
                    <a:pt x="466" y="6"/>
                  </a:cubicBezTo>
                  <a:cubicBezTo>
                    <a:pt x="432" y="1"/>
                    <a:pt x="399" y="2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7">
              <a:extLst>
                <a:ext uri="{FF2B5EF4-FFF2-40B4-BE49-F238E27FC236}">
                  <a16:creationId xmlns:a16="http://schemas.microsoft.com/office/drawing/2014/main" id="{F92C83E2-B853-9341-6AC5-7D47FF9B7C16}"/>
                </a:ext>
              </a:extLst>
            </p:cNvPr>
            <p:cNvSpPr/>
            <p:nvPr/>
          </p:nvSpPr>
          <p:spPr>
            <a:xfrm>
              <a:off x="5506336" y="-1287210"/>
              <a:ext cx="43709" cy="33330"/>
            </a:xfrm>
            <a:custGeom>
              <a:avLst/>
              <a:gdLst/>
              <a:ahLst/>
              <a:cxnLst/>
              <a:rect l="l" t="t" r="r" b="b"/>
              <a:pathLst>
                <a:path w="657" h="501" extrusionOk="0">
                  <a:moveTo>
                    <a:pt x="583" y="209"/>
                  </a:moveTo>
                  <a:lnTo>
                    <a:pt x="576" y="221"/>
                  </a:lnTo>
                  <a:lnTo>
                    <a:pt x="576" y="221"/>
                  </a:lnTo>
                  <a:cubicBezTo>
                    <a:pt x="578" y="217"/>
                    <a:pt x="581" y="213"/>
                    <a:pt x="583" y="209"/>
                  </a:cubicBezTo>
                  <a:close/>
                  <a:moveTo>
                    <a:pt x="574" y="224"/>
                  </a:moveTo>
                  <a:lnTo>
                    <a:pt x="563" y="241"/>
                  </a:lnTo>
                  <a:cubicBezTo>
                    <a:pt x="567" y="236"/>
                    <a:pt x="570" y="230"/>
                    <a:pt x="574" y="224"/>
                  </a:cubicBezTo>
                  <a:close/>
                  <a:moveTo>
                    <a:pt x="426" y="1"/>
                  </a:moveTo>
                  <a:cubicBezTo>
                    <a:pt x="397" y="1"/>
                    <a:pt x="369" y="8"/>
                    <a:pt x="341" y="16"/>
                  </a:cubicBezTo>
                  <a:cubicBezTo>
                    <a:pt x="316" y="23"/>
                    <a:pt x="292" y="30"/>
                    <a:pt x="268" y="38"/>
                  </a:cubicBezTo>
                  <a:cubicBezTo>
                    <a:pt x="246" y="46"/>
                    <a:pt x="224" y="55"/>
                    <a:pt x="203" y="64"/>
                  </a:cubicBezTo>
                  <a:cubicBezTo>
                    <a:pt x="172" y="79"/>
                    <a:pt x="142" y="94"/>
                    <a:pt x="117" y="118"/>
                  </a:cubicBezTo>
                  <a:cubicBezTo>
                    <a:pt x="101" y="132"/>
                    <a:pt x="88" y="145"/>
                    <a:pt x="75" y="162"/>
                  </a:cubicBezTo>
                  <a:cubicBezTo>
                    <a:pt x="49" y="195"/>
                    <a:pt x="23" y="231"/>
                    <a:pt x="11" y="273"/>
                  </a:cubicBezTo>
                  <a:cubicBezTo>
                    <a:pt x="0" y="308"/>
                    <a:pt x="1" y="348"/>
                    <a:pt x="10" y="385"/>
                  </a:cubicBezTo>
                  <a:cubicBezTo>
                    <a:pt x="22" y="439"/>
                    <a:pt x="57" y="488"/>
                    <a:pt x="117" y="496"/>
                  </a:cubicBezTo>
                  <a:cubicBezTo>
                    <a:pt x="129" y="497"/>
                    <a:pt x="143" y="498"/>
                    <a:pt x="155" y="500"/>
                  </a:cubicBezTo>
                  <a:cubicBezTo>
                    <a:pt x="163" y="501"/>
                    <a:pt x="170" y="501"/>
                    <a:pt x="177" y="501"/>
                  </a:cubicBezTo>
                  <a:cubicBezTo>
                    <a:pt x="218" y="501"/>
                    <a:pt x="250" y="488"/>
                    <a:pt x="286" y="468"/>
                  </a:cubicBezTo>
                  <a:lnTo>
                    <a:pt x="286" y="468"/>
                  </a:lnTo>
                  <a:lnTo>
                    <a:pt x="281" y="472"/>
                  </a:lnTo>
                  <a:cubicBezTo>
                    <a:pt x="283" y="471"/>
                    <a:pt x="285" y="469"/>
                    <a:pt x="287" y="468"/>
                  </a:cubicBezTo>
                  <a:cubicBezTo>
                    <a:pt x="290" y="466"/>
                    <a:pt x="292" y="466"/>
                    <a:pt x="296" y="465"/>
                  </a:cubicBezTo>
                  <a:cubicBezTo>
                    <a:pt x="299" y="463"/>
                    <a:pt x="303" y="461"/>
                    <a:pt x="306" y="459"/>
                  </a:cubicBezTo>
                  <a:cubicBezTo>
                    <a:pt x="335" y="443"/>
                    <a:pt x="365" y="429"/>
                    <a:pt x="390" y="406"/>
                  </a:cubicBezTo>
                  <a:cubicBezTo>
                    <a:pt x="401" y="394"/>
                    <a:pt x="414" y="383"/>
                    <a:pt x="425" y="370"/>
                  </a:cubicBezTo>
                  <a:cubicBezTo>
                    <a:pt x="443" y="353"/>
                    <a:pt x="462" y="337"/>
                    <a:pt x="482" y="322"/>
                  </a:cubicBezTo>
                  <a:cubicBezTo>
                    <a:pt x="492" y="314"/>
                    <a:pt x="505" y="305"/>
                    <a:pt x="515" y="297"/>
                  </a:cubicBezTo>
                  <a:cubicBezTo>
                    <a:pt x="543" y="276"/>
                    <a:pt x="558" y="251"/>
                    <a:pt x="574" y="223"/>
                  </a:cubicBezTo>
                  <a:lnTo>
                    <a:pt x="574" y="223"/>
                  </a:lnTo>
                  <a:cubicBezTo>
                    <a:pt x="592" y="196"/>
                    <a:pt x="611" y="170"/>
                    <a:pt x="632" y="146"/>
                  </a:cubicBezTo>
                  <a:cubicBezTo>
                    <a:pt x="657" y="118"/>
                    <a:pt x="642" y="76"/>
                    <a:pt x="611" y="60"/>
                  </a:cubicBezTo>
                  <a:cubicBezTo>
                    <a:pt x="572" y="41"/>
                    <a:pt x="532" y="26"/>
                    <a:pt x="490" y="14"/>
                  </a:cubicBezTo>
                  <a:cubicBezTo>
                    <a:pt x="476" y="10"/>
                    <a:pt x="460" y="4"/>
                    <a:pt x="444" y="2"/>
                  </a:cubicBezTo>
                  <a:cubicBezTo>
                    <a:pt x="438" y="1"/>
                    <a:pt x="432" y="1"/>
                    <a:pt x="4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7">
              <a:extLst>
                <a:ext uri="{FF2B5EF4-FFF2-40B4-BE49-F238E27FC236}">
                  <a16:creationId xmlns:a16="http://schemas.microsoft.com/office/drawing/2014/main" id="{683989E8-24F7-B992-11D3-C6F2112E97C9}"/>
                </a:ext>
              </a:extLst>
            </p:cNvPr>
            <p:cNvSpPr/>
            <p:nvPr/>
          </p:nvSpPr>
          <p:spPr>
            <a:xfrm>
              <a:off x="5470078" y="-1037332"/>
              <a:ext cx="39318" cy="66594"/>
            </a:xfrm>
            <a:custGeom>
              <a:avLst/>
              <a:gdLst/>
              <a:ahLst/>
              <a:cxnLst/>
              <a:rect l="l" t="t" r="r" b="b"/>
              <a:pathLst>
                <a:path w="591" h="1001" extrusionOk="0">
                  <a:moveTo>
                    <a:pt x="359" y="0"/>
                  </a:moveTo>
                  <a:cubicBezTo>
                    <a:pt x="354" y="0"/>
                    <a:pt x="349" y="1"/>
                    <a:pt x="343" y="1"/>
                  </a:cubicBezTo>
                  <a:cubicBezTo>
                    <a:pt x="285" y="5"/>
                    <a:pt x="238" y="41"/>
                    <a:pt x="199" y="80"/>
                  </a:cubicBezTo>
                  <a:cubicBezTo>
                    <a:pt x="145" y="137"/>
                    <a:pt x="93" y="200"/>
                    <a:pt x="67" y="274"/>
                  </a:cubicBezTo>
                  <a:cubicBezTo>
                    <a:pt x="41" y="347"/>
                    <a:pt x="20" y="424"/>
                    <a:pt x="8" y="500"/>
                  </a:cubicBezTo>
                  <a:cubicBezTo>
                    <a:pt x="0" y="548"/>
                    <a:pt x="3" y="595"/>
                    <a:pt x="13" y="642"/>
                  </a:cubicBezTo>
                  <a:cubicBezTo>
                    <a:pt x="25" y="706"/>
                    <a:pt x="37" y="768"/>
                    <a:pt x="71" y="824"/>
                  </a:cubicBezTo>
                  <a:cubicBezTo>
                    <a:pt x="105" y="877"/>
                    <a:pt x="150" y="924"/>
                    <a:pt x="194" y="969"/>
                  </a:cubicBezTo>
                  <a:cubicBezTo>
                    <a:pt x="215" y="991"/>
                    <a:pt x="245" y="1001"/>
                    <a:pt x="276" y="1001"/>
                  </a:cubicBezTo>
                  <a:cubicBezTo>
                    <a:pt x="333" y="1001"/>
                    <a:pt x="394" y="967"/>
                    <a:pt x="411" y="916"/>
                  </a:cubicBezTo>
                  <a:cubicBezTo>
                    <a:pt x="423" y="880"/>
                    <a:pt x="438" y="845"/>
                    <a:pt x="454" y="812"/>
                  </a:cubicBezTo>
                  <a:cubicBezTo>
                    <a:pt x="475" y="770"/>
                    <a:pt x="486" y="725"/>
                    <a:pt x="496" y="679"/>
                  </a:cubicBezTo>
                  <a:cubicBezTo>
                    <a:pt x="507" y="650"/>
                    <a:pt x="517" y="620"/>
                    <a:pt x="520" y="590"/>
                  </a:cubicBezTo>
                  <a:cubicBezTo>
                    <a:pt x="522" y="569"/>
                    <a:pt x="524" y="548"/>
                    <a:pt x="528" y="527"/>
                  </a:cubicBezTo>
                  <a:cubicBezTo>
                    <a:pt x="532" y="493"/>
                    <a:pt x="540" y="459"/>
                    <a:pt x="550" y="426"/>
                  </a:cubicBezTo>
                  <a:cubicBezTo>
                    <a:pt x="555" y="408"/>
                    <a:pt x="560" y="390"/>
                    <a:pt x="562" y="372"/>
                  </a:cubicBezTo>
                  <a:cubicBezTo>
                    <a:pt x="564" y="358"/>
                    <a:pt x="565" y="343"/>
                    <a:pt x="566" y="328"/>
                  </a:cubicBezTo>
                  <a:cubicBezTo>
                    <a:pt x="569" y="301"/>
                    <a:pt x="575" y="274"/>
                    <a:pt x="581" y="247"/>
                  </a:cubicBezTo>
                  <a:cubicBezTo>
                    <a:pt x="590" y="203"/>
                    <a:pt x="577" y="153"/>
                    <a:pt x="556" y="114"/>
                  </a:cubicBezTo>
                  <a:cubicBezTo>
                    <a:pt x="533" y="73"/>
                    <a:pt x="497" y="34"/>
                    <a:pt x="452" y="18"/>
                  </a:cubicBezTo>
                  <a:cubicBezTo>
                    <a:pt x="423" y="6"/>
                    <a:pt x="391" y="0"/>
                    <a:pt x="3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7">
              <a:extLst>
                <a:ext uri="{FF2B5EF4-FFF2-40B4-BE49-F238E27FC236}">
                  <a16:creationId xmlns:a16="http://schemas.microsoft.com/office/drawing/2014/main" id="{4ACA0A94-08CE-E5EE-42BF-CB9E145F18A9}"/>
                </a:ext>
              </a:extLst>
            </p:cNvPr>
            <p:cNvSpPr/>
            <p:nvPr/>
          </p:nvSpPr>
          <p:spPr>
            <a:xfrm>
              <a:off x="5567874" y="-828369"/>
              <a:ext cx="24416" cy="28740"/>
            </a:xfrm>
            <a:custGeom>
              <a:avLst/>
              <a:gdLst/>
              <a:ahLst/>
              <a:cxnLst/>
              <a:rect l="l" t="t" r="r" b="b"/>
              <a:pathLst>
                <a:path w="367" h="432" extrusionOk="0">
                  <a:moveTo>
                    <a:pt x="131" y="0"/>
                  </a:moveTo>
                  <a:cubicBezTo>
                    <a:pt x="121" y="0"/>
                    <a:pt x="110" y="1"/>
                    <a:pt x="99" y="4"/>
                  </a:cubicBezTo>
                  <a:cubicBezTo>
                    <a:pt x="49" y="15"/>
                    <a:pt x="13" y="56"/>
                    <a:pt x="4" y="106"/>
                  </a:cubicBezTo>
                  <a:cubicBezTo>
                    <a:pt x="1" y="125"/>
                    <a:pt x="2" y="148"/>
                    <a:pt x="2" y="167"/>
                  </a:cubicBezTo>
                  <a:cubicBezTo>
                    <a:pt x="2" y="176"/>
                    <a:pt x="2" y="185"/>
                    <a:pt x="2" y="194"/>
                  </a:cubicBezTo>
                  <a:cubicBezTo>
                    <a:pt x="4" y="239"/>
                    <a:pt x="13" y="282"/>
                    <a:pt x="42" y="318"/>
                  </a:cubicBezTo>
                  <a:cubicBezTo>
                    <a:pt x="62" y="343"/>
                    <a:pt x="84" y="368"/>
                    <a:pt x="108" y="389"/>
                  </a:cubicBezTo>
                  <a:cubicBezTo>
                    <a:pt x="139" y="415"/>
                    <a:pt x="182" y="424"/>
                    <a:pt x="219" y="430"/>
                  </a:cubicBezTo>
                  <a:cubicBezTo>
                    <a:pt x="225" y="431"/>
                    <a:pt x="230" y="431"/>
                    <a:pt x="236" y="431"/>
                  </a:cubicBezTo>
                  <a:cubicBezTo>
                    <a:pt x="303" y="431"/>
                    <a:pt x="367" y="369"/>
                    <a:pt x="355" y="299"/>
                  </a:cubicBezTo>
                  <a:cubicBezTo>
                    <a:pt x="353" y="291"/>
                    <a:pt x="352" y="282"/>
                    <a:pt x="352" y="274"/>
                  </a:cubicBezTo>
                  <a:cubicBezTo>
                    <a:pt x="351" y="269"/>
                    <a:pt x="351" y="265"/>
                    <a:pt x="351" y="260"/>
                  </a:cubicBezTo>
                  <a:cubicBezTo>
                    <a:pt x="348" y="228"/>
                    <a:pt x="336" y="210"/>
                    <a:pt x="321" y="182"/>
                  </a:cubicBezTo>
                  <a:lnTo>
                    <a:pt x="321" y="182"/>
                  </a:lnTo>
                  <a:lnTo>
                    <a:pt x="340" y="216"/>
                  </a:lnTo>
                  <a:cubicBezTo>
                    <a:pt x="331" y="201"/>
                    <a:pt x="323" y="184"/>
                    <a:pt x="317" y="167"/>
                  </a:cubicBezTo>
                  <a:cubicBezTo>
                    <a:pt x="310" y="151"/>
                    <a:pt x="307" y="138"/>
                    <a:pt x="294" y="121"/>
                  </a:cubicBezTo>
                  <a:cubicBezTo>
                    <a:pt x="284" y="109"/>
                    <a:pt x="272" y="97"/>
                    <a:pt x="259" y="86"/>
                  </a:cubicBezTo>
                  <a:cubicBezTo>
                    <a:pt x="250" y="74"/>
                    <a:pt x="240" y="63"/>
                    <a:pt x="231" y="51"/>
                  </a:cubicBezTo>
                  <a:cubicBezTo>
                    <a:pt x="216" y="34"/>
                    <a:pt x="199" y="19"/>
                    <a:pt x="179" y="9"/>
                  </a:cubicBezTo>
                  <a:cubicBezTo>
                    <a:pt x="164" y="3"/>
                    <a:pt x="148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7">
              <a:extLst>
                <a:ext uri="{FF2B5EF4-FFF2-40B4-BE49-F238E27FC236}">
                  <a16:creationId xmlns:a16="http://schemas.microsoft.com/office/drawing/2014/main" id="{7751666C-6269-14FC-3E4D-2508D21D4B0B}"/>
                </a:ext>
              </a:extLst>
            </p:cNvPr>
            <p:cNvSpPr/>
            <p:nvPr/>
          </p:nvSpPr>
          <p:spPr>
            <a:xfrm>
              <a:off x="5778101" y="-715937"/>
              <a:ext cx="36524" cy="26478"/>
            </a:xfrm>
            <a:custGeom>
              <a:avLst/>
              <a:gdLst/>
              <a:ahLst/>
              <a:cxnLst/>
              <a:rect l="l" t="t" r="r" b="b"/>
              <a:pathLst>
                <a:path w="549" h="398" extrusionOk="0">
                  <a:moveTo>
                    <a:pt x="77" y="1"/>
                  </a:moveTo>
                  <a:cubicBezTo>
                    <a:pt x="58" y="1"/>
                    <a:pt x="38" y="9"/>
                    <a:pt x="25" y="21"/>
                  </a:cubicBezTo>
                  <a:cubicBezTo>
                    <a:pt x="3" y="42"/>
                    <a:pt x="0" y="68"/>
                    <a:pt x="8" y="97"/>
                  </a:cubicBezTo>
                  <a:cubicBezTo>
                    <a:pt x="18" y="141"/>
                    <a:pt x="38" y="181"/>
                    <a:pt x="61" y="220"/>
                  </a:cubicBezTo>
                  <a:cubicBezTo>
                    <a:pt x="91" y="272"/>
                    <a:pt x="134" y="323"/>
                    <a:pt x="188" y="351"/>
                  </a:cubicBezTo>
                  <a:cubicBezTo>
                    <a:pt x="205" y="359"/>
                    <a:pt x="223" y="366"/>
                    <a:pt x="241" y="373"/>
                  </a:cubicBezTo>
                  <a:cubicBezTo>
                    <a:pt x="280" y="386"/>
                    <a:pt x="318" y="397"/>
                    <a:pt x="359" y="397"/>
                  </a:cubicBezTo>
                  <a:cubicBezTo>
                    <a:pt x="364" y="397"/>
                    <a:pt x="369" y="397"/>
                    <a:pt x="374" y="397"/>
                  </a:cubicBezTo>
                  <a:cubicBezTo>
                    <a:pt x="438" y="392"/>
                    <a:pt x="506" y="350"/>
                    <a:pt x="531" y="290"/>
                  </a:cubicBezTo>
                  <a:cubicBezTo>
                    <a:pt x="532" y="286"/>
                    <a:pt x="534" y="282"/>
                    <a:pt x="535" y="277"/>
                  </a:cubicBezTo>
                  <a:cubicBezTo>
                    <a:pt x="542" y="257"/>
                    <a:pt x="549" y="237"/>
                    <a:pt x="546" y="216"/>
                  </a:cubicBezTo>
                  <a:cubicBezTo>
                    <a:pt x="542" y="198"/>
                    <a:pt x="537" y="184"/>
                    <a:pt x="529" y="170"/>
                  </a:cubicBezTo>
                  <a:lnTo>
                    <a:pt x="529" y="170"/>
                  </a:lnTo>
                  <a:cubicBezTo>
                    <a:pt x="532" y="175"/>
                    <a:pt x="535" y="179"/>
                    <a:pt x="537" y="184"/>
                  </a:cubicBezTo>
                  <a:cubicBezTo>
                    <a:pt x="522" y="154"/>
                    <a:pt x="510" y="126"/>
                    <a:pt x="482" y="105"/>
                  </a:cubicBezTo>
                  <a:cubicBezTo>
                    <a:pt x="466" y="93"/>
                    <a:pt x="447" y="83"/>
                    <a:pt x="430" y="74"/>
                  </a:cubicBezTo>
                  <a:cubicBezTo>
                    <a:pt x="406" y="64"/>
                    <a:pt x="382" y="60"/>
                    <a:pt x="357" y="58"/>
                  </a:cubicBezTo>
                  <a:lnTo>
                    <a:pt x="357" y="58"/>
                  </a:lnTo>
                  <a:lnTo>
                    <a:pt x="372" y="59"/>
                  </a:lnTo>
                  <a:cubicBezTo>
                    <a:pt x="350" y="58"/>
                    <a:pt x="328" y="56"/>
                    <a:pt x="306" y="52"/>
                  </a:cubicBezTo>
                  <a:cubicBezTo>
                    <a:pt x="295" y="50"/>
                    <a:pt x="285" y="47"/>
                    <a:pt x="276" y="45"/>
                  </a:cubicBezTo>
                  <a:cubicBezTo>
                    <a:pt x="272" y="44"/>
                    <a:pt x="267" y="44"/>
                    <a:pt x="263" y="44"/>
                  </a:cubicBezTo>
                  <a:cubicBezTo>
                    <a:pt x="257" y="44"/>
                    <a:pt x="252" y="44"/>
                    <a:pt x="246" y="45"/>
                  </a:cubicBezTo>
                  <a:cubicBezTo>
                    <a:pt x="218" y="44"/>
                    <a:pt x="191" y="40"/>
                    <a:pt x="163" y="33"/>
                  </a:cubicBezTo>
                  <a:lnTo>
                    <a:pt x="161" y="33"/>
                  </a:lnTo>
                  <a:cubicBezTo>
                    <a:pt x="154" y="30"/>
                    <a:pt x="148" y="28"/>
                    <a:pt x="142" y="26"/>
                  </a:cubicBezTo>
                  <a:cubicBezTo>
                    <a:pt x="128" y="20"/>
                    <a:pt x="114" y="14"/>
                    <a:pt x="102" y="6"/>
                  </a:cubicBezTo>
                  <a:cubicBezTo>
                    <a:pt x="94" y="2"/>
                    <a:pt x="86" y="1"/>
                    <a:pt x="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7">
              <a:extLst>
                <a:ext uri="{FF2B5EF4-FFF2-40B4-BE49-F238E27FC236}">
                  <a16:creationId xmlns:a16="http://schemas.microsoft.com/office/drawing/2014/main" id="{0416F0B8-A93D-B619-B328-E8FF8D94EABF}"/>
                </a:ext>
              </a:extLst>
            </p:cNvPr>
            <p:cNvSpPr/>
            <p:nvPr/>
          </p:nvSpPr>
          <p:spPr>
            <a:xfrm>
              <a:off x="5670858" y="-1412415"/>
              <a:ext cx="27010" cy="20557"/>
            </a:xfrm>
            <a:custGeom>
              <a:avLst/>
              <a:gdLst/>
              <a:ahLst/>
              <a:cxnLst/>
              <a:rect l="l" t="t" r="r" b="b"/>
              <a:pathLst>
                <a:path w="406" h="309" extrusionOk="0">
                  <a:moveTo>
                    <a:pt x="275" y="0"/>
                  </a:moveTo>
                  <a:cubicBezTo>
                    <a:pt x="272" y="0"/>
                    <a:pt x="268" y="0"/>
                    <a:pt x="264" y="1"/>
                  </a:cubicBezTo>
                  <a:cubicBezTo>
                    <a:pt x="252" y="2"/>
                    <a:pt x="239" y="6"/>
                    <a:pt x="227" y="9"/>
                  </a:cubicBezTo>
                  <a:cubicBezTo>
                    <a:pt x="220" y="10"/>
                    <a:pt x="214" y="12"/>
                    <a:pt x="208" y="14"/>
                  </a:cubicBezTo>
                  <a:cubicBezTo>
                    <a:pt x="194" y="18"/>
                    <a:pt x="182" y="21"/>
                    <a:pt x="168" y="25"/>
                  </a:cubicBezTo>
                  <a:cubicBezTo>
                    <a:pt x="162" y="26"/>
                    <a:pt x="155" y="28"/>
                    <a:pt x="149" y="30"/>
                  </a:cubicBezTo>
                  <a:cubicBezTo>
                    <a:pt x="121" y="40"/>
                    <a:pt x="102" y="58"/>
                    <a:pt x="81" y="78"/>
                  </a:cubicBezTo>
                  <a:cubicBezTo>
                    <a:pt x="58" y="101"/>
                    <a:pt x="30" y="123"/>
                    <a:pt x="17" y="154"/>
                  </a:cubicBezTo>
                  <a:cubicBezTo>
                    <a:pt x="4" y="183"/>
                    <a:pt x="1" y="245"/>
                    <a:pt x="30" y="268"/>
                  </a:cubicBezTo>
                  <a:lnTo>
                    <a:pt x="42" y="278"/>
                  </a:lnTo>
                  <a:cubicBezTo>
                    <a:pt x="66" y="297"/>
                    <a:pt x="92" y="308"/>
                    <a:pt x="121" y="308"/>
                  </a:cubicBezTo>
                  <a:cubicBezTo>
                    <a:pt x="126" y="308"/>
                    <a:pt x="131" y="308"/>
                    <a:pt x="136" y="307"/>
                  </a:cubicBezTo>
                  <a:cubicBezTo>
                    <a:pt x="159" y="304"/>
                    <a:pt x="183" y="301"/>
                    <a:pt x="206" y="297"/>
                  </a:cubicBezTo>
                  <a:cubicBezTo>
                    <a:pt x="234" y="292"/>
                    <a:pt x="256" y="284"/>
                    <a:pt x="280" y="267"/>
                  </a:cubicBezTo>
                  <a:cubicBezTo>
                    <a:pt x="285" y="262"/>
                    <a:pt x="290" y="258"/>
                    <a:pt x="296" y="254"/>
                  </a:cubicBezTo>
                  <a:lnTo>
                    <a:pt x="323" y="232"/>
                  </a:lnTo>
                  <a:cubicBezTo>
                    <a:pt x="347" y="213"/>
                    <a:pt x="374" y="194"/>
                    <a:pt x="385" y="164"/>
                  </a:cubicBezTo>
                  <a:cubicBezTo>
                    <a:pt x="389" y="155"/>
                    <a:pt x="392" y="145"/>
                    <a:pt x="395" y="135"/>
                  </a:cubicBezTo>
                  <a:cubicBezTo>
                    <a:pt x="401" y="113"/>
                    <a:pt x="406" y="90"/>
                    <a:pt x="396" y="68"/>
                  </a:cubicBezTo>
                  <a:cubicBezTo>
                    <a:pt x="387" y="47"/>
                    <a:pt x="371" y="25"/>
                    <a:pt x="348" y="18"/>
                  </a:cubicBezTo>
                  <a:cubicBezTo>
                    <a:pt x="340" y="14"/>
                    <a:pt x="331" y="12"/>
                    <a:pt x="324" y="9"/>
                  </a:cubicBezTo>
                  <a:cubicBezTo>
                    <a:pt x="308" y="4"/>
                    <a:pt x="292" y="0"/>
                    <a:pt x="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7">
              <a:extLst>
                <a:ext uri="{FF2B5EF4-FFF2-40B4-BE49-F238E27FC236}">
                  <a16:creationId xmlns:a16="http://schemas.microsoft.com/office/drawing/2014/main" id="{30949673-CF10-7DB5-81DD-8F07E8D231DF}"/>
                </a:ext>
              </a:extLst>
            </p:cNvPr>
            <p:cNvSpPr/>
            <p:nvPr/>
          </p:nvSpPr>
          <p:spPr>
            <a:xfrm>
              <a:off x="5852811" y="-989233"/>
              <a:ext cx="67392" cy="85022"/>
            </a:xfrm>
            <a:custGeom>
              <a:avLst/>
              <a:gdLst/>
              <a:ahLst/>
              <a:cxnLst/>
              <a:rect l="l" t="t" r="r" b="b"/>
              <a:pathLst>
                <a:path w="1013" h="1278" extrusionOk="0">
                  <a:moveTo>
                    <a:pt x="366" y="1"/>
                  </a:moveTo>
                  <a:cubicBezTo>
                    <a:pt x="353" y="1"/>
                    <a:pt x="341" y="1"/>
                    <a:pt x="329" y="3"/>
                  </a:cubicBezTo>
                  <a:cubicBezTo>
                    <a:pt x="177" y="26"/>
                    <a:pt x="48" y="139"/>
                    <a:pt x="25" y="295"/>
                  </a:cubicBezTo>
                  <a:cubicBezTo>
                    <a:pt x="0" y="466"/>
                    <a:pt x="19" y="635"/>
                    <a:pt x="69" y="800"/>
                  </a:cubicBezTo>
                  <a:cubicBezTo>
                    <a:pt x="86" y="851"/>
                    <a:pt x="116" y="899"/>
                    <a:pt x="143" y="945"/>
                  </a:cubicBezTo>
                  <a:cubicBezTo>
                    <a:pt x="157" y="970"/>
                    <a:pt x="173" y="993"/>
                    <a:pt x="190" y="1016"/>
                  </a:cubicBezTo>
                  <a:cubicBezTo>
                    <a:pt x="208" y="1041"/>
                    <a:pt x="227" y="1064"/>
                    <a:pt x="248" y="1087"/>
                  </a:cubicBezTo>
                  <a:cubicBezTo>
                    <a:pt x="268" y="1108"/>
                    <a:pt x="289" y="1136"/>
                    <a:pt x="312" y="1154"/>
                  </a:cubicBezTo>
                  <a:cubicBezTo>
                    <a:pt x="353" y="1186"/>
                    <a:pt x="406" y="1210"/>
                    <a:pt x="458" y="1218"/>
                  </a:cubicBezTo>
                  <a:cubicBezTo>
                    <a:pt x="461" y="1218"/>
                    <a:pt x="465" y="1218"/>
                    <a:pt x="469" y="1218"/>
                  </a:cubicBezTo>
                  <a:cubicBezTo>
                    <a:pt x="471" y="1218"/>
                    <a:pt x="473" y="1218"/>
                    <a:pt x="474" y="1218"/>
                  </a:cubicBezTo>
                  <a:cubicBezTo>
                    <a:pt x="479" y="1220"/>
                    <a:pt x="482" y="1224"/>
                    <a:pt x="486" y="1226"/>
                  </a:cubicBezTo>
                  <a:cubicBezTo>
                    <a:pt x="523" y="1253"/>
                    <a:pt x="565" y="1269"/>
                    <a:pt x="612" y="1274"/>
                  </a:cubicBezTo>
                  <a:cubicBezTo>
                    <a:pt x="627" y="1276"/>
                    <a:pt x="643" y="1277"/>
                    <a:pt x="659" y="1277"/>
                  </a:cubicBezTo>
                  <a:cubicBezTo>
                    <a:pt x="731" y="1277"/>
                    <a:pt x="811" y="1255"/>
                    <a:pt x="865" y="1212"/>
                  </a:cubicBezTo>
                  <a:cubicBezTo>
                    <a:pt x="936" y="1155"/>
                    <a:pt x="995" y="1076"/>
                    <a:pt x="1005" y="983"/>
                  </a:cubicBezTo>
                  <a:cubicBezTo>
                    <a:pt x="1013" y="909"/>
                    <a:pt x="998" y="839"/>
                    <a:pt x="965" y="775"/>
                  </a:cubicBezTo>
                  <a:lnTo>
                    <a:pt x="965" y="775"/>
                  </a:lnTo>
                  <a:cubicBezTo>
                    <a:pt x="967" y="777"/>
                    <a:pt x="968" y="780"/>
                    <a:pt x="969" y="782"/>
                  </a:cubicBezTo>
                  <a:cubicBezTo>
                    <a:pt x="946" y="738"/>
                    <a:pt x="928" y="692"/>
                    <a:pt x="905" y="647"/>
                  </a:cubicBezTo>
                  <a:lnTo>
                    <a:pt x="833" y="508"/>
                  </a:lnTo>
                  <a:cubicBezTo>
                    <a:pt x="785" y="412"/>
                    <a:pt x="736" y="318"/>
                    <a:pt x="688" y="223"/>
                  </a:cubicBezTo>
                  <a:lnTo>
                    <a:pt x="645" y="144"/>
                  </a:lnTo>
                  <a:cubicBezTo>
                    <a:pt x="619" y="105"/>
                    <a:pt x="584" y="74"/>
                    <a:pt x="542" y="53"/>
                  </a:cubicBezTo>
                  <a:cubicBezTo>
                    <a:pt x="490" y="22"/>
                    <a:pt x="428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7">
              <a:extLst>
                <a:ext uri="{FF2B5EF4-FFF2-40B4-BE49-F238E27FC236}">
                  <a16:creationId xmlns:a16="http://schemas.microsoft.com/office/drawing/2014/main" id="{D8AC920E-6642-E363-6071-1AD66FC8FEBA}"/>
                </a:ext>
              </a:extLst>
            </p:cNvPr>
            <p:cNvSpPr/>
            <p:nvPr/>
          </p:nvSpPr>
          <p:spPr>
            <a:xfrm>
              <a:off x="5946948" y="-935079"/>
              <a:ext cx="29339" cy="27077"/>
            </a:xfrm>
            <a:custGeom>
              <a:avLst/>
              <a:gdLst/>
              <a:ahLst/>
              <a:cxnLst/>
              <a:rect l="l" t="t" r="r" b="b"/>
              <a:pathLst>
                <a:path w="441" h="407" extrusionOk="0">
                  <a:moveTo>
                    <a:pt x="200" y="1"/>
                  </a:moveTo>
                  <a:cubicBezTo>
                    <a:pt x="184" y="1"/>
                    <a:pt x="169" y="3"/>
                    <a:pt x="153" y="8"/>
                  </a:cubicBezTo>
                  <a:cubicBezTo>
                    <a:pt x="128" y="12"/>
                    <a:pt x="104" y="22"/>
                    <a:pt x="83" y="39"/>
                  </a:cubicBezTo>
                  <a:cubicBezTo>
                    <a:pt x="59" y="55"/>
                    <a:pt x="42" y="75"/>
                    <a:pt x="30" y="99"/>
                  </a:cubicBezTo>
                  <a:cubicBezTo>
                    <a:pt x="14" y="121"/>
                    <a:pt x="5" y="145"/>
                    <a:pt x="1" y="172"/>
                  </a:cubicBezTo>
                  <a:cubicBezTo>
                    <a:pt x="1" y="189"/>
                    <a:pt x="1" y="206"/>
                    <a:pt x="0" y="223"/>
                  </a:cubicBezTo>
                  <a:cubicBezTo>
                    <a:pt x="5" y="259"/>
                    <a:pt x="17" y="290"/>
                    <a:pt x="37" y="318"/>
                  </a:cubicBezTo>
                  <a:cubicBezTo>
                    <a:pt x="50" y="332"/>
                    <a:pt x="62" y="345"/>
                    <a:pt x="75" y="358"/>
                  </a:cubicBezTo>
                  <a:cubicBezTo>
                    <a:pt x="103" y="380"/>
                    <a:pt x="134" y="395"/>
                    <a:pt x="171" y="400"/>
                  </a:cubicBezTo>
                  <a:cubicBezTo>
                    <a:pt x="177" y="401"/>
                    <a:pt x="185" y="402"/>
                    <a:pt x="191" y="403"/>
                  </a:cubicBezTo>
                  <a:cubicBezTo>
                    <a:pt x="195" y="403"/>
                    <a:pt x="198" y="404"/>
                    <a:pt x="201" y="404"/>
                  </a:cubicBezTo>
                  <a:cubicBezTo>
                    <a:pt x="212" y="406"/>
                    <a:pt x="222" y="406"/>
                    <a:pt x="232" y="406"/>
                  </a:cubicBezTo>
                  <a:cubicBezTo>
                    <a:pt x="275" y="406"/>
                    <a:pt x="315" y="394"/>
                    <a:pt x="351" y="369"/>
                  </a:cubicBezTo>
                  <a:cubicBezTo>
                    <a:pt x="393" y="339"/>
                    <a:pt x="426" y="288"/>
                    <a:pt x="434" y="236"/>
                  </a:cubicBezTo>
                  <a:cubicBezTo>
                    <a:pt x="441" y="186"/>
                    <a:pt x="425" y="129"/>
                    <a:pt x="397" y="89"/>
                  </a:cubicBezTo>
                  <a:cubicBezTo>
                    <a:pt x="364" y="44"/>
                    <a:pt x="315" y="16"/>
                    <a:pt x="261" y="8"/>
                  </a:cubicBezTo>
                  <a:cubicBezTo>
                    <a:pt x="258" y="7"/>
                    <a:pt x="254" y="7"/>
                    <a:pt x="250" y="6"/>
                  </a:cubicBezTo>
                  <a:cubicBezTo>
                    <a:pt x="243" y="4"/>
                    <a:pt x="237" y="4"/>
                    <a:pt x="230" y="3"/>
                  </a:cubicBezTo>
                  <a:cubicBezTo>
                    <a:pt x="220" y="1"/>
                    <a:pt x="210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>
              <a:extLst>
                <a:ext uri="{FF2B5EF4-FFF2-40B4-BE49-F238E27FC236}">
                  <a16:creationId xmlns:a16="http://schemas.microsoft.com/office/drawing/2014/main" id="{E4DAE80D-DFCA-A2CC-AFDE-99F71BBE80BF}"/>
                </a:ext>
              </a:extLst>
            </p:cNvPr>
            <p:cNvSpPr/>
            <p:nvPr/>
          </p:nvSpPr>
          <p:spPr>
            <a:xfrm>
              <a:off x="6007820" y="-1406294"/>
              <a:ext cx="57945" cy="63933"/>
            </a:xfrm>
            <a:custGeom>
              <a:avLst/>
              <a:gdLst/>
              <a:ahLst/>
              <a:cxnLst/>
              <a:rect l="l" t="t" r="r" b="b"/>
              <a:pathLst>
                <a:path w="871" h="961" extrusionOk="0">
                  <a:moveTo>
                    <a:pt x="483" y="1"/>
                  </a:moveTo>
                  <a:cubicBezTo>
                    <a:pt x="438" y="1"/>
                    <a:pt x="394" y="9"/>
                    <a:pt x="351" y="26"/>
                  </a:cubicBezTo>
                  <a:cubicBezTo>
                    <a:pt x="317" y="39"/>
                    <a:pt x="285" y="57"/>
                    <a:pt x="255" y="78"/>
                  </a:cubicBezTo>
                  <a:cubicBezTo>
                    <a:pt x="245" y="87"/>
                    <a:pt x="235" y="96"/>
                    <a:pt x="224" y="106"/>
                  </a:cubicBezTo>
                  <a:cubicBezTo>
                    <a:pt x="151" y="173"/>
                    <a:pt x="83" y="233"/>
                    <a:pt x="42" y="326"/>
                  </a:cubicBezTo>
                  <a:cubicBezTo>
                    <a:pt x="3" y="414"/>
                    <a:pt x="0" y="511"/>
                    <a:pt x="5" y="605"/>
                  </a:cubicBezTo>
                  <a:cubicBezTo>
                    <a:pt x="8" y="667"/>
                    <a:pt x="43" y="747"/>
                    <a:pt x="80" y="796"/>
                  </a:cubicBezTo>
                  <a:cubicBezTo>
                    <a:pt x="120" y="854"/>
                    <a:pt x="179" y="900"/>
                    <a:pt x="244" y="928"/>
                  </a:cubicBezTo>
                  <a:cubicBezTo>
                    <a:pt x="245" y="929"/>
                    <a:pt x="247" y="930"/>
                    <a:pt x="248" y="931"/>
                  </a:cubicBezTo>
                  <a:cubicBezTo>
                    <a:pt x="295" y="951"/>
                    <a:pt x="343" y="960"/>
                    <a:pt x="393" y="960"/>
                  </a:cubicBezTo>
                  <a:cubicBezTo>
                    <a:pt x="406" y="960"/>
                    <a:pt x="418" y="960"/>
                    <a:pt x="431" y="959"/>
                  </a:cubicBezTo>
                  <a:cubicBezTo>
                    <a:pt x="431" y="959"/>
                    <a:pt x="432" y="959"/>
                    <a:pt x="432" y="957"/>
                  </a:cubicBezTo>
                  <a:cubicBezTo>
                    <a:pt x="434" y="957"/>
                    <a:pt x="437" y="957"/>
                    <a:pt x="439" y="956"/>
                  </a:cubicBezTo>
                  <a:cubicBezTo>
                    <a:pt x="507" y="949"/>
                    <a:pt x="569" y="925"/>
                    <a:pt x="625" y="885"/>
                  </a:cubicBezTo>
                  <a:cubicBezTo>
                    <a:pt x="640" y="873"/>
                    <a:pt x="653" y="859"/>
                    <a:pt x="667" y="846"/>
                  </a:cubicBezTo>
                  <a:cubicBezTo>
                    <a:pt x="709" y="812"/>
                    <a:pt x="740" y="770"/>
                    <a:pt x="760" y="719"/>
                  </a:cubicBezTo>
                  <a:cubicBezTo>
                    <a:pt x="761" y="716"/>
                    <a:pt x="762" y="714"/>
                    <a:pt x="763" y="712"/>
                  </a:cubicBezTo>
                  <a:cubicBezTo>
                    <a:pt x="774" y="694"/>
                    <a:pt x="785" y="677"/>
                    <a:pt x="795" y="659"/>
                  </a:cubicBezTo>
                  <a:cubicBezTo>
                    <a:pt x="801" y="640"/>
                    <a:pt x="807" y="622"/>
                    <a:pt x="811" y="602"/>
                  </a:cubicBezTo>
                  <a:cubicBezTo>
                    <a:pt x="821" y="569"/>
                    <a:pt x="825" y="563"/>
                    <a:pt x="828" y="539"/>
                  </a:cubicBezTo>
                  <a:cubicBezTo>
                    <a:pt x="829" y="530"/>
                    <a:pt x="831" y="523"/>
                    <a:pt x="832" y="516"/>
                  </a:cubicBezTo>
                  <a:cubicBezTo>
                    <a:pt x="865" y="426"/>
                    <a:pt x="871" y="335"/>
                    <a:pt x="836" y="243"/>
                  </a:cubicBezTo>
                  <a:cubicBezTo>
                    <a:pt x="802" y="153"/>
                    <a:pt x="727" y="66"/>
                    <a:pt x="635" y="32"/>
                  </a:cubicBezTo>
                  <a:cubicBezTo>
                    <a:pt x="605" y="21"/>
                    <a:pt x="573" y="11"/>
                    <a:pt x="540" y="5"/>
                  </a:cubicBezTo>
                  <a:cubicBezTo>
                    <a:pt x="521" y="2"/>
                    <a:pt x="502" y="1"/>
                    <a:pt x="4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7">
              <a:extLst>
                <a:ext uri="{FF2B5EF4-FFF2-40B4-BE49-F238E27FC236}">
                  <a16:creationId xmlns:a16="http://schemas.microsoft.com/office/drawing/2014/main" id="{F189C646-4C2F-67E4-02ED-FF88363667A5}"/>
                </a:ext>
              </a:extLst>
            </p:cNvPr>
            <p:cNvSpPr/>
            <p:nvPr/>
          </p:nvSpPr>
          <p:spPr>
            <a:xfrm>
              <a:off x="6000170" y="-1280690"/>
              <a:ext cx="29339" cy="33796"/>
            </a:xfrm>
            <a:custGeom>
              <a:avLst/>
              <a:gdLst/>
              <a:ahLst/>
              <a:cxnLst/>
              <a:rect l="l" t="t" r="r" b="b"/>
              <a:pathLst>
                <a:path w="441" h="508" extrusionOk="0">
                  <a:moveTo>
                    <a:pt x="227" y="0"/>
                  </a:moveTo>
                  <a:cubicBezTo>
                    <a:pt x="211" y="0"/>
                    <a:pt x="195" y="4"/>
                    <a:pt x="181" y="16"/>
                  </a:cubicBezTo>
                  <a:cubicBezTo>
                    <a:pt x="178" y="18"/>
                    <a:pt x="175" y="20"/>
                    <a:pt x="172" y="22"/>
                  </a:cubicBezTo>
                  <a:cubicBezTo>
                    <a:pt x="137" y="34"/>
                    <a:pt x="104" y="56"/>
                    <a:pt x="82" y="86"/>
                  </a:cubicBezTo>
                  <a:cubicBezTo>
                    <a:pt x="76" y="93"/>
                    <a:pt x="72" y="103"/>
                    <a:pt x="67" y="111"/>
                  </a:cubicBezTo>
                  <a:cubicBezTo>
                    <a:pt x="66" y="113"/>
                    <a:pt x="65" y="115"/>
                    <a:pt x="63" y="117"/>
                  </a:cubicBezTo>
                  <a:cubicBezTo>
                    <a:pt x="38" y="154"/>
                    <a:pt x="18" y="187"/>
                    <a:pt x="10" y="232"/>
                  </a:cubicBezTo>
                  <a:cubicBezTo>
                    <a:pt x="9" y="239"/>
                    <a:pt x="8" y="245"/>
                    <a:pt x="7" y="251"/>
                  </a:cubicBezTo>
                  <a:cubicBezTo>
                    <a:pt x="3" y="275"/>
                    <a:pt x="1" y="296"/>
                    <a:pt x="3" y="323"/>
                  </a:cubicBezTo>
                  <a:cubicBezTo>
                    <a:pt x="9" y="397"/>
                    <a:pt x="61" y="463"/>
                    <a:pt x="127" y="491"/>
                  </a:cubicBezTo>
                  <a:cubicBezTo>
                    <a:pt x="152" y="502"/>
                    <a:pt x="180" y="507"/>
                    <a:pt x="208" y="507"/>
                  </a:cubicBezTo>
                  <a:cubicBezTo>
                    <a:pt x="251" y="507"/>
                    <a:pt x="294" y="494"/>
                    <a:pt x="330" y="469"/>
                  </a:cubicBezTo>
                  <a:cubicBezTo>
                    <a:pt x="338" y="463"/>
                    <a:pt x="346" y="456"/>
                    <a:pt x="353" y="448"/>
                  </a:cubicBezTo>
                  <a:cubicBezTo>
                    <a:pt x="361" y="443"/>
                    <a:pt x="368" y="435"/>
                    <a:pt x="374" y="427"/>
                  </a:cubicBezTo>
                  <a:cubicBezTo>
                    <a:pt x="375" y="425"/>
                    <a:pt x="377" y="423"/>
                    <a:pt x="378" y="421"/>
                  </a:cubicBezTo>
                  <a:cubicBezTo>
                    <a:pt x="390" y="401"/>
                    <a:pt x="403" y="381"/>
                    <a:pt x="414" y="361"/>
                  </a:cubicBezTo>
                  <a:cubicBezTo>
                    <a:pt x="415" y="359"/>
                    <a:pt x="416" y="356"/>
                    <a:pt x="419" y="354"/>
                  </a:cubicBezTo>
                  <a:lnTo>
                    <a:pt x="421" y="350"/>
                  </a:lnTo>
                  <a:cubicBezTo>
                    <a:pt x="426" y="332"/>
                    <a:pt x="431" y="314"/>
                    <a:pt x="436" y="296"/>
                  </a:cubicBezTo>
                  <a:cubicBezTo>
                    <a:pt x="441" y="274"/>
                    <a:pt x="438" y="251"/>
                    <a:pt x="437" y="228"/>
                  </a:cubicBezTo>
                  <a:cubicBezTo>
                    <a:pt x="436" y="218"/>
                    <a:pt x="435" y="208"/>
                    <a:pt x="434" y="198"/>
                  </a:cubicBezTo>
                  <a:cubicBezTo>
                    <a:pt x="428" y="160"/>
                    <a:pt x="419" y="126"/>
                    <a:pt x="397" y="94"/>
                  </a:cubicBezTo>
                  <a:cubicBezTo>
                    <a:pt x="384" y="77"/>
                    <a:pt x="371" y="62"/>
                    <a:pt x="355" y="51"/>
                  </a:cubicBezTo>
                  <a:cubicBezTo>
                    <a:pt x="334" y="38"/>
                    <a:pt x="313" y="24"/>
                    <a:pt x="290" y="15"/>
                  </a:cubicBezTo>
                  <a:cubicBezTo>
                    <a:pt x="271" y="7"/>
                    <a:pt x="249" y="0"/>
                    <a:pt x="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7">
              <a:extLst>
                <a:ext uri="{FF2B5EF4-FFF2-40B4-BE49-F238E27FC236}">
                  <a16:creationId xmlns:a16="http://schemas.microsoft.com/office/drawing/2014/main" id="{0012743C-A97D-B745-1BFA-CD2CC60C2F1D}"/>
                </a:ext>
              </a:extLst>
            </p:cNvPr>
            <p:cNvSpPr/>
            <p:nvPr/>
          </p:nvSpPr>
          <p:spPr>
            <a:xfrm>
              <a:off x="6085458" y="-1237514"/>
              <a:ext cx="25014" cy="25480"/>
            </a:xfrm>
            <a:custGeom>
              <a:avLst/>
              <a:gdLst/>
              <a:ahLst/>
              <a:cxnLst/>
              <a:rect l="l" t="t" r="r" b="b"/>
              <a:pathLst>
                <a:path w="376" h="383" extrusionOk="0">
                  <a:moveTo>
                    <a:pt x="157" y="1"/>
                  </a:moveTo>
                  <a:cubicBezTo>
                    <a:pt x="134" y="2"/>
                    <a:pt x="112" y="9"/>
                    <a:pt x="93" y="22"/>
                  </a:cubicBezTo>
                  <a:cubicBezTo>
                    <a:pt x="79" y="28"/>
                    <a:pt x="66" y="36"/>
                    <a:pt x="56" y="49"/>
                  </a:cubicBezTo>
                  <a:cubicBezTo>
                    <a:pt x="37" y="64"/>
                    <a:pt x="23" y="84"/>
                    <a:pt x="15" y="106"/>
                  </a:cubicBezTo>
                  <a:cubicBezTo>
                    <a:pt x="12" y="111"/>
                    <a:pt x="2" y="146"/>
                    <a:pt x="1" y="152"/>
                  </a:cubicBezTo>
                  <a:cubicBezTo>
                    <a:pt x="1" y="167"/>
                    <a:pt x="0" y="182"/>
                    <a:pt x="0" y="198"/>
                  </a:cubicBezTo>
                  <a:lnTo>
                    <a:pt x="0" y="200"/>
                  </a:lnTo>
                  <a:cubicBezTo>
                    <a:pt x="3" y="216"/>
                    <a:pt x="8" y="233"/>
                    <a:pt x="13" y="250"/>
                  </a:cubicBezTo>
                  <a:cubicBezTo>
                    <a:pt x="13" y="253"/>
                    <a:pt x="14" y="255"/>
                    <a:pt x="15" y="258"/>
                  </a:cubicBezTo>
                  <a:cubicBezTo>
                    <a:pt x="15" y="259"/>
                    <a:pt x="16" y="260"/>
                    <a:pt x="16" y="263"/>
                  </a:cubicBezTo>
                  <a:lnTo>
                    <a:pt x="39" y="304"/>
                  </a:lnTo>
                  <a:cubicBezTo>
                    <a:pt x="53" y="326"/>
                    <a:pt x="72" y="342"/>
                    <a:pt x="94" y="354"/>
                  </a:cubicBezTo>
                  <a:cubicBezTo>
                    <a:pt x="121" y="370"/>
                    <a:pt x="110" y="365"/>
                    <a:pt x="140" y="373"/>
                  </a:cubicBezTo>
                  <a:cubicBezTo>
                    <a:pt x="153" y="378"/>
                    <a:pt x="157" y="380"/>
                    <a:pt x="165" y="381"/>
                  </a:cubicBezTo>
                  <a:lnTo>
                    <a:pt x="173" y="381"/>
                  </a:lnTo>
                  <a:cubicBezTo>
                    <a:pt x="185" y="382"/>
                    <a:pt x="198" y="382"/>
                    <a:pt x="212" y="382"/>
                  </a:cubicBezTo>
                  <a:cubicBezTo>
                    <a:pt x="217" y="382"/>
                    <a:pt x="223" y="382"/>
                    <a:pt x="228" y="382"/>
                  </a:cubicBezTo>
                  <a:cubicBezTo>
                    <a:pt x="250" y="380"/>
                    <a:pt x="270" y="373"/>
                    <a:pt x="288" y="362"/>
                  </a:cubicBezTo>
                  <a:cubicBezTo>
                    <a:pt x="308" y="353"/>
                    <a:pt x="324" y="339"/>
                    <a:pt x="338" y="321"/>
                  </a:cubicBezTo>
                  <a:cubicBezTo>
                    <a:pt x="346" y="309"/>
                    <a:pt x="354" y="296"/>
                    <a:pt x="361" y="283"/>
                  </a:cubicBezTo>
                  <a:cubicBezTo>
                    <a:pt x="372" y="257"/>
                    <a:pt x="376" y="231"/>
                    <a:pt x="374" y="204"/>
                  </a:cubicBezTo>
                  <a:lnTo>
                    <a:pt x="374" y="204"/>
                  </a:lnTo>
                  <a:cubicBezTo>
                    <a:pt x="374" y="203"/>
                    <a:pt x="374" y="202"/>
                    <a:pt x="374" y="201"/>
                  </a:cubicBezTo>
                  <a:cubicBezTo>
                    <a:pt x="374" y="201"/>
                    <a:pt x="374" y="201"/>
                    <a:pt x="374" y="200"/>
                  </a:cubicBezTo>
                  <a:cubicBezTo>
                    <a:pt x="374" y="199"/>
                    <a:pt x="374" y="198"/>
                    <a:pt x="374" y="197"/>
                  </a:cubicBezTo>
                  <a:cubicBezTo>
                    <a:pt x="374" y="175"/>
                    <a:pt x="372" y="154"/>
                    <a:pt x="363" y="130"/>
                  </a:cubicBezTo>
                  <a:cubicBezTo>
                    <a:pt x="355" y="106"/>
                    <a:pt x="341" y="86"/>
                    <a:pt x="322" y="69"/>
                  </a:cubicBezTo>
                  <a:cubicBezTo>
                    <a:pt x="318" y="62"/>
                    <a:pt x="311" y="55"/>
                    <a:pt x="304" y="50"/>
                  </a:cubicBezTo>
                  <a:cubicBezTo>
                    <a:pt x="273" y="28"/>
                    <a:pt x="242" y="2"/>
                    <a:pt x="202" y="2"/>
                  </a:cubicBezTo>
                  <a:cubicBezTo>
                    <a:pt x="187" y="1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7">
              <a:extLst>
                <a:ext uri="{FF2B5EF4-FFF2-40B4-BE49-F238E27FC236}">
                  <a16:creationId xmlns:a16="http://schemas.microsoft.com/office/drawing/2014/main" id="{B4F98E9D-98E5-6913-2831-0F8825498462}"/>
                </a:ext>
              </a:extLst>
            </p:cNvPr>
            <p:cNvSpPr/>
            <p:nvPr/>
          </p:nvSpPr>
          <p:spPr>
            <a:xfrm>
              <a:off x="6067229" y="-1081640"/>
              <a:ext cx="57280" cy="58544"/>
            </a:xfrm>
            <a:custGeom>
              <a:avLst/>
              <a:gdLst/>
              <a:ahLst/>
              <a:cxnLst/>
              <a:rect l="l" t="t" r="r" b="b"/>
              <a:pathLst>
                <a:path w="861" h="880" extrusionOk="0">
                  <a:moveTo>
                    <a:pt x="269" y="0"/>
                  </a:moveTo>
                  <a:cubicBezTo>
                    <a:pt x="238" y="0"/>
                    <a:pt x="202" y="8"/>
                    <a:pt x="179" y="28"/>
                  </a:cubicBezTo>
                  <a:cubicBezTo>
                    <a:pt x="109" y="89"/>
                    <a:pt x="51" y="160"/>
                    <a:pt x="24" y="252"/>
                  </a:cubicBezTo>
                  <a:cubicBezTo>
                    <a:pt x="1" y="336"/>
                    <a:pt x="2" y="427"/>
                    <a:pt x="22" y="512"/>
                  </a:cubicBezTo>
                  <a:cubicBezTo>
                    <a:pt x="45" y="607"/>
                    <a:pt x="90" y="697"/>
                    <a:pt x="170" y="759"/>
                  </a:cubicBezTo>
                  <a:cubicBezTo>
                    <a:pt x="186" y="772"/>
                    <a:pt x="203" y="782"/>
                    <a:pt x="220" y="792"/>
                  </a:cubicBezTo>
                  <a:cubicBezTo>
                    <a:pt x="259" y="828"/>
                    <a:pt x="305" y="850"/>
                    <a:pt x="358" y="861"/>
                  </a:cubicBezTo>
                  <a:cubicBezTo>
                    <a:pt x="391" y="873"/>
                    <a:pt x="426" y="879"/>
                    <a:pt x="462" y="879"/>
                  </a:cubicBezTo>
                  <a:cubicBezTo>
                    <a:pt x="477" y="879"/>
                    <a:pt x="491" y="878"/>
                    <a:pt x="506" y="876"/>
                  </a:cubicBezTo>
                  <a:cubicBezTo>
                    <a:pt x="538" y="869"/>
                    <a:pt x="571" y="861"/>
                    <a:pt x="603" y="853"/>
                  </a:cubicBezTo>
                  <a:cubicBezTo>
                    <a:pt x="653" y="835"/>
                    <a:pt x="696" y="807"/>
                    <a:pt x="730" y="768"/>
                  </a:cubicBezTo>
                  <a:cubicBezTo>
                    <a:pt x="759" y="747"/>
                    <a:pt x="781" y="720"/>
                    <a:pt x="795" y="688"/>
                  </a:cubicBezTo>
                  <a:cubicBezTo>
                    <a:pt x="826" y="646"/>
                    <a:pt x="844" y="598"/>
                    <a:pt x="850" y="545"/>
                  </a:cubicBezTo>
                  <a:cubicBezTo>
                    <a:pt x="860" y="445"/>
                    <a:pt x="842" y="342"/>
                    <a:pt x="781" y="260"/>
                  </a:cubicBezTo>
                  <a:cubicBezTo>
                    <a:pt x="746" y="214"/>
                    <a:pt x="724" y="170"/>
                    <a:pt x="673" y="133"/>
                  </a:cubicBezTo>
                  <a:cubicBezTo>
                    <a:pt x="632" y="104"/>
                    <a:pt x="590" y="71"/>
                    <a:pt x="541" y="57"/>
                  </a:cubicBezTo>
                  <a:cubicBezTo>
                    <a:pt x="524" y="51"/>
                    <a:pt x="508" y="46"/>
                    <a:pt x="493" y="40"/>
                  </a:cubicBezTo>
                  <a:cubicBezTo>
                    <a:pt x="489" y="38"/>
                    <a:pt x="484" y="36"/>
                    <a:pt x="480" y="35"/>
                  </a:cubicBezTo>
                  <a:cubicBezTo>
                    <a:pt x="445" y="19"/>
                    <a:pt x="408" y="13"/>
                    <a:pt x="370" y="10"/>
                  </a:cubicBezTo>
                  <a:cubicBezTo>
                    <a:pt x="346" y="10"/>
                    <a:pt x="322" y="8"/>
                    <a:pt x="298" y="1"/>
                  </a:cubicBezTo>
                  <a:lnTo>
                    <a:pt x="298" y="1"/>
                  </a:lnTo>
                  <a:lnTo>
                    <a:pt x="327" y="10"/>
                  </a:lnTo>
                  <a:lnTo>
                    <a:pt x="326" y="10"/>
                  </a:lnTo>
                  <a:cubicBezTo>
                    <a:pt x="310" y="4"/>
                    <a:pt x="293" y="0"/>
                    <a:pt x="275" y="0"/>
                  </a:cubicBezTo>
                  <a:cubicBezTo>
                    <a:pt x="273" y="0"/>
                    <a:pt x="271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7">
              <a:extLst>
                <a:ext uri="{FF2B5EF4-FFF2-40B4-BE49-F238E27FC236}">
                  <a16:creationId xmlns:a16="http://schemas.microsoft.com/office/drawing/2014/main" id="{0998BE0C-2D36-AD13-2812-A1A8C428A88F}"/>
                </a:ext>
              </a:extLst>
            </p:cNvPr>
            <p:cNvSpPr/>
            <p:nvPr/>
          </p:nvSpPr>
          <p:spPr>
            <a:xfrm>
              <a:off x="6173141" y="-1068800"/>
              <a:ext cx="27942" cy="30004"/>
            </a:xfrm>
            <a:custGeom>
              <a:avLst/>
              <a:gdLst/>
              <a:ahLst/>
              <a:cxnLst/>
              <a:rect l="l" t="t" r="r" b="b"/>
              <a:pathLst>
                <a:path w="420" h="451" extrusionOk="0">
                  <a:moveTo>
                    <a:pt x="205" y="0"/>
                  </a:moveTo>
                  <a:cubicBezTo>
                    <a:pt x="189" y="0"/>
                    <a:pt x="173" y="3"/>
                    <a:pt x="157" y="8"/>
                  </a:cubicBezTo>
                  <a:cubicBezTo>
                    <a:pt x="140" y="10"/>
                    <a:pt x="123" y="15"/>
                    <a:pt x="110" y="26"/>
                  </a:cubicBezTo>
                  <a:cubicBezTo>
                    <a:pt x="84" y="36"/>
                    <a:pt x="64" y="53"/>
                    <a:pt x="47" y="75"/>
                  </a:cubicBezTo>
                  <a:cubicBezTo>
                    <a:pt x="38" y="91"/>
                    <a:pt x="29" y="107"/>
                    <a:pt x="20" y="121"/>
                  </a:cubicBezTo>
                  <a:cubicBezTo>
                    <a:pt x="6" y="154"/>
                    <a:pt x="1" y="188"/>
                    <a:pt x="4" y="223"/>
                  </a:cubicBezTo>
                  <a:cubicBezTo>
                    <a:pt x="5" y="229"/>
                    <a:pt x="6" y="235"/>
                    <a:pt x="7" y="243"/>
                  </a:cubicBezTo>
                  <a:cubicBezTo>
                    <a:pt x="9" y="256"/>
                    <a:pt x="12" y="270"/>
                    <a:pt x="15" y="284"/>
                  </a:cubicBezTo>
                  <a:cubicBezTo>
                    <a:pt x="16" y="294"/>
                    <a:pt x="19" y="303"/>
                    <a:pt x="23" y="312"/>
                  </a:cubicBezTo>
                  <a:cubicBezTo>
                    <a:pt x="36" y="346"/>
                    <a:pt x="57" y="374"/>
                    <a:pt x="86" y="397"/>
                  </a:cubicBezTo>
                  <a:cubicBezTo>
                    <a:pt x="88" y="400"/>
                    <a:pt x="90" y="401"/>
                    <a:pt x="92" y="403"/>
                  </a:cubicBezTo>
                  <a:cubicBezTo>
                    <a:pt x="110" y="414"/>
                    <a:pt x="127" y="428"/>
                    <a:pt x="146" y="435"/>
                  </a:cubicBezTo>
                  <a:cubicBezTo>
                    <a:pt x="162" y="439"/>
                    <a:pt x="178" y="444"/>
                    <a:pt x="192" y="449"/>
                  </a:cubicBezTo>
                  <a:cubicBezTo>
                    <a:pt x="201" y="450"/>
                    <a:pt x="209" y="451"/>
                    <a:pt x="217" y="451"/>
                  </a:cubicBezTo>
                  <a:cubicBezTo>
                    <a:pt x="233" y="451"/>
                    <a:pt x="248" y="448"/>
                    <a:pt x="263" y="444"/>
                  </a:cubicBezTo>
                  <a:cubicBezTo>
                    <a:pt x="279" y="442"/>
                    <a:pt x="294" y="436"/>
                    <a:pt x="307" y="427"/>
                  </a:cubicBezTo>
                  <a:cubicBezTo>
                    <a:pt x="330" y="417"/>
                    <a:pt x="349" y="402"/>
                    <a:pt x="364" y="381"/>
                  </a:cubicBezTo>
                  <a:cubicBezTo>
                    <a:pt x="378" y="365"/>
                    <a:pt x="387" y="345"/>
                    <a:pt x="396" y="326"/>
                  </a:cubicBezTo>
                  <a:cubicBezTo>
                    <a:pt x="398" y="324"/>
                    <a:pt x="400" y="322"/>
                    <a:pt x="401" y="320"/>
                  </a:cubicBezTo>
                  <a:cubicBezTo>
                    <a:pt x="414" y="287"/>
                    <a:pt x="419" y="253"/>
                    <a:pt x="416" y="217"/>
                  </a:cubicBezTo>
                  <a:cubicBezTo>
                    <a:pt x="415" y="207"/>
                    <a:pt x="413" y="199"/>
                    <a:pt x="410" y="189"/>
                  </a:cubicBezTo>
                  <a:cubicBezTo>
                    <a:pt x="406" y="175"/>
                    <a:pt x="403" y="162"/>
                    <a:pt x="397" y="148"/>
                  </a:cubicBezTo>
                  <a:cubicBezTo>
                    <a:pt x="395" y="142"/>
                    <a:pt x="393" y="136"/>
                    <a:pt x="391" y="130"/>
                  </a:cubicBezTo>
                  <a:cubicBezTo>
                    <a:pt x="383" y="103"/>
                    <a:pt x="368" y="82"/>
                    <a:pt x="348" y="65"/>
                  </a:cubicBezTo>
                  <a:cubicBezTo>
                    <a:pt x="330" y="43"/>
                    <a:pt x="310" y="27"/>
                    <a:pt x="283" y="18"/>
                  </a:cubicBezTo>
                  <a:cubicBezTo>
                    <a:pt x="267" y="12"/>
                    <a:pt x="250" y="7"/>
                    <a:pt x="233" y="3"/>
                  </a:cubicBezTo>
                  <a:cubicBezTo>
                    <a:pt x="224" y="1"/>
                    <a:pt x="214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7">
              <a:extLst>
                <a:ext uri="{FF2B5EF4-FFF2-40B4-BE49-F238E27FC236}">
                  <a16:creationId xmlns:a16="http://schemas.microsoft.com/office/drawing/2014/main" id="{E3943FF7-51FE-2489-6345-5B23128FFF54}"/>
                </a:ext>
              </a:extLst>
            </p:cNvPr>
            <p:cNvSpPr/>
            <p:nvPr/>
          </p:nvSpPr>
          <p:spPr>
            <a:xfrm>
              <a:off x="6190638" y="-967545"/>
              <a:ext cx="43243" cy="42910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289" y="1"/>
                  </a:moveTo>
                  <a:lnTo>
                    <a:pt x="209" y="19"/>
                  </a:lnTo>
                  <a:cubicBezTo>
                    <a:pt x="168" y="34"/>
                    <a:pt x="132" y="57"/>
                    <a:pt x="104" y="88"/>
                  </a:cubicBezTo>
                  <a:cubicBezTo>
                    <a:pt x="80" y="106"/>
                    <a:pt x="62" y="128"/>
                    <a:pt x="51" y="155"/>
                  </a:cubicBezTo>
                  <a:cubicBezTo>
                    <a:pt x="33" y="179"/>
                    <a:pt x="21" y="204"/>
                    <a:pt x="17" y="233"/>
                  </a:cubicBezTo>
                  <a:cubicBezTo>
                    <a:pt x="6" y="259"/>
                    <a:pt x="2" y="286"/>
                    <a:pt x="5" y="315"/>
                  </a:cubicBezTo>
                  <a:cubicBezTo>
                    <a:pt x="0" y="356"/>
                    <a:pt x="7" y="396"/>
                    <a:pt x="23" y="436"/>
                  </a:cubicBezTo>
                  <a:cubicBezTo>
                    <a:pt x="23" y="436"/>
                    <a:pt x="23" y="436"/>
                    <a:pt x="23" y="437"/>
                  </a:cubicBezTo>
                  <a:cubicBezTo>
                    <a:pt x="38" y="479"/>
                    <a:pt x="61" y="513"/>
                    <a:pt x="93" y="542"/>
                  </a:cubicBezTo>
                  <a:cubicBezTo>
                    <a:pt x="121" y="576"/>
                    <a:pt x="155" y="601"/>
                    <a:pt x="197" y="618"/>
                  </a:cubicBezTo>
                  <a:cubicBezTo>
                    <a:pt x="223" y="625"/>
                    <a:pt x="251" y="633"/>
                    <a:pt x="278" y="641"/>
                  </a:cubicBezTo>
                  <a:cubicBezTo>
                    <a:pt x="294" y="643"/>
                    <a:pt x="309" y="644"/>
                    <a:pt x="325" y="644"/>
                  </a:cubicBezTo>
                  <a:cubicBezTo>
                    <a:pt x="364" y="644"/>
                    <a:pt x="403" y="638"/>
                    <a:pt x="440" y="623"/>
                  </a:cubicBezTo>
                  <a:cubicBezTo>
                    <a:pt x="508" y="593"/>
                    <a:pt x="503" y="594"/>
                    <a:pt x="546" y="553"/>
                  </a:cubicBezTo>
                  <a:cubicBezTo>
                    <a:pt x="579" y="527"/>
                    <a:pt x="604" y="492"/>
                    <a:pt x="620" y="451"/>
                  </a:cubicBezTo>
                  <a:cubicBezTo>
                    <a:pt x="621" y="451"/>
                    <a:pt x="621" y="450"/>
                    <a:pt x="621" y="450"/>
                  </a:cubicBezTo>
                  <a:cubicBezTo>
                    <a:pt x="640" y="411"/>
                    <a:pt x="647" y="370"/>
                    <a:pt x="645" y="328"/>
                  </a:cubicBezTo>
                  <a:cubicBezTo>
                    <a:pt x="649" y="286"/>
                    <a:pt x="643" y="245"/>
                    <a:pt x="626" y="207"/>
                  </a:cubicBezTo>
                  <a:cubicBezTo>
                    <a:pt x="613" y="182"/>
                    <a:pt x="600" y="158"/>
                    <a:pt x="587" y="132"/>
                  </a:cubicBezTo>
                  <a:cubicBezTo>
                    <a:pt x="552" y="85"/>
                    <a:pt x="507" y="49"/>
                    <a:pt x="453" y="26"/>
                  </a:cubicBezTo>
                  <a:cubicBezTo>
                    <a:pt x="453" y="25"/>
                    <a:pt x="453" y="25"/>
                    <a:pt x="452" y="25"/>
                  </a:cubicBezTo>
                  <a:cubicBezTo>
                    <a:pt x="425" y="17"/>
                    <a:pt x="398" y="9"/>
                    <a:pt x="372" y="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7">
              <a:extLst>
                <a:ext uri="{FF2B5EF4-FFF2-40B4-BE49-F238E27FC236}">
                  <a16:creationId xmlns:a16="http://schemas.microsoft.com/office/drawing/2014/main" id="{D8C8F83A-8519-FB7C-EAB9-8AD4E794A7F0}"/>
                </a:ext>
              </a:extLst>
            </p:cNvPr>
            <p:cNvSpPr/>
            <p:nvPr/>
          </p:nvSpPr>
          <p:spPr>
            <a:xfrm>
              <a:off x="6186912" y="-1208308"/>
              <a:ext cx="32865" cy="35792"/>
            </a:xfrm>
            <a:custGeom>
              <a:avLst/>
              <a:gdLst/>
              <a:ahLst/>
              <a:cxnLst/>
              <a:rect l="l" t="t" r="r" b="b"/>
              <a:pathLst>
                <a:path w="494" h="538" extrusionOk="0">
                  <a:moveTo>
                    <a:pt x="236" y="0"/>
                  </a:moveTo>
                  <a:cubicBezTo>
                    <a:pt x="218" y="0"/>
                    <a:pt x="200" y="5"/>
                    <a:pt x="182" y="12"/>
                  </a:cubicBezTo>
                  <a:lnTo>
                    <a:pt x="178" y="12"/>
                  </a:lnTo>
                  <a:cubicBezTo>
                    <a:pt x="175" y="13"/>
                    <a:pt x="172" y="14"/>
                    <a:pt x="168" y="15"/>
                  </a:cubicBezTo>
                  <a:cubicBezTo>
                    <a:pt x="148" y="22"/>
                    <a:pt x="128" y="33"/>
                    <a:pt x="108" y="45"/>
                  </a:cubicBezTo>
                  <a:cubicBezTo>
                    <a:pt x="91" y="61"/>
                    <a:pt x="75" y="77"/>
                    <a:pt x="60" y="93"/>
                  </a:cubicBezTo>
                  <a:cubicBezTo>
                    <a:pt x="31" y="127"/>
                    <a:pt x="15" y="166"/>
                    <a:pt x="7" y="210"/>
                  </a:cubicBezTo>
                  <a:cubicBezTo>
                    <a:pt x="7" y="217"/>
                    <a:pt x="7" y="225"/>
                    <a:pt x="7" y="233"/>
                  </a:cubicBezTo>
                  <a:cubicBezTo>
                    <a:pt x="6" y="261"/>
                    <a:pt x="1" y="289"/>
                    <a:pt x="4" y="319"/>
                  </a:cubicBezTo>
                  <a:cubicBezTo>
                    <a:pt x="8" y="358"/>
                    <a:pt x="18" y="377"/>
                    <a:pt x="34" y="409"/>
                  </a:cubicBezTo>
                  <a:cubicBezTo>
                    <a:pt x="54" y="446"/>
                    <a:pt x="55" y="447"/>
                    <a:pt x="94" y="484"/>
                  </a:cubicBezTo>
                  <a:cubicBezTo>
                    <a:pt x="95" y="485"/>
                    <a:pt x="96" y="485"/>
                    <a:pt x="97" y="486"/>
                  </a:cubicBezTo>
                  <a:cubicBezTo>
                    <a:pt x="99" y="488"/>
                    <a:pt x="103" y="492"/>
                    <a:pt x="105" y="493"/>
                  </a:cubicBezTo>
                  <a:cubicBezTo>
                    <a:pt x="120" y="503"/>
                    <a:pt x="136" y="512"/>
                    <a:pt x="152" y="522"/>
                  </a:cubicBezTo>
                  <a:lnTo>
                    <a:pt x="204" y="536"/>
                  </a:lnTo>
                  <a:cubicBezTo>
                    <a:pt x="208" y="537"/>
                    <a:pt x="230" y="538"/>
                    <a:pt x="245" y="538"/>
                  </a:cubicBezTo>
                  <a:cubicBezTo>
                    <a:pt x="252" y="538"/>
                    <a:pt x="257" y="538"/>
                    <a:pt x="258" y="537"/>
                  </a:cubicBezTo>
                  <a:lnTo>
                    <a:pt x="262" y="537"/>
                  </a:lnTo>
                  <a:cubicBezTo>
                    <a:pt x="280" y="534"/>
                    <a:pt x="301" y="528"/>
                    <a:pt x="321" y="523"/>
                  </a:cubicBezTo>
                  <a:cubicBezTo>
                    <a:pt x="323" y="522"/>
                    <a:pt x="325" y="522"/>
                    <a:pt x="328" y="521"/>
                  </a:cubicBezTo>
                  <a:cubicBezTo>
                    <a:pt x="339" y="517"/>
                    <a:pt x="340" y="515"/>
                    <a:pt x="358" y="505"/>
                  </a:cubicBezTo>
                  <a:cubicBezTo>
                    <a:pt x="378" y="498"/>
                    <a:pt x="395" y="485"/>
                    <a:pt x="408" y="468"/>
                  </a:cubicBezTo>
                  <a:cubicBezTo>
                    <a:pt x="419" y="462"/>
                    <a:pt x="426" y="455"/>
                    <a:pt x="433" y="445"/>
                  </a:cubicBezTo>
                  <a:cubicBezTo>
                    <a:pt x="438" y="436"/>
                    <a:pt x="445" y="426"/>
                    <a:pt x="450" y="416"/>
                  </a:cubicBezTo>
                  <a:cubicBezTo>
                    <a:pt x="464" y="399"/>
                    <a:pt x="472" y="379"/>
                    <a:pt x="475" y="358"/>
                  </a:cubicBezTo>
                  <a:cubicBezTo>
                    <a:pt x="478" y="347"/>
                    <a:pt x="481" y="335"/>
                    <a:pt x="485" y="324"/>
                  </a:cubicBezTo>
                  <a:cubicBezTo>
                    <a:pt x="487" y="319"/>
                    <a:pt x="488" y="314"/>
                    <a:pt x="489" y="310"/>
                  </a:cubicBezTo>
                  <a:cubicBezTo>
                    <a:pt x="490" y="302"/>
                    <a:pt x="492" y="293"/>
                    <a:pt x="493" y="285"/>
                  </a:cubicBezTo>
                  <a:cubicBezTo>
                    <a:pt x="493" y="284"/>
                    <a:pt x="493" y="283"/>
                    <a:pt x="493" y="282"/>
                  </a:cubicBezTo>
                  <a:cubicBezTo>
                    <a:pt x="493" y="261"/>
                    <a:pt x="494" y="240"/>
                    <a:pt x="494" y="220"/>
                  </a:cubicBezTo>
                  <a:cubicBezTo>
                    <a:pt x="489" y="199"/>
                    <a:pt x="485" y="179"/>
                    <a:pt x="479" y="158"/>
                  </a:cubicBezTo>
                  <a:cubicBezTo>
                    <a:pt x="469" y="140"/>
                    <a:pt x="459" y="122"/>
                    <a:pt x="449" y="103"/>
                  </a:cubicBezTo>
                  <a:cubicBezTo>
                    <a:pt x="444" y="95"/>
                    <a:pt x="410" y="60"/>
                    <a:pt x="403" y="54"/>
                  </a:cubicBezTo>
                  <a:cubicBezTo>
                    <a:pt x="384" y="42"/>
                    <a:pt x="365" y="31"/>
                    <a:pt x="346" y="20"/>
                  </a:cubicBezTo>
                  <a:cubicBezTo>
                    <a:pt x="326" y="14"/>
                    <a:pt x="307" y="9"/>
                    <a:pt x="287" y="3"/>
                  </a:cubicBezTo>
                  <a:lnTo>
                    <a:pt x="283" y="3"/>
                  </a:lnTo>
                  <a:cubicBezTo>
                    <a:pt x="281" y="1"/>
                    <a:pt x="280" y="1"/>
                    <a:pt x="279" y="1"/>
                  </a:cubicBezTo>
                  <a:lnTo>
                    <a:pt x="277" y="1"/>
                  </a:lnTo>
                  <a:cubicBezTo>
                    <a:pt x="273" y="1"/>
                    <a:pt x="269" y="1"/>
                    <a:pt x="265" y="1"/>
                  </a:cubicBezTo>
                  <a:cubicBezTo>
                    <a:pt x="261" y="1"/>
                    <a:pt x="256" y="1"/>
                    <a:pt x="252" y="1"/>
                  </a:cubicBezTo>
                  <a:cubicBezTo>
                    <a:pt x="247" y="1"/>
                    <a:pt x="242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7">
              <a:extLst>
                <a:ext uri="{FF2B5EF4-FFF2-40B4-BE49-F238E27FC236}">
                  <a16:creationId xmlns:a16="http://schemas.microsoft.com/office/drawing/2014/main" id="{A703DB3D-D030-8DD3-97FD-69A0EBF0614B}"/>
                </a:ext>
              </a:extLst>
            </p:cNvPr>
            <p:cNvSpPr/>
            <p:nvPr/>
          </p:nvSpPr>
          <p:spPr>
            <a:xfrm>
              <a:off x="6003030" y="-1178637"/>
              <a:ext cx="38253" cy="40914"/>
            </a:xfrm>
            <a:custGeom>
              <a:avLst/>
              <a:gdLst/>
              <a:ahLst/>
              <a:cxnLst/>
              <a:rect l="l" t="t" r="r" b="b"/>
              <a:pathLst>
                <a:path w="575" h="615" extrusionOk="0">
                  <a:moveTo>
                    <a:pt x="253" y="1"/>
                  </a:moveTo>
                  <a:cubicBezTo>
                    <a:pt x="236" y="1"/>
                    <a:pt x="220" y="3"/>
                    <a:pt x="204" y="9"/>
                  </a:cubicBezTo>
                  <a:cubicBezTo>
                    <a:pt x="186" y="11"/>
                    <a:pt x="169" y="17"/>
                    <a:pt x="155" y="27"/>
                  </a:cubicBezTo>
                  <a:cubicBezTo>
                    <a:pt x="129" y="39"/>
                    <a:pt x="108" y="56"/>
                    <a:pt x="91" y="79"/>
                  </a:cubicBezTo>
                  <a:cubicBezTo>
                    <a:pt x="69" y="108"/>
                    <a:pt x="43" y="139"/>
                    <a:pt x="30" y="173"/>
                  </a:cubicBezTo>
                  <a:cubicBezTo>
                    <a:pt x="26" y="184"/>
                    <a:pt x="23" y="196"/>
                    <a:pt x="20" y="207"/>
                  </a:cubicBezTo>
                  <a:cubicBezTo>
                    <a:pt x="15" y="220"/>
                    <a:pt x="11" y="232"/>
                    <a:pt x="10" y="244"/>
                  </a:cubicBezTo>
                  <a:cubicBezTo>
                    <a:pt x="9" y="247"/>
                    <a:pt x="9" y="250"/>
                    <a:pt x="8" y="252"/>
                  </a:cubicBezTo>
                  <a:cubicBezTo>
                    <a:pt x="4" y="282"/>
                    <a:pt x="1" y="308"/>
                    <a:pt x="5" y="339"/>
                  </a:cubicBezTo>
                  <a:cubicBezTo>
                    <a:pt x="10" y="362"/>
                    <a:pt x="17" y="386"/>
                    <a:pt x="22" y="409"/>
                  </a:cubicBezTo>
                  <a:cubicBezTo>
                    <a:pt x="25" y="422"/>
                    <a:pt x="31" y="435"/>
                    <a:pt x="41" y="445"/>
                  </a:cubicBezTo>
                  <a:cubicBezTo>
                    <a:pt x="48" y="459"/>
                    <a:pt x="54" y="471"/>
                    <a:pt x="62" y="484"/>
                  </a:cubicBezTo>
                  <a:lnTo>
                    <a:pt x="72" y="502"/>
                  </a:lnTo>
                  <a:cubicBezTo>
                    <a:pt x="90" y="519"/>
                    <a:pt x="107" y="537"/>
                    <a:pt x="123" y="555"/>
                  </a:cubicBezTo>
                  <a:cubicBezTo>
                    <a:pt x="152" y="580"/>
                    <a:pt x="184" y="596"/>
                    <a:pt x="221" y="603"/>
                  </a:cubicBezTo>
                  <a:cubicBezTo>
                    <a:pt x="238" y="611"/>
                    <a:pt x="257" y="614"/>
                    <a:pt x="277" y="614"/>
                  </a:cubicBezTo>
                  <a:cubicBezTo>
                    <a:pt x="281" y="614"/>
                    <a:pt x="286" y="614"/>
                    <a:pt x="291" y="614"/>
                  </a:cubicBezTo>
                  <a:cubicBezTo>
                    <a:pt x="299" y="615"/>
                    <a:pt x="307" y="615"/>
                    <a:pt x="314" y="615"/>
                  </a:cubicBezTo>
                  <a:cubicBezTo>
                    <a:pt x="342" y="615"/>
                    <a:pt x="368" y="609"/>
                    <a:pt x="394" y="598"/>
                  </a:cubicBezTo>
                  <a:cubicBezTo>
                    <a:pt x="415" y="586"/>
                    <a:pt x="436" y="575"/>
                    <a:pt x="457" y="564"/>
                  </a:cubicBezTo>
                  <a:cubicBezTo>
                    <a:pt x="475" y="547"/>
                    <a:pt x="493" y="530"/>
                    <a:pt x="511" y="513"/>
                  </a:cubicBezTo>
                  <a:cubicBezTo>
                    <a:pt x="536" y="485"/>
                    <a:pt x="551" y="451"/>
                    <a:pt x="559" y="416"/>
                  </a:cubicBezTo>
                  <a:cubicBezTo>
                    <a:pt x="571" y="381"/>
                    <a:pt x="574" y="347"/>
                    <a:pt x="569" y="310"/>
                  </a:cubicBezTo>
                  <a:cubicBezTo>
                    <a:pt x="569" y="305"/>
                    <a:pt x="568" y="299"/>
                    <a:pt x="568" y="292"/>
                  </a:cubicBezTo>
                  <a:cubicBezTo>
                    <a:pt x="567" y="289"/>
                    <a:pt x="567" y="285"/>
                    <a:pt x="567" y="282"/>
                  </a:cubicBezTo>
                  <a:cubicBezTo>
                    <a:pt x="561" y="259"/>
                    <a:pt x="556" y="235"/>
                    <a:pt x="550" y="212"/>
                  </a:cubicBezTo>
                  <a:cubicBezTo>
                    <a:pt x="545" y="199"/>
                    <a:pt x="539" y="188"/>
                    <a:pt x="532" y="176"/>
                  </a:cubicBezTo>
                  <a:cubicBezTo>
                    <a:pt x="516" y="142"/>
                    <a:pt x="493" y="112"/>
                    <a:pt x="461" y="89"/>
                  </a:cubicBezTo>
                  <a:cubicBezTo>
                    <a:pt x="461" y="88"/>
                    <a:pt x="460" y="88"/>
                    <a:pt x="459" y="87"/>
                  </a:cubicBezTo>
                  <a:lnTo>
                    <a:pt x="454" y="82"/>
                  </a:lnTo>
                  <a:cubicBezTo>
                    <a:pt x="450" y="78"/>
                    <a:pt x="446" y="74"/>
                    <a:pt x="442" y="69"/>
                  </a:cubicBezTo>
                  <a:lnTo>
                    <a:pt x="381" y="33"/>
                  </a:lnTo>
                  <a:cubicBezTo>
                    <a:pt x="380" y="33"/>
                    <a:pt x="378" y="32"/>
                    <a:pt x="377" y="32"/>
                  </a:cubicBezTo>
                  <a:cubicBezTo>
                    <a:pt x="375" y="32"/>
                    <a:pt x="373" y="31"/>
                    <a:pt x="371" y="30"/>
                  </a:cubicBezTo>
                  <a:cubicBezTo>
                    <a:pt x="367" y="29"/>
                    <a:pt x="363" y="27"/>
                    <a:pt x="359" y="26"/>
                  </a:cubicBezTo>
                  <a:cubicBezTo>
                    <a:pt x="350" y="23"/>
                    <a:pt x="342" y="21"/>
                    <a:pt x="334" y="18"/>
                  </a:cubicBezTo>
                  <a:cubicBezTo>
                    <a:pt x="316" y="14"/>
                    <a:pt x="299" y="9"/>
                    <a:pt x="282" y="3"/>
                  </a:cubicBezTo>
                  <a:cubicBezTo>
                    <a:pt x="272" y="1"/>
                    <a:pt x="263" y="1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7">
              <a:extLst>
                <a:ext uri="{FF2B5EF4-FFF2-40B4-BE49-F238E27FC236}">
                  <a16:creationId xmlns:a16="http://schemas.microsoft.com/office/drawing/2014/main" id="{0B621519-AA18-DCAC-C151-A90BD9BAA8DF}"/>
                </a:ext>
              </a:extLst>
            </p:cNvPr>
            <p:cNvSpPr/>
            <p:nvPr/>
          </p:nvSpPr>
          <p:spPr>
            <a:xfrm>
              <a:off x="6077474" y="-1443949"/>
              <a:ext cx="22220" cy="25946"/>
            </a:xfrm>
            <a:custGeom>
              <a:avLst/>
              <a:gdLst/>
              <a:ahLst/>
              <a:cxnLst/>
              <a:rect l="l" t="t" r="r" b="b"/>
              <a:pathLst>
                <a:path w="334" h="390" extrusionOk="0">
                  <a:moveTo>
                    <a:pt x="184" y="0"/>
                  </a:moveTo>
                  <a:cubicBezTo>
                    <a:pt x="182" y="0"/>
                    <a:pt x="180" y="1"/>
                    <a:pt x="179" y="1"/>
                  </a:cubicBezTo>
                  <a:cubicBezTo>
                    <a:pt x="162" y="1"/>
                    <a:pt x="142" y="4"/>
                    <a:pt x="129" y="15"/>
                  </a:cubicBezTo>
                  <a:cubicBezTo>
                    <a:pt x="119" y="25"/>
                    <a:pt x="107" y="32"/>
                    <a:pt x="96" y="38"/>
                  </a:cubicBezTo>
                  <a:cubicBezTo>
                    <a:pt x="89" y="43"/>
                    <a:pt x="83" y="49"/>
                    <a:pt x="77" y="54"/>
                  </a:cubicBezTo>
                  <a:cubicBezTo>
                    <a:pt x="67" y="62"/>
                    <a:pt x="52" y="75"/>
                    <a:pt x="44" y="85"/>
                  </a:cubicBezTo>
                  <a:cubicBezTo>
                    <a:pt x="37" y="92"/>
                    <a:pt x="33" y="98"/>
                    <a:pt x="30" y="106"/>
                  </a:cubicBezTo>
                  <a:cubicBezTo>
                    <a:pt x="17" y="124"/>
                    <a:pt x="9" y="144"/>
                    <a:pt x="7" y="166"/>
                  </a:cubicBezTo>
                  <a:cubicBezTo>
                    <a:pt x="6" y="172"/>
                    <a:pt x="7" y="179"/>
                    <a:pt x="7" y="185"/>
                  </a:cubicBezTo>
                  <a:cubicBezTo>
                    <a:pt x="6" y="209"/>
                    <a:pt x="1" y="235"/>
                    <a:pt x="4" y="258"/>
                  </a:cubicBezTo>
                  <a:cubicBezTo>
                    <a:pt x="10" y="299"/>
                    <a:pt x="30" y="337"/>
                    <a:pt x="64" y="361"/>
                  </a:cubicBezTo>
                  <a:cubicBezTo>
                    <a:pt x="87" y="377"/>
                    <a:pt x="99" y="382"/>
                    <a:pt x="127" y="388"/>
                  </a:cubicBezTo>
                  <a:cubicBezTo>
                    <a:pt x="131" y="389"/>
                    <a:pt x="133" y="389"/>
                    <a:pt x="136" y="389"/>
                  </a:cubicBezTo>
                  <a:cubicBezTo>
                    <a:pt x="139" y="389"/>
                    <a:pt x="142" y="389"/>
                    <a:pt x="148" y="389"/>
                  </a:cubicBezTo>
                  <a:cubicBezTo>
                    <a:pt x="152" y="389"/>
                    <a:pt x="156" y="390"/>
                    <a:pt x="160" y="390"/>
                  </a:cubicBezTo>
                  <a:cubicBezTo>
                    <a:pt x="175" y="390"/>
                    <a:pt x="190" y="386"/>
                    <a:pt x="204" y="381"/>
                  </a:cubicBezTo>
                  <a:cubicBezTo>
                    <a:pt x="218" y="376"/>
                    <a:pt x="230" y="370"/>
                    <a:pt x="239" y="360"/>
                  </a:cubicBezTo>
                  <a:cubicBezTo>
                    <a:pt x="256" y="348"/>
                    <a:pt x="268" y="336"/>
                    <a:pt x="278" y="320"/>
                  </a:cubicBezTo>
                  <a:cubicBezTo>
                    <a:pt x="282" y="315"/>
                    <a:pt x="285" y="309"/>
                    <a:pt x="290" y="304"/>
                  </a:cubicBezTo>
                  <a:cubicBezTo>
                    <a:pt x="307" y="277"/>
                    <a:pt x="327" y="249"/>
                    <a:pt x="330" y="214"/>
                  </a:cubicBezTo>
                  <a:cubicBezTo>
                    <a:pt x="334" y="184"/>
                    <a:pt x="331" y="150"/>
                    <a:pt x="318" y="123"/>
                  </a:cubicBezTo>
                  <a:cubicBezTo>
                    <a:pt x="309" y="106"/>
                    <a:pt x="301" y="91"/>
                    <a:pt x="293" y="76"/>
                  </a:cubicBezTo>
                  <a:cubicBezTo>
                    <a:pt x="285" y="65"/>
                    <a:pt x="273" y="54"/>
                    <a:pt x="263" y="45"/>
                  </a:cubicBezTo>
                  <a:cubicBezTo>
                    <a:pt x="262" y="44"/>
                    <a:pt x="260" y="41"/>
                    <a:pt x="259" y="40"/>
                  </a:cubicBezTo>
                  <a:cubicBezTo>
                    <a:pt x="256" y="38"/>
                    <a:pt x="254" y="36"/>
                    <a:pt x="251" y="33"/>
                  </a:cubicBezTo>
                  <a:cubicBezTo>
                    <a:pt x="244" y="28"/>
                    <a:pt x="236" y="23"/>
                    <a:pt x="229" y="18"/>
                  </a:cubicBezTo>
                  <a:lnTo>
                    <a:pt x="210" y="7"/>
                  </a:lnTo>
                  <a:cubicBezTo>
                    <a:pt x="201" y="3"/>
                    <a:pt x="193" y="0"/>
                    <a:pt x="1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7">
              <a:extLst>
                <a:ext uri="{FF2B5EF4-FFF2-40B4-BE49-F238E27FC236}">
                  <a16:creationId xmlns:a16="http://schemas.microsoft.com/office/drawing/2014/main" id="{70DACB48-7F84-AE12-AFBE-8B99572779B7}"/>
                </a:ext>
              </a:extLst>
            </p:cNvPr>
            <p:cNvSpPr/>
            <p:nvPr/>
          </p:nvSpPr>
          <p:spPr>
            <a:xfrm>
              <a:off x="6261423" y="-953641"/>
              <a:ext cx="24615" cy="23218"/>
            </a:xfrm>
            <a:custGeom>
              <a:avLst/>
              <a:gdLst/>
              <a:ahLst/>
              <a:cxnLst/>
              <a:rect l="l" t="t" r="r" b="b"/>
              <a:pathLst>
                <a:path w="370" h="349" extrusionOk="0">
                  <a:moveTo>
                    <a:pt x="187" y="1"/>
                  </a:moveTo>
                  <a:cubicBezTo>
                    <a:pt x="151" y="1"/>
                    <a:pt x="112" y="13"/>
                    <a:pt x="85" y="34"/>
                  </a:cubicBezTo>
                  <a:cubicBezTo>
                    <a:pt x="71" y="44"/>
                    <a:pt x="54" y="63"/>
                    <a:pt x="41" y="75"/>
                  </a:cubicBezTo>
                  <a:cubicBezTo>
                    <a:pt x="22" y="99"/>
                    <a:pt x="10" y="126"/>
                    <a:pt x="5" y="156"/>
                  </a:cubicBezTo>
                  <a:cubicBezTo>
                    <a:pt x="1" y="185"/>
                    <a:pt x="4" y="213"/>
                    <a:pt x="14" y="241"/>
                  </a:cubicBezTo>
                  <a:cubicBezTo>
                    <a:pt x="26" y="269"/>
                    <a:pt x="43" y="293"/>
                    <a:pt x="67" y="312"/>
                  </a:cubicBezTo>
                  <a:cubicBezTo>
                    <a:pt x="90" y="331"/>
                    <a:pt x="117" y="342"/>
                    <a:pt x="146" y="347"/>
                  </a:cubicBezTo>
                  <a:lnTo>
                    <a:pt x="156" y="347"/>
                  </a:lnTo>
                  <a:cubicBezTo>
                    <a:pt x="167" y="348"/>
                    <a:pt x="178" y="349"/>
                    <a:pt x="188" y="349"/>
                  </a:cubicBezTo>
                  <a:cubicBezTo>
                    <a:pt x="208" y="349"/>
                    <a:pt x="226" y="346"/>
                    <a:pt x="248" y="338"/>
                  </a:cubicBezTo>
                  <a:cubicBezTo>
                    <a:pt x="277" y="327"/>
                    <a:pt x="304" y="308"/>
                    <a:pt x="324" y="283"/>
                  </a:cubicBezTo>
                  <a:cubicBezTo>
                    <a:pt x="345" y="256"/>
                    <a:pt x="354" y="231"/>
                    <a:pt x="361" y="198"/>
                  </a:cubicBezTo>
                  <a:cubicBezTo>
                    <a:pt x="362" y="192"/>
                    <a:pt x="363" y="186"/>
                    <a:pt x="364" y="180"/>
                  </a:cubicBezTo>
                  <a:cubicBezTo>
                    <a:pt x="365" y="174"/>
                    <a:pt x="365" y="168"/>
                    <a:pt x="366" y="162"/>
                  </a:cubicBezTo>
                  <a:cubicBezTo>
                    <a:pt x="366" y="159"/>
                    <a:pt x="367" y="156"/>
                    <a:pt x="367" y="154"/>
                  </a:cubicBezTo>
                  <a:cubicBezTo>
                    <a:pt x="367" y="152"/>
                    <a:pt x="367" y="150"/>
                    <a:pt x="367" y="148"/>
                  </a:cubicBezTo>
                  <a:cubicBezTo>
                    <a:pt x="369" y="135"/>
                    <a:pt x="368" y="121"/>
                    <a:pt x="363" y="109"/>
                  </a:cubicBezTo>
                  <a:cubicBezTo>
                    <a:pt x="358" y="96"/>
                    <a:pt x="350" y="85"/>
                    <a:pt x="339" y="76"/>
                  </a:cubicBezTo>
                  <a:cubicBezTo>
                    <a:pt x="331" y="68"/>
                    <a:pt x="322" y="58"/>
                    <a:pt x="312" y="51"/>
                  </a:cubicBezTo>
                  <a:cubicBezTo>
                    <a:pt x="308" y="47"/>
                    <a:pt x="303" y="44"/>
                    <a:pt x="298" y="40"/>
                  </a:cubicBezTo>
                  <a:cubicBezTo>
                    <a:pt x="286" y="30"/>
                    <a:pt x="272" y="22"/>
                    <a:pt x="257" y="15"/>
                  </a:cubicBezTo>
                  <a:cubicBezTo>
                    <a:pt x="243" y="11"/>
                    <a:pt x="228" y="7"/>
                    <a:pt x="214" y="3"/>
                  </a:cubicBezTo>
                  <a:cubicBezTo>
                    <a:pt x="206" y="1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7">
              <a:extLst>
                <a:ext uri="{FF2B5EF4-FFF2-40B4-BE49-F238E27FC236}">
                  <a16:creationId xmlns:a16="http://schemas.microsoft.com/office/drawing/2014/main" id="{DED48E51-13CF-BA9C-6C5D-61AB67BBADEC}"/>
                </a:ext>
              </a:extLst>
            </p:cNvPr>
            <p:cNvSpPr/>
            <p:nvPr/>
          </p:nvSpPr>
          <p:spPr>
            <a:xfrm>
              <a:off x="6210396" y="-1319210"/>
              <a:ext cx="31135" cy="35659"/>
            </a:xfrm>
            <a:custGeom>
              <a:avLst/>
              <a:gdLst/>
              <a:ahLst/>
              <a:cxnLst/>
              <a:rect l="l" t="t" r="r" b="b"/>
              <a:pathLst>
                <a:path w="468" h="536" extrusionOk="0">
                  <a:moveTo>
                    <a:pt x="222" y="1"/>
                  </a:moveTo>
                  <a:cubicBezTo>
                    <a:pt x="222" y="1"/>
                    <a:pt x="221" y="1"/>
                    <a:pt x="220" y="1"/>
                  </a:cubicBezTo>
                  <a:cubicBezTo>
                    <a:pt x="211" y="1"/>
                    <a:pt x="202" y="3"/>
                    <a:pt x="192" y="7"/>
                  </a:cubicBezTo>
                  <a:cubicBezTo>
                    <a:pt x="164" y="12"/>
                    <a:pt x="139" y="22"/>
                    <a:pt x="116" y="41"/>
                  </a:cubicBezTo>
                  <a:cubicBezTo>
                    <a:pt x="71" y="72"/>
                    <a:pt x="51" y="111"/>
                    <a:pt x="24" y="158"/>
                  </a:cubicBezTo>
                  <a:cubicBezTo>
                    <a:pt x="22" y="161"/>
                    <a:pt x="21" y="164"/>
                    <a:pt x="18" y="168"/>
                  </a:cubicBezTo>
                  <a:cubicBezTo>
                    <a:pt x="13" y="186"/>
                    <a:pt x="8" y="206"/>
                    <a:pt x="2" y="225"/>
                  </a:cubicBezTo>
                  <a:cubicBezTo>
                    <a:pt x="2" y="247"/>
                    <a:pt x="1" y="268"/>
                    <a:pt x="1" y="289"/>
                  </a:cubicBezTo>
                  <a:cubicBezTo>
                    <a:pt x="2" y="295"/>
                    <a:pt x="3" y="303"/>
                    <a:pt x="5" y="309"/>
                  </a:cubicBezTo>
                  <a:cubicBezTo>
                    <a:pt x="10" y="332"/>
                    <a:pt x="15" y="357"/>
                    <a:pt x="23" y="380"/>
                  </a:cubicBezTo>
                  <a:cubicBezTo>
                    <a:pt x="23" y="383"/>
                    <a:pt x="25" y="387"/>
                    <a:pt x="26" y="391"/>
                  </a:cubicBezTo>
                  <a:cubicBezTo>
                    <a:pt x="37" y="424"/>
                    <a:pt x="52" y="442"/>
                    <a:pt x="74" y="465"/>
                  </a:cubicBezTo>
                  <a:cubicBezTo>
                    <a:pt x="93" y="488"/>
                    <a:pt x="116" y="506"/>
                    <a:pt x="144" y="516"/>
                  </a:cubicBezTo>
                  <a:cubicBezTo>
                    <a:pt x="153" y="520"/>
                    <a:pt x="163" y="523"/>
                    <a:pt x="173" y="525"/>
                  </a:cubicBezTo>
                  <a:cubicBezTo>
                    <a:pt x="178" y="526"/>
                    <a:pt x="192" y="531"/>
                    <a:pt x="202" y="533"/>
                  </a:cubicBezTo>
                  <a:cubicBezTo>
                    <a:pt x="204" y="533"/>
                    <a:pt x="206" y="534"/>
                    <a:pt x="208" y="534"/>
                  </a:cubicBezTo>
                  <a:cubicBezTo>
                    <a:pt x="218" y="535"/>
                    <a:pt x="228" y="536"/>
                    <a:pt x="238" y="536"/>
                  </a:cubicBezTo>
                  <a:cubicBezTo>
                    <a:pt x="259" y="536"/>
                    <a:pt x="280" y="533"/>
                    <a:pt x="300" y="527"/>
                  </a:cubicBezTo>
                  <a:cubicBezTo>
                    <a:pt x="318" y="520"/>
                    <a:pt x="330" y="509"/>
                    <a:pt x="346" y="500"/>
                  </a:cubicBezTo>
                  <a:cubicBezTo>
                    <a:pt x="350" y="498"/>
                    <a:pt x="355" y="496"/>
                    <a:pt x="360" y="493"/>
                  </a:cubicBezTo>
                  <a:cubicBezTo>
                    <a:pt x="392" y="469"/>
                    <a:pt x="417" y="439"/>
                    <a:pt x="433" y="402"/>
                  </a:cubicBezTo>
                  <a:cubicBezTo>
                    <a:pt x="436" y="394"/>
                    <a:pt x="438" y="384"/>
                    <a:pt x="440" y="375"/>
                  </a:cubicBezTo>
                  <a:cubicBezTo>
                    <a:pt x="449" y="350"/>
                    <a:pt x="459" y="325"/>
                    <a:pt x="464" y="297"/>
                  </a:cubicBezTo>
                  <a:cubicBezTo>
                    <a:pt x="467" y="287"/>
                    <a:pt x="467" y="276"/>
                    <a:pt x="465" y="264"/>
                  </a:cubicBezTo>
                  <a:cubicBezTo>
                    <a:pt x="467" y="253"/>
                    <a:pt x="467" y="242"/>
                    <a:pt x="465" y="230"/>
                  </a:cubicBezTo>
                  <a:cubicBezTo>
                    <a:pt x="465" y="228"/>
                    <a:pt x="464" y="226"/>
                    <a:pt x="464" y="224"/>
                  </a:cubicBezTo>
                  <a:cubicBezTo>
                    <a:pt x="463" y="218"/>
                    <a:pt x="462" y="212"/>
                    <a:pt x="461" y="204"/>
                  </a:cubicBezTo>
                  <a:cubicBezTo>
                    <a:pt x="461" y="202"/>
                    <a:pt x="461" y="199"/>
                    <a:pt x="460" y="196"/>
                  </a:cubicBezTo>
                  <a:cubicBezTo>
                    <a:pt x="456" y="178"/>
                    <a:pt x="452" y="159"/>
                    <a:pt x="448" y="141"/>
                  </a:cubicBezTo>
                  <a:cubicBezTo>
                    <a:pt x="443" y="132"/>
                    <a:pt x="438" y="124"/>
                    <a:pt x="433" y="114"/>
                  </a:cubicBezTo>
                  <a:cubicBezTo>
                    <a:pt x="426" y="95"/>
                    <a:pt x="414" y="81"/>
                    <a:pt x="399" y="68"/>
                  </a:cubicBezTo>
                  <a:cubicBezTo>
                    <a:pt x="393" y="60"/>
                    <a:pt x="387" y="52"/>
                    <a:pt x="379" y="46"/>
                  </a:cubicBezTo>
                  <a:cubicBezTo>
                    <a:pt x="377" y="45"/>
                    <a:pt x="376" y="45"/>
                    <a:pt x="375" y="44"/>
                  </a:cubicBezTo>
                  <a:cubicBezTo>
                    <a:pt x="374" y="43"/>
                    <a:pt x="372" y="42"/>
                    <a:pt x="371" y="40"/>
                  </a:cubicBezTo>
                  <a:lnTo>
                    <a:pt x="371" y="40"/>
                  </a:lnTo>
                  <a:cubicBezTo>
                    <a:pt x="365" y="34"/>
                    <a:pt x="357" y="29"/>
                    <a:pt x="348" y="25"/>
                  </a:cubicBezTo>
                  <a:cubicBezTo>
                    <a:pt x="332" y="14"/>
                    <a:pt x="315" y="6"/>
                    <a:pt x="295" y="4"/>
                  </a:cubicBezTo>
                  <a:cubicBezTo>
                    <a:pt x="291" y="3"/>
                    <a:pt x="286" y="2"/>
                    <a:pt x="281" y="2"/>
                  </a:cubicBezTo>
                  <a:cubicBezTo>
                    <a:pt x="272" y="1"/>
                    <a:pt x="263" y="1"/>
                    <a:pt x="253" y="1"/>
                  </a:cubicBezTo>
                  <a:cubicBezTo>
                    <a:pt x="244" y="1"/>
                    <a:pt x="235" y="1"/>
                    <a:pt x="226" y="1"/>
                  </a:cubicBezTo>
                  <a:cubicBezTo>
                    <a:pt x="224" y="1"/>
                    <a:pt x="223" y="1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48;p55">
            <a:extLst>
              <a:ext uri="{FF2B5EF4-FFF2-40B4-BE49-F238E27FC236}">
                <a16:creationId xmlns:a16="http://schemas.microsoft.com/office/drawing/2014/main" id="{F2705482-C5CC-C5F0-AC46-2932A813AF16}"/>
              </a:ext>
            </a:extLst>
          </p:cNvPr>
          <p:cNvGrpSpPr/>
          <p:nvPr/>
        </p:nvGrpSpPr>
        <p:grpSpPr>
          <a:xfrm rot="1848534">
            <a:off x="6586589" y="2505249"/>
            <a:ext cx="2697639" cy="2224478"/>
            <a:chOff x="1382891" y="1957553"/>
            <a:chExt cx="215970" cy="171877"/>
          </a:xfrm>
        </p:grpSpPr>
        <p:sp>
          <p:nvSpPr>
            <p:cNvPr id="3" name="Google Shape;1749;p55">
              <a:extLst>
                <a:ext uri="{FF2B5EF4-FFF2-40B4-BE49-F238E27FC236}">
                  <a16:creationId xmlns:a16="http://schemas.microsoft.com/office/drawing/2014/main" id="{0BC1A381-FB61-A178-8746-4D27652262DA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50;p55">
              <a:extLst>
                <a:ext uri="{FF2B5EF4-FFF2-40B4-BE49-F238E27FC236}">
                  <a16:creationId xmlns:a16="http://schemas.microsoft.com/office/drawing/2014/main" id="{9B68357B-2E0C-E699-DB0A-58EBD4C321AE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51;p55">
              <a:extLst>
                <a:ext uri="{FF2B5EF4-FFF2-40B4-BE49-F238E27FC236}">
                  <a16:creationId xmlns:a16="http://schemas.microsoft.com/office/drawing/2014/main" id="{FE142224-1692-4EDA-6A21-EC05A22DDB32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52;p55">
              <a:extLst>
                <a:ext uri="{FF2B5EF4-FFF2-40B4-BE49-F238E27FC236}">
                  <a16:creationId xmlns:a16="http://schemas.microsoft.com/office/drawing/2014/main" id="{61B732F9-5B12-6084-13E1-EF9C31C5B3EE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53;p55">
              <a:extLst>
                <a:ext uri="{FF2B5EF4-FFF2-40B4-BE49-F238E27FC236}">
                  <a16:creationId xmlns:a16="http://schemas.microsoft.com/office/drawing/2014/main" id="{503996FE-A9FB-DEF0-CA96-8910F02C2CD3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54;p55">
              <a:extLst>
                <a:ext uri="{FF2B5EF4-FFF2-40B4-BE49-F238E27FC236}">
                  <a16:creationId xmlns:a16="http://schemas.microsoft.com/office/drawing/2014/main" id="{D2DE2542-8DDC-682C-AE44-2645B1DD1501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55;p55">
              <a:extLst>
                <a:ext uri="{FF2B5EF4-FFF2-40B4-BE49-F238E27FC236}">
                  <a16:creationId xmlns:a16="http://schemas.microsoft.com/office/drawing/2014/main" id="{6325BB34-B1CD-E673-39B2-9CED749D30A1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56;p55">
              <a:extLst>
                <a:ext uri="{FF2B5EF4-FFF2-40B4-BE49-F238E27FC236}">
                  <a16:creationId xmlns:a16="http://schemas.microsoft.com/office/drawing/2014/main" id="{E1A9E6DE-4699-E3E3-8F6C-3046661C029A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57;p55">
              <a:extLst>
                <a:ext uri="{FF2B5EF4-FFF2-40B4-BE49-F238E27FC236}">
                  <a16:creationId xmlns:a16="http://schemas.microsoft.com/office/drawing/2014/main" id="{6A8DBE2E-ED3E-79A8-FDE1-ECD77A31727A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58;p55">
              <a:extLst>
                <a:ext uri="{FF2B5EF4-FFF2-40B4-BE49-F238E27FC236}">
                  <a16:creationId xmlns:a16="http://schemas.microsoft.com/office/drawing/2014/main" id="{D007C55E-C3D5-F583-B75B-307601D36B0B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59;p55">
              <a:extLst>
                <a:ext uri="{FF2B5EF4-FFF2-40B4-BE49-F238E27FC236}">
                  <a16:creationId xmlns:a16="http://schemas.microsoft.com/office/drawing/2014/main" id="{08E60AEA-A6FA-D3DE-5292-64E9A623B25C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60;p55">
              <a:extLst>
                <a:ext uri="{FF2B5EF4-FFF2-40B4-BE49-F238E27FC236}">
                  <a16:creationId xmlns:a16="http://schemas.microsoft.com/office/drawing/2014/main" id="{100BB229-14CB-DAFC-1CBE-44217E30FDDE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61;p55">
              <a:extLst>
                <a:ext uri="{FF2B5EF4-FFF2-40B4-BE49-F238E27FC236}">
                  <a16:creationId xmlns:a16="http://schemas.microsoft.com/office/drawing/2014/main" id="{D64109E3-A35C-89E2-88F2-F4CA6291B2E0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62;p55">
              <a:extLst>
                <a:ext uri="{FF2B5EF4-FFF2-40B4-BE49-F238E27FC236}">
                  <a16:creationId xmlns:a16="http://schemas.microsoft.com/office/drawing/2014/main" id="{DBB1D4C2-5AFA-3F2F-2A20-D5D31C9EE8F2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63;p55">
              <a:extLst>
                <a:ext uri="{FF2B5EF4-FFF2-40B4-BE49-F238E27FC236}">
                  <a16:creationId xmlns:a16="http://schemas.microsoft.com/office/drawing/2014/main" id="{D7AB2B35-7C0E-2E7C-90A7-52E52E5E0FE2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64;p55">
              <a:extLst>
                <a:ext uri="{FF2B5EF4-FFF2-40B4-BE49-F238E27FC236}">
                  <a16:creationId xmlns:a16="http://schemas.microsoft.com/office/drawing/2014/main" id="{E254C933-5C60-E80D-2802-6236547B214F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390;p49">
            <a:extLst>
              <a:ext uri="{FF2B5EF4-FFF2-40B4-BE49-F238E27FC236}">
                <a16:creationId xmlns:a16="http://schemas.microsoft.com/office/drawing/2014/main" id="{CBDAC4F8-DB8F-8F6A-A428-D3A57F71006E}"/>
              </a:ext>
            </a:extLst>
          </p:cNvPr>
          <p:cNvGrpSpPr/>
          <p:nvPr/>
        </p:nvGrpSpPr>
        <p:grpSpPr>
          <a:xfrm rot="16528743">
            <a:off x="4515595" y="3835131"/>
            <a:ext cx="2163790" cy="2199780"/>
            <a:chOff x="4797030" y="968261"/>
            <a:chExt cx="420955" cy="409597"/>
          </a:xfrm>
        </p:grpSpPr>
        <p:sp>
          <p:nvSpPr>
            <p:cNvPr id="20" name="Google Shape;1391;p49">
              <a:extLst>
                <a:ext uri="{FF2B5EF4-FFF2-40B4-BE49-F238E27FC236}">
                  <a16:creationId xmlns:a16="http://schemas.microsoft.com/office/drawing/2014/main" id="{5B53536C-29AD-6316-BED5-422BFAABAB28}"/>
                </a:ext>
              </a:extLst>
            </p:cNvPr>
            <p:cNvSpPr/>
            <p:nvPr/>
          </p:nvSpPr>
          <p:spPr>
            <a:xfrm>
              <a:off x="4797030" y="968261"/>
              <a:ext cx="420955" cy="409597"/>
            </a:xfrm>
            <a:custGeom>
              <a:avLst/>
              <a:gdLst/>
              <a:ahLst/>
              <a:cxnLst/>
              <a:rect l="l" t="t" r="r" b="b"/>
              <a:pathLst>
                <a:path w="13490" h="13126" extrusionOk="0">
                  <a:moveTo>
                    <a:pt x="6277" y="1"/>
                  </a:moveTo>
                  <a:cubicBezTo>
                    <a:pt x="6156" y="1"/>
                    <a:pt x="6036" y="10"/>
                    <a:pt x="5916" y="28"/>
                  </a:cubicBezTo>
                  <a:cubicBezTo>
                    <a:pt x="5865" y="25"/>
                    <a:pt x="5813" y="23"/>
                    <a:pt x="5762" y="23"/>
                  </a:cubicBezTo>
                  <a:cubicBezTo>
                    <a:pt x="5421" y="23"/>
                    <a:pt x="5081" y="102"/>
                    <a:pt x="4774" y="261"/>
                  </a:cubicBezTo>
                  <a:cubicBezTo>
                    <a:pt x="4450" y="430"/>
                    <a:pt x="4197" y="702"/>
                    <a:pt x="3881" y="883"/>
                  </a:cubicBezTo>
                  <a:cubicBezTo>
                    <a:pt x="3595" y="1047"/>
                    <a:pt x="3271" y="1135"/>
                    <a:pt x="2970" y="1262"/>
                  </a:cubicBezTo>
                  <a:cubicBezTo>
                    <a:pt x="2663" y="1392"/>
                    <a:pt x="2365" y="1554"/>
                    <a:pt x="2143" y="1810"/>
                  </a:cubicBezTo>
                  <a:cubicBezTo>
                    <a:pt x="1899" y="2091"/>
                    <a:pt x="1772" y="2441"/>
                    <a:pt x="1587" y="2759"/>
                  </a:cubicBezTo>
                  <a:cubicBezTo>
                    <a:pt x="1257" y="3329"/>
                    <a:pt x="570" y="3627"/>
                    <a:pt x="394" y="4299"/>
                  </a:cubicBezTo>
                  <a:cubicBezTo>
                    <a:pt x="298" y="4665"/>
                    <a:pt x="442" y="5012"/>
                    <a:pt x="452" y="5378"/>
                  </a:cubicBezTo>
                  <a:cubicBezTo>
                    <a:pt x="462" y="5768"/>
                    <a:pt x="314" y="6150"/>
                    <a:pt x="201" y="6517"/>
                  </a:cubicBezTo>
                  <a:cubicBezTo>
                    <a:pt x="86" y="6895"/>
                    <a:pt x="1" y="7276"/>
                    <a:pt x="22" y="7674"/>
                  </a:cubicBezTo>
                  <a:cubicBezTo>
                    <a:pt x="42" y="8056"/>
                    <a:pt x="142" y="8433"/>
                    <a:pt x="269" y="8793"/>
                  </a:cubicBezTo>
                  <a:cubicBezTo>
                    <a:pt x="497" y="9443"/>
                    <a:pt x="750" y="10165"/>
                    <a:pt x="1227" y="10678"/>
                  </a:cubicBezTo>
                  <a:cubicBezTo>
                    <a:pt x="1484" y="10952"/>
                    <a:pt x="1838" y="11087"/>
                    <a:pt x="2115" y="11334"/>
                  </a:cubicBezTo>
                  <a:cubicBezTo>
                    <a:pt x="2414" y="11601"/>
                    <a:pt x="2719" y="11848"/>
                    <a:pt x="3061" y="12059"/>
                  </a:cubicBezTo>
                  <a:cubicBezTo>
                    <a:pt x="3397" y="12266"/>
                    <a:pt x="3750" y="12444"/>
                    <a:pt x="4106" y="12615"/>
                  </a:cubicBezTo>
                  <a:cubicBezTo>
                    <a:pt x="4467" y="12789"/>
                    <a:pt x="4832" y="12979"/>
                    <a:pt x="5222" y="13075"/>
                  </a:cubicBezTo>
                  <a:cubicBezTo>
                    <a:pt x="5370" y="13112"/>
                    <a:pt x="5520" y="13125"/>
                    <a:pt x="5672" y="13125"/>
                  </a:cubicBezTo>
                  <a:cubicBezTo>
                    <a:pt x="6099" y="13125"/>
                    <a:pt x="6540" y="13020"/>
                    <a:pt x="6973" y="13020"/>
                  </a:cubicBezTo>
                  <a:cubicBezTo>
                    <a:pt x="6988" y="13020"/>
                    <a:pt x="7002" y="13020"/>
                    <a:pt x="7017" y="13020"/>
                  </a:cubicBezTo>
                  <a:cubicBezTo>
                    <a:pt x="7379" y="13026"/>
                    <a:pt x="7679" y="13049"/>
                    <a:pt x="7975" y="13049"/>
                  </a:cubicBezTo>
                  <a:cubicBezTo>
                    <a:pt x="8316" y="13049"/>
                    <a:pt x="8653" y="13018"/>
                    <a:pt x="9074" y="12895"/>
                  </a:cubicBezTo>
                  <a:cubicBezTo>
                    <a:pt x="9912" y="12650"/>
                    <a:pt x="11066" y="12243"/>
                    <a:pt x="11602" y="11509"/>
                  </a:cubicBezTo>
                  <a:cubicBezTo>
                    <a:pt x="11842" y="11183"/>
                    <a:pt x="12048" y="10831"/>
                    <a:pt x="12266" y="10491"/>
                  </a:cubicBezTo>
                  <a:cubicBezTo>
                    <a:pt x="12483" y="10153"/>
                    <a:pt x="12734" y="9819"/>
                    <a:pt x="12912" y="9459"/>
                  </a:cubicBezTo>
                  <a:cubicBezTo>
                    <a:pt x="13000" y="9282"/>
                    <a:pt x="13060" y="9092"/>
                    <a:pt x="13058" y="8893"/>
                  </a:cubicBezTo>
                  <a:cubicBezTo>
                    <a:pt x="13057" y="8697"/>
                    <a:pt x="12975" y="8523"/>
                    <a:pt x="12951" y="8332"/>
                  </a:cubicBezTo>
                  <a:cubicBezTo>
                    <a:pt x="12912" y="8007"/>
                    <a:pt x="13217" y="7692"/>
                    <a:pt x="13336" y="7407"/>
                  </a:cubicBezTo>
                  <a:cubicBezTo>
                    <a:pt x="13489" y="7038"/>
                    <a:pt x="13454" y="6668"/>
                    <a:pt x="13408" y="6299"/>
                  </a:cubicBezTo>
                  <a:lnTo>
                    <a:pt x="13408" y="6299"/>
                  </a:lnTo>
                  <a:cubicBezTo>
                    <a:pt x="13095" y="6596"/>
                    <a:pt x="12743" y="6794"/>
                    <a:pt x="12362" y="6794"/>
                  </a:cubicBezTo>
                  <a:cubicBezTo>
                    <a:pt x="12246" y="6794"/>
                    <a:pt x="12127" y="6776"/>
                    <a:pt x="12005" y="6736"/>
                  </a:cubicBezTo>
                  <a:cubicBezTo>
                    <a:pt x="11604" y="7064"/>
                    <a:pt x="11088" y="7302"/>
                    <a:pt x="10629" y="7302"/>
                  </a:cubicBezTo>
                  <a:cubicBezTo>
                    <a:pt x="10270" y="7302"/>
                    <a:pt x="9946" y="7157"/>
                    <a:pt x="9737" y="6796"/>
                  </a:cubicBezTo>
                  <a:cubicBezTo>
                    <a:pt x="9681" y="6800"/>
                    <a:pt x="9625" y="6803"/>
                    <a:pt x="9568" y="6803"/>
                  </a:cubicBezTo>
                  <a:cubicBezTo>
                    <a:pt x="8851" y="6803"/>
                    <a:pt x="8117" y="6425"/>
                    <a:pt x="7997" y="5747"/>
                  </a:cubicBezTo>
                  <a:cubicBezTo>
                    <a:pt x="7489" y="5565"/>
                    <a:pt x="7129" y="5153"/>
                    <a:pt x="7115" y="4653"/>
                  </a:cubicBezTo>
                  <a:cubicBezTo>
                    <a:pt x="5720" y="4173"/>
                    <a:pt x="5503" y="2192"/>
                    <a:pt x="6491" y="1153"/>
                  </a:cubicBezTo>
                  <a:cubicBezTo>
                    <a:pt x="6259" y="801"/>
                    <a:pt x="6200" y="376"/>
                    <a:pt x="6382" y="3"/>
                  </a:cubicBezTo>
                  <a:cubicBezTo>
                    <a:pt x="6347" y="2"/>
                    <a:pt x="6312" y="1"/>
                    <a:pt x="6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92;p49">
              <a:extLst>
                <a:ext uri="{FF2B5EF4-FFF2-40B4-BE49-F238E27FC236}">
                  <a16:creationId xmlns:a16="http://schemas.microsoft.com/office/drawing/2014/main" id="{05720247-8309-767D-B4BA-65F24DC3AC68}"/>
                </a:ext>
              </a:extLst>
            </p:cNvPr>
            <p:cNvSpPr/>
            <p:nvPr/>
          </p:nvSpPr>
          <p:spPr>
            <a:xfrm>
              <a:off x="4797030" y="978996"/>
              <a:ext cx="406664" cy="398862"/>
            </a:xfrm>
            <a:custGeom>
              <a:avLst/>
              <a:gdLst/>
              <a:ahLst/>
              <a:cxnLst/>
              <a:rect l="l" t="t" r="r" b="b"/>
              <a:pathLst>
                <a:path w="13032" h="12782" extrusionOk="0">
                  <a:moveTo>
                    <a:pt x="4639" y="0"/>
                  </a:moveTo>
                  <a:lnTo>
                    <a:pt x="4639" y="0"/>
                  </a:lnTo>
                  <a:cubicBezTo>
                    <a:pt x="4378" y="167"/>
                    <a:pt x="4151" y="385"/>
                    <a:pt x="3880" y="539"/>
                  </a:cubicBezTo>
                  <a:cubicBezTo>
                    <a:pt x="3595" y="703"/>
                    <a:pt x="3271" y="791"/>
                    <a:pt x="2970" y="918"/>
                  </a:cubicBezTo>
                  <a:cubicBezTo>
                    <a:pt x="2662" y="1048"/>
                    <a:pt x="2365" y="1210"/>
                    <a:pt x="2143" y="1466"/>
                  </a:cubicBezTo>
                  <a:cubicBezTo>
                    <a:pt x="1899" y="1747"/>
                    <a:pt x="1772" y="2097"/>
                    <a:pt x="1587" y="2415"/>
                  </a:cubicBezTo>
                  <a:cubicBezTo>
                    <a:pt x="1257" y="2985"/>
                    <a:pt x="570" y="3283"/>
                    <a:pt x="394" y="3955"/>
                  </a:cubicBezTo>
                  <a:cubicBezTo>
                    <a:pt x="298" y="4321"/>
                    <a:pt x="442" y="4669"/>
                    <a:pt x="452" y="5034"/>
                  </a:cubicBezTo>
                  <a:cubicBezTo>
                    <a:pt x="462" y="5424"/>
                    <a:pt x="313" y="5806"/>
                    <a:pt x="201" y="6173"/>
                  </a:cubicBezTo>
                  <a:cubicBezTo>
                    <a:pt x="86" y="6550"/>
                    <a:pt x="1" y="6932"/>
                    <a:pt x="21" y="7330"/>
                  </a:cubicBezTo>
                  <a:cubicBezTo>
                    <a:pt x="42" y="7712"/>
                    <a:pt x="142" y="8089"/>
                    <a:pt x="269" y="8449"/>
                  </a:cubicBezTo>
                  <a:cubicBezTo>
                    <a:pt x="497" y="9099"/>
                    <a:pt x="750" y="9821"/>
                    <a:pt x="1227" y="10334"/>
                  </a:cubicBezTo>
                  <a:cubicBezTo>
                    <a:pt x="1484" y="10608"/>
                    <a:pt x="1838" y="10743"/>
                    <a:pt x="2115" y="10990"/>
                  </a:cubicBezTo>
                  <a:cubicBezTo>
                    <a:pt x="2414" y="11257"/>
                    <a:pt x="2719" y="11504"/>
                    <a:pt x="3061" y="11715"/>
                  </a:cubicBezTo>
                  <a:cubicBezTo>
                    <a:pt x="3397" y="11922"/>
                    <a:pt x="3750" y="12100"/>
                    <a:pt x="4106" y="12271"/>
                  </a:cubicBezTo>
                  <a:cubicBezTo>
                    <a:pt x="4467" y="12445"/>
                    <a:pt x="4832" y="12635"/>
                    <a:pt x="5222" y="12731"/>
                  </a:cubicBezTo>
                  <a:cubicBezTo>
                    <a:pt x="5370" y="12768"/>
                    <a:pt x="5520" y="12781"/>
                    <a:pt x="5672" y="12781"/>
                  </a:cubicBezTo>
                  <a:cubicBezTo>
                    <a:pt x="6098" y="12781"/>
                    <a:pt x="6539" y="12676"/>
                    <a:pt x="6973" y="12676"/>
                  </a:cubicBezTo>
                  <a:cubicBezTo>
                    <a:pt x="6987" y="12676"/>
                    <a:pt x="7002" y="12676"/>
                    <a:pt x="7017" y="12676"/>
                  </a:cubicBezTo>
                  <a:cubicBezTo>
                    <a:pt x="7379" y="12682"/>
                    <a:pt x="7679" y="12705"/>
                    <a:pt x="7975" y="12705"/>
                  </a:cubicBezTo>
                  <a:cubicBezTo>
                    <a:pt x="8316" y="12705"/>
                    <a:pt x="8653" y="12674"/>
                    <a:pt x="9074" y="12551"/>
                  </a:cubicBezTo>
                  <a:cubicBezTo>
                    <a:pt x="9912" y="12306"/>
                    <a:pt x="11066" y="11899"/>
                    <a:pt x="11602" y="11165"/>
                  </a:cubicBezTo>
                  <a:cubicBezTo>
                    <a:pt x="11842" y="10839"/>
                    <a:pt x="12048" y="10487"/>
                    <a:pt x="12266" y="10147"/>
                  </a:cubicBezTo>
                  <a:cubicBezTo>
                    <a:pt x="12483" y="9808"/>
                    <a:pt x="12734" y="9475"/>
                    <a:pt x="12912" y="9115"/>
                  </a:cubicBezTo>
                  <a:cubicBezTo>
                    <a:pt x="12965" y="9009"/>
                    <a:pt x="13006" y="8897"/>
                    <a:pt x="13031" y="8781"/>
                  </a:cubicBezTo>
                  <a:lnTo>
                    <a:pt x="13031" y="8781"/>
                  </a:lnTo>
                  <a:cubicBezTo>
                    <a:pt x="12408" y="9371"/>
                    <a:pt x="11757" y="9896"/>
                    <a:pt x="10936" y="10092"/>
                  </a:cubicBezTo>
                  <a:cubicBezTo>
                    <a:pt x="10665" y="10157"/>
                    <a:pt x="10388" y="10181"/>
                    <a:pt x="10110" y="10181"/>
                  </a:cubicBezTo>
                  <a:cubicBezTo>
                    <a:pt x="9804" y="10181"/>
                    <a:pt x="9497" y="10152"/>
                    <a:pt x="9194" y="10114"/>
                  </a:cubicBezTo>
                  <a:cubicBezTo>
                    <a:pt x="8540" y="10032"/>
                    <a:pt x="7888" y="9913"/>
                    <a:pt x="7262" y="9706"/>
                  </a:cubicBezTo>
                  <a:cubicBezTo>
                    <a:pt x="6985" y="9615"/>
                    <a:pt x="6705" y="9501"/>
                    <a:pt x="6498" y="9295"/>
                  </a:cubicBezTo>
                  <a:cubicBezTo>
                    <a:pt x="6340" y="9137"/>
                    <a:pt x="6233" y="8936"/>
                    <a:pt x="6096" y="8761"/>
                  </a:cubicBezTo>
                  <a:cubicBezTo>
                    <a:pt x="5503" y="8001"/>
                    <a:pt x="4369" y="7769"/>
                    <a:pt x="3886" y="6935"/>
                  </a:cubicBezTo>
                  <a:cubicBezTo>
                    <a:pt x="3364" y="6036"/>
                    <a:pt x="3834" y="4915"/>
                    <a:pt x="3896" y="3878"/>
                  </a:cubicBezTo>
                  <a:cubicBezTo>
                    <a:pt x="3933" y="3248"/>
                    <a:pt x="3811" y="2615"/>
                    <a:pt x="3856" y="1985"/>
                  </a:cubicBezTo>
                  <a:cubicBezTo>
                    <a:pt x="3908" y="1264"/>
                    <a:pt x="4191" y="566"/>
                    <a:pt x="4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93;p49">
              <a:extLst>
                <a:ext uri="{FF2B5EF4-FFF2-40B4-BE49-F238E27FC236}">
                  <a16:creationId xmlns:a16="http://schemas.microsoft.com/office/drawing/2014/main" id="{52B5D3C8-B207-3CD5-386B-D2786155BB1A}"/>
                </a:ext>
              </a:extLst>
            </p:cNvPr>
            <p:cNvSpPr/>
            <p:nvPr/>
          </p:nvSpPr>
          <p:spPr>
            <a:xfrm>
              <a:off x="4797030" y="1003179"/>
              <a:ext cx="370809" cy="374678"/>
            </a:xfrm>
            <a:custGeom>
              <a:avLst/>
              <a:gdLst/>
              <a:ahLst/>
              <a:cxnLst/>
              <a:rect l="l" t="t" r="r" b="b"/>
              <a:pathLst>
                <a:path w="11883" h="12007" extrusionOk="0">
                  <a:moveTo>
                    <a:pt x="3342" y="1"/>
                  </a:moveTo>
                  <a:lnTo>
                    <a:pt x="3342" y="1"/>
                  </a:lnTo>
                  <a:cubicBezTo>
                    <a:pt x="3217" y="46"/>
                    <a:pt x="3091" y="92"/>
                    <a:pt x="2970" y="143"/>
                  </a:cubicBezTo>
                  <a:cubicBezTo>
                    <a:pt x="2662" y="273"/>
                    <a:pt x="2365" y="435"/>
                    <a:pt x="2143" y="691"/>
                  </a:cubicBezTo>
                  <a:cubicBezTo>
                    <a:pt x="1899" y="972"/>
                    <a:pt x="1772" y="1322"/>
                    <a:pt x="1587" y="1640"/>
                  </a:cubicBezTo>
                  <a:cubicBezTo>
                    <a:pt x="1257" y="2210"/>
                    <a:pt x="570" y="2508"/>
                    <a:pt x="394" y="3180"/>
                  </a:cubicBezTo>
                  <a:cubicBezTo>
                    <a:pt x="298" y="3546"/>
                    <a:pt x="442" y="3894"/>
                    <a:pt x="452" y="4259"/>
                  </a:cubicBezTo>
                  <a:cubicBezTo>
                    <a:pt x="462" y="4649"/>
                    <a:pt x="314" y="5031"/>
                    <a:pt x="201" y="5398"/>
                  </a:cubicBezTo>
                  <a:cubicBezTo>
                    <a:pt x="86" y="5775"/>
                    <a:pt x="1" y="6157"/>
                    <a:pt x="22" y="6555"/>
                  </a:cubicBezTo>
                  <a:cubicBezTo>
                    <a:pt x="42" y="6937"/>
                    <a:pt x="142" y="7314"/>
                    <a:pt x="269" y="7674"/>
                  </a:cubicBezTo>
                  <a:cubicBezTo>
                    <a:pt x="497" y="8324"/>
                    <a:pt x="750" y="9046"/>
                    <a:pt x="1227" y="9559"/>
                  </a:cubicBezTo>
                  <a:cubicBezTo>
                    <a:pt x="1484" y="9833"/>
                    <a:pt x="1838" y="9968"/>
                    <a:pt x="2115" y="10215"/>
                  </a:cubicBezTo>
                  <a:cubicBezTo>
                    <a:pt x="2414" y="10482"/>
                    <a:pt x="2719" y="10729"/>
                    <a:pt x="3061" y="10940"/>
                  </a:cubicBezTo>
                  <a:cubicBezTo>
                    <a:pt x="3397" y="11148"/>
                    <a:pt x="3750" y="11325"/>
                    <a:pt x="4106" y="11497"/>
                  </a:cubicBezTo>
                  <a:cubicBezTo>
                    <a:pt x="4467" y="11670"/>
                    <a:pt x="4832" y="11860"/>
                    <a:pt x="5222" y="11956"/>
                  </a:cubicBezTo>
                  <a:cubicBezTo>
                    <a:pt x="5370" y="11993"/>
                    <a:pt x="5520" y="12006"/>
                    <a:pt x="5672" y="12006"/>
                  </a:cubicBezTo>
                  <a:cubicBezTo>
                    <a:pt x="6099" y="12006"/>
                    <a:pt x="6540" y="11901"/>
                    <a:pt x="6973" y="11901"/>
                  </a:cubicBezTo>
                  <a:cubicBezTo>
                    <a:pt x="6988" y="11901"/>
                    <a:pt x="7002" y="11901"/>
                    <a:pt x="7017" y="11901"/>
                  </a:cubicBezTo>
                  <a:cubicBezTo>
                    <a:pt x="7379" y="11907"/>
                    <a:pt x="7679" y="11930"/>
                    <a:pt x="7975" y="11930"/>
                  </a:cubicBezTo>
                  <a:cubicBezTo>
                    <a:pt x="8316" y="11930"/>
                    <a:pt x="8653" y="11899"/>
                    <a:pt x="9074" y="11776"/>
                  </a:cubicBezTo>
                  <a:cubicBezTo>
                    <a:pt x="9912" y="11533"/>
                    <a:pt x="11066" y="11124"/>
                    <a:pt x="11602" y="10390"/>
                  </a:cubicBezTo>
                  <a:cubicBezTo>
                    <a:pt x="11701" y="10256"/>
                    <a:pt x="11793" y="10117"/>
                    <a:pt x="11883" y="9977"/>
                  </a:cubicBezTo>
                  <a:lnTo>
                    <a:pt x="11883" y="9977"/>
                  </a:lnTo>
                  <a:cubicBezTo>
                    <a:pt x="11047" y="10437"/>
                    <a:pt x="10086" y="10617"/>
                    <a:pt x="9144" y="10786"/>
                  </a:cubicBezTo>
                  <a:cubicBezTo>
                    <a:pt x="8290" y="10939"/>
                    <a:pt x="7423" y="11092"/>
                    <a:pt x="6560" y="11092"/>
                  </a:cubicBezTo>
                  <a:cubicBezTo>
                    <a:pt x="6237" y="11092"/>
                    <a:pt x="5916" y="11070"/>
                    <a:pt x="5596" y="11020"/>
                  </a:cubicBezTo>
                  <a:cubicBezTo>
                    <a:pt x="5126" y="10944"/>
                    <a:pt x="4632" y="10784"/>
                    <a:pt x="4349" y="10402"/>
                  </a:cubicBezTo>
                  <a:cubicBezTo>
                    <a:pt x="4251" y="10269"/>
                    <a:pt x="4182" y="10114"/>
                    <a:pt x="4064" y="10000"/>
                  </a:cubicBezTo>
                  <a:cubicBezTo>
                    <a:pt x="3904" y="9845"/>
                    <a:pt x="3678" y="9785"/>
                    <a:pt x="3471" y="9702"/>
                  </a:cubicBezTo>
                  <a:cubicBezTo>
                    <a:pt x="2704" y="9395"/>
                    <a:pt x="2110" y="8691"/>
                    <a:pt x="1936" y="7883"/>
                  </a:cubicBezTo>
                  <a:cubicBezTo>
                    <a:pt x="1879" y="7618"/>
                    <a:pt x="1865" y="7343"/>
                    <a:pt x="1780" y="7085"/>
                  </a:cubicBezTo>
                  <a:cubicBezTo>
                    <a:pt x="1661" y="6723"/>
                    <a:pt x="1411" y="6418"/>
                    <a:pt x="1271" y="6063"/>
                  </a:cubicBezTo>
                  <a:cubicBezTo>
                    <a:pt x="1032" y="5450"/>
                    <a:pt x="1148" y="4759"/>
                    <a:pt x="1320" y="4123"/>
                  </a:cubicBezTo>
                  <a:cubicBezTo>
                    <a:pt x="1719" y="2635"/>
                    <a:pt x="2413" y="1230"/>
                    <a:pt x="334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94;p49">
              <a:extLst>
                <a:ext uri="{FF2B5EF4-FFF2-40B4-BE49-F238E27FC236}">
                  <a16:creationId xmlns:a16="http://schemas.microsoft.com/office/drawing/2014/main" id="{78910443-EBF5-8ED2-9926-BD8D5538B38A}"/>
                </a:ext>
              </a:extLst>
            </p:cNvPr>
            <p:cNvSpPr/>
            <p:nvPr/>
          </p:nvSpPr>
          <p:spPr>
            <a:xfrm>
              <a:off x="4901505" y="1022589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1" y="0"/>
                    <a:pt x="1431" y="22"/>
                    <a:pt x="1346" y="57"/>
                  </a:cubicBezTo>
                  <a:cubicBezTo>
                    <a:pt x="1112" y="139"/>
                    <a:pt x="889" y="309"/>
                    <a:pt x="718" y="459"/>
                  </a:cubicBezTo>
                  <a:cubicBezTo>
                    <a:pt x="494" y="653"/>
                    <a:pt x="301" y="903"/>
                    <a:pt x="171" y="1169"/>
                  </a:cubicBezTo>
                  <a:cubicBezTo>
                    <a:pt x="62" y="1394"/>
                    <a:pt x="1" y="1634"/>
                    <a:pt x="48" y="1884"/>
                  </a:cubicBezTo>
                  <a:cubicBezTo>
                    <a:pt x="96" y="2135"/>
                    <a:pt x="253" y="2364"/>
                    <a:pt x="486" y="2478"/>
                  </a:cubicBezTo>
                  <a:cubicBezTo>
                    <a:pt x="597" y="2532"/>
                    <a:pt x="706" y="2555"/>
                    <a:pt x="813" y="2555"/>
                  </a:cubicBezTo>
                  <a:cubicBezTo>
                    <a:pt x="1150" y="2555"/>
                    <a:pt x="1461" y="2323"/>
                    <a:pt x="1690" y="2071"/>
                  </a:cubicBezTo>
                  <a:cubicBezTo>
                    <a:pt x="1916" y="1823"/>
                    <a:pt x="2087" y="1533"/>
                    <a:pt x="2200" y="1218"/>
                  </a:cubicBezTo>
                  <a:cubicBezTo>
                    <a:pt x="2282" y="991"/>
                    <a:pt x="2336" y="769"/>
                    <a:pt x="2273" y="526"/>
                  </a:cubicBezTo>
                  <a:cubicBezTo>
                    <a:pt x="2206" y="268"/>
                    <a:pt x="1994" y="69"/>
                    <a:pt x="1734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95;p49">
              <a:extLst>
                <a:ext uri="{FF2B5EF4-FFF2-40B4-BE49-F238E27FC236}">
                  <a16:creationId xmlns:a16="http://schemas.microsoft.com/office/drawing/2014/main" id="{158FA157-95EA-C410-A13E-F69B2ED40B28}"/>
                </a:ext>
              </a:extLst>
            </p:cNvPr>
            <p:cNvSpPr/>
            <p:nvPr/>
          </p:nvSpPr>
          <p:spPr>
            <a:xfrm>
              <a:off x="4956831" y="1136487"/>
              <a:ext cx="61318" cy="62441"/>
            </a:xfrm>
            <a:custGeom>
              <a:avLst/>
              <a:gdLst/>
              <a:ahLst/>
              <a:cxnLst/>
              <a:rect l="l" t="t" r="r" b="b"/>
              <a:pathLst>
                <a:path w="1965" h="2001" extrusionOk="0">
                  <a:moveTo>
                    <a:pt x="1286" y="1"/>
                  </a:moveTo>
                  <a:cubicBezTo>
                    <a:pt x="1223" y="1"/>
                    <a:pt x="1160" y="9"/>
                    <a:pt x="1098" y="26"/>
                  </a:cubicBezTo>
                  <a:cubicBezTo>
                    <a:pt x="1027" y="46"/>
                    <a:pt x="960" y="81"/>
                    <a:pt x="895" y="121"/>
                  </a:cubicBezTo>
                  <a:cubicBezTo>
                    <a:pt x="888" y="123"/>
                    <a:pt x="882" y="124"/>
                    <a:pt x="876" y="127"/>
                  </a:cubicBezTo>
                  <a:cubicBezTo>
                    <a:pt x="767" y="168"/>
                    <a:pt x="661" y="216"/>
                    <a:pt x="570" y="289"/>
                  </a:cubicBezTo>
                  <a:cubicBezTo>
                    <a:pt x="481" y="361"/>
                    <a:pt x="389" y="435"/>
                    <a:pt x="316" y="523"/>
                  </a:cubicBezTo>
                  <a:cubicBezTo>
                    <a:pt x="135" y="739"/>
                    <a:pt x="1" y="1005"/>
                    <a:pt x="1" y="1293"/>
                  </a:cubicBezTo>
                  <a:cubicBezTo>
                    <a:pt x="2" y="1483"/>
                    <a:pt x="97" y="1687"/>
                    <a:pt x="244" y="1810"/>
                  </a:cubicBezTo>
                  <a:cubicBezTo>
                    <a:pt x="397" y="1937"/>
                    <a:pt x="582" y="2000"/>
                    <a:pt x="780" y="2000"/>
                  </a:cubicBezTo>
                  <a:cubicBezTo>
                    <a:pt x="783" y="2000"/>
                    <a:pt x="787" y="2000"/>
                    <a:pt x="790" y="2000"/>
                  </a:cubicBezTo>
                  <a:cubicBezTo>
                    <a:pt x="946" y="1998"/>
                    <a:pt x="1106" y="1933"/>
                    <a:pt x="1236" y="1851"/>
                  </a:cubicBezTo>
                  <a:cubicBezTo>
                    <a:pt x="1340" y="1785"/>
                    <a:pt x="1436" y="1696"/>
                    <a:pt x="1528" y="1616"/>
                  </a:cubicBezTo>
                  <a:cubicBezTo>
                    <a:pt x="1593" y="1561"/>
                    <a:pt x="1654" y="1502"/>
                    <a:pt x="1706" y="1434"/>
                  </a:cubicBezTo>
                  <a:cubicBezTo>
                    <a:pt x="1813" y="1294"/>
                    <a:pt x="1873" y="1181"/>
                    <a:pt x="1927" y="1013"/>
                  </a:cubicBezTo>
                  <a:cubicBezTo>
                    <a:pt x="1945" y="956"/>
                    <a:pt x="1950" y="899"/>
                    <a:pt x="1955" y="839"/>
                  </a:cubicBezTo>
                  <a:cubicBezTo>
                    <a:pt x="1959" y="776"/>
                    <a:pt x="1964" y="718"/>
                    <a:pt x="1954" y="656"/>
                  </a:cubicBezTo>
                  <a:cubicBezTo>
                    <a:pt x="1923" y="470"/>
                    <a:pt x="1860" y="301"/>
                    <a:pt x="1718" y="168"/>
                  </a:cubicBezTo>
                  <a:cubicBezTo>
                    <a:pt x="1598" y="55"/>
                    <a:pt x="1444" y="1"/>
                    <a:pt x="128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96;p49">
              <a:extLst>
                <a:ext uri="{FF2B5EF4-FFF2-40B4-BE49-F238E27FC236}">
                  <a16:creationId xmlns:a16="http://schemas.microsoft.com/office/drawing/2014/main" id="{5746CEB1-CE64-66A9-B13A-69F167BE7B55}"/>
                </a:ext>
              </a:extLst>
            </p:cNvPr>
            <p:cNvSpPr/>
            <p:nvPr/>
          </p:nvSpPr>
          <p:spPr>
            <a:xfrm>
              <a:off x="5046639" y="1270138"/>
              <a:ext cx="45310" cy="40161"/>
            </a:xfrm>
            <a:custGeom>
              <a:avLst/>
              <a:gdLst/>
              <a:ahLst/>
              <a:cxnLst/>
              <a:rect l="l" t="t" r="r" b="b"/>
              <a:pathLst>
                <a:path w="1452" h="1287" extrusionOk="0">
                  <a:moveTo>
                    <a:pt x="946" y="1"/>
                  </a:moveTo>
                  <a:cubicBezTo>
                    <a:pt x="919" y="1"/>
                    <a:pt x="892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1"/>
                  </a:cubicBezTo>
                  <a:cubicBezTo>
                    <a:pt x="648" y="24"/>
                    <a:pt x="636" y="27"/>
                    <a:pt x="625" y="30"/>
                  </a:cubicBezTo>
                  <a:cubicBezTo>
                    <a:pt x="549" y="52"/>
                    <a:pt x="476" y="88"/>
                    <a:pt x="409" y="127"/>
                  </a:cubicBezTo>
                  <a:cubicBezTo>
                    <a:pt x="341" y="165"/>
                    <a:pt x="279" y="220"/>
                    <a:pt x="224" y="273"/>
                  </a:cubicBezTo>
                  <a:cubicBezTo>
                    <a:pt x="167" y="326"/>
                    <a:pt x="120" y="396"/>
                    <a:pt x="81" y="461"/>
                  </a:cubicBezTo>
                  <a:cubicBezTo>
                    <a:pt x="53" y="508"/>
                    <a:pt x="38" y="563"/>
                    <a:pt x="22" y="613"/>
                  </a:cubicBezTo>
                  <a:cubicBezTo>
                    <a:pt x="4" y="667"/>
                    <a:pt x="3" y="724"/>
                    <a:pt x="1" y="780"/>
                  </a:cubicBezTo>
                  <a:cubicBezTo>
                    <a:pt x="1" y="789"/>
                    <a:pt x="1" y="798"/>
                    <a:pt x="2" y="809"/>
                  </a:cubicBezTo>
                  <a:cubicBezTo>
                    <a:pt x="5" y="847"/>
                    <a:pt x="14" y="897"/>
                    <a:pt x="26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8" y="1248"/>
                    <a:pt x="400" y="1286"/>
                    <a:pt x="536" y="1286"/>
                  </a:cubicBezTo>
                  <a:cubicBezTo>
                    <a:pt x="634" y="1286"/>
                    <a:pt x="735" y="1266"/>
                    <a:pt x="828" y="1235"/>
                  </a:cubicBezTo>
                  <a:cubicBezTo>
                    <a:pt x="989" y="1182"/>
                    <a:pt x="1128" y="1094"/>
                    <a:pt x="1254" y="980"/>
                  </a:cubicBezTo>
                  <a:cubicBezTo>
                    <a:pt x="1272" y="963"/>
                    <a:pt x="1287" y="944"/>
                    <a:pt x="1302" y="925"/>
                  </a:cubicBezTo>
                  <a:cubicBezTo>
                    <a:pt x="1336" y="879"/>
                    <a:pt x="1373" y="833"/>
                    <a:pt x="1394" y="780"/>
                  </a:cubicBezTo>
                  <a:cubicBezTo>
                    <a:pt x="1414" y="729"/>
                    <a:pt x="1437" y="679"/>
                    <a:pt x="1442" y="625"/>
                  </a:cubicBezTo>
                  <a:cubicBezTo>
                    <a:pt x="1452" y="527"/>
                    <a:pt x="1452" y="464"/>
                    <a:pt x="1428" y="367"/>
                  </a:cubicBezTo>
                  <a:cubicBezTo>
                    <a:pt x="1415" y="319"/>
                    <a:pt x="1391" y="270"/>
                    <a:pt x="1365" y="227"/>
                  </a:cubicBezTo>
                  <a:cubicBezTo>
                    <a:pt x="1322" y="157"/>
                    <a:pt x="1255" y="98"/>
                    <a:pt x="1183" y="60"/>
                  </a:cubicBezTo>
                  <a:cubicBezTo>
                    <a:pt x="1107" y="18"/>
                    <a:pt x="1027" y="1"/>
                    <a:pt x="946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97;p49">
              <a:extLst>
                <a:ext uri="{FF2B5EF4-FFF2-40B4-BE49-F238E27FC236}">
                  <a16:creationId xmlns:a16="http://schemas.microsoft.com/office/drawing/2014/main" id="{C7DD025E-16FE-07A8-010E-D7F5A1969A51}"/>
                </a:ext>
              </a:extLst>
            </p:cNvPr>
            <p:cNvSpPr/>
            <p:nvPr/>
          </p:nvSpPr>
          <p:spPr>
            <a:xfrm>
              <a:off x="5044673" y="1176430"/>
              <a:ext cx="51051" cy="45840"/>
            </a:xfrm>
            <a:custGeom>
              <a:avLst/>
              <a:gdLst/>
              <a:ahLst/>
              <a:cxnLst/>
              <a:rect l="l" t="t" r="r" b="b"/>
              <a:pathLst>
                <a:path w="1636" h="1469" extrusionOk="0">
                  <a:moveTo>
                    <a:pt x="914" y="0"/>
                  </a:moveTo>
                  <a:cubicBezTo>
                    <a:pt x="852" y="2"/>
                    <a:pt x="797" y="16"/>
                    <a:pt x="719" y="31"/>
                  </a:cubicBezTo>
                  <a:cubicBezTo>
                    <a:pt x="668" y="40"/>
                    <a:pt x="615" y="46"/>
                    <a:pt x="565" y="64"/>
                  </a:cubicBezTo>
                  <a:cubicBezTo>
                    <a:pt x="525" y="78"/>
                    <a:pt x="487" y="98"/>
                    <a:pt x="448" y="115"/>
                  </a:cubicBezTo>
                  <a:cubicBezTo>
                    <a:pt x="411" y="133"/>
                    <a:pt x="370" y="150"/>
                    <a:pt x="336" y="174"/>
                  </a:cubicBezTo>
                  <a:cubicBezTo>
                    <a:pt x="228" y="252"/>
                    <a:pt x="126" y="349"/>
                    <a:pt x="73" y="474"/>
                  </a:cubicBezTo>
                  <a:cubicBezTo>
                    <a:pt x="17" y="611"/>
                    <a:pt x="4" y="662"/>
                    <a:pt x="1" y="809"/>
                  </a:cubicBezTo>
                  <a:cubicBezTo>
                    <a:pt x="0" y="873"/>
                    <a:pt x="12" y="941"/>
                    <a:pt x="33" y="1000"/>
                  </a:cubicBezTo>
                  <a:cubicBezTo>
                    <a:pt x="93" y="1167"/>
                    <a:pt x="202" y="1303"/>
                    <a:pt x="361" y="1389"/>
                  </a:cubicBezTo>
                  <a:cubicBezTo>
                    <a:pt x="468" y="1446"/>
                    <a:pt x="585" y="1468"/>
                    <a:pt x="703" y="1468"/>
                  </a:cubicBezTo>
                  <a:cubicBezTo>
                    <a:pt x="803" y="1468"/>
                    <a:pt x="904" y="1452"/>
                    <a:pt x="1000" y="1427"/>
                  </a:cubicBezTo>
                  <a:cubicBezTo>
                    <a:pt x="1020" y="1421"/>
                    <a:pt x="1038" y="1411"/>
                    <a:pt x="1057" y="1403"/>
                  </a:cubicBezTo>
                  <a:cubicBezTo>
                    <a:pt x="1115" y="1376"/>
                    <a:pt x="1172" y="1350"/>
                    <a:pt x="1228" y="1320"/>
                  </a:cubicBezTo>
                  <a:cubicBezTo>
                    <a:pt x="1300" y="1280"/>
                    <a:pt x="1367" y="1223"/>
                    <a:pt x="1425" y="1164"/>
                  </a:cubicBezTo>
                  <a:cubicBezTo>
                    <a:pt x="1528" y="1059"/>
                    <a:pt x="1599" y="909"/>
                    <a:pt x="1619" y="762"/>
                  </a:cubicBezTo>
                  <a:cubicBezTo>
                    <a:pt x="1633" y="654"/>
                    <a:pt x="1636" y="552"/>
                    <a:pt x="1597" y="446"/>
                  </a:cubicBezTo>
                  <a:cubicBezTo>
                    <a:pt x="1581" y="397"/>
                    <a:pt x="1559" y="347"/>
                    <a:pt x="1528" y="304"/>
                  </a:cubicBezTo>
                  <a:cubicBezTo>
                    <a:pt x="1467" y="216"/>
                    <a:pt x="1415" y="174"/>
                    <a:pt x="1326" y="117"/>
                  </a:cubicBezTo>
                  <a:cubicBezTo>
                    <a:pt x="1316" y="111"/>
                    <a:pt x="1304" y="107"/>
                    <a:pt x="1294" y="103"/>
                  </a:cubicBezTo>
                  <a:cubicBezTo>
                    <a:pt x="1163" y="81"/>
                    <a:pt x="1035" y="47"/>
                    <a:pt x="91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98;p49">
              <a:extLst>
                <a:ext uri="{FF2B5EF4-FFF2-40B4-BE49-F238E27FC236}">
                  <a16:creationId xmlns:a16="http://schemas.microsoft.com/office/drawing/2014/main" id="{30E8B13F-DD6C-1D23-55AE-7F8F658C9B4D}"/>
                </a:ext>
              </a:extLst>
            </p:cNvPr>
            <p:cNvSpPr/>
            <p:nvPr/>
          </p:nvSpPr>
          <p:spPr>
            <a:xfrm>
              <a:off x="5128615" y="1221084"/>
              <a:ext cx="44748" cy="52580"/>
            </a:xfrm>
            <a:custGeom>
              <a:avLst/>
              <a:gdLst/>
              <a:ahLst/>
              <a:cxnLst/>
              <a:rect l="l" t="t" r="r" b="b"/>
              <a:pathLst>
                <a:path w="1434" h="1685" extrusionOk="0">
                  <a:moveTo>
                    <a:pt x="776" y="1"/>
                  </a:moveTo>
                  <a:cubicBezTo>
                    <a:pt x="708" y="1"/>
                    <a:pt x="642" y="12"/>
                    <a:pt x="576" y="33"/>
                  </a:cubicBezTo>
                  <a:cubicBezTo>
                    <a:pt x="573" y="34"/>
                    <a:pt x="571" y="35"/>
                    <a:pt x="569" y="35"/>
                  </a:cubicBezTo>
                  <a:cubicBezTo>
                    <a:pt x="519" y="60"/>
                    <a:pt x="469" y="84"/>
                    <a:pt x="420" y="108"/>
                  </a:cubicBezTo>
                  <a:cubicBezTo>
                    <a:pt x="414" y="111"/>
                    <a:pt x="409" y="115"/>
                    <a:pt x="404" y="119"/>
                  </a:cubicBezTo>
                  <a:cubicBezTo>
                    <a:pt x="354" y="158"/>
                    <a:pt x="301" y="199"/>
                    <a:pt x="256" y="243"/>
                  </a:cubicBezTo>
                  <a:cubicBezTo>
                    <a:pt x="204" y="294"/>
                    <a:pt x="160" y="365"/>
                    <a:pt x="126" y="433"/>
                  </a:cubicBezTo>
                  <a:cubicBezTo>
                    <a:pt x="91" y="504"/>
                    <a:pt x="68" y="582"/>
                    <a:pt x="43" y="655"/>
                  </a:cubicBezTo>
                  <a:cubicBezTo>
                    <a:pt x="34" y="678"/>
                    <a:pt x="28" y="701"/>
                    <a:pt x="23" y="725"/>
                  </a:cubicBezTo>
                  <a:cubicBezTo>
                    <a:pt x="16" y="763"/>
                    <a:pt x="15" y="801"/>
                    <a:pt x="11" y="840"/>
                  </a:cubicBezTo>
                  <a:cubicBezTo>
                    <a:pt x="7" y="893"/>
                    <a:pt x="1" y="917"/>
                    <a:pt x="8" y="959"/>
                  </a:cubicBezTo>
                  <a:cubicBezTo>
                    <a:pt x="21" y="1031"/>
                    <a:pt x="30" y="1107"/>
                    <a:pt x="53" y="1177"/>
                  </a:cubicBezTo>
                  <a:cubicBezTo>
                    <a:pt x="56" y="1188"/>
                    <a:pt x="61" y="1197"/>
                    <a:pt x="64" y="1207"/>
                  </a:cubicBezTo>
                  <a:cubicBezTo>
                    <a:pt x="87" y="1262"/>
                    <a:pt x="113" y="1321"/>
                    <a:pt x="142" y="1372"/>
                  </a:cubicBezTo>
                  <a:cubicBezTo>
                    <a:pt x="145" y="1376"/>
                    <a:pt x="148" y="1380"/>
                    <a:pt x="151" y="1385"/>
                  </a:cubicBezTo>
                  <a:lnTo>
                    <a:pt x="250" y="1503"/>
                  </a:lnTo>
                  <a:cubicBezTo>
                    <a:pt x="251" y="1504"/>
                    <a:pt x="253" y="1506"/>
                    <a:pt x="254" y="1508"/>
                  </a:cubicBezTo>
                  <a:cubicBezTo>
                    <a:pt x="262" y="1516"/>
                    <a:pt x="270" y="1524"/>
                    <a:pt x="278" y="1531"/>
                  </a:cubicBezTo>
                  <a:cubicBezTo>
                    <a:pt x="356" y="1601"/>
                    <a:pt x="446" y="1647"/>
                    <a:pt x="547" y="1669"/>
                  </a:cubicBezTo>
                  <a:cubicBezTo>
                    <a:pt x="586" y="1679"/>
                    <a:pt x="623" y="1684"/>
                    <a:pt x="661" y="1684"/>
                  </a:cubicBezTo>
                  <a:cubicBezTo>
                    <a:pt x="699" y="1684"/>
                    <a:pt x="737" y="1679"/>
                    <a:pt x="775" y="1668"/>
                  </a:cubicBezTo>
                  <a:cubicBezTo>
                    <a:pt x="850" y="1660"/>
                    <a:pt x="919" y="1635"/>
                    <a:pt x="982" y="1591"/>
                  </a:cubicBezTo>
                  <a:cubicBezTo>
                    <a:pt x="1067" y="1535"/>
                    <a:pt x="1133" y="1462"/>
                    <a:pt x="1181" y="1372"/>
                  </a:cubicBezTo>
                  <a:cubicBezTo>
                    <a:pt x="1191" y="1349"/>
                    <a:pt x="1201" y="1326"/>
                    <a:pt x="1211" y="1303"/>
                  </a:cubicBezTo>
                  <a:cubicBezTo>
                    <a:pt x="1221" y="1287"/>
                    <a:pt x="1233" y="1273"/>
                    <a:pt x="1243" y="1257"/>
                  </a:cubicBezTo>
                  <a:cubicBezTo>
                    <a:pt x="1256" y="1239"/>
                    <a:pt x="1266" y="1220"/>
                    <a:pt x="1277" y="1200"/>
                  </a:cubicBezTo>
                  <a:cubicBezTo>
                    <a:pt x="1286" y="1182"/>
                    <a:pt x="1295" y="1163"/>
                    <a:pt x="1302" y="1144"/>
                  </a:cubicBezTo>
                  <a:cubicBezTo>
                    <a:pt x="1325" y="1082"/>
                    <a:pt x="1350" y="1020"/>
                    <a:pt x="1367" y="957"/>
                  </a:cubicBezTo>
                  <a:cubicBezTo>
                    <a:pt x="1375" y="926"/>
                    <a:pt x="1378" y="895"/>
                    <a:pt x="1383" y="862"/>
                  </a:cubicBezTo>
                  <a:cubicBezTo>
                    <a:pt x="1392" y="837"/>
                    <a:pt x="1400" y="811"/>
                    <a:pt x="1410" y="784"/>
                  </a:cubicBezTo>
                  <a:cubicBezTo>
                    <a:pt x="1434" y="670"/>
                    <a:pt x="1429" y="558"/>
                    <a:pt x="1392" y="447"/>
                  </a:cubicBezTo>
                  <a:cubicBezTo>
                    <a:pt x="1356" y="339"/>
                    <a:pt x="1297" y="247"/>
                    <a:pt x="1214" y="170"/>
                  </a:cubicBezTo>
                  <a:cubicBezTo>
                    <a:pt x="1128" y="92"/>
                    <a:pt x="1028" y="41"/>
                    <a:pt x="914" y="16"/>
                  </a:cubicBezTo>
                  <a:cubicBezTo>
                    <a:pt x="867" y="6"/>
                    <a:pt x="821" y="1"/>
                    <a:pt x="77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99;p49">
              <a:extLst>
                <a:ext uri="{FF2B5EF4-FFF2-40B4-BE49-F238E27FC236}">
                  <a16:creationId xmlns:a16="http://schemas.microsoft.com/office/drawing/2014/main" id="{80BC61A5-0555-DDE9-0156-3E84727250A0}"/>
                </a:ext>
              </a:extLst>
            </p:cNvPr>
            <p:cNvSpPr/>
            <p:nvPr/>
          </p:nvSpPr>
          <p:spPr>
            <a:xfrm>
              <a:off x="5188528" y="1179363"/>
              <a:ext cx="12513" cy="7021"/>
            </a:xfrm>
            <a:custGeom>
              <a:avLst/>
              <a:gdLst/>
              <a:ahLst/>
              <a:cxnLst/>
              <a:rect l="l" t="t" r="r" b="b"/>
              <a:pathLst>
                <a:path w="401" h="225" extrusionOk="0">
                  <a:moveTo>
                    <a:pt x="400" y="0"/>
                  </a:moveTo>
                  <a:lnTo>
                    <a:pt x="0" y="125"/>
                  </a:lnTo>
                  <a:cubicBezTo>
                    <a:pt x="49" y="194"/>
                    <a:pt x="112" y="225"/>
                    <a:pt x="174" y="225"/>
                  </a:cubicBezTo>
                  <a:cubicBezTo>
                    <a:pt x="279" y="225"/>
                    <a:pt x="380" y="136"/>
                    <a:pt x="40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00;p49">
              <a:extLst>
                <a:ext uri="{FF2B5EF4-FFF2-40B4-BE49-F238E27FC236}">
                  <a16:creationId xmlns:a16="http://schemas.microsoft.com/office/drawing/2014/main" id="{D8353B7B-C4CE-E02E-65D9-C907D4E98A05}"/>
                </a:ext>
              </a:extLst>
            </p:cNvPr>
            <p:cNvSpPr/>
            <p:nvPr/>
          </p:nvSpPr>
          <p:spPr>
            <a:xfrm>
              <a:off x="4908089" y="1016878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0" y="0"/>
                    <a:pt x="1431" y="22"/>
                    <a:pt x="1345" y="58"/>
                  </a:cubicBezTo>
                  <a:cubicBezTo>
                    <a:pt x="1112" y="139"/>
                    <a:pt x="889" y="309"/>
                    <a:pt x="717" y="459"/>
                  </a:cubicBezTo>
                  <a:cubicBezTo>
                    <a:pt x="493" y="654"/>
                    <a:pt x="301" y="903"/>
                    <a:pt x="171" y="1169"/>
                  </a:cubicBezTo>
                  <a:cubicBezTo>
                    <a:pt x="61" y="1394"/>
                    <a:pt x="0" y="1634"/>
                    <a:pt x="47" y="1883"/>
                  </a:cubicBezTo>
                  <a:cubicBezTo>
                    <a:pt x="95" y="2135"/>
                    <a:pt x="252" y="2364"/>
                    <a:pt x="486" y="2478"/>
                  </a:cubicBezTo>
                  <a:cubicBezTo>
                    <a:pt x="596" y="2532"/>
                    <a:pt x="706" y="2555"/>
                    <a:pt x="813" y="2555"/>
                  </a:cubicBezTo>
                  <a:cubicBezTo>
                    <a:pt x="1149" y="2555"/>
                    <a:pt x="1460" y="2323"/>
                    <a:pt x="1689" y="2071"/>
                  </a:cubicBezTo>
                  <a:cubicBezTo>
                    <a:pt x="1916" y="1823"/>
                    <a:pt x="2086" y="1533"/>
                    <a:pt x="2200" y="1218"/>
                  </a:cubicBezTo>
                  <a:cubicBezTo>
                    <a:pt x="2282" y="991"/>
                    <a:pt x="2335" y="769"/>
                    <a:pt x="2272" y="527"/>
                  </a:cubicBezTo>
                  <a:cubicBezTo>
                    <a:pt x="2205" y="267"/>
                    <a:pt x="1993" y="69"/>
                    <a:pt x="1733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01;p49">
              <a:extLst>
                <a:ext uri="{FF2B5EF4-FFF2-40B4-BE49-F238E27FC236}">
                  <a16:creationId xmlns:a16="http://schemas.microsoft.com/office/drawing/2014/main" id="{58DBA59F-1B5B-E73D-C29B-7189A6B8DDD1}"/>
                </a:ext>
              </a:extLst>
            </p:cNvPr>
            <p:cNvSpPr/>
            <p:nvPr/>
          </p:nvSpPr>
          <p:spPr>
            <a:xfrm>
              <a:off x="4855041" y="1125004"/>
              <a:ext cx="35730" cy="45809"/>
            </a:xfrm>
            <a:custGeom>
              <a:avLst/>
              <a:gdLst/>
              <a:ahLst/>
              <a:cxnLst/>
              <a:rect l="l" t="t" r="r" b="b"/>
              <a:pathLst>
                <a:path w="1145" h="1468" extrusionOk="0">
                  <a:moveTo>
                    <a:pt x="513" y="1"/>
                  </a:moveTo>
                  <a:cubicBezTo>
                    <a:pt x="503" y="1"/>
                    <a:pt x="492" y="1"/>
                    <a:pt x="482" y="2"/>
                  </a:cubicBezTo>
                  <a:cubicBezTo>
                    <a:pt x="334" y="14"/>
                    <a:pt x="200" y="96"/>
                    <a:pt x="131" y="229"/>
                  </a:cubicBezTo>
                  <a:cubicBezTo>
                    <a:pt x="97" y="297"/>
                    <a:pt x="81" y="376"/>
                    <a:pt x="72" y="452"/>
                  </a:cubicBezTo>
                  <a:cubicBezTo>
                    <a:pt x="58" y="499"/>
                    <a:pt x="45" y="547"/>
                    <a:pt x="34" y="595"/>
                  </a:cubicBezTo>
                  <a:cubicBezTo>
                    <a:pt x="3" y="741"/>
                    <a:pt x="1" y="886"/>
                    <a:pt x="39" y="1030"/>
                  </a:cubicBezTo>
                  <a:cubicBezTo>
                    <a:pt x="82" y="1188"/>
                    <a:pt x="195" y="1316"/>
                    <a:pt x="334" y="1397"/>
                  </a:cubicBezTo>
                  <a:cubicBezTo>
                    <a:pt x="373" y="1419"/>
                    <a:pt x="418" y="1433"/>
                    <a:pt x="459" y="1446"/>
                  </a:cubicBezTo>
                  <a:cubicBezTo>
                    <a:pt x="478" y="1452"/>
                    <a:pt x="497" y="1457"/>
                    <a:pt x="517" y="1460"/>
                  </a:cubicBezTo>
                  <a:cubicBezTo>
                    <a:pt x="547" y="1463"/>
                    <a:pt x="581" y="1468"/>
                    <a:pt x="615" y="1468"/>
                  </a:cubicBezTo>
                  <a:cubicBezTo>
                    <a:pt x="630" y="1468"/>
                    <a:pt x="644" y="1467"/>
                    <a:pt x="658" y="1465"/>
                  </a:cubicBezTo>
                  <a:cubicBezTo>
                    <a:pt x="738" y="1454"/>
                    <a:pt x="790" y="1437"/>
                    <a:pt x="864" y="1399"/>
                  </a:cubicBezTo>
                  <a:cubicBezTo>
                    <a:pt x="1001" y="1328"/>
                    <a:pt x="1099" y="1173"/>
                    <a:pt x="1123" y="1021"/>
                  </a:cubicBezTo>
                  <a:cubicBezTo>
                    <a:pt x="1144" y="882"/>
                    <a:pt x="1130" y="749"/>
                    <a:pt x="1089" y="614"/>
                  </a:cubicBezTo>
                  <a:cubicBezTo>
                    <a:pt x="1074" y="567"/>
                    <a:pt x="1058" y="520"/>
                    <a:pt x="1039" y="474"/>
                  </a:cubicBezTo>
                  <a:cubicBezTo>
                    <a:pt x="1009" y="403"/>
                    <a:pt x="980" y="328"/>
                    <a:pt x="938" y="265"/>
                  </a:cubicBezTo>
                  <a:cubicBezTo>
                    <a:pt x="847" y="124"/>
                    <a:pt x="687" y="1"/>
                    <a:pt x="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02;p49">
              <a:extLst>
                <a:ext uri="{FF2B5EF4-FFF2-40B4-BE49-F238E27FC236}">
                  <a16:creationId xmlns:a16="http://schemas.microsoft.com/office/drawing/2014/main" id="{1DAD2333-0226-F951-F6D1-98EF7647CDA7}"/>
                </a:ext>
              </a:extLst>
            </p:cNvPr>
            <p:cNvSpPr/>
            <p:nvPr/>
          </p:nvSpPr>
          <p:spPr>
            <a:xfrm>
              <a:off x="4963416" y="1130808"/>
              <a:ext cx="61287" cy="62410"/>
            </a:xfrm>
            <a:custGeom>
              <a:avLst/>
              <a:gdLst/>
              <a:ahLst/>
              <a:cxnLst/>
              <a:rect l="l" t="t" r="r" b="b"/>
              <a:pathLst>
                <a:path w="1964" h="2000" extrusionOk="0">
                  <a:moveTo>
                    <a:pt x="1287" y="0"/>
                  </a:moveTo>
                  <a:cubicBezTo>
                    <a:pt x="1223" y="0"/>
                    <a:pt x="1159" y="9"/>
                    <a:pt x="1097" y="26"/>
                  </a:cubicBezTo>
                  <a:cubicBezTo>
                    <a:pt x="1026" y="45"/>
                    <a:pt x="959" y="81"/>
                    <a:pt x="894" y="119"/>
                  </a:cubicBezTo>
                  <a:cubicBezTo>
                    <a:pt x="888" y="121"/>
                    <a:pt x="881" y="124"/>
                    <a:pt x="875" y="126"/>
                  </a:cubicBezTo>
                  <a:cubicBezTo>
                    <a:pt x="766" y="166"/>
                    <a:pt x="661" y="216"/>
                    <a:pt x="570" y="289"/>
                  </a:cubicBezTo>
                  <a:cubicBezTo>
                    <a:pt x="481" y="360"/>
                    <a:pt x="388" y="434"/>
                    <a:pt x="315" y="522"/>
                  </a:cubicBezTo>
                  <a:cubicBezTo>
                    <a:pt x="135" y="739"/>
                    <a:pt x="0" y="1004"/>
                    <a:pt x="0" y="1292"/>
                  </a:cubicBezTo>
                  <a:cubicBezTo>
                    <a:pt x="1" y="1482"/>
                    <a:pt x="96" y="1686"/>
                    <a:pt x="243" y="1809"/>
                  </a:cubicBezTo>
                  <a:cubicBezTo>
                    <a:pt x="395" y="1936"/>
                    <a:pt x="578" y="1999"/>
                    <a:pt x="775" y="1999"/>
                  </a:cubicBezTo>
                  <a:cubicBezTo>
                    <a:pt x="780" y="1999"/>
                    <a:pt x="785" y="1999"/>
                    <a:pt x="789" y="1999"/>
                  </a:cubicBezTo>
                  <a:cubicBezTo>
                    <a:pt x="945" y="1997"/>
                    <a:pt x="1105" y="1932"/>
                    <a:pt x="1235" y="1849"/>
                  </a:cubicBezTo>
                  <a:cubicBezTo>
                    <a:pt x="1340" y="1783"/>
                    <a:pt x="1435" y="1695"/>
                    <a:pt x="1527" y="1615"/>
                  </a:cubicBezTo>
                  <a:cubicBezTo>
                    <a:pt x="1592" y="1560"/>
                    <a:pt x="1654" y="1501"/>
                    <a:pt x="1705" y="1433"/>
                  </a:cubicBezTo>
                  <a:cubicBezTo>
                    <a:pt x="1812" y="1294"/>
                    <a:pt x="1873" y="1180"/>
                    <a:pt x="1926" y="1012"/>
                  </a:cubicBezTo>
                  <a:cubicBezTo>
                    <a:pt x="1945" y="956"/>
                    <a:pt x="1949" y="898"/>
                    <a:pt x="1954" y="838"/>
                  </a:cubicBezTo>
                  <a:cubicBezTo>
                    <a:pt x="1958" y="776"/>
                    <a:pt x="1964" y="717"/>
                    <a:pt x="1953" y="655"/>
                  </a:cubicBezTo>
                  <a:cubicBezTo>
                    <a:pt x="1923" y="469"/>
                    <a:pt x="1859" y="299"/>
                    <a:pt x="1718" y="166"/>
                  </a:cubicBezTo>
                  <a:cubicBezTo>
                    <a:pt x="1598" y="55"/>
                    <a:pt x="1444" y="0"/>
                    <a:pt x="12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03;p49">
              <a:extLst>
                <a:ext uri="{FF2B5EF4-FFF2-40B4-BE49-F238E27FC236}">
                  <a16:creationId xmlns:a16="http://schemas.microsoft.com/office/drawing/2014/main" id="{EC716840-248D-06E3-1EE9-90C6AB7B6E74}"/>
                </a:ext>
              </a:extLst>
            </p:cNvPr>
            <p:cNvSpPr/>
            <p:nvPr/>
          </p:nvSpPr>
          <p:spPr>
            <a:xfrm>
              <a:off x="4933240" y="1250167"/>
              <a:ext cx="54172" cy="70867"/>
            </a:xfrm>
            <a:custGeom>
              <a:avLst/>
              <a:gdLst/>
              <a:ahLst/>
              <a:cxnLst/>
              <a:rect l="l" t="t" r="r" b="b"/>
              <a:pathLst>
                <a:path w="1736" h="2271" extrusionOk="0">
                  <a:moveTo>
                    <a:pt x="912" y="1"/>
                  </a:moveTo>
                  <a:cubicBezTo>
                    <a:pt x="788" y="1"/>
                    <a:pt x="663" y="34"/>
                    <a:pt x="563" y="106"/>
                  </a:cubicBezTo>
                  <a:cubicBezTo>
                    <a:pt x="444" y="193"/>
                    <a:pt x="352" y="280"/>
                    <a:pt x="276" y="410"/>
                  </a:cubicBezTo>
                  <a:cubicBezTo>
                    <a:pt x="261" y="437"/>
                    <a:pt x="245" y="465"/>
                    <a:pt x="230" y="492"/>
                  </a:cubicBezTo>
                  <a:cubicBezTo>
                    <a:pt x="169" y="611"/>
                    <a:pt x="126" y="732"/>
                    <a:pt x="82" y="858"/>
                  </a:cubicBezTo>
                  <a:cubicBezTo>
                    <a:pt x="0" y="1088"/>
                    <a:pt x="21" y="1309"/>
                    <a:pt x="69" y="1541"/>
                  </a:cubicBezTo>
                  <a:cubicBezTo>
                    <a:pt x="81" y="1597"/>
                    <a:pt x="97" y="1648"/>
                    <a:pt x="122" y="1699"/>
                  </a:cubicBezTo>
                  <a:cubicBezTo>
                    <a:pt x="155" y="1769"/>
                    <a:pt x="182" y="1839"/>
                    <a:pt x="231" y="1899"/>
                  </a:cubicBezTo>
                  <a:cubicBezTo>
                    <a:pt x="280" y="1959"/>
                    <a:pt x="331" y="2028"/>
                    <a:pt x="392" y="2077"/>
                  </a:cubicBezTo>
                  <a:cubicBezTo>
                    <a:pt x="526" y="2189"/>
                    <a:pt x="694" y="2271"/>
                    <a:pt x="872" y="2271"/>
                  </a:cubicBezTo>
                  <a:cubicBezTo>
                    <a:pt x="896" y="2271"/>
                    <a:pt x="920" y="2269"/>
                    <a:pt x="944" y="2266"/>
                  </a:cubicBezTo>
                  <a:cubicBezTo>
                    <a:pt x="1135" y="2242"/>
                    <a:pt x="1301" y="2164"/>
                    <a:pt x="1436" y="2024"/>
                  </a:cubicBezTo>
                  <a:cubicBezTo>
                    <a:pt x="1499" y="1958"/>
                    <a:pt x="1554" y="1877"/>
                    <a:pt x="1590" y="1792"/>
                  </a:cubicBezTo>
                  <a:cubicBezTo>
                    <a:pt x="1633" y="1689"/>
                    <a:pt x="1675" y="1572"/>
                    <a:pt x="1696" y="1460"/>
                  </a:cubicBezTo>
                  <a:cubicBezTo>
                    <a:pt x="1735" y="1239"/>
                    <a:pt x="1724" y="1037"/>
                    <a:pt x="1676" y="818"/>
                  </a:cubicBezTo>
                  <a:cubicBezTo>
                    <a:pt x="1656" y="727"/>
                    <a:pt x="1616" y="642"/>
                    <a:pt x="1568" y="561"/>
                  </a:cubicBezTo>
                  <a:cubicBezTo>
                    <a:pt x="1553" y="469"/>
                    <a:pt x="1526" y="382"/>
                    <a:pt x="1475" y="303"/>
                  </a:cubicBezTo>
                  <a:cubicBezTo>
                    <a:pt x="1411" y="206"/>
                    <a:pt x="1328" y="130"/>
                    <a:pt x="1226" y="76"/>
                  </a:cubicBezTo>
                  <a:cubicBezTo>
                    <a:pt x="1132" y="27"/>
                    <a:pt x="1022" y="1"/>
                    <a:pt x="9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04;p49">
              <a:extLst>
                <a:ext uri="{FF2B5EF4-FFF2-40B4-BE49-F238E27FC236}">
                  <a16:creationId xmlns:a16="http://schemas.microsoft.com/office/drawing/2014/main" id="{BCE49B46-7459-5D65-CF28-F19046776B7A}"/>
                </a:ext>
              </a:extLst>
            </p:cNvPr>
            <p:cNvSpPr/>
            <p:nvPr/>
          </p:nvSpPr>
          <p:spPr>
            <a:xfrm>
              <a:off x="5053224" y="1264428"/>
              <a:ext cx="45278" cy="40161"/>
            </a:xfrm>
            <a:custGeom>
              <a:avLst/>
              <a:gdLst/>
              <a:ahLst/>
              <a:cxnLst/>
              <a:rect l="l" t="t" r="r" b="b"/>
              <a:pathLst>
                <a:path w="1451" h="1287" extrusionOk="0">
                  <a:moveTo>
                    <a:pt x="945" y="1"/>
                  </a:moveTo>
                  <a:cubicBezTo>
                    <a:pt x="918" y="1"/>
                    <a:pt x="891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2"/>
                  </a:cubicBezTo>
                  <a:cubicBezTo>
                    <a:pt x="647" y="24"/>
                    <a:pt x="636" y="27"/>
                    <a:pt x="624" y="30"/>
                  </a:cubicBezTo>
                  <a:cubicBezTo>
                    <a:pt x="549" y="52"/>
                    <a:pt x="476" y="89"/>
                    <a:pt x="409" y="127"/>
                  </a:cubicBezTo>
                  <a:cubicBezTo>
                    <a:pt x="341" y="165"/>
                    <a:pt x="279" y="220"/>
                    <a:pt x="223" y="273"/>
                  </a:cubicBezTo>
                  <a:cubicBezTo>
                    <a:pt x="167" y="326"/>
                    <a:pt x="120" y="395"/>
                    <a:pt x="80" y="462"/>
                  </a:cubicBezTo>
                  <a:cubicBezTo>
                    <a:pt x="53" y="508"/>
                    <a:pt x="37" y="563"/>
                    <a:pt x="21" y="614"/>
                  </a:cubicBezTo>
                  <a:cubicBezTo>
                    <a:pt x="4" y="666"/>
                    <a:pt x="2" y="724"/>
                    <a:pt x="0" y="779"/>
                  </a:cubicBezTo>
                  <a:cubicBezTo>
                    <a:pt x="0" y="790"/>
                    <a:pt x="0" y="799"/>
                    <a:pt x="1" y="809"/>
                  </a:cubicBezTo>
                  <a:cubicBezTo>
                    <a:pt x="5" y="846"/>
                    <a:pt x="13" y="897"/>
                    <a:pt x="25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7" y="1249"/>
                    <a:pt x="400" y="1287"/>
                    <a:pt x="536" y="1287"/>
                  </a:cubicBezTo>
                  <a:cubicBezTo>
                    <a:pt x="634" y="1287"/>
                    <a:pt x="734" y="1267"/>
                    <a:pt x="827" y="1236"/>
                  </a:cubicBezTo>
                  <a:cubicBezTo>
                    <a:pt x="988" y="1181"/>
                    <a:pt x="1128" y="1093"/>
                    <a:pt x="1253" y="979"/>
                  </a:cubicBezTo>
                  <a:cubicBezTo>
                    <a:pt x="1271" y="963"/>
                    <a:pt x="1287" y="945"/>
                    <a:pt x="1302" y="925"/>
                  </a:cubicBezTo>
                  <a:cubicBezTo>
                    <a:pt x="1336" y="880"/>
                    <a:pt x="1372" y="833"/>
                    <a:pt x="1393" y="779"/>
                  </a:cubicBezTo>
                  <a:cubicBezTo>
                    <a:pt x="1413" y="730"/>
                    <a:pt x="1436" y="679"/>
                    <a:pt x="1442" y="626"/>
                  </a:cubicBezTo>
                  <a:cubicBezTo>
                    <a:pt x="1451" y="527"/>
                    <a:pt x="1451" y="463"/>
                    <a:pt x="1427" y="368"/>
                  </a:cubicBezTo>
                  <a:cubicBezTo>
                    <a:pt x="1414" y="319"/>
                    <a:pt x="1390" y="270"/>
                    <a:pt x="1364" y="228"/>
                  </a:cubicBezTo>
                  <a:cubicBezTo>
                    <a:pt x="1321" y="158"/>
                    <a:pt x="1254" y="99"/>
                    <a:pt x="1182" y="59"/>
                  </a:cubicBezTo>
                  <a:cubicBezTo>
                    <a:pt x="1106" y="18"/>
                    <a:pt x="1026" y="1"/>
                    <a:pt x="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05;p49">
              <a:extLst>
                <a:ext uri="{FF2B5EF4-FFF2-40B4-BE49-F238E27FC236}">
                  <a16:creationId xmlns:a16="http://schemas.microsoft.com/office/drawing/2014/main" id="{3FCC1E24-8EB6-BA7B-5E16-31DFE2D8C19B}"/>
                </a:ext>
              </a:extLst>
            </p:cNvPr>
            <p:cNvSpPr/>
            <p:nvPr/>
          </p:nvSpPr>
          <p:spPr>
            <a:xfrm>
              <a:off x="4877290" y="1219118"/>
              <a:ext cx="34232" cy="36728"/>
            </a:xfrm>
            <a:custGeom>
              <a:avLst/>
              <a:gdLst/>
              <a:ahLst/>
              <a:cxnLst/>
              <a:rect l="l" t="t" r="r" b="b"/>
              <a:pathLst>
                <a:path w="1097" h="1177" extrusionOk="0">
                  <a:moveTo>
                    <a:pt x="618" y="1"/>
                  </a:moveTo>
                  <a:cubicBezTo>
                    <a:pt x="610" y="1"/>
                    <a:pt x="602" y="1"/>
                    <a:pt x="594" y="1"/>
                  </a:cubicBezTo>
                  <a:cubicBezTo>
                    <a:pt x="553" y="8"/>
                    <a:pt x="513" y="16"/>
                    <a:pt x="473" y="24"/>
                  </a:cubicBezTo>
                  <a:cubicBezTo>
                    <a:pt x="396" y="50"/>
                    <a:pt x="329" y="93"/>
                    <a:pt x="272" y="153"/>
                  </a:cubicBezTo>
                  <a:cubicBezTo>
                    <a:pt x="248" y="177"/>
                    <a:pt x="224" y="203"/>
                    <a:pt x="204" y="231"/>
                  </a:cubicBezTo>
                  <a:cubicBezTo>
                    <a:pt x="170" y="277"/>
                    <a:pt x="136" y="324"/>
                    <a:pt x="106" y="372"/>
                  </a:cubicBezTo>
                  <a:cubicBezTo>
                    <a:pt x="96" y="387"/>
                    <a:pt x="87" y="403"/>
                    <a:pt x="79" y="419"/>
                  </a:cubicBezTo>
                  <a:cubicBezTo>
                    <a:pt x="75" y="427"/>
                    <a:pt x="70" y="434"/>
                    <a:pt x="67" y="443"/>
                  </a:cubicBezTo>
                  <a:cubicBezTo>
                    <a:pt x="65" y="446"/>
                    <a:pt x="63" y="450"/>
                    <a:pt x="61" y="454"/>
                  </a:cubicBezTo>
                  <a:cubicBezTo>
                    <a:pt x="61" y="455"/>
                    <a:pt x="60" y="457"/>
                    <a:pt x="59" y="459"/>
                  </a:cubicBezTo>
                  <a:cubicBezTo>
                    <a:pt x="25" y="518"/>
                    <a:pt x="9" y="581"/>
                    <a:pt x="10" y="648"/>
                  </a:cubicBezTo>
                  <a:cubicBezTo>
                    <a:pt x="0" y="691"/>
                    <a:pt x="2" y="734"/>
                    <a:pt x="16" y="776"/>
                  </a:cubicBezTo>
                  <a:cubicBezTo>
                    <a:pt x="16" y="800"/>
                    <a:pt x="21" y="822"/>
                    <a:pt x="30" y="842"/>
                  </a:cubicBezTo>
                  <a:cubicBezTo>
                    <a:pt x="47" y="879"/>
                    <a:pt x="65" y="917"/>
                    <a:pt x="83" y="955"/>
                  </a:cubicBezTo>
                  <a:cubicBezTo>
                    <a:pt x="116" y="1009"/>
                    <a:pt x="158" y="1052"/>
                    <a:pt x="211" y="1083"/>
                  </a:cubicBezTo>
                  <a:lnTo>
                    <a:pt x="211" y="1083"/>
                  </a:lnTo>
                  <a:cubicBezTo>
                    <a:pt x="230" y="1097"/>
                    <a:pt x="260" y="1118"/>
                    <a:pt x="268" y="1123"/>
                  </a:cubicBezTo>
                  <a:cubicBezTo>
                    <a:pt x="347" y="1168"/>
                    <a:pt x="376" y="1165"/>
                    <a:pt x="451" y="1171"/>
                  </a:cubicBezTo>
                  <a:cubicBezTo>
                    <a:pt x="450" y="1171"/>
                    <a:pt x="450" y="1171"/>
                    <a:pt x="449" y="1171"/>
                  </a:cubicBezTo>
                  <a:lnTo>
                    <a:pt x="449" y="1171"/>
                  </a:lnTo>
                  <a:cubicBezTo>
                    <a:pt x="446" y="1171"/>
                    <a:pt x="499" y="1176"/>
                    <a:pt x="517" y="1176"/>
                  </a:cubicBezTo>
                  <a:cubicBezTo>
                    <a:pt x="606" y="1174"/>
                    <a:pt x="632" y="1158"/>
                    <a:pt x="699" y="1126"/>
                  </a:cubicBezTo>
                  <a:cubicBezTo>
                    <a:pt x="720" y="1118"/>
                    <a:pt x="740" y="1108"/>
                    <a:pt x="759" y="1097"/>
                  </a:cubicBezTo>
                  <a:cubicBezTo>
                    <a:pt x="792" y="1070"/>
                    <a:pt x="823" y="1044"/>
                    <a:pt x="855" y="1016"/>
                  </a:cubicBezTo>
                  <a:cubicBezTo>
                    <a:pt x="879" y="982"/>
                    <a:pt x="904" y="947"/>
                    <a:pt x="928" y="912"/>
                  </a:cubicBezTo>
                  <a:cubicBezTo>
                    <a:pt x="940" y="884"/>
                    <a:pt x="950" y="855"/>
                    <a:pt x="958" y="827"/>
                  </a:cubicBezTo>
                  <a:cubicBezTo>
                    <a:pt x="970" y="799"/>
                    <a:pt x="984" y="771"/>
                    <a:pt x="1000" y="745"/>
                  </a:cubicBezTo>
                  <a:cubicBezTo>
                    <a:pt x="1026" y="711"/>
                    <a:pt x="1047" y="672"/>
                    <a:pt x="1058" y="629"/>
                  </a:cubicBezTo>
                  <a:cubicBezTo>
                    <a:pt x="1086" y="572"/>
                    <a:pt x="1096" y="510"/>
                    <a:pt x="1090" y="444"/>
                  </a:cubicBezTo>
                  <a:cubicBezTo>
                    <a:pt x="1089" y="381"/>
                    <a:pt x="1072" y="324"/>
                    <a:pt x="1042" y="270"/>
                  </a:cubicBezTo>
                  <a:cubicBezTo>
                    <a:pt x="1020" y="213"/>
                    <a:pt x="985" y="164"/>
                    <a:pt x="938" y="124"/>
                  </a:cubicBezTo>
                  <a:cubicBezTo>
                    <a:pt x="905" y="101"/>
                    <a:pt x="871" y="78"/>
                    <a:pt x="838" y="53"/>
                  </a:cubicBezTo>
                  <a:cubicBezTo>
                    <a:pt x="768" y="18"/>
                    <a:pt x="695" y="1"/>
                    <a:pt x="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06;p49">
              <a:extLst>
                <a:ext uri="{FF2B5EF4-FFF2-40B4-BE49-F238E27FC236}">
                  <a16:creationId xmlns:a16="http://schemas.microsoft.com/office/drawing/2014/main" id="{AD1C44B8-EE96-95E2-6E1D-939829BC8666}"/>
                </a:ext>
              </a:extLst>
            </p:cNvPr>
            <p:cNvSpPr/>
            <p:nvPr/>
          </p:nvSpPr>
          <p:spPr>
            <a:xfrm>
              <a:off x="5051226" y="1173590"/>
              <a:ext cx="51083" cy="42969"/>
            </a:xfrm>
            <a:custGeom>
              <a:avLst/>
              <a:gdLst/>
              <a:ahLst/>
              <a:cxnLst/>
              <a:rect l="l" t="t" r="r" b="b"/>
              <a:pathLst>
                <a:path w="1637" h="1377" extrusionOk="0">
                  <a:moveTo>
                    <a:pt x="503" y="0"/>
                  </a:moveTo>
                  <a:cubicBezTo>
                    <a:pt x="485" y="9"/>
                    <a:pt x="467" y="15"/>
                    <a:pt x="450" y="24"/>
                  </a:cubicBezTo>
                  <a:cubicBezTo>
                    <a:pt x="413" y="41"/>
                    <a:pt x="371" y="58"/>
                    <a:pt x="336" y="82"/>
                  </a:cubicBezTo>
                  <a:cubicBezTo>
                    <a:pt x="230" y="160"/>
                    <a:pt x="126" y="257"/>
                    <a:pt x="74" y="382"/>
                  </a:cubicBezTo>
                  <a:cubicBezTo>
                    <a:pt x="17" y="519"/>
                    <a:pt x="5" y="569"/>
                    <a:pt x="2" y="717"/>
                  </a:cubicBezTo>
                  <a:cubicBezTo>
                    <a:pt x="1" y="781"/>
                    <a:pt x="13" y="849"/>
                    <a:pt x="34" y="908"/>
                  </a:cubicBezTo>
                  <a:cubicBezTo>
                    <a:pt x="95" y="1075"/>
                    <a:pt x="204" y="1211"/>
                    <a:pt x="363" y="1297"/>
                  </a:cubicBezTo>
                  <a:cubicBezTo>
                    <a:pt x="469" y="1354"/>
                    <a:pt x="586" y="1377"/>
                    <a:pt x="704" y="1377"/>
                  </a:cubicBezTo>
                  <a:cubicBezTo>
                    <a:pt x="804" y="1377"/>
                    <a:pt x="904" y="1360"/>
                    <a:pt x="1000" y="1335"/>
                  </a:cubicBezTo>
                  <a:cubicBezTo>
                    <a:pt x="1021" y="1329"/>
                    <a:pt x="1040" y="1319"/>
                    <a:pt x="1059" y="1310"/>
                  </a:cubicBezTo>
                  <a:cubicBezTo>
                    <a:pt x="1115" y="1284"/>
                    <a:pt x="1174" y="1258"/>
                    <a:pt x="1229" y="1228"/>
                  </a:cubicBezTo>
                  <a:cubicBezTo>
                    <a:pt x="1301" y="1188"/>
                    <a:pt x="1368" y="1130"/>
                    <a:pt x="1425" y="1073"/>
                  </a:cubicBezTo>
                  <a:cubicBezTo>
                    <a:pt x="1529" y="967"/>
                    <a:pt x="1601" y="816"/>
                    <a:pt x="1620" y="670"/>
                  </a:cubicBezTo>
                  <a:cubicBezTo>
                    <a:pt x="1634" y="562"/>
                    <a:pt x="1636" y="460"/>
                    <a:pt x="1599" y="354"/>
                  </a:cubicBezTo>
                  <a:cubicBezTo>
                    <a:pt x="1582" y="307"/>
                    <a:pt x="1560" y="261"/>
                    <a:pt x="1532" y="219"/>
                  </a:cubicBezTo>
                  <a:cubicBezTo>
                    <a:pt x="1496" y="221"/>
                    <a:pt x="1460" y="222"/>
                    <a:pt x="1424" y="222"/>
                  </a:cubicBezTo>
                  <a:cubicBezTo>
                    <a:pt x="1101" y="222"/>
                    <a:pt x="775" y="146"/>
                    <a:pt x="5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7;p49">
              <a:extLst>
                <a:ext uri="{FF2B5EF4-FFF2-40B4-BE49-F238E27FC236}">
                  <a16:creationId xmlns:a16="http://schemas.microsoft.com/office/drawing/2014/main" id="{81A522E0-2A59-1A2B-3544-AAFEAF49B300}"/>
                </a:ext>
              </a:extLst>
            </p:cNvPr>
            <p:cNvSpPr/>
            <p:nvPr/>
          </p:nvSpPr>
          <p:spPr>
            <a:xfrm>
              <a:off x="5135199" y="1215405"/>
              <a:ext cx="44748" cy="52549"/>
            </a:xfrm>
            <a:custGeom>
              <a:avLst/>
              <a:gdLst/>
              <a:ahLst/>
              <a:cxnLst/>
              <a:rect l="l" t="t" r="r" b="b"/>
              <a:pathLst>
                <a:path w="1434" h="1684" extrusionOk="0">
                  <a:moveTo>
                    <a:pt x="777" y="0"/>
                  </a:moveTo>
                  <a:cubicBezTo>
                    <a:pt x="709" y="0"/>
                    <a:pt x="642" y="11"/>
                    <a:pt x="575" y="32"/>
                  </a:cubicBezTo>
                  <a:cubicBezTo>
                    <a:pt x="573" y="33"/>
                    <a:pt x="571" y="34"/>
                    <a:pt x="569" y="35"/>
                  </a:cubicBezTo>
                  <a:cubicBezTo>
                    <a:pt x="518" y="59"/>
                    <a:pt x="468" y="82"/>
                    <a:pt x="419" y="107"/>
                  </a:cubicBezTo>
                  <a:cubicBezTo>
                    <a:pt x="414" y="111"/>
                    <a:pt x="409" y="115"/>
                    <a:pt x="403" y="118"/>
                  </a:cubicBezTo>
                  <a:cubicBezTo>
                    <a:pt x="353" y="157"/>
                    <a:pt x="301" y="198"/>
                    <a:pt x="256" y="242"/>
                  </a:cubicBezTo>
                  <a:cubicBezTo>
                    <a:pt x="203" y="293"/>
                    <a:pt x="159" y="365"/>
                    <a:pt x="125" y="433"/>
                  </a:cubicBezTo>
                  <a:cubicBezTo>
                    <a:pt x="89" y="503"/>
                    <a:pt x="67" y="581"/>
                    <a:pt x="41" y="655"/>
                  </a:cubicBezTo>
                  <a:cubicBezTo>
                    <a:pt x="34" y="678"/>
                    <a:pt x="28" y="701"/>
                    <a:pt x="22" y="724"/>
                  </a:cubicBezTo>
                  <a:cubicBezTo>
                    <a:pt x="15" y="763"/>
                    <a:pt x="14" y="799"/>
                    <a:pt x="11" y="839"/>
                  </a:cubicBezTo>
                  <a:cubicBezTo>
                    <a:pt x="7" y="892"/>
                    <a:pt x="0" y="916"/>
                    <a:pt x="8" y="958"/>
                  </a:cubicBezTo>
                  <a:cubicBezTo>
                    <a:pt x="20" y="1031"/>
                    <a:pt x="30" y="1107"/>
                    <a:pt x="53" y="1177"/>
                  </a:cubicBezTo>
                  <a:cubicBezTo>
                    <a:pt x="56" y="1187"/>
                    <a:pt x="60" y="1196"/>
                    <a:pt x="63" y="1205"/>
                  </a:cubicBezTo>
                  <a:cubicBezTo>
                    <a:pt x="86" y="1261"/>
                    <a:pt x="112" y="1320"/>
                    <a:pt x="142" y="1372"/>
                  </a:cubicBezTo>
                  <a:cubicBezTo>
                    <a:pt x="145" y="1376"/>
                    <a:pt x="147" y="1380"/>
                    <a:pt x="150" y="1384"/>
                  </a:cubicBezTo>
                  <a:lnTo>
                    <a:pt x="249" y="1502"/>
                  </a:lnTo>
                  <a:cubicBezTo>
                    <a:pt x="250" y="1504"/>
                    <a:pt x="252" y="1505"/>
                    <a:pt x="254" y="1507"/>
                  </a:cubicBezTo>
                  <a:cubicBezTo>
                    <a:pt x="261" y="1515"/>
                    <a:pt x="269" y="1523"/>
                    <a:pt x="278" y="1531"/>
                  </a:cubicBezTo>
                  <a:cubicBezTo>
                    <a:pt x="355" y="1600"/>
                    <a:pt x="444" y="1647"/>
                    <a:pt x="547" y="1669"/>
                  </a:cubicBezTo>
                  <a:cubicBezTo>
                    <a:pt x="584" y="1679"/>
                    <a:pt x="621" y="1683"/>
                    <a:pt x="657" y="1683"/>
                  </a:cubicBezTo>
                  <a:cubicBezTo>
                    <a:pt x="697" y="1683"/>
                    <a:pt x="736" y="1678"/>
                    <a:pt x="775" y="1667"/>
                  </a:cubicBezTo>
                  <a:cubicBezTo>
                    <a:pt x="849" y="1660"/>
                    <a:pt x="918" y="1634"/>
                    <a:pt x="981" y="1590"/>
                  </a:cubicBezTo>
                  <a:cubicBezTo>
                    <a:pt x="1067" y="1534"/>
                    <a:pt x="1133" y="1462"/>
                    <a:pt x="1180" y="1372"/>
                  </a:cubicBezTo>
                  <a:cubicBezTo>
                    <a:pt x="1189" y="1348"/>
                    <a:pt x="1201" y="1326"/>
                    <a:pt x="1210" y="1302"/>
                  </a:cubicBezTo>
                  <a:cubicBezTo>
                    <a:pt x="1221" y="1287"/>
                    <a:pt x="1232" y="1271"/>
                    <a:pt x="1243" y="1257"/>
                  </a:cubicBezTo>
                  <a:cubicBezTo>
                    <a:pt x="1254" y="1238"/>
                    <a:pt x="1266" y="1219"/>
                    <a:pt x="1276" y="1199"/>
                  </a:cubicBezTo>
                  <a:cubicBezTo>
                    <a:pt x="1286" y="1180"/>
                    <a:pt x="1293" y="1162"/>
                    <a:pt x="1301" y="1143"/>
                  </a:cubicBezTo>
                  <a:cubicBezTo>
                    <a:pt x="1324" y="1081"/>
                    <a:pt x="1349" y="1019"/>
                    <a:pt x="1366" y="956"/>
                  </a:cubicBezTo>
                  <a:cubicBezTo>
                    <a:pt x="1374" y="925"/>
                    <a:pt x="1378" y="894"/>
                    <a:pt x="1382" y="862"/>
                  </a:cubicBezTo>
                  <a:cubicBezTo>
                    <a:pt x="1391" y="836"/>
                    <a:pt x="1400" y="810"/>
                    <a:pt x="1409" y="784"/>
                  </a:cubicBezTo>
                  <a:cubicBezTo>
                    <a:pt x="1433" y="670"/>
                    <a:pt x="1428" y="557"/>
                    <a:pt x="1391" y="446"/>
                  </a:cubicBezTo>
                  <a:cubicBezTo>
                    <a:pt x="1356" y="339"/>
                    <a:pt x="1296" y="247"/>
                    <a:pt x="1213" y="170"/>
                  </a:cubicBezTo>
                  <a:cubicBezTo>
                    <a:pt x="1127" y="92"/>
                    <a:pt x="1027" y="40"/>
                    <a:pt x="913" y="14"/>
                  </a:cubicBezTo>
                  <a:cubicBezTo>
                    <a:pt x="867" y="5"/>
                    <a:pt x="822" y="0"/>
                    <a:pt x="7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8;p49">
              <a:extLst>
                <a:ext uri="{FF2B5EF4-FFF2-40B4-BE49-F238E27FC236}">
                  <a16:creationId xmlns:a16="http://schemas.microsoft.com/office/drawing/2014/main" id="{268CD163-97BF-F7C7-0892-332EB6A18DD4}"/>
                </a:ext>
              </a:extLst>
            </p:cNvPr>
            <p:cNvSpPr/>
            <p:nvPr/>
          </p:nvSpPr>
          <p:spPr>
            <a:xfrm>
              <a:off x="4908089" y="1023837"/>
              <a:ext cx="60007" cy="72801"/>
            </a:xfrm>
            <a:custGeom>
              <a:avLst/>
              <a:gdLst/>
              <a:ahLst/>
              <a:cxnLst/>
              <a:rect l="l" t="t" r="r" b="b"/>
              <a:pathLst>
                <a:path w="1923" h="2333" extrusionOk="0">
                  <a:moveTo>
                    <a:pt x="1041" y="0"/>
                  </a:moveTo>
                  <a:lnTo>
                    <a:pt x="1021" y="3"/>
                  </a:lnTo>
                  <a:cubicBezTo>
                    <a:pt x="910" y="76"/>
                    <a:pt x="806" y="158"/>
                    <a:pt x="717" y="236"/>
                  </a:cubicBezTo>
                  <a:cubicBezTo>
                    <a:pt x="493" y="431"/>
                    <a:pt x="301" y="680"/>
                    <a:pt x="171" y="946"/>
                  </a:cubicBezTo>
                  <a:cubicBezTo>
                    <a:pt x="61" y="1171"/>
                    <a:pt x="0" y="1411"/>
                    <a:pt x="47" y="1660"/>
                  </a:cubicBezTo>
                  <a:cubicBezTo>
                    <a:pt x="95" y="1912"/>
                    <a:pt x="252" y="2141"/>
                    <a:pt x="486" y="2255"/>
                  </a:cubicBezTo>
                  <a:cubicBezTo>
                    <a:pt x="596" y="2309"/>
                    <a:pt x="706" y="2332"/>
                    <a:pt x="813" y="2332"/>
                  </a:cubicBezTo>
                  <a:cubicBezTo>
                    <a:pt x="1149" y="2332"/>
                    <a:pt x="1460" y="2100"/>
                    <a:pt x="1689" y="1848"/>
                  </a:cubicBezTo>
                  <a:cubicBezTo>
                    <a:pt x="1776" y="1752"/>
                    <a:pt x="1852" y="1649"/>
                    <a:pt x="1923" y="1542"/>
                  </a:cubicBezTo>
                  <a:lnTo>
                    <a:pt x="1923" y="1542"/>
                  </a:lnTo>
                  <a:cubicBezTo>
                    <a:pt x="1790" y="1630"/>
                    <a:pt x="1650" y="1705"/>
                    <a:pt x="1497" y="1751"/>
                  </a:cubicBezTo>
                  <a:cubicBezTo>
                    <a:pt x="1402" y="1780"/>
                    <a:pt x="1302" y="1794"/>
                    <a:pt x="1201" y="1794"/>
                  </a:cubicBezTo>
                  <a:cubicBezTo>
                    <a:pt x="956" y="1794"/>
                    <a:pt x="714" y="1706"/>
                    <a:pt x="572" y="1511"/>
                  </a:cubicBezTo>
                  <a:cubicBezTo>
                    <a:pt x="401" y="1279"/>
                    <a:pt x="414" y="953"/>
                    <a:pt x="528" y="689"/>
                  </a:cubicBezTo>
                  <a:cubicBezTo>
                    <a:pt x="642" y="425"/>
                    <a:pt x="843" y="210"/>
                    <a:pt x="10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9;p49">
              <a:extLst>
                <a:ext uri="{FF2B5EF4-FFF2-40B4-BE49-F238E27FC236}">
                  <a16:creationId xmlns:a16="http://schemas.microsoft.com/office/drawing/2014/main" id="{7424696F-AA97-CA47-2774-8FC82DD38509}"/>
                </a:ext>
              </a:extLst>
            </p:cNvPr>
            <p:cNvSpPr/>
            <p:nvPr/>
          </p:nvSpPr>
          <p:spPr>
            <a:xfrm>
              <a:off x="5135199" y="1215935"/>
              <a:ext cx="34950" cy="52019"/>
            </a:xfrm>
            <a:custGeom>
              <a:avLst/>
              <a:gdLst/>
              <a:ahLst/>
              <a:cxnLst/>
              <a:rect l="l" t="t" r="r" b="b"/>
              <a:pathLst>
                <a:path w="1120" h="1667" extrusionOk="0">
                  <a:moveTo>
                    <a:pt x="634" y="1"/>
                  </a:moveTo>
                  <a:lnTo>
                    <a:pt x="634" y="1"/>
                  </a:lnTo>
                  <a:cubicBezTo>
                    <a:pt x="615" y="5"/>
                    <a:pt x="595" y="9"/>
                    <a:pt x="575" y="15"/>
                  </a:cubicBezTo>
                  <a:cubicBezTo>
                    <a:pt x="573" y="16"/>
                    <a:pt x="571" y="17"/>
                    <a:pt x="569" y="18"/>
                  </a:cubicBezTo>
                  <a:cubicBezTo>
                    <a:pt x="518" y="42"/>
                    <a:pt x="469" y="65"/>
                    <a:pt x="419" y="90"/>
                  </a:cubicBezTo>
                  <a:cubicBezTo>
                    <a:pt x="414" y="94"/>
                    <a:pt x="409" y="98"/>
                    <a:pt x="403" y="101"/>
                  </a:cubicBezTo>
                  <a:cubicBezTo>
                    <a:pt x="353" y="140"/>
                    <a:pt x="301" y="181"/>
                    <a:pt x="257" y="225"/>
                  </a:cubicBezTo>
                  <a:cubicBezTo>
                    <a:pt x="204" y="276"/>
                    <a:pt x="159" y="348"/>
                    <a:pt x="126" y="416"/>
                  </a:cubicBezTo>
                  <a:cubicBezTo>
                    <a:pt x="90" y="486"/>
                    <a:pt x="67" y="564"/>
                    <a:pt x="42" y="638"/>
                  </a:cubicBezTo>
                  <a:cubicBezTo>
                    <a:pt x="34" y="661"/>
                    <a:pt x="28" y="684"/>
                    <a:pt x="22" y="707"/>
                  </a:cubicBezTo>
                  <a:cubicBezTo>
                    <a:pt x="15" y="746"/>
                    <a:pt x="14" y="782"/>
                    <a:pt x="11" y="822"/>
                  </a:cubicBezTo>
                  <a:cubicBezTo>
                    <a:pt x="7" y="875"/>
                    <a:pt x="0" y="899"/>
                    <a:pt x="8" y="941"/>
                  </a:cubicBezTo>
                  <a:cubicBezTo>
                    <a:pt x="20" y="1014"/>
                    <a:pt x="30" y="1090"/>
                    <a:pt x="53" y="1160"/>
                  </a:cubicBezTo>
                  <a:cubicBezTo>
                    <a:pt x="56" y="1170"/>
                    <a:pt x="60" y="1179"/>
                    <a:pt x="64" y="1188"/>
                  </a:cubicBezTo>
                  <a:cubicBezTo>
                    <a:pt x="87" y="1244"/>
                    <a:pt x="112" y="1303"/>
                    <a:pt x="143" y="1355"/>
                  </a:cubicBezTo>
                  <a:cubicBezTo>
                    <a:pt x="145" y="1359"/>
                    <a:pt x="147" y="1363"/>
                    <a:pt x="150" y="1367"/>
                  </a:cubicBezTo>
                  <a:lnTo>
                    <a:pt x="249" y="1485"/>
                  </a:lnTo>
                  <a:cubicBezTo>
                    <a:pt x="250" y="1487"/>
                    <a:pt x="253" y="1488"/>
                    <a:pt x="254" y="1490"/>
                  </a:cubicBezTo>
                  <a:cubicBezTo>
                    <a:pt x="262" y="1498"/>
                    <a:pt x="269" y="1506"/>
                    <a:pt x="279" y="1514"/>
                  </a:cubicBezTo>
                  <a:cubicBezTo>
                    <a:pt x="355" y="1583"/>
                    <a:pt x="445" y="1630"/>
                    <a:pt x="547" y="1652"/>
                  </a:cubicBezTo>
                  <a:cubicBezTo>
                    <a:pt x="584" y="1662"/>
                    <a:pt x="621" y="1666"/>
                    <a:pt x="657" y="1666"/>
                  </a:cubicBezTo>
                  <a:cubicBezTo>
                    <a:pt x="697" y="1666"/>
                    <a:pt x="736" y="1661"/>
                    <a:pt x="775" y="1650"/>
                  </a:cubicBezTo>
                  <a:cubicBezTo>
                    <a:pt x="849" y="1643"/>
                    <a:pt x="918" y="1617"/>
                    <a:pt x="982" y="1573"/>
                  </a:cubicBezTo>
                  <a:cubicBezTo>
                    <a:pt x="1035" y="1537"/>
                    <a:pt x="1079" y="1492"/>
                    <a:pt x="1119" y="1443"/>
                  </a:cubicBezTo>
                  <a:lnTo>
                    <a:pt x="1119" y="1443"/>
                  </a:lnTo>
                  <a:cubicBezTo>
                    <a:pt x="1087" y="1446"/>
                    <a:pt x="1054" y="1447"/>
                    <a:pt x="1022" y="1447"/>
                  </a:cubicBezTo>
                  <a:cubicBezTo>
                    <a:pt x="898" y="1447"/>
                    <a:pt x="777" y="1423"/>
                    <a:pt x="671" y="1357"/>
                  </a:cubicBezTo>
                  <a:cubicBezTo>
                    <a:pt x="443" y="1214"/>
                    <a:pt x="355" y="913"/>
                    <a:pt x="389" y="646"/>
                  </a:cubicBezTo>
                  <a:cubicBezTo>
                    <a:pt x="418" y="416"/>
                    <a:pt x="522" y="205"/>
                    <a:pt x="6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0;p49">
              <a:extLst>
                <a:ext uri="{FF2B5EF4-FFF2-40B4-BE49-F238E27FC236}">
                  <a16:creationId xmlns:a16="http://schemas.microsoft.com/office/drawing/2014/main" id="{4A74C8D1-6EA9-CE9E-D264-9B285BAC49A2}"/>
                </a:ext>
              </a:extLst>
            </p:cNvPr>
            <p:cNvSpPr/>
            <p:nvPr/>
          </p:nvSpPr>
          <p:spPr>
            <a:xfrm>
              <a:off x="5051226" y="1173652"/>
              <a:ext cx="41565" cy="42907"/>
            </a:xfrm>
            <a:custGeom>
              <a:avLst/>
              <a:gdLst/>
              <a:ahLst/>
              <a:cxnLst/>
              <a:rect l="l" t="t" r="r" b="b"/>
              <a:pathLst>
                <a:path w="1332" h="1375" extrusionOk="0">
                  <a:moveTo>
                    <a:pt x="498" y="0"/>
                  </a:moveTo>
                  <a:lnTo>
                    <a:pt x="498" y="0"/>
                  </a:lnTo>
                  <a:cubicBezTo>
                    <a:pt x="482" y="8"/>
                    <a:pt x="465" y="14"/>
                    <a:pt x="450" y="22"/>
                  </a:cubicBezTo>
                  <a:cubicBezTo>
                    <a:pt x="413" y="39"/>
                    <a:pt x="371" y="56"/>
                    <a:pt x="336" y="80"/>
                  </a:cubicBezTo>
                  <a:cubicBezTo>
                    <a:pt x="230" y="158"/>
                    <a:pt x="126" y="255"/>
                    <a:pt x="75" y="381"/>
                  </a:cubicBezTo>
                  <a:cubicBezTo>
                    <a:pt x="18" y="517"/>
                    <a:pt x="5" y="567"/>
                    <a:pt x="2" y="716"/>
                  </a:cubicBezTo>
                  <a:cubicBezTo>
                    <a:pt x="1" y="779"/>
                    <a:pt x="13" y="847"/>
                    <a:pt x="34" y="906"/>
                  </a:cubicBezTo>
                  <a:cubicBezTo>
                    <a:pt x="95" y="1074"/>
                    <a:pt x="204" y="1209"/>
                    <a:pt x="363" y="1295"/>
                  </a:cubicBezTo>
                  <a:cubicBezTo>
                    <a:pt x="469" y="1352"/>
                    <a:pt x="586" y="1375"/>
                    <a:pt x="704" y="1375"/>
                  </a:cubicBezTo>
                  <a:cubicBezTo>
                    <a:pt x="804" y="1375"/>
                    <a:pt x="904" y="1358"/>
                    <a:pt x="1000" y="1333"/>
                  </a:cubicBezTo>
                  <a:cubicBezTo>
                    <a:pt x="1021" y="1327"/>
                    <a:pt x="1040" y="1318"/>
                    <a:pt x="1059" y="1308"/>
                  </a:cubicBezTo>
                  <a:cubicBezTo>
                    <a:pt x="1115" y="1282"/>
                    <a:pt x="1174" y="1257"/>
                    <a:pt x="1229" y="1226"/>
                  </a:cubicBezTo>
                  <a:cubicBezTo>
                    <a:pt x="1265" y="1206"/>
                    <a:pt x="1299" y="1182"/>
                    <a:pt x="1332" y="1156"/>
                  </a:cubicBezTo>
                  <a:lnTo>
                    <a:pt x="1332" y="1156"/>
                  </a:lnTo>
                  <a:cubicBezTo>
                    <a:pt x="1289" y="1159"/>
                    <a:pt x="1247" y="1162"/>
                    <a:pt x="1204" y="1162"/>
                  </a:cubicBezTo>
                  <a:cubicBezTo>
                    <a:pt x="1188" y="1162"/>
                    <a:pt x="1171" y="1162"/>
                    <a:pt x="1155" y="1161"/>
                  </a:cubicBezTo>
                  <a:cubicBezTo>
                    <a:pt x="857" y="1143"/>
                    <a:pt x="557" y="987"/>
                    <a:pt x="418" y="723"/>
                  </a:cubicBezTo>
                  <a:cubicBezTo>
                    <a:pt x="297" y="494"/>
                    <a:pt x="327" y="188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11;p49">
              <a:extLst>
                <a:ext uri="{FF2B5EF4-FFF2-40B4-BE49-F238E27FC236}">
                  <a16:creationId xmlns:a16="http://schemas.microsoft.com/office/drawing/2014/main" id="{A6ED2C5C-5F78-CA82-D541-4FB19F336C23}"/>
                </a:ext>
              </a:extLst>
            </p:cNvPr>
            <p:cNvSpPr/>
            <p:nvPr/>
          </p:nvSpPr>
          <p:spPr>
            <a:xfrm>
              <a:off x="4963416" y="1149562"/>
              <a:ext cx="61006" cy="43656"/>
            </a:xfrm>
            <a:custGeom>
              <a:avLst/>
              <a:gdLst/>
              <a:ahLst/>
              <a:cxnLst/>
              <a:rect l="l" t="t" r="r" b="b"/>
              <a:pathLst>
                <a:path w="1955" h="1399" extrusionOk="0">
                  <a:moveTo>
                    <a:pt x="253" y="1"/>
                  </a:moveTo>
                  <a:cubicBezTo>
                    <a:pt x="105" y="202"/>
                    <a:pt x="0" y="437"/>
                    <a:pt x="1" y="691"/>
                  </a:cubicBezTo>
                  <a:cubicBezTo>
                    <a:pt x="1" y="881"/>
                    <a:pt x="96" y="1086"/>
                    <a:pt x="244" y="1209"/>
                  </a:cubicBezTo>
                  <a:cubicBezTo>
                    <a:pt x="395" y="1335"/>
                    <a:pt x="578" y="1398"/>
                    <a:pt x="775" y="1398"/>
                  </a:cubicBezTo>
                  <a:cubicBezTo>
                    <a:pt x="780" y="1398"/>
                    <a:pt x="785" y="1398"/>
                    <a:pt x="789" y="1398"/>
                  </a:cubicBezTo>
                  <a:cubicBezTo>
                    <a:pt x="945" y="1396"/>
                    <a:pt x="1105" y="1332"/>
                    <a:pt x="1236" y="1248"/>
                  </a:cubicBezTo>
                  <a:cubicBezTo>
                    <a:pt x="1340" y="1182"/>
                    <a:pt x="1435" y="1094"/>
                    <a:pt x="1527" y="1014"/>
                  </a:cubicBezTo>
                  <a:cubicBezTo>
                    <a:pt x="1592" y="959"/>
                    <a:pt x="1654" y="900"/>
                    <a:pt x="1705" y="833"/>
                  </a:cubicBezTo>
                  <a:cubicBezTo>
                    <a:pt x="1812" y="693"/>
                    <a:pt x="1873" y="580"/>
                    <a:pt x="1926" y="412"/>
                  </a:cubicBezTo>
                  <a:cubicBezTo>
                    <a:pt x="1945" y="355"/>
                    <a:pt x="1949" y="297"/>
                    <a:pt x="1954" y="237"/>
                  </a:cubicBezTo>
                  <a:cubicBezTo>
                    <a:pt x="1954" y="233"/>
                    <a:pt x="1954" y="229"/>
                    <a:pt x="1954" y="225"/>
                  </a:cubicBezTo>
                  <a:cubicBezTo>
                    <a:pt x="1768" y="414"/>
                    <a:pt x="1542" y="564"/>
                    <a:pt x="1292" y="656"/>
                  </a:cubicBezTo>
                  <a:cubicBezTo>
                    <a:pt x="1156" y="707"/>
                    <a:pt x="1007" y="739"/>
                    <a:pt x="862" y="739"/>
                  </a:cubicBezTo>
                  <a:cubicBezTo>
                    <a:pt x="719" y="739"/>
                    <a:pt x="580" y="708"/>
                    <a:pt x="460" y="632"/>
                  </a:cubicBezTo>
                  <a:cubicBezTo>
                    <a:pt x="255" y="502"/>
                    <a:pt x="155" y="209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12;p49">
              <a:extLst>
                <a:ext uri="{FF2B5EF4-FFF2-40B4-BE49-F238E27FC236}">
                  <a16:creationId xmlns:a16="http://schemas.microsoft.com/office/drawing/2014/main" id="{D54DEBE2-30AA-BA37-0E71-66652E0392A6}"/>
                </a:ext>
              </a:extLst>
            </p:cNvPr>
            <p:cNvSpPr/>
            <p:nvPr/>
          </p:nvSpPr>
          <p:spPr>
            <a:xfrm>
              <a:off x="5053224" y="1280280"/>
              <a:ext cx="45029" cy="24309"/>
            </a:xfrm>
            <a:custGeom>
              <a:avLst/>
              <a:gdLst/>
              <a:ahLst/>
              <a:cxnLst/>
              <a:rect l="l" t="t" r="r" b="b"/>
              <a:pathLst>
                <a:path w="1443" h="779" extrusionOk="0">
                  <a:moveTo>
                    <a:pt x="59" y="0"/>
                  </a:moveTo>
                  <a:cubicBezTo>
                    <a:pt x="44" y="35"/>
                    <a:pt x="32" y="71"/>
                    <a:pt x="20" y="106"/>
                  </a:cubicBezTo>
                  <a:cubicBezTo>
                    <a:pt x="4" y="158"/>
                    <a:pt x="2" y="217"/>
                    <a:pt x="0" y="271"/>
                  </a:cubicBezTo>
                  <a:cubicBezTo>
                    <a:pt x="0" y="282"/>
                    <a:pt x="0" y="291"/>
                    <a:pt x="1" y="301"/>
                  </a:cubicBezTo>
                  <a:cubicBezTo>
                    <a:pt x="5" y="338"/>
                    <a:pt x="13" y="390"/>
                    <a:pt x="24" y="425"/>
                  </a:cubicBezTo>
                  <a:cubicBezTo>
                    <a:pt x="53" y="506"/>
                    <a:pt x="99" y="582"/>
                    <a:pt x="162" y="641"/>
                  </a:cubicBezTo>
                  <a:cubicBezTo>
                    <a:pt x="267" y="741"/>
                    <a:pt x="400" y="779"/>
                    <a:pt x="536" y="779"/>
                  </a:cubicBezTo>
                  <a:cubicBezTo>
                    <a:pt x="634" y="779"/>
                    <a:pt x="734" y="759"/>
                    <a:pt x="827" y="728"/>
                  </a:cubicBezTo>
                  <a:cubicBezTo>
                    <a:pt x="988" y="673"/>
                    <a:pt x="1128" y="585"/>
                    <a:pt x="1252" y="471"/>
                  </a:cubicBezTo>
                  <a:cubicBezTo>
                    <a:pt x="1271" y="455"/>
                    <a:pt x="1287" y="437"/>
                    <a:pt x="1301" y="417"/>
                  </a:cubicBezTo>
                  <a:cubicBezTo>
                    <a:pt x="1336" y="371"/>
                    <a:pt x="1372" y="325"/>
                    <a:pt x="1393" y="271"/>
                  </a:cubicBezTo>
                  <a:cubicBezTo>
                    <a:pt x="1413" y="222"/>
                    <a:pt x="1436" y="171"/>
                    <a:pt x="1442" y="117"/>
                  </a:cubicBezTo>
                  <a:cubicBezTo>
                    <a:pt x="1442" y="110"/>
                    <a:pt x="1443" y="104"/>
                    <a:pt x="1443" y="98"/>
                  </a:cubicBezTo>
                  <a:lnTo>
                    <a:pt x="1443" y="98"/>
                  </a:lnTo>
                  <a:cubicBezTo>
                    <a:pt x="1318" y="175"/>
                    <a:pt x="1189" y="246"/>
                    <a:pt x="1051" y="296"/>
                  </a:cubicBezTo>
                  <a:cubicBezTo>
                    <a:pt x="933" y="337"/>
                    <a:pt x="807" y="363"/>
                    <a:pt x="682" y="363"/>
                  </a:cubicBezTo>
                  <a:cubicBezTo>
                    <a:pt x="575" y="363"/>
                    <a:pt x="470" y="344"/>
                    <a:pt x="372" y="302"/>
                  </a:cubicBezTo>
                  <a:cubicBezTo>
                    <a:pt x="236" y="243"/>
                    <a:pt x="121" y="132"/>
                    <a:pt x="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13;p49">
              <a:extLst>
                <a:ext uri="{FF2B5EF4-FFF2-40B4-BE49-F238E27FC236}">
                  <a16:creationId xmlns:a16="http://schemas.microsoft.com/office/drawing/2014/main" id="{B9F702EF-CD79-965C-E7B7-3B25A2F8EACA}"/>
                </a:ext>
              </a:extLst>
            </p:cNvPr>
            <p:cNvSpPr/>
            <p:nvPr/>
          </p:nvSpPr>
          <p:spPr>
            <a:xfrm>
              <a:off x="4933240" y="1251290"/>
              <a:ext cx="47151" cy="69743"/>
            </a:xfrm>
            <a:custGeom>
              <a:avLst/>
              <a:gdLst/>
              <a:ahLst/>
              <a:cxnLst/>
              <a:rect l="l" t="t" r="r" b="b"/>
              <a:pathLst>
                <a:path w="1511" h="223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653" y="17"/>
                    <a:pt x="606" y="40"/>
                    <a:pt x="563" y="70"/>
                  </a:cubicBezTo>
                  <a:cubicBezTo>
                    <a:pt x="443" y="157"/>
                    <a:pt x="352" y="244"/>
                    <a:pt x="276" y="374"/>
                  </a:cubicBezTo>
                  <a:cubicBezTo>
                    <a:pt x="261" y="401"/>
                    <a:pt x="245" y="429"/>
                    <a:pt x="230" y="457"/>
                  </a:cubicBezTo>
                  <a:cubicBezTo>
                    <a:pt x="169" y="575"/>
                    <a:pt x="126" y="696"/>
                    <a:pt x="81" y="822"/>
                  </a:cubicBezTo>
                  <a:cubicBezTo>
                    <a:pt x="0" y="1052"/>
                    <a:pt x="21" y="1273"/>
                    <a:pt x="69" y="1505"/>
                  </a:cubicBezTo>
                  <a:cubicBezTo>
                    <a:pt x="81" y="1561"/>
                    <a:pt x="97" y="1612"/>
                    <a:pt x="122" y="1663"/>
                  </a:cubicBezTo>
                  <a:cubicBezTo>
                    <a:pt x="155" y="1733"/>
                    <a:pt x="182" y="1803"/>
                    <a:pt x="231" y="1864"/>
                  </a:cubicBezTo>
                  <a:cubicBezTo>
                    <a:pt x="280" y="1923"/>
                    <a:pt x="330" y="1992"/>
                    <a:pt x="392" y="2041"/>
                  </a:cubicBezTo>
                  <a:cubicBezTo>
                    <a:pt x="526" y="2153"/>
                    <a:pt x="694" y="2235"/>
                    <a:pt x="872" y="2235"/>
                  </a:cubicBezTo>
                  <a:cubicBezTo>
                    <a:pt x="896" y="2235"/>
                    <a:pt x="920" y="2233"/>
                    <a:pt x="944" y="2230"/>
                  </a:cubicBezTo>
                  <a:cubicBezTo>
                    <a:pt x="1135" y="2206"/>
                    <a:pt x="1301" y="2128"/>
                    <a:pt x="1436" y="1988"/>
                  </a:cubicBezTo>
                  <a:cubicBezTo>
                    <a:pt x="1462" y="1959"/>
                    <a:pt x="1487" y="1928"/>
                    <a:pt x="1510" y="1895"/>
                  </a:cubicBezTo>
                  <a:lnTo>
                    <a:pt x="1510" y="1895"/>
                  </a:lnTo>
                  <a:cubicBezTo>
                    <a:pt x="1459" y="1905"/>
                    <a:pt x="1406" y="1910"/>
                    <a:pt x="1353" y="1910"/>
                  </a:cubicBezTo>
                  <a:cubicBezTo>
                    <a:pt x="1251" y="1910"/>
                    <a:pt x="1149" y="1891"/>
                    <a:pt x="1055" y="1851"/>
                  </a:cubicBezTo>
                  <a:cubicBezTo>
                    <a:pt x="706" y="1704"/>
                    <a:pt x="484" y="1328"/>
                    <a:pt x="455" y="949"/>
                  </a:cubicBezTo>
                  <a:cubicBezTo>
                    <a:pt x="430" y="618"/>
                    <a:pt x="535" y="289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14;p49">
              <a:extLst>
                <a:ext uri="{FF2B5EF4-FFF2-40B4-BE49-F238E27FC236}">
                  <a16:creationId xmlns:a16="http://schemas.microsoft.com/office/drawing/2014/main" id="{B5D73840-1F62-C0DE-F3E3-1618EE523CCA}"/>
                </a:ext>
              </a:extLst>
            </p:cNvPr>
            <p:cNvSpPr/>
            <p:nvPr/>
          </p:nvSpPr>
          <p:spPr>
            <a:xfrm>
              <a:off x="4877290" y="1224797"/>
              <a:ext cx="28521" cy="31018"/>
            </a:xfrm>
            <a:custGeom>
              <a:avLst/>
              <a:gdLst/>
              <a:ahLst/>
              <a:cxnLst/>
              <a:rect l="l" t="t" r="r" b="b"/>
              <a:pathLst>
                <a:path w="914" h="994" extrusionOk="0">
                  <a:moveTo>
                    <a:pt x="247" y="0"/>
                  </a:moveTo>
                  <a:lnTo>
                    <a:pt x="247" y="0"/>
                  </a:lnTo>
                  <a:cubicBezTo>
                    <a:pt x="233" y="16"/>
                    <a:pt x="217" y="32"/>
                    <a:pt x="203" y="49"/>
                  </a:cubicBezTo>
                  <a:cubicBezTo>
                    <a:pt x="170" y="94"/>
                    <a:pt x="136" y="142"/>
                    <a:pt x="106" y="190"/>
                  </a:cubicBezTo>
                  <a:cubicBezTo>
                    <a:pt x="96" y="205"/>
                    <a:pt x="87" y="221"/>
                    <a:pt x="78" y="237"/>
                  </a:cubicBezTo>
                  <a:cubicBezTo>
                    <a:pt x="75" y="245"/>
                    <a:pt x="70" y="252"/>
                    <a:pt x="66" y="261"/>
                  </a:cubicBezTo>
                  <a:cubicBezTo>
                    <a:pt x="65" y="264"/>
                    <a:pt x="63" y="268"/>
                    <a:pt x="61" y="272"/>
                  </a:cubicBezTo>
                  <a:cubicBezTo>
                    <a:pt x="61" y="273"/>
                    <a:pt x="60" y="275"/>
                    <a:pt x="59" y="277"/>
                  </a:cubicBezTo>
                  <a:cubicBezTo>
                    <a:pt x="25" y="336"/>
                    <a:pt x="9" y="399"/>
                    <a:pt x="10" y="466"/>
                  </a:cubicBezTo>
                  <a:cubicBezTo>
                    <a:pt x="0" y="509"/>
                    <a:pt x="2" y="552"/>
                    <a:pt x="16" y="594"/>
                  </a:cubicBezTo>
                  <a:cubicBezTo>
                    <a:pt x="16" y="617"/>
                    <a:pt x="21" y="640"/>
                    <a:pt x="30" y="660"/>
                  </a:cubicBezTo>
                  <a:cubicBezTo>
                    <a:pt x="47" y="697"/>
                    <a:pt x="65" y="735"/>
                    <a:pt x="83" y="773"/>
                  </a:cubicBezTo>
                  <a:cubicBezTo>
                    <a:pt x="116" y="827"/>
                    <a:pt x="159" y="870"/>
                    <a:pt x="212" y="902"/>
                  </a:cubicBezTo>
                  <a:lnTo>
                    <a:pt x="212" y="902"/>
                  </a:lnTo>
                  <a:cubicBezTo>
                    <a:pt x="231" y="915"/>
                    <a:pt x="260" y="935"/>
                    <a:pt x="268" y="940"/>
                  </a:cubicBezTo>
                  <a:cubicBezTo>
                    <a:pt x="347" y="986"/>
                    <a:pt x="376" y="983"/>
                    <a:pt x="450" y="989"/>
                  </a:cubicBezTo>
                  <a:cubicBezTo>
                    <a:pt x="449" y="989"/>
                    <a:pt x="449" y="989"/>
                    <a:pt x="448" y="989"/>
                  </a:cubicBezTo>
                  <a:lnTo>
                    <a:pt x="448" y="989"/>
                  </a:lnTo>
                  <a:cubicBezTo>
                    <a:pt x="446" y="989"/>
                    <a:pt x="490" y="994"/>
                    <a:pt x="512" y="994"/>
                  </a:cubicBezTo>
                  <a:cubicBezTo>
                    <a:pt x="514" y="994"/>
                    <a:pt x="516" y="994"/>
                    <a:pt x="517" y="993"/>
                  </a:cubicBezTo>
                  <a:cubicBezTo>
                    <a:pt x="606" y="992"/>
                    <a:pt x="632" y="976"/>
                    <a:pt x="699" y="944"/>
                  </a:cubicBezTo>
                  <a:cubicBezTo>
                    <a:pt x="720" y="936"/>
                    <a:pt x="740" y="926"/>
                    <a:pt x="759" y="915"/>
                  </a:cubicBezTo>
                  <a:cubicBezTo>
                    <a:pt x="790" y="888"/>
                    <a:pt x="823" y="862"/>
                    <a:pt x="854" y="834"/>
                  </a:cubicBezTo>
                  <a:cubicBezTo>
                    <a:pt x="874" y="806"/>
                    <a:pt x="894" y="778"/>
                    <a:pt x="914" y="750"/>
                  </a:cubicBezTo>
                  <a:lnTo>
                    <a:pt x="914" y="750"/>
                  </a:lnTo>
                  <a:cubicBezTo>
                    <a:pt x="889" y="752"/>
                    <a:pt x="864" y="754"/>
                    <a:pt x="839" y="754"/>
                  </a:cubicBezTo>
                  <a:cubicBezTo>
                    <a:pt x="689" y="754"/>
                    <a:pt x="539" y="705"/>
                    <a:pt x="428" y="604"/>
                  </a:cubicBezTo>
                  <a:cubicBezTo>
                    <a:pt x="263" y="457"/>
                    <a:pt x="200" y="215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15;p49">
              <a:extLst>
                <a:ext uri="{FF2B5EF4-FFF2-40B4-BE49-F238E27FC236}">
                  <a16:creationId xmlns:a16="http://schemas.microsoft.com/office/drawing/2014/main" id="{78C40356-4D0B-F60E-26F8-B941FC83F6EB}"/>
                </a:ext>
              </a:extLst>
            </p:cNvPr>
            <p:cNvSpPr/>
            <p:nvPr/>
          </p:nvSpPr>
          <p:spPr>
            <a:xfrm>
              <a:off x="4855041" y="1125815"/>
              <a:ext cx="33764" cy="44998"/>
            </a:xfrm>
            <a:custGeom>
              <a:avLst/>
              <a:gdLst/>
              <a:ahLst/>
              <a:cxnLst/>
              <a:rect l="l" t="t" r="r" b="b"/>
              <a:pathLst>
                <a:path w="1082" h="1442" extrusionOk="0">
                  <a:moveTo>
                    <a:pt x="369" y="1"/>
                  </a:moveTo>
                  <a:lnTo>
                    <a:pt x="369" y="1"/>
                  </a:lnTo>
                  <a:cubicBezTo>
                    <a:pt x="268" y="37"/>
                    <a:pt x="183" y="106"/>
                    <a:pt x="131" y="203"/>
                  </a:cubicBezTo>
                  <a:cubicBezTo>
                    <a:pt x="97" y="271"/>
                    <a:pt x="81" y="350"/>
                    <a:pt x="72" y="426"/>
                  </a:cubicBezTo>
                  <a:cubicBezTo>
                    <a:pt x="58" y="473"/>
                    <a:pt x="45" y="521"/>
                    <a:pt x="34" y="569"/>
                  </a:cubicBezTo>
                  <a:cubicBezTo>
                    <a:pt x="4" y="715"/>
                    <a:pt x="1" y="860"/>
                    <a:pt x="40" y="1004"/>
                  </a:cubicBezTo>
                  <a:cubicBezTo>
                    <a:pt x="82" y="1162"/>
                    <a:pt x="195" y="1290"/>
                    <a:pt x="335" y="1371"/>
                  </a:cubicBezTo>
                  <a:cubicBezTo>
                    <a:pt x="373" y="1393"/>
                    <a:pt x="418" y="1407"/>
                    <a:pt x="460" y="1420"/>
                  </a:cubicBezTo>
                  <a:cubicBezTo>
                    <a:pt x="479" y="1426"/>
                    <a:pt x="497" y="1431"/>
                    <a:pt x="517" y="1434"/>
                  </a:cubicBezTo>
                  <a:cubicBezTo>
                    <a:pt x="547" y="1437"/>
                    <a:pt x="582" y="1442"/>
                    <a:pt x="616" y="1442"/>
                  </a:cubicBezTo>
                  <a:cubicBezTo>
                    <a:pt x="630" y="1442"/>
                    <a:pt x="644" y="1441"/>
                    <a:pt x="658" y="1439"/>
                  </a:cubicBezTo>
                  <a:cubicBezTo>
                    <a:pt x="738" y="1428"/>
                    <a:pt x="791" y="1411"/>
                    <a:pt x="864" y="1373"/>
                  </a:cubicBezTo>
                  <a:cubicBezTo>
                    <a:pt x="960" y="1323"/>
                    <a:pt x="1036" y="1231"/>
                    <a:pt x="1082" y="1128"/>
                  </a:cubicBezTo>
                  <a:lnTo>
                    <a:pt x="1082" y="1128"/>
                  </a:lnTo>
                  <a:cubicBezTo>
                    <a:pt x="1062" y="1130"/>
                    <a:pt x="1042" y="1131"/>
                    <a:pt x="1022" y="1131"/>
                  </a:cubicBezTo>
                  <a:cubicBezTo>
                    <a:pt x="770" y="1131"/>
                    <a:pt x="517" y="1004"/>
                    <a:pt x="380" y="791"/>
                  </a:cubicBezTo>
                  <a:cubicBezTo>
                    <a:pt x="230" y="558"/>
                    <a:pt x="231" y="240"/>
                    <a:pt x="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16;p49">
              <a:extLst>
                <a:ext uri="{FF2B5EF4-FFF2-40B4-BE49-F238E27FC236}">
                  <a16:creationId xmlns:a16="http://schemas.microsoft.com/office/drawing/2014/main" id="{0560AEE6-5D41-DB47-6D80-2FDE835C4C85}"/>
                </a:ext>
              </a:extLst>
            </p:cNvPr>
            <p:cNvSpPr/>
            <p:nvPr/>
          </p:nvSpPr>
          <p:spPr>
            <a:xfrm>
              <a:off x="4949529" y="1025709"/>
              <a:ext cx="23310" cy="20065"/>
            </a:xfrm>
            <a:custGeom>
              <a:avLst/>
              <a:gdLst/>
              <a:ahLst/>
              <a:cxnLst/>
              <a:rect l="l" t="t" r="r" b="b"/>
              <a:pathLst>
                <a:path w="747" h="643" extrusionOk="0">
                  <a:moveTo>
                    <a:pt x="333" y="574"/>
                  </a:moveTo>
                  <a:lnTo>
                    <a:pt x="333" y="574"/>
                  </a:lnTo>
                  <a:cubicBezTo>
                    <a:pt x="334" y="574"/>
                    <a:pt x="335" y="575"/>
                    <a:pt x="335" y="575"/>
                  </a:cubicBezTo>
                  <a:lnTo>
                    <a:pt x="335" y="575"/>
                  </a:lnTo>
                  <a:cubicBezTo>
                    <a:pt x="335" y="575"/>
                    <a:pt x="334" y="574"/>
                    <a:pt x="333" y="574"/>
                  </a:cubicBezTo>
                  <a:close/>
                  <a:moveTo>
                    <a:pt x="266" y="1"/>
                  </a:moveTo>
                  <a:cubicBezTo>
                    <a:pt x="254" y="1"/>
                    <a:pt x="245" y="4"/>
                    <a:pt x="230" y="6"/>
                  </a:cubicBezTo>
                  <a:cubicBezTo>
                    <a:pt x="212" y="10"/>
                    <a:pt x="203" y="11"/>
                    <a:pt x="189" y="17"/>
                  </a:cubicBezTo>
                  <a:cubicBezTo>
                    <a:pt x="145" y="37"/>
                    <a:pt x="89" y="61"/>
                    <a:pt x="58" y="101"/>
                  </a:cubicBezTo>
                  <a:cubicBezTo>
                    <a:pt x="18" y="152"/>
                    <a:pt x="0" y="204"/>
                    <a:pt x="12" y="268"/>
                  </a:cubicBezTo>
                  <a:cubicBezTo>
                    <a:pt x="23" y="330"/>
                    <a:pt x="59" y="374"/>
                    <a:pt x="112" y="405"/>
                  </a:cubicBezTo>
                  <a:cubicBezTo>
                    <a:pt x="123" y="412"/>
                    <a:pt x="135" y="416"/>
                    <a:pt x="147" y="422"/>
                  </a:cubicBezTo>
                  <a:cubicBezTo>
                    <a:pt x="152" y="426"/>
                    <a:pt x="158" y="430"/>
                    <a:pt x="164" y="433"/>
                  </a:cubicBezTo>
                  <a:cubicBezTo>
                    <a:pt x="173" y="439"/>
                    <a:pt x="184" y="443"/>
                    <a:pt x="194" y="446"/>
                  </a:cubicBezTo>
                  <a:cubicBezTo>
                    <a:pt x="207" y="451"/>
                    <a:pt x="218" y="457"/>
                    <a:pt x="231" y="465"/>
                  </a:cubicBezTo>
                  <a:cubicBezTo>
                    <a:pt x="239" y="472"/>
                    <a:pt x="247" y="480"/>
                    <a:pt x="256" y="488"/>
                  </a:cubicBezTo>
                  <a:cubicBezTo>
                    <a:pt x="258" y="492"/>
                    <a:pt x="262" y="496"/>
                    <a:pt x="264" y="500"/>
                  </a:cubicBezTo>
                  <a:cubicBezTo>
                    <a:pt x="290" y="548"/>
                    <a:pt x="328" y="572"/>
                    <a:pt x="369" y="600"/>
                  </a:cubicBezTo>
                  <a:lnTo>
                    <a:pt x="369" y="600"/>
                  </a:lnTo>
                  <a:cubicBezTo>
                    <a:pt x="393" y="617"/>
                    <a:pt x="417" y="630"/>
                    <a:pt x="449" y="637"/>
                  </a:cubicBezTo>
                  <a:cubicBezTo>
                    <a:pt x="464" y="641"/>
                    <a:pt x="479" y="642"/>
                    <a:pt x="494" y="642"/>
                  </a:cubicBezTo>
                  <a:cubicBezTo>
                    <a:pt x="535" y="642"/>
                    <a:pt x="574" y="630"/>
                    <a:pt x="608" y="608"/>
                  </a:cubicBezTo>
                  <a:cubicBezTo>
                    <a:pt x="671" y="568"/>
                    <a:pt x="700" y="505"/>
                    <a:pt x="716" y="435"/>
                  </a:cubicBezTo>
                  <a:cubicBezTo>
                    <a:pt x="747" y="316"/>
                    <a:pt x="668" y="192"/>
                    <a:pt x="581" y="114"/>
                  </a:cubicBezTo>
                  <a:cubicBezTo>
                    <a:pt x="520" y="60"/>
                    <a:pt x="443" y="20"/>
                    <a:pt x="360" y="8"/>
                  </a:cubicBezTo>
                  <a:cubicBezTo>
                    <a:pt x="331" y="4"/>
                    <a:pt x="302" y="2"/>
                    <a:pt x="271" y="1"/>
                  </a:cubicBezTo>
                  <a:cubicBezTo>
                    <a:pt x="269" y="1"/>
                    <a:pt x="268" y="1"/>
                    <a:pt x="2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17;p49">
              <a:extLst>
                <a:ext uri="{FF2B5EF4-FFF2-40B4-BE49-F238E27FC236}">
                  <a16:creationId xmlns:a16="http://schemas.microsoft.com/office/drawing/2014/main" id="{9A20AEEB-FB1A-6A80-9B40-8153AFF41F75}"/>
                </a:ext>
              </a:extLst>
            </p:cNvPr>
            <p:cNvSpPr/>
            <p:nvPr/>
          </p:nvSpPr>
          <p:spPr>
            <a:xfrm>
              <a:off x="4985758" y="1136643"/>
              <a:ext cx="21563" cy="16819"/>
            </a:xfrm>
            <a:custGeom>
              <a:avLst/>
              <a:gdLst/>
              <a:ahLst/>
              <a:cxnLst/>
              <a:rect l="l" t="t" r="r" b="b"/>
              <a:pathLst>
                <a:path w="691" h="539" extrusionOk="0">
                  <a:moveTo>
                    <a:pt x="471" y="487"/>
                  </a:moveTo>
                  <a:lnTo>
                    <a:pt x="471" y="487"/>
                  </a:lnTo>
                  <a:cubicBezTo>
                    <a:pt x="469" y="487"/>
                    <a:pt x="468" y="488"/>
                    <a:pt x="466" y="488"/>
                  </a:cubicBezTo>
                  <a:lnTo>
                    <a:pt x="466" y="488"/>
                  </a:lnTo>
                  <a:cubicBezTo>
                    <a:pt x="468" y="488"/>
                    <a:pt x="469" y="487"/>
                    <a:pt x="471" y="487"/>
                  </a:cubicBezTo>
                  <a:close/>
                  <a:moveTo>
                    <a:pt x="427" y="1"/>
                  </a:moveTo>
                  <a:cubicBezTo>
                    <a:pt x="420" y="1"/>
                    <a:pt x="414" y="1"/>
                    <a:pt x="407" y="1"/>
                  </a:cubicBezTo>
                  <a:cubicBezTo>
                    <a:pt x="371" y="5"/>
                    <a:pt x="333" y="14"/>
                    <a:pt x="298" y="26"/>
                  </a:cubicBezTo>
                  <a:cubicBezTo>
                    <a:pt x="235" y="46"/>
                    <a:pt x="183" y="85"/>
                    <a:pt x="133" y="127"/>
                  </a:cubicBezTo>
                  <a:cubicBezTo>
                    <a:pt x="96" y="158"/>
                    <a:pt x="76" y="178"/>
                    <a:pt x="49" y="222"/>
                  </a:cubicBezTo>
                  <a:cubicBezTo>
                    <a:pt x="33" y="248"/>
                    <a:pt x="17" y="278"/>
                    <a:pt x="9" y="309"/>
                  </a:cubicBezTo>
                  <a:cubicBezTo>
                    <a:pt x="0" y="349"/>
                    <a:pt x="4" y="412"/>
                    <a:pt x="21" y="455"/>
                  </a:cubicBezTo>
                  <a:cubicBezTo>
                    <a:pt x="23" y="462"/>
                    <a:pt x="26" y="469"/>
                    <a:pt x="30" y="477"/>
                  </a:cubicBezTo>
                  <a:cubicBezTo>
                    <a:pt x="46" y="503"/>
                    <a:pt x="71" y="521"/>
                    <a:pt x="104" y="526"/>
                  </a:cubicBezTo>
                  <a:cubicBezTo>
                    <a:pt x="106" y="526"/>
                    <a:pt x="109" y="526"/>
                    <a:pt x="112" y="527"/>
                  </a:cubicBezTo>
                  <a:cubicBezTo>
                    <a:pt x="115" y="527"/>
                    <a:pt x="117" y="528"/>
                    <a:pt x="120" y="528"/>
                  </a:cubicBezTo>
                  <a:cubicBezTo>
                    <a:pt x="116" y="528"/>
                    <a:pt x="111" y="527"/>
                    <a:pt x="107" y="527"/>
                  </a:cubicBezTo>
                  <a:cubicBezTo>
                    <a:pt x="117" y="528"/>
                    <a:pt x="128" y="529"/>
                    <a:pt x="138" y="531"/>
                  </a:cubicBezTo>
                  <a:cubicBezTo>
                    <a:pt x="156" y="535"/>
                    <a:pt x="175" y="539"/>
                    <a:pt x="193" y="539"/>
                  </a:cubicBezTo>
                  <a:cubicBezTo>
                    <a:pt x="196" y="539"/>
                    <a:pt x="198" y="538"/>
                    <a:pt x="200" y="538"/>
                  </a:cubicBezTo>
                  <a:cubicBezTo>
                    <a:pt x="221" y="537"/>
                    <a:pt x="242" y="532"/>
                    <a:pt x="263" y="528"/>
                  </a:cubicBezTo>
                  <a:cubicBezTo>
                    <a:pt x="283" y="525"/>
                    <a:pt x="303" y="523"/>
                    <a:pt x="322" y="516"/>
                  </a:cubicBezTo>
                  <a:cubicBezTo>
                    <a:pt x="332" y="513"/>
                    <a:pt x="342" y="512"/>
                    <a:pt x="352" y="509"/>
                  </a:cubicBezTo>
                  <a:cubicBezTo>
                    <a:pt x="357" y="509"/>
                    <a:pt x="362" y="508"/>
                    <a:pt x="367" y="507"/>
                  </a:cubicBezTo>
                  <a:cubicBezTo>
                    <a:pt x="384" y="505"/>
                    <a:pt x="400" y="502"/>
                    <a:pt x="416" y="498"/>
                  </a:cubicBezTo>
                  <a:cubicBezTo>
                    <a:pt x="422" y="497"/>
                    <a:pt x="427" y="497"/>
                    <a:pt x="432" y="495"/>
                  </a:cubicBezTo>
                  <a:cubicBezTo>
                    <a:pt x="439" y="494"/>
                    <a:pt x="444" y="492"/>
                    <a:pt x="449" y="491"/>
                  </a:cubicBezTo>
                  <a:cubicBezTo>
                    <a:pt x="451" y="491"/>
                    <a:pt x="453" y="491"/>
                    <a:pt x="455" y="490"/>
                  </a:cubicBezTo>
                  <a:lnTo>
                    <a:pt x="455" y="490"/>
                  </a:lnTo>
                  <a:cubicBezTo>
                    <a:pt x="454" y="491"/>
                    <a:pt x="453" y="491"/>
                    <a:pt x="451" y="491"/>
                  </a:cubicBezTo>
                  <a:cubicBezTo>
                    <a:pt x="489" y="484"/>
                    <a:pt x="520" y="476"/>
                    <a:pt x="558" y="454"/>
                  </a:cubicBezTo>
                  <a:cubicBezTo>
                    <a:pt x="584" y="439"/>
                    <a:pt x="610" y="420"/>
                    <a:pt x="628" y="396"/>
                  </a:cubicBezTo>
                  <a:cubicBezTo>
                    <a:pt x="650" y="374"/>
                    <a:pt x="665" y="348"/>
                    <a:pt x="672" y="319"/>
                  </a:cubicBezTo>
                  <a:cubicBezTo>
                    <a:pt x="686" y="290"/>
                    <a:pt x="691" y="261"/>
                    <a:pt x="688" y="230"/>
                  </a:cubicBezTo>
                  <a:cubicBezTo>
                    <a:pt x="681" y="170"/>
                    <a:pt x="658" y="114"/>
                    <a:pt x="614" y="74"/>
                  </a:cubicBezTo>
                  <a:cubicBezTo>
                    <a:pt x="566" y="30"/>
                    <a:pt x="494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18;p49">
              <a:extLst>
                <a:ext uri="{FF2B5EF4-FFF2-40B4-BE49-F238E27FC236}">
                  <a16:creationId xmlns:a16="http://schemas.microsoft.com/office/drawing/2014/main" id="{BD74D8AF-8FDE-0BCC-84E4-F26519D51055}"/>
                </a:ext>
              </a:extLst>
            </p:cNvPr>
            <p:cNvSpPr/>
            <p:nvPr/>
          </p:nvSpPr>
          <p:spPr>
            <a:xfrm>
              <a:off x="5080622" y="1192126"/>
              <a:ext cx="62" cy="94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0" y="1"/>
                  </a:moveTo>
                  <a:cubicBezTo>
                    <a:pt x="0" y="2"/>
                    <a:pt x="2" y="2"/>
                    <a:pt x="2" y="3"/>
                  </a:cubicBezTo>
                  <a:cubicBezTo>
                    <a:pt x="2" y="2"/>
                    <a:pt x="2" y="2"/>
                    <a:pt x="0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19;p49">
              <a:extLst>
                <a:ext uri="{FF2B5EF4-FFF2-40B4-BE49-F238E27FC236}">
                  <a16:creationId xmlns:a16="http://schemas.microsoft.com/office/drawing/2014/main" id="{609B7EE8-0943-CE5F-ACC6-A2C0DC4917EF}"/>
                </a:ext>
              </a:extLst>
            </p:cNvPr>
            <p:cNvSpPr/>
            <p:nvPr/>
          </p:nvSpPr>
          <p:spPr>
            <a:xfrm>
              <a:off x="5077875" y="1178801"/>
              <a:ext cx="20346" cy="19035"/>
            </a:xfrm>
            <a:custGeom>
              <a:avLst/>
              <a:gdLst/>
              <a:ahLst/>
              <a:cxnLst/>
              <a:rect l="l" t="t" r="r" b="b"/>
              <a:pathLst>
                <a:path w="652" h="610" extrusionOk="0">
                  <a:moveTo>
                    <a:pt x="62" y="372"/>
                  </a:moveTo>
                  <a:lnTo>
                    <a:pt x="66" y="379"/>
                  </a:lnTo>
                  <a:cubicBezTo>
                    <a:pt x="72" y="391"/>
                    <a:pt x="77" y="403"/>
                    <a:pt x="83" y="415"/>
                  </a:cubicBezTo>
                  <a:lnTo>
                    <a:pt x="83" y="415"/>
                  </a:lnTo>
                  <a:cubicBezTo>
                    <a:pt x="76" y="401"/>
                    <a:pt x="69" y="387"/>
                    <a:pt x="62" y="372"/>
                  </a:cubicBezTo>
                  <a:close/>
                  <a:moveTo>
                    <a:pt x="100" y="1"/>
                  </a:moveTo>
                  <a:cubicBezTo>
                    <a:pt x="97" y="3"/>
                    <a:pt x="93" y="4"/>
                    <a:pt x="90" y="6"/>
                  </a:cubicBezTo>
                  <a:lnTo>
                    <a:pt x="52" y="38"/>
                  </a:lnTo>
                  <a:cubicBezTo>
                    <a:pt x="33" y="56"/>
                    <a:pt x="20" y="78"/>
                    <a:pt x="14" y="103"/>
                  </a:cubicBezTo>
                  <a:cubicBezTo>
                    <a:pt x="6" y="119"/>
                    <a:pt x="3" y="136"/>
                    <a:pt x="4" y="153"/>
                  </a:cubicBezTo>
                  <a:cubicBezTo>
                    <a:pt x="3" y="161"/>
                    <a:pt x="6" y="167"/>
                    <a:pt x="6" y="174"/>
                  </a:cubicBezTo>
                  <a:cubicBezTo>
                    <a:pt x="5" y="179"/>
                    <a:pt x="4" y="184"/>
                    <a:pt x="4" y="188"/>
                  </a:cubicBezTo>
                  <a:cubicBezTo>
                    <a:pt x="4" y="187"/>
                    <a:pt x="3" y="186"/>
                    <a:pt x="3" y="185"/>
                  </a:cubicBezTo>
                  <a:lnTo>
                    <a:pt x="3" y="185"/>
                  </a:lnTo>
                  <a:cubicBezTo>
                    <a:pt x="3" y="186"/>
                    <a:pt x="3" y="187"/>
                    <a:pt x="4" y="189"/>
                  </a:cubicBezTo>
                  <a:cubicBezTo>
                    <a:pt x="1" y="248"/>
                    <a:pt x="20" y="305"/>
                    <a:pt x="53" y="356"/>
                  </a:cubicBezTo>
                  <a:cubicBezTo>
                    <a:pt x="56" y="361"/>
                    <a:pt x="58" y="366"/>
                    <a:pt x="61" y="370"/>
                  </a:cubicBezTo>
                  <a:cubicBezTo>
                    <a:pt x="70" y="390"/>
                    <a:pt x="79" y="409"/>
                    <a:pt x="88" y="428"/>
                  </a:cubicBezTo>
                  <a:cubicBezTo>
                    <a:pt x="95" y="440"/>
                    <a:pt x="101" y="453"/>
                    <a:pt x="109" y="463"/>
                  </a:cubicBezTo>
                  <a:cubicBezTo>
                    <a:pt x="111" y="465"/>
                    <a:pt x="114" y="468"/>
                    <a:pt x="115" y="471"/>
                  </a:cubicBezTo>
                  <a:cubicBezTo>
                    <a:pt x="116" y="473"/>
                    <a:pt x="118" y="475"/>
                    <a:pt x="119" y="477"/>
                  </a:cubicBezTo>
                  <a:cubicBezTo>
                    <a:pt x="135" y="496"/>
                    <a:pt x="150" y="513"/>
                    <a:pt x="166" y="532"/>
                  </a:cubicBezTo>
                  <a:cubicBezTo>
                    <a:pt x="181" y="546"/>
                    <a:pt x="213" y="567"/>
                    <a:pt x="230" y="577"/>
                  </a:cubicBezTo>
                  <a:cubicBezTo>
                    <a:pt x="264" y="596"/>
                    <a:pt x="298" y="601"/>
                    <a:pt x="332" y="604"/>
                  </a:cubicBezTo>
                  <a:lnTo>
                    <a:pt x="304" y="602"/>
                  </a:lnTo>
                  <a:lnTo>
                    <a:pt x="304" y="602"/>
                  </a:lnTo>
                  <a:cubicBezTo>
                    <a:pt x="307" y="603"/>
                    <a:pt x="311" y="603"/>
                    <a:pt x="315" y="603"/>
                  </a:cubicBezTo>
                  <a:cubicBezTo>
                    <a:pt x="334" y="608"/>
                    <a:pt x="353" y="610"/>
                    <a:pt x="372" y="610"/>
                  </a:cubicBezTo>
                  <a:cubicBezTo>
                    <a:pt x="399" y="610"/>
                    <a:pt x="425" y="606"/>
                    <a:pt x="452" y="597"/>
                  </a:cubicBezTo>
                  <a:cubicBezTo>
                    <a:pt x="495" y="583"/>
                    <a:pt x="532" y="558"/>
                    <a:pt x="564" y="524"/>
                  </a:cubicBezTo>
                  <a:cubicBezTo>
                    <a:pt x="601" y="485"/>
                    <a:pt x="626" y="438"/>
                    <a:pt x="638" y="385"/>
                  </a:cubicBezTo>
                  <a:cubicBezTo>
                    <a:pt x="652" y="326"/>
                    <a:pt x="645" y="266"/>
                    <a:pt x="624" y="210"/>
                  </a:cubicBezTo>
                  <a:cubicBezTo>
                    <a:pt x="601" y="149"/>
                    <a:pt x="578" y="113"/>
                    <a:pt x="532" y="68"/>
                  </a:cubicBezTo>
                  <a:cubicBezTo>
                    <a:pt x="527" y="62"/>
                    <a:pt x="521" y="58"/>
                    <a:pt x="514" y="54"/>
                  </a:cubicBezTo>
                  <a:cubicBezTo>
                    <a:pt x="375" y="50"/>
                    <a:pt x="235" y="32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20;p49">
              <a:extLst>
                <a:ext uri="{FF2B5EF4-FFF2-40B4-BE49-F238E27FC236}">
                  <a16:creationId xmlns:a16="http://schemas.microsoft.com/office/drawing/2014/main" id="{8052168C-284A-097B-0DAA-ECC449261776}"/>
                </a:ext>
              </a:extLst>
            </p:cNvPr>
            <p:cNvSpPr/>
            <p:nvPr/>
          </p:nvSpPr>
          <p:spPr>
            <a:xfrm>
              <a:off x="5161692" y="1222613"/>
              <a:ext cx="16320" cy="19815"/>
            </a:xfrm>
            <a:custGeom>
              <a:avLst/>
              <a:gdLst/>
              <a:ahLst/>
              <a:cxnLst/>
              <a:rect l="l" t="t" r="r" b="b"/>
              <a:pathLst>
                <a:path w="523" h="635" extrusionOk="0">
                  <a:moveTo>
                    <a:pt x="214" y="0"/>
                  </a:moveTo>
                  <a:cubicBezTo>
                    <a:pt x="195" y="0"/>
                    <a:pt x="176" y="3"/>
                    <a:pt x="157" y="11"/>
                  </a:cubicBezTo>
                  <a:cubicBezTo>
                    <a:pt x="140" y="18"/>
                    <a:pt x="124" y="26"/>
                    <a:pt x="107" y="35"/>
                  </a:cubicBezTo>
                  <a:cubicBezTo>
                    <a:pt x="59" y="62"/>
                    <a:pt x="23" y="119"/>
                    <a:pt x="12" y="172"/>
                  </a:cubicBezTo>
                  <a:cubicBezTo>
                    <a:pt x="11" y="178"/>
                    <a:pt x="12" y="184"/>
                    <a:pt x="11" y="191"/>
                  </a:cubicBezTo>
                  <a:cubicBezTo>
                    <a:pt x="11" y="193"/>
                    <a:pt x="11" y="195"/>
                    <a:pt x="11" y="197"/>
                  </a:cubicBezTo>
                  <a:cubicBezTo>
                    <a:pt x="4" y="218"/>
                    <a:pt x="0" y="240"/>
                    <a:pt x="2" y="268"/>
                  </a:cubicBezTo>
                  <a:cubicBezTo>
                    <a:pt x="2" y="272"/>
                    <a:pt x="2" y="276"/>
                    <a:pt x="3" y="281"/>
                  </a:cubicBezTo>
                  <a:cubicBezTo>
                    <a:pt x="3" y="290"/>
                    <a:pt x="4" y="300"/>
                    <a:pt x="4" y="310"/>
                  </a:cubicBezTo>
                  <a:cubicBezTo>
                    <a:pt x="3" y="320"/>
                    <a:pt x="2" y="331"/>
                    <a:pt x="2" y="340"/>
                  </a:cubicBezTo>
                  <a:cubicBezTo>
                    <a:pt x="2" y="365"/>
                    <a:pt x="10" y="390"/>
                    <a:pt x="16" y="416"/>
                  </a:cubicBezTo>
                  <a:cubicBezTo>
                    <a:pt x="22" y="450"/>
                    <a:pt x="26" y="457"/>
                    <a:pt x="52" y="508"/>
                  </a:cubicBezTo>
                  <a:cubicBezTo>
                    <a:pt x="54" y="511"/>
                    <a:pt x="56" y="515"/>
                    <a:pt x="58" y="518"/>
                  </a:cubicBezTo>
                  <a:lnTo>
                    <a:pt x="99" y="567"/>
                  </a:lnTo>
                  <a:cubicBezTo>
                    <a:pt x="116" y="581"/>
                    <a:pt x="134" y="595"/>
                    <a:pt x="154" y="605"/>
                  </a:cubicBezTo>
                  <a:cubicBezTo>
                    <a:pt x="187" y="625"/>
                    <a:pt x="227" y="634"/>
                    <a:pt x="267" y="634"/>
                  </a:cubicBezTo>
                  <a:cubicBezTo>
                    <a:pt x="316" y="634"/>
                    <a:pt x="365" y="620"/>
                    <a:pt x="402" y="594"/>
                  </a:cubicBezTo>
                  <a:cubicBezTo>
                    <a:pt x="411" y="587"/>
                    <a:pt x="420" y="580"/>
                    <a:pt x="428" y="572"/>
                  </a:cubicBezTo>
                  <a:cubicBezTo>
                    <a:pt x="447" y="560"/>
                    <a:pt x="461" y="544"/>
                    <a:pt x="471" y="524"/>
                  </a:cubicBezTo>
                  <a:cubicBezTo>
                    <a:pt x="484" y="508"/>
                    <a:pt x="488" y="505"/>
                    <a:pt x="493" y="491"/>
                  </a:cubicBezTo>
                  <a:cubicBezTo>
                    <a:pt x="501" y="468"/>
                    <a:pt x="513" y="444"/>
                    <a:pt x="518" y="419"/>
                  </a:cubicBezTo>
                  <a:cubicBezTo>
                    <a:pt x="519" y="396"/>
                    <a:pt x="521" y="373"/>
                    <a:pt x="522" y="350"/>
                  </a:cubicBezTo>
                  <a:cubicBezTo>
                    <a:pt x="522" y="349"/>
                    <a:pt x="522" y="348"/>
                    <a:pt x="522" y="345"/>
                  </a:cubicBezTo>
                  <a:cubicBezTo>
                    <a:pt x="522" y="338"/>
                    <a:pt x="522" y="331"/>
                    <a:pt x="521" y="323"/>
                  </a:cubicBezTo>
                  <a:cubicBezTo>
                    <a:pt x="519" y="299"/>
                    <a:pt x="515" y="271"/>
                    <a:pt x="508" y="249"/>
                  </a:cubicBezTo>
                  <a:cubicBezTo>
                    <a:pt x="500" y="226"/>
                    <a:pt x="488" y="205"/>
                    <a:pt x="477" y="183"/>
                  </a:cubicBezTo>
                  <a:cubicBezTo>
                    <a:pt x="471" y="171"/>
                    <a:pt x="465" y="159"/>
                    <a:pt x="458" y="148"/>
                  </a:cubicBezTo>
                  <a:cubicBezTo>
                    <a:pt x="453" y="141"/>
                    <a:pt x="449" y="135"/>
                    <a:pt x="446" y="130"/>
                  </a:cubicBezTo>
                  <a:cubicBezTo>
                    <a:pt x="444" y="128"/>
                    <a:pt x="443" y="126"/>
                    <a:pt x="442" y="125"/>
                  </a:cubicBezTo>
                  <a:cubicBezTo>
                    <a:pt x="428" y="109"/>
                    <a:pt x="416" y="93"/>
                    <a:pt x="402" y="78"/>
                  </a:cubicBezTo>
                  <a:cubicBezTo>
                    <a:pt x="385" y="66"/>
                    <a:pt x="369" y="53"/>
                    <a:pt x="352" y="42"/>
                  </a:cubicBezTo>
                  <a:cubicBezTo>
                    <a:pt x="351" y="42"/>
                    <a:pt x="350" y="42"/>
                    <a:pt x="350" y="41"/>
                  </a:cubicBezTo>
                  <a:cubicBezTo>
                    <a:pt x="341" y="36"/>
                    <a:pt x="334" y="30"/>
                    <a:pt x="326" y="25"/>
                  </a:cubicBezTo>
                  <a:cubicBezTo>
                    <a:pt x="299" y="10"/>
                    <a:pt x="271" y="2"/>
                    <a:pt x="242" y="2"/>
                  </a:cubicBezTo>
                  <a:cubicBezTo>
                    <a:pt x="233" y="1"/>
                    <a:pt x="22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21;p49">
              <a:extLst>
                <a:ext uri="{FF2B5EF4-FFF2-40B4-BE49-F238E27FC236}">
                  <a16:creationId xmlns:a16="http://schemas.microsoft.com/office/drawing/2014/main" id="{A6C5F1B6-83A3-FBE0-F1A7-F85D8A277186}"/>
                </a:ext>
              </a:extLst>
            </p:cNvPr>
            <p:cNvSpPr/>
            <p:nvPr/>
          </p:nvSpPr>
          <p:spPr>
            <a:xfrm>
              <a:off x="5073850" y="1269733"/>
              <a:ext cx="13605" cy="10953"/>
            </a:xfrm>
            <a:custGeom>
              <a:avLst/>
              <a:gdLst/>
              <a:ahLst/>
              <a:cxnLst/>
              <a:rect l="l" t="t" r="r" b="b"/>
              <a:pathLst>
                <a:path w="436" h="351" extrusionOk="0">
                  <a:moveTo>
                    <a:pt x="221" y="0"/>
                  </a:moveTo>
                  <a:cubicBezTo>
                    <a:pt x="184" y="0"/>
                    <a:pt x="159" y="15"/>
                    <a:pt x="126" y="31"/>
                  </a:cubicBezTo>
                  <a:cubicBezTo>
                    <a:pt x="121" y="34"/>
                    <a:pt x="117" y="36"/>
                    <a:pt x="112" y="39"/>
                  </a:cubicBezTo>
                  <a:cubicBezTo>
                    <a:pt x="84" y="55"/>
                    <a:pt x="57" y="77"/>
                    <a:pt x="38" y="104"/>
                  </a:cubicBezTo>
                  <a:cubicBezTo>
                    <a:pt x="22" y="122"/>
                    <a:pt x="11" y="143"/>
                    <a:pt x="6" y="166"/>
                  </a:cubicBezTo>
                  <a:cubicBezTo>
                    <a:pt x="1" y="190"/>
                    <a:pt x="2" y="213"/>
                    <a:pt x="10" y="236"/>
                  </a:cubicBezTo>
                  <a:cubicBezTo>
                    <a:pt x="24" y="280"/>
                    <a:pt x="64" y="317"/>
                    <a:pt x="110" y="326"/>
                  </a:cubicBezTo>
                  <a:cubicBezTo>
                    <a:pt x="121" y="328"/>
                    <a:pt x="133" y="332"/>
                    <a:pt x="145" y="334"/>
                  </a:cubicBezTo>
                  <a:cubicBezTo>
                    <a:pt x="158" y="336"/>
                    <a:pt x="170" y="339"/>
                    <a:pt x="182" y="344"/>
                  </a:cubicBezTo>
                  <a:cubicBezTo>
                    <a:pt x="185" y="345"/>
                    <a:pt x="188" y="347"/>
                    <a:pt x="191" y="347"/>
                  </a:cubicBezTo>
                  <a:cubicBezTo>
                    <a:pt x="207" y="349"/>
                    <a:pt x="223" y="350"/>
                    <a:pt x="238" y="351"/>
                  </a:cubicBezTo>
                  <a:lnTo>
                    <a:pt x="242" y="351"/>
                  </a:lnTo>
                  <a:lnTo>
                    <a:pt x="249" y="350"/>
                  </a:lnTo>
                  <a:cubicBezTo>
                    <a:pt x="256" y="349"/>
                    <a:pt x="265" y="349"/>
                    <a:pt x="272" y="349"/>
                  </a:cubicBezTo>
                  <a:cubicBezTo>
                    <a:pt x="295" y="348"/>
                    <a:pt x="316" y="343"/>
                    <a:pt x="336" y="331"/>
                  </a:cubicBezTo>
                  <a:cubicBezTo>
                    <a:pt x="357" y="323"/>
                    <a:pt x="374" y="310"/>
                    <a:pt x="389" y="293"/>
                  </a:cubicBezTo>
                  <a:lnTo>
                    <a:pt x="414" y="257"/>
                  </a:lnTo>
                  <a:cubicBezTo>
                    <a:pt x="427" y="236"/>
                    <a:pt x="432" y="214"/>
                    <a:pt x="432" y="191"/>
                  </a:cubicBezTo>
                  <a:cubicBezTo>
                    <a:pt x="435" y="176"/>
                    <a:pt x="434" y="160"/>
                    <a:pt x="429" y="146"/>
                  </a:cubicBezTo>
                  <a:cubicBezTo>
                    <a:pt x="427" y="124"/>
                    <a:pt x="419" y="103"/>
                    <a:pt x="406" y="84"/>
                  </a:cubicBezTo>
                  <a:cubicBezTo>
                    <a:pt x="396" y="74"/>
                    <a:pt x="387" y="62"/>
                    <a:pt x="378" y="51"/>
                  </a:cubicBezTo>
                  <a:cubicBezTo>
                    <a:pt x="356" y="30"/>
                    <a:pt x="328" y="16"/>
                    <a:pt x="298" y="10"/>
                  </a:cubicBezTo>
                  <a:cubicBezTo>
                    <a:pt x="293" y="9"/>
                    <a:pt x="288" y="8"/>
                    <a:pt x="281" y="7"/>
                  </a:cubicBezTo>
                  <a:cubicBezTo>
                    <a:pt x="279" y="6"/>
                    <a:pt x="276" y="6"/>
                    <a:pt x="274" y="5"/>
                  </a:cubicBezTo>
                  <a:cubicBezTo>
                    <a:pt x="256" y="2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422;p49">
              <a:extLst>
                <a:ext uri="{FF2B5EF4-FFF2-40B4-BE49-F238E27FC236}">
                  <a16:creationId xmlns:a16="http://schemas.microsoft.com/office/drawing/2014/main" id="{E4BD0C2E-F390-81A3-A1F0-EA38DDC45D33}"/>
                </a:ext>
              </a:extLst>
            </p:cNvPr>
            <p:cNvSpPr/>
            <p:nvPr/>
          </p:nvSpPr>
          <p:spPr>
            <a:xfrm>
              <a:off x="4961231" y="1260902"/>
              <a:ext cx="17912" cy="21282"/>
            </a:xfrm>
            <a:custGeom>
              <a:avLst/>
              <a:gdLst/>
              <a:ahLst/>
              <a:cxnLst/>
              <a:rect l="l" t="t" r="r" b="b"/>
              <a:pathLst>
                <a:path w="574" h="682" extrusionOk="0">
                  <a:moveTo>
                    <a:pt x="182" y="0"/>
                  </a:moveTo>
                  <a:cubicBezTo>
                    <a:pt x="149" y="0"/>
                    <a:pt x="117" y="9"/>
                    <a:pt x="87" y="28"/>
                  </a:cubicBezTo>
                  <a:cubicBezTo>
                    <a:pt x="60" y="46"/>
                    <a:pt x="39" y="69"/>
                    <a:pt x="24" y="97"/>
                  </a:cubicBezTo>
                  <a:cubicBezTo>
                    <a:pt x="8" y="127"/>
                    <a:pt x="2" y="159"/>
                    <a:pt x="3" y="192"/>
                  </a:cubicBezTo>
                  <a:cubicBezTo>
                    <a:pt x="2" y="207"/>
                    <a:pt x="0" y="223"/>
                    <a:pt x="1" y="236"/>
                  </a:cubicBezTo>
                  <a:cubicBezTo>
                    <a:pt x="2" y="249"/>
                    <a:pt x="6" y="261"/>
                    <a:pt x="8" y="274"/>
                  </a:cubicBezTo>
                  <a:cubicBezTo>
                    <a:pt x="16" y="314"/>
                    <a:pt x="20" y="334"/>
                    <a:pt x="34" y="367"/>
                  </a:cubicBezTo>
                  <a:cubicBezTo>
                    <a:pt x="40" y="381"/>
                    <a:pt x="45" y="395"/>
                    <a:pt x="51" y="409"/>
                  </a:cubicBezTo>
                  <a:cubicBezTo>
                    <a:pt x="92" y="508"/>
                    <a:pt x="161" y="619"/>
                    <a:pt x="267" y="658"/>
                  </a:cubicBezTo>
                  <a:cubicBezTo>
                    <a:pt x="298" y="674"/>
                    <a:pt x="329" y="681"/>
                    <a:pt x="362" y="681"/>
                  </a:cubicBezTo>
                  <a:cubicBezTo>
                    <a:pt x="366" y="681"/>
                    <a:pt x="371" y="681"/>
                    <a:pt x="375" y="681"/>
                  </a:cubicBezTo>
                  <a:cubicBezTo>
                    <a:pt x="403" y="681"/>
                    <a:pt x="428" y="674"/>
                    <a:pt x="452" y="660"/>
                  </a:cubicBezTo>
                  <a:cubicBezTo>
                    <a:pt x="507" y="634"/>
                    <a:pt x="557" y="582"/>
                    <a:pt x="566" y="518"/>
                  </a:cubicBezTo>
                  <a:cubicBezTo>
                    <a:pt x="569" y="490"/>
                    <a:pt x="574" y="455"/>
                    <a:pt x="573" y="425"/>
                  </a:cubicBezTo>
                  <a:cubicBezTo>
                    <a:pt x="572" y="374"/>
                    <a:pt x="547" y="327"/>
                    <a:pt x="527" y="284"/>
                  </a:cubicBezTo>
                  <a:cubicBezTo>
                    <a:pt x="512" y="255"/>
                    <a:pt x="498" y="227"/>
                    <a:pt x="477" y="202"/>
                  </a:cubicBezTo>
                  <a:cubicBezTo>
                    <a:pt x="467" y="190"/>
                    <a:pt x="457" y="178"/>
                    <a:pt x="447" y="166"/>
                  </a:cubicBezTo>
                  <a:cubicBezTo>
                    <a:pt x="427" y="141"/>
                    <a:pt x="408" y="113"/>
                    <a:pt x="384" y="92"/>
                  </a:cubicBezTo>
                  <a:cubicBezTo>
                    <a:pt x="362" y="74"/>
                    <a:pt x="332" y="50"/>
                    <a:pt x="309" y="37"/>
                  </a:cubicBezTo>
                  <a:cubicBezTo>
                    <a:pt x="296" y="31"/>
                    <a:pt x="284" y="26"/>
                    <a:pt x="270" y="20"/>
                  </a:cubicBezTo>
                  <a:cubicBezTo>
                    <a:pt x="241" y="7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23;p49">
              <a:extLst>
                <a:ext uri="{FF2B5EF4-FFF2-40B4-BE49-F238E27FC236}">
                  <a16:creationId xmlns:a16="http://schemas.microsoft.com/office/drawing/2014/main" id="{12BBB79F-0538-7526-529A-CB7F162022ED}"/>
                </a:ext>
              </a:extLst>
            </p:cNvPr>
            <p:cNvSpPr/>
            <p:nvPr/>
          </p:nvSpPr>
          <p:spPr>
            <a:xfrm>
              <a:off x="4974525" y="1292231"/>
              <a:ext cx="406" cy="374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13" y="0"/>
                  </a:moveTo>
                  <a:cubicBezTo>
                    <a:pt x="11" y="2"/>
                    <a:pt x="9" y="3"/>
                    <a:pt x="7" y="4"/>
                  </a:cubicBezTo>
                  <a:cubicBezTo>
                    <a:pt x="5" y="5"/>
                    <a:pt x="4" y="8"/>
                    <a:pt x="2" y="10"/>
                  </a:cubicBezTo>
                  <a:lnTo>
                    <a:pt x="2" y="10"/>
                  </a:lnTo>
                  <a:cubicBezTo>
                    <a:pt x="6" y="7"/>
                    <a:pt x="9" y="4"/>
                    <a:pt x="13" y="0"/>
                  </a:cubicBezTo>
                  <a:close/>
                  <a:moveTo>
                    <a:pt x="2" y="10"/>
                  </a:moveTo>
                  <a:lnTo>
                    <a:pt x="2" y="10"/>
                  </a:lnTo>
                  <a:cubicBezTo>
                    <a:pt x="2" y="11"/>
                    <a:pt x="1" y="11"/>
                    <a:pt x="0" y="12"/>
                  </a:cubicBezTo>
                  <a:cubicBezTo>
                    <a:pt x="1" y="11"/>
                    <a:pt x="2" y="11"/>
                    <a:pt x="2" y="1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24;p49">
              <a:extLst>
                <a:ext uri="{FF2B5EF4-FFF2-40B4-BE49-F238E27FC236}">
                  <a16:creationId xmlns:a16="http://schemas.microsoft.com/office/drawing/2014/main" id="{1C39D91B-9EBC-C2FA-B60A-97D20039405A}"/>
                </a:ext>
              </a:extLst>
            </p:cNvPr>
            <p:cNvSpPr/>
            <p:nvPr/>
          </p:nvSpPr>
          <p:spPr>
            <a:xfrm>
              <a:off x="4972995" y="1291732"/>
              <a:ext cx="8113" cy="8893"/>
            </a:xfrm>
            <a:custGeom>
              <a:avLst/>
              <a:gdLst/>
              <a:ahLst/>
              <a:cxnLst/>
              <a:rect l="l" t="t" r="r" b="b"/>
              <a:pathLst>
                <a:path w="260" h="285" extrusionOk="0">
                  <a:moveTo>
                    <a:pt x="119" y="1"/>
                  </a:moveTo>
                  <a:cubicBezTo>
                    <a:pt x="112" y="1"/>
                    <a:pt x="104" y="2"/>
                    <a:pt x="97" y="4"/>
                  </a:cubicBezTo>
                  <a:lnTo>
                    <a:pt x="97" y="4"/>
                  </a:lnTo>
                  <a:cubicBezTo>
                    <a:pt x="93" y="4"/>
                    <a:pt x="90" y="5"/>
                    <a:pt x="87" y="6"/>
                  </a:cubicBezTo>
                  <a:lnTo>
                    <a:pt x="84" y="6"/>
                  </a:lnTo>
                  <a:lnTo>
                    <a:pt x="83" y="7"/>
                  </a:lnTo>
                  <a:lnTo>
                    <a:pt x="80" y="7"/>
                  </a:lnTo>
                  <a:cubicBezTo>
                    <a:pt x="68" y="11"/>
                    <a:pt x="57" y="19"/>
                    <a:pt x="48" y="28"/>
                  </a:cubicBezTo>
                  <a:cubicBezTo>
                    <a:pt x="35" y="38"/>
                    <a:pt x="23" y="49"/>
                    <a:pt x="16" y="65"/>
                  </a:cubicBezTo>
                  <a:cubicBezTo>
                    <a:pt x="5" y="83"/>
                    <a:pt x="1" y="104"/>
                    <a:pt x="2" y="126"/>
                  </a:cubicBezTo>
                  <a:cubicBezTo>
                    <a:pt x="3" y="135"/>
                    <a:pt x="4" y="144"/>
                    <a:pt x="5" y="153"/>
                  </a:cubicBezTo>
                  <a:cubicBezTo>
                    <a:pt x="5" y="153"/>
                    <a:pt x="5" y="154"/>
                    <a:pt x="5" y="154"/>
                  </a:cubicBezTo>
                  <a:cubicBezTo>
                    <a:pt x="7" y="165"/>
                    <a:pt x="9" y="176"/>
                    <a:pt x="11" y="186"/>
                  </a:cubicBezTo>
                  <a:cubicBezTo>
                    <a:pt x="16" y="196"/>
                    <a:pt x="21" y="206"/>
                    <a:pt x="25" y="215"/>
                  </a:cubicBezTo>
                  <a:cubicBezTo>
                    <a:pt x="32" y="224"/>
                    <a:pt x="40" y="232"/>
                    <a:pt x="46" y="240"/>
                  </a:cubicBezTo>
                  <a:cubicBezTo>
                    <a:pt x="48" y="241"/>
                    <a:pt x="49" y="244"/>
                    <a:pt x="50" y="245"/>
                  </a:cubicBezTo>
                  <a:cubicBezTo>
                    <a:pt x="53" y="248"/>
                    <a:pt x="56" y="252"/>
                    <a:pt x="61" y="254"/>
                  </a:cubicBezTo>
                  <a:cubicBezTo>
                    <a:pt x="76" y="269"/>
                    <a:pt x="94" y="278"/>
                    <a:pt x="115" y="282"/>
                  </a:cubicBezTo>
                  <a:cubicBezTo>
                    <a:pt x="123" y="284"/>
                    <a:pt x="132" y="285"/>
                    <a:pt x="140" y="285"/>
                  </a:cubicBezTo>
                  <a:cubicBezTo>
                    <a:pt x="152" y="285"/>
                    <a:pt x="165" y="283"/>
                    <a:pt x="177" y="279"/>
                  </a:cubicBezTo>
                  <a:cubicBezTo>
                    <a:pt x="215" y="267"/>
                    <a:pt x="249" y="232"/>
                    <a:pt x="256" y="191"/>
                  </a:cubicBezTo>
                  <a:cubicBezTo>
                    <a:pt x="256" y="191"/>
                    <a:pt x="256" y="191"/>
                    <a:pt x="256" y="190"/>
                  </a:cubicBezTo>
                  <a:cubicBezTo>
                    <a:pt x="257" y="180"/>
                    <a:pt x="258" y="169"/>
                    <a:pt x="259" y="159"/>
                  </a:cubicBezTo>
                  <a:lnTo>
                    <a:pt x="259" y="156"/>
                  </a:lnTo>
                  <a:lnTo>
                    <a:pt x="259" y="148"/>
                  </a:lnTo>
                  <a:lnTo>
                    <a:pt x="259" y="142"/>
                  </a:lnTo>
                  <a:cubicBezTo>
                    <a:pt x="258" y="136"/>
                    <a:pt x="257" y="131"/>
                    <a:pt x="256" y="123"/>
                  </a:cubicBezTo>
                  <a:cubicBezTo>
                    <a:pt x="255" y="113"/>
                    <a:pt x="252" y="102"/>
                    <a:pt x="246" y="93"/>
                  </a:cubicBezTo>
                  <a:cubicBezTo>
                    <a:pt x="244" y="87"/>
                    <a:pt x="242" y="81"/>
                    <a:pt x="237" y="77"/>
                  </a:cubicBezTo>
                  <a:cubicBezTo>
                    <a:pt x="232" y="69"/>
                    <a:pt x="226" y="63"/>
                    <a:pt x="221" y="55"/>
                  </a:cubicBezTo>
                  <a:cubicBezTo>
                    <a:pt x="214" y="47"/>
                    <a:pt x="208" y="39"/>
                    <a:pt x="201" y="31"/>
                  </a:cubicBezTo>
                  <a:cubicBezTo>
                    <a:pt x="189" y="21"/>
                    <a:pt x="176" y="12"/>
                    <a:pt x="161" y="8"/>
                  </a:cubicBezTo>
                  <a:cubicBezTo>
                    <a:pt x="153" y="4"/>
                    <a:pt x="145" y="2"/>
                    <a:pt x="135" y="2"/>
                  </a:cubicBezTo>
                  <a:cubicBezTo>
                    <a:pt x="133" y="2"/>
                    <a:pt x="132" y="2"/>
                    <a:pt x="130" y="2"/>
                  </a:cubicBezTo>
                  <a:cubicBezTo>
                    <a:pt x="126" y="1"/>
                    <a:pt x="122" y="1"/>
                    <a:pt x="119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25;p49">
              <a:extLst>
                <a:ext uri="{FF2B5EF4-FFF2-40B4-BE49-F238E27FC236}">
                  <a16:creationId xmlns:a16="http://schemas.microsoft.com/office/drawing/2014/main" id="{0EBEB890-234F-B8C4-EBC6-1D60966F9159}"/>
                </a:ext>
              </a:extLst>
            </p:cNvPr>
            <p:cNvSpPr/>
            <p:nvPr/>
          </p:nvSpPr>
          <p:spPr>
            <a:xfrm>
              <a:off x="4974368" y="1292637"/>
              <a:ext cx="125" cy="94"/>
            </a:xfrm>
            <a:custGeom>
              <a:avLst/>
              <a:gdLst/>
              <a:ahLst/>
              <a:cxnLst/>
              <a:rect l="l" t="t" r="r" b="b"/>
              <a:pathLst>
                <a:path w="4" h="3" extrusionOk="0">
                  <a:moveTo>
                    <a:pt x="3" y="0"/>
                  </a:moveTo>
                  <a:cubicBezTo>
                    <a:pt x="2" y="1"/>
                    <a:pt x="2" y="1"/>
                    <a:pt x="1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26;p49">
              <a:extLst>
                <a:ext uri="{FF2B5EF4-FFF2-40B4-BE49-F238E27FC236}">
                  <a16:creationId xmlns:a16="http://schemas.microsoft.com/office/drawing/2014/main" id="{D1B86F18-4754-9146-443A-6EF7F392AD07}"/>
                </a:ext>
              </a:extLst>
            </p:cNvPr>
            <p:cNvSpPr/>
            <p:nvPr/>
          </p:nvSpPr>
          <p:spPr>
            <a:xfrm>
              <a:off x="4974462" y="129257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27;p49">
              <a:extLst>
                <a:ext uri="{FF2B5EF4-FFF2-40B4-BE49-F238E27FC236}">
                  <a16:creationId xmlns:a16="http://schemas.microsoft.com/office/drawing/2014/main" id="{E0D1F16D-6432-F7A5-088D-FD1302F7D461}"/>
                </a:ext>
              </a:extLst>
            </p:cNvPr>
            <p:cNvSpPr/>
            <p:nvPr/>
          </p:nvSpPr>
          <p:spPr>
            <a:xfrm>
              <a:off x="4893984" y="1225297"/>
              <a:ext cx="14136" cy="13730"/>
            </a:xfrm>
            <a:custGeom>
              <a:avLst/>
              <a:gdLst/>
              <a:ahLst/>
              <a:cxnLst/>
              <a:rect l="l" t="t" r="r" b="b"/>
              <a:pathLst>
                <a:path w="453" h="440" extrusionOk="0">
                  <a:moveTo>
                    <a:pt x="186" y="1"/>
                  </a:moveTo>
                  <a:cubicBezTo>
                    <a:pt x="185" y="1"/>
                    <a:pt x="184" y="2"/>
                    <a:pt x="183" y="2"/>
                  </a:cubicBezTo>
                  <a:cubicBezTo>
                    <a:pt x="167" y="4"/>
                    <a:pt x="150" y="7"/>
                    <a:pt x="133" y="11"/>
                  </a:cubicBezTo>
                  <a:cubicBezTo>
                    <a:pt x="99" y="20"/>
                    <a:pt x="70" y="43"/>
                    <a:pt x="50" y="71"/>
                  </a:cubicBezTo>
                  <a:lnTo>
                    <a:pt x="50" y="71"/>
                  </a:lnTo>
                  <a:cubicBezTo>
                    <a:pt x="52" y="68"/>
                    <a:pt x="55" y="64"/>
                    <a:pt x="58" y="61"/>
                  </a:cubicBezTo>
                  <a:lnTo>
                    <a:pt x="58" y="61"/>
                  </a:lnTo>
                  <a:cubicBezTo>
                    <a:pt x="57" y="62"/>
                    <a:pt x="57" y="62"/>
                    <a:pt x="56" y="63"/>
                  </a:cubicBezTo>
                  <a:cubicBezTo>
                    <a:pt x="26" y="104"/>
                    <a:pt x="30" y="94"/>
                    <a:pt x="17" y="131"/>
                  </a:cubicBezTo>
                  <a:cubicBezTo>
                    <a:pt x="7" y="157"/>
                    <a:pt x="0" y="176"/>
                    <a:pt x="4" y="208"/>
                  </a:cubicBezTo>
                  <a:cubicBezTo>
                    <a:pt x="4" y="210"/>
                    <a:pt x="5" y="211"/>
                    <a:pt x="5" y="212"/>
                  </a:cubicBezTo>
                  <a:cubicBezTo>
                    <a:pt x="8" y="231"/>
                    <a:pt x="12" y="250"/>
                    <a:pt x="16" y="269"/>
                  </a:cubicBezTo>
                  <a:cubicBezTo>
                    <a:pt x="17" y="274"/>
                    <a:pt x="18" y="279"/>
                    <a:pt x="20" y="285"/>
                  </a:cubicBezTo>
                  <a:lnTo>
                    <a:pt x="21" y="287"/>
                  </a:lnTo>
                  <a:cubicBezTo>
                    <a:pt x="27" y="301"/>
                    <a:pt x="38" y="323"/>
                    <a:pt x="45" y="337"/>
                  </a:cubicBezTo>
                  <a:cubicBezTo>
                    <a:pt x="46" y="338"/>
                    <a:pt x="46" y="339"/>
                    <a:pt x="47" y="340"/>
                  </a:cubicBezTo>
                  <a:cubicBezTo>
                    <a:pt x="59" y="354"/>
                    <a:pt x="70" y="367"/>
                    <a:pt x="82" y="381"/>
                  </a:cubicBezTo>
                  <a:cubicBezTo>
                    <a:pt x="95" y="396"/>
                    <a:pt x="110" y="406"/>
                    <a:pt x="127" y="413"/>
                  </a:cubicBezTo>
                  <a:cubicBezTo>
                    <a:pt x="135" y="416"/>
                    <a:pt x="153" y="423"/>
                    <a:pt x="156" y="423"/>
                  </a:cubicBezTo>
                  <a:cubicBezTo>
                    <a:pt x="156" y="423"/>
                    <a:pt x="156" y="423"/>
                    <a:pt x="156" y="423"/>
                  </a:cubicBezTo>
                  <a:cubicBezTo>
                    <a:pt x="163" y="426"/>
                    <a:pt x="175" y="431"/>
                    <a:pt x="185" y="433"/>
                  </a:cubicBezTo>
                  <a:cubicBezTo>
                    <a:pt x="202" y="438"/>
                    <a:pt x="245" y="439"/>
                    <a:pt x="246" y="439"/>
                  </a:cubicBezTo>
                  <a:lnTo>
                    <a:pt x="246" y="439"/>
                  </a:lnTo>
                  <a:cubicBezTo>
                    <a:pt x="267" y="438"/>
                    <a:pt x="288" y="434"/>
                    <a:pt x="307" y="428"/>
                  </a:cubicBezTo>
                  <a:cubicBezTo>
                    <a:pt x="312" y="426"/>
                    <a:pt x="352" y="407"/>
                    <a:pt x="355" y="405"/>
                  </a:cubicBezTo>
                  <a:cubicBezTo>
                    <a:pt x="369" y="393"/>
                    <a:pt x="382" y="382"/>
                    <a:pt x="396" y="371"/>
                  </a:cubicBezTo>
                  <a:cubicBezTo>
                    <a:pt x="405" y="357"/>
                    <a:pt x="416" y="342"/>
                    <a:pt x="426" y="328"/>
                  </a:cubicBezTo>
                  <a:cubicBezTo>
                    <a:pt x="430" y="319"/>
                    <a:pt x="433" y="311"/>
                    <a:pt x="435" y="301"/>
                  </a:cubicBezTo>
                  <a:cubicBezTo>
                    <a:pt x="444" y="285"/>
                    <a:pt x="447" y="267"/>
                    <a:pt x="447" y="249"/>
                  </a:cubicBezTo>
                  <a:cubicBezTo>
                    <a:pt x="449" y="217"/>
                    <a:pt x="452" y="204"/>
                    <a:pt x="439" y="168"/>
                  </a:cubicBezTo>
                  <a:cubicBezTo>
                    <a:pt x="438" y="166"/>
                    <a:pt x="418" y="124"/>
                    <a:pt x="417" y="122"/>
                  </a:cubicBezTo>
                  <a:cubicBezTo>
                    <a:pt x="412" y="115"/>
                    <a:pt x="407" y="108"/>
                    <a:pt x="399" y="102"/>
                  </a:cubicBezTo>
                  <a:cubicBezTo>
                    <a:pt x="392" y="92"/>
                    <a:pt x="379" y="86"/>
                    <a:pt x="369" y="77"/>
                  </a:cubicBezTo>
                  <a:lnTo>
                    <a:pt x="369" y="77"/>
                  </a:lnTo>
                  <a:lnTo>
                    <a:pt x="373" y="81"/>
                  </a:lnTo>
                  <a:cubicBezTo>
                    <a:pt x="371" y="78"/>
                    <a:pt x="367" y="76"/>
                    <a:pt x="365" y="73"/>
                  </a:cubicBezTo>
                  <a:cubicBezTo>
                    <a:pt x="363" y="72"/>
                    <a:pt x="361" y="71"/>
                    <a:pt x="360" y="70"/>
                  </a:cubicBezTo>
                  <a:cubicBezTo>
                    <a:pt x="353" y="65"/>
                    <a:pt x="348" y="56"/>
                    <a:pt x="339" y="52"/>
                  </a:cubicBezTo>
                  <a:cubicBezTo>
                    <a:pt x="338" y="52"/>
                    <a:pt x="334" y="50"/>
                    <a:pt x="329" y="48"/>
                  </a:cubicBezTo>
                  <a:cubicBezTo>
                    <a:pt x="322" y="45"/>
                    <a:pt x="316" y="41"/>
                    <a:pt x="309" y="38"/>
                  </a:cubicBezTo>
                  <a:lnTo>
                    <a:pt x="309" y="38"/>
                  </a:lnTo>
                  <a:lnTo>
                    <a:pt x="315" y="40"/>
                  </a:lnTo>
                  <a:cubicBezTo>
                    <a:pt x="310" y="38"/>
                    <a:pt x="306" y="34"/>
                    <a:pt x="302" y="31"/>
                  </a:cubicBezTo>
                  <a:cubicBezTo>
                    <a:pt x="283" y="20"/>
                    <a:pt x="262" y="10"/>
                    <a:pt x="240" y="5"/>
                  </a:cubicBezTo>
                  <a:cubicBezTo>
                    <a:pt x="222" y="3"/>
                    <a:pt x="204" y="2"/>
                    <a:pt x="186" y="1"/>
                  </a:cubicBezTo>
                  <a:close/>
                  <a:moveTo>
                    <a:pt x="246" y="439"/>
                  </a:moveTo>
                  <a:cubicBezTo>
                    <a:pt x="246" y="439"/>
                    <a:pt x="246" y="439"/>
                    <a:pt x="246" y="439"/>
                  </a:cubicBezTo>
                  <a:cubicBezTo>
                    <a:pt x="246" y="439"/>
                    <a:pt x="247" y="439"/>
                    <a:pt x="246" y="4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28;p49">
              <a:extLst>
                <a:ext uri="{FF2B5EF4-FFF2-40B4-BE49-F238E27FC236}">
                  <a16:creationId xmlns:a16="http://schemas.microsoft.com/office/drawing/2014/main" id="{88B022C1-5D00-468D-DF05-DEFDCB497768}"/>
                </a:ext>
              </a:extLst>
            </p:cNvPr>
            <p:cNvSpPr/>
            <p:nvPr/>
          </p:nvSpPr>
          <p:spPr>
            <a:xfrm>
              <a:off x="4871673" y="1131245"/>
              <a:ext cx="12794" cy="13730"/>
            </a:xfrm>
            <a:custGeom>
              <a:avLst/>
              <a:gdLst/>
              <a:ahLst/>
              <a:cxnLst/>
              <a:rect l="l" t="t" r="r" b="b"/>
              <a:pathLst>
                <a:path w="410" h="440" extrusionOk="0">
                  <a:moveTo>
                    <a:pt x="154" y="1"/>
                  </a:moveTo>
                  <a:cubicBezTo>
                    <a:pt x="152" y="1"/>
                    <a:pt x="149" y="1"/>
                    <a:pt x="147" y="1"/>
                  </a:cubicBezTo>
                  <a:cubicBezTo>
                    <a:pt x="132" y="2"/>
                    <a:pt x="115" y="5"/>
                    <a:pt x="101" y="11"/>
                  </a:cubicBezTo>
                  <a:cubicBezTo>
                    <a:pt x="67" y="25"/>
                    <a:pt x="40" y="43"/>
                    <a:pt x="23" y="75"/>
                  </a:cubicBezTo>
                  <a:cubicBezTo>
                    <a:pt x="22" y="77"/>
                    <a:pt x="21" y="79"/>
                    <a:pt x="20" y="81"/>
                  </a:cubicBezTo>
                  <a:cubicBezTo>
                    <a:pt x="7" y="109"/>
                    <a:pt x="0" y="138"/>
                    <a:pt x="1" y="168"/>
                  </a:cubicBezTo>
                  <a:cubicBezTo>
                    <a:pt x="1" y="172"/>
                    <a:pt x="1" y="178"/>
                    <a:pt x="1" y="183"/>
                  </a:cubicBezTo>
                  <a:cubicBezTo>
                    <a:pt x="3" y="222"/>
                    <a:pt x="16" y="246"/>
                    <a:pt x="33" y="279"/>
                  </a:cubicBezTo>
                  <a:cubicBezTo>
                    <a:pt x="25" y="266"/>
                    <a:pt x="19" y="252"/>
                    <a:pt x="13" y="238"/>
                  </a:cubicBezTo>
                  <a:lnTo>
                    <a:pt x="13" y="238"/>
                  </a:lnTo>
                  <a:cubicBezTo>
                    <a:pt x="17" y="248"/>
                    <a:pt x="21" y="257"/>
                    <a:pt x="25" y="267"/>
                  </a:cubicBezTo>
                  <a:cubicBezTo>
                    <a:pt x="42" y="302"/>
                    <a:pt x="53" y="325"/>
                    <a:pt x="82" y="352"/>
                  </a:cubicBezTo>
                  <a:cubicBezTo>
                    <a:pt x="86" y="356"/>
                    <a:pt x="90" y="359"/>
                    <a:pt x="94" y="363"/>
                  </a:cubicBezTo>
                  <a:cubicBezTo>
                    <a:pt x="98" y="366"/>
                    <a:pt x="102" y="370"/>
                    <a:pt x="106" y="373"/>
                  </a:cubicBezTo>
                  <a:cubicBezTo>
                    <a:pt x="130" y="394"/>
                    <a:pt x="146" y="403"/>
                    <a:pt x="173" y="413"/>
                  </a:cubicBezTo>
                  <a:cubicBezTo>
                    <a:pt x="180" y="415"/>
                    <a:pt x="188" y="418"/>
                    <a:pt x="195" y="420"/>
                  </a:cubicBezTo>
                  <a:cubicBezTo>
                    <a:pt x="196" y="421"/>
                    <a:pt x="197" y="421"/>
                    <a:pt x="198" y="421"/>
                  </a:cubicBezTo>
                  <a:cubicBezTo>
                    <a:pt x="200" y="423"/>
                    <a:pt x="203" y="424"/>
                    <a:pt x="205" y="425"/>
                  </a:cubicBezTo>
                  <a:cubicBezTo>
                    <a:pt x="241" y="438"/>
                    <a:pt x="233" y="437"/>
                    <a:pt x="262" y="439"/>
                  </a:cubicBezTo>
                  <a:cubicBezTo>
                    <a:pt x="265" y="439"/>
                    <a:pt x="269" y="440"/>
                    <a:pt x="272" y="440"/>
                  </a:cubicBezTo>
                  <a:cubicBezTo>
                    <a:pt x="304" y="440"/>
                    <a:pt x="333" y="431"/>
                    <a:pt x="358" y="410"/>
                  </a:cubicBezTo>
                  <a:cubicBezTo>
                    <a:pt x="381" y="390"/>
                    <a:pt x="396" y="364"/>
                    <a:pt x="403" y="335"/>
                  </a:cubicBezTo>
                  <a:cubicBezTo>
                    <a:pt x="409" y="312"/>
                    <a:pt x="407" y="286"/>
                    <a:pt x="407" y="262"/>
                  </a:cubicBezTo>
                  <a:cubicBezTo>
                    <a:pt x="407" y="257"/>
                    <a:pt x="407" y="251"/>
                    <a:pt x="407" y="246"/>
                  </a:cubicBezTo>
                  <a:cubicBezTo>
                    <a:pt x="407" y="229"/>
                    <a:pt x="402" y="210"/>
                    <a:pt x="399" y="194"/>
                  </a:cubicBezTo>
                  <a:cubicBezTo>
                    <a:pt x="394" y="178"/>
                    <a:pt x="384" y="163"/>
                    <a:pt x="377" y="147"/>
                  </a:cubicBezTo>
                  <a:cubicBezTo>
                    <a:pt x="364" y="121"/>
                    <a:pt x="353" y="95"/>
                    <a:pt x="329" y="76"/>
                  </a:cubicBezTo>
                  <a:cubicBezTo>
                    <a:pt x="312" y="62"/>
                    <a:pt x="294" y="50"/>
                    <a:pt x="277" y="38"/>
                  </a:cubicBezTo>
                  <a:cubicBezTo>
                    <a:pt x="254" y="22"/>
                    <a:pt x="232" y="11"/>
                    <a:pt x="203" y="6"/>
                  </a:cubicBezTo>
                  <a:cubicBezTo>
                    <a:pt x="187" y="3"/>
                    <a:pt x="171" y="1"/>
                    <a:pt x="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29;p49">
              <a:extLst>
                <a:ext uri="{FF2B5EF4-FFF2-40B4-BE49-F238E27FC236}">
                  <a16:creationId xmlns:a16="http://schemas.microsoft.com/office/drawing/2014/main" id="{1F2A5565-4E8C-E07C-55CF-8DB1693098D5}"/>
                </a:ext>
              </a:extLst>
            </p:cNvPr>
            <p:cNvSpPr/>
            <p:nvPr/>
          </p:nvSpPr>
          <p:spPr>
            <a:xfrm>
              <a:off x="5015185" y="1229790"/>
              <a:ext cx="19066" cy="23747"/>
            </a:xfrm>
            <a:custGeom>
              <a:avLst/>
              <a:gdLst/>
              <a:ahLst/>
              <a:cxnLst/>
              <a:rect l="l" t="t" r="r" b="b"/>
              <a:pathLst>
                <a:path w="611" h="761" extrusionOk="0">
                  <a:moveTo>
                    <a:pt x="520" y="381"/>
                  </a:moveTo>
                  <a:cubicBezTo>
                    <a:pt x="520" y="382"/>
                    <a:pt x="521" y="382"/>
                    <a:pt x="521" y="382"/>
                  </a:cubicBezTo>
                  <a:lnTo>
                    <a:pt x="521" y="382"/>
                  </a:lnTo>
                  <a:cubicBezTo>
                    <a:pt x="521" y="382"/>
                    <a:pt x="520" y="382"/>
                    <a:pt x="520" y="381"/>
                  </a:cubicBezTo>
                  <a:close/>
                  <a:moveTo>
                    <a:pt x="24" y="400"/>
                  </a:moveTo>
                  <a:cubicBezTo>
                    <a:pt x="25" y="404"/>
                    <a:pt x="25" y="408"/>
                    <a:pt x="26" y="412"/>
                  </a:cubicBezTo>
                  <a:cubicBezTo>
                    <a:pt x="25" y="408"/>
                    <a:pt x="25" y="404"/>
                    <a:pt x="24" y="400"/>
                  </a:cubicBezTo>
                  <a:close/>
                  <a:moveTo>
                    <a:pt x="150" y="1"/>
                  </a:moveTo>
                  <a:cubicBezTo>
                    <a:pt x="129" y="1"/>
                    <a:pt x="107" y="8"/>
                    <a:pt x="89" y="18"/>
                  </a:cubicBezTo>
                  <a:cubicBezTo>
                    <a:pt x="45" y="40"/>
                    <a:pt x="30" y="88"/>
                    <a:pt x="18" y="131"/>
                  </a:cubicBezTo>
                  <a:cubicBezTo>
                    <a:pt x="7" y="165"/>
                    <a:pt x="2" y="197"/>
                    <a:pt x="2" y="233"/>
                  </a:cubicBezTo>
                  <a:cubicBezTo>
                    <a:pt x="0" y="282"/>
                    <a:pt x="10" y="329"/>
                    <a:pt x="19" y="377"/>
                  </a:cubicBezTo>
                  <a:lnTo>
                    <a:pt x="19" y="377"/>
                  </a:lnTo>
                  <a:cubicBezTo>
                    <a:pt x="26" y="419"/>
                    <a:pt x="34" y="461"/>
                    <a:pt x="47" y="502"/>
                  </a:cubicBezTo>
                  <a:cubicBezTo>
                    <a:pt x="67" y="559"/>
                    <a:pt x="97" y="600"/>
                    <a:pt x="135" y="645"/>
                  </a:cubicBezTo>
                  <a:cubicBezTo>
                    <a:pt x="162" y="678"/>
                    <a:pt x="181" y="696"/>
                    <a:pt x="221" y="719"/>
                  </a:cubicBezTo>
                  <a:cubicBezTo>
                    <a:pt x="248" y="734"/>
                    <a:pt x="281" y="744"/>
                    <a:pt x="308" y="753"/>
                  </a:cubicBezTo>
                  <a:cubicBezTo>
                    <a:pt x="325" y="758"/>
                    <a:pt x="345" y="761"/>
                    <a:pt x="364" y="761"/>
                  </a:cubicBezTo>
                  <a:cubicBezTo>
                    <a:pt x="419" y="761"/>
                    <a:pt x="477" y="741"/>
                    <a:pt x="519" y="712"/>
                  </a:cubicBezTo>
                  <a:cubicBezTo>
                    <a:pt x="570" y="675"/>
                    <a:pt x="601" y="626"/>
                    <a:pt x="606" y="563"/>
                  </a:cubicBezTo>
                  <a:cubicBezTo>
                    <a:pt x="610" y="506"/>
                    <a:pt x="591" y="443"/>
                    <a:pt x="545" y="405"/>
                  </a:cubicBezTo>
                  <a:cubicBezTo>
                    <a:pt x="536" y="398"/>
                    <a:pt x="528" y="391"/>
                    <a:pt x="521" y="382"/>
                  </a:cubicBezTo>
                  <a:lnTo>
                    <a:pt x="521" y="382"/>
                  </a:lnTo>
                  <a:cubicBezTo>
                    <a:pt x="525" y="387"/>
                    <a:pt x="528" y="391"/>
                    <a:pt x="532" y="396"/>
                  </a:cubicBezTo>
                  <a:lnTo>
                    <a:pt x="532" y="396"/>
                  </a:lnTo>
                  <a:cubicBezTo>
                    <a:pt x="513" y="374"/>
                    <a:pt x="492" y="356"/>
                    <a:pt x="465" y="342"/>
                  </a:cubicBezTo>
                  <a:cubicBezTo>
                    <a:pt x="458" y="338"/>
                    <a:pt x="451" y="335"/>
                    <a:pt x="445" y="332"/>
                  </a:cubicBezTo>
                  <a:cubicBezTo>
                    <a:pt x="442" y="330"/>
                    <a:pt x="439" y="328"/>
                    <a:pt x="435" y="326"/>
                  </a:cubicBezTo>
                  <a:cubicBezTo>
                    <a:pt x="430" y="322"/>
                    <a:pt x="425" y="317"/>
                    <a:pt x="421" y="314"/>
                  </a:cubicBezTo>
                  <a:cubicBezTo>
                    <a:pt x="397" y="293"/>
                    <a:pt x="371" y="276"/>
                    <a:pt x="344" y="257"/>
                  </a:cubicBezTo>
                  <a:lnTo>
                    <a:pt x="344" y="257"/>
                  </a:lnTo>
                  <a:lnTo>
                    <a:pt x="389" y="288"/>
                  </a:lnTo>
                  <a:cubicBezTo>
                    <a:pt x="368" y="274"/>
                    <a:pt x="351" y="257"/>
                    <a:pt x="332" y="239"/>
                  </a:cubicBezTo>
                  <a:cubicBezTo>
                    <a:pt x="318" y="220"/>
                    <a:pt x="306" y="200"/>
                    <a:pt x="295" y="178"/>
                  </a:cubicBezTo>
                  <a:cubicBezTo>
                    <a:pt x="284" y="154"/>
                    <a:pt x="272" y="130"/>
                    <a:pt x="261" y="106"/>
                  </a:cubicBezTo>
                  <a:lnTo>
                    <a:pt x="261" y="106"/>
                  </a:lnTo>
                  <a:cubicBezTo>
                    <a:pt x="266" y="117"/>
                    <a:pt x="271" y="127"/>
                    <a:pt x="276" y="137"/>
                  </a:cubicBezTo>
                  <a:cubicBezTo>
                    <a:pt x="270" y="124"/>
                    <a:pt x="264" y="109"/>
                    <a:pt x="259" y="96"/>
                  </a:cubicBezTo>
                  <a:cubicBezTo>
                    <a:pt x="245" y="58"/>
                    <a:pt x="226" y="35"/>
                    <a:pt x="193" y="13"/>
                  </a:cubicBezTo>
                  <a:cubicBezTo>
                    <a:pt x="179" y="4"/>
                    <a:pt x="165" y="1"/>
                    <a:pt x="15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30;p49">
              <a:extLst>
                <a:ext uri="{FF2B5EF4-FFF2-40B4-BE49-F238E27FC236}">
                  <a16:creationId xmlns:a16="http://schemas.microsoft.com/office/drawing/2014/main" id="{9ED9CB97-95DD-7F39-F42F-5EAA793509DA}"/>
                </a:ext>
              </a:extLst>
            </p:cNvPr>
            <p:cNvSpPr/>
            <p:nvPr/>
          </p:nvSpPr>
          <p:spPr>
            <a:xfrm>
              <a:off x="5043456" y="1243520"/>
              <a:ext cx="9830" cy="7832"/>
            </a:xfrm>
            <a:custGeom>
              <a:avLst/>
              <a:gdLst/>
              <a:ahLst/>
              <a:cxnLst/>
              <a:rect l="l" t="t" r="r" b="b"/>
              <a:pathLst>
                <a:path w="315" h="251" extrusionOk="0">
                  <a:moveTo>
                    <a:pt x="87" y="1"/>
                  </a:moveTo>
                  <a:cubicBezTo>
                    <a:pt x="86" y="1"/>
                    <a:pt x="84" y="1"/>
                    <a:pt x="83" y="1"/>
                  </a:cubicBezTo>
                  <a:cubicBezTo>
                    <a:pt x="68" y="3"/>
                    <a:pt x="53" y="7"/>
                    <a:pt x="40" y="16"/>
                  </a:cubicBezTo>
                  <a:cubicBezTo>
                    <a:pt x="21" y="29"/>
                    <a:pt x="11" y="46"/>
                    <a:pt x="5" y="68"/>
                  </a:cubicBezTo>
                  <a:cubicBezTo>
                    <a:pt x="0" y="82"/>
                    <a:pt x="3" y="101"/>
                    <a:pt x="7" y="114"/>
                  </a:cubicBezTo>
                  <a:cubicBezTo>
                    <a:pt x="9" y="122"/>
                    <a:pt x="14" y="131"/>
                    <a:pt x="19" y="139"/>
                  </a:cubicBezTo>
                  <a:cubicBezTo>
                    <a:pt x="21" y="144"/>
                    <a:pt x="25" y="149"/>
                    <a:pt x="28" y="154"/>
                  </a:cubicBezTo>
                  <a:cubicBezTo>
                    <a:pt x="39" y="172"/>
                    <a:pt x="54" y="184"/>
                    <a:pt x="70" y="197"/>
                  </a:cubicBezTo>
                  <a:cubicBezTo>
                    <a:pt x="81" y="205"/>
                    <a:pt x="93" y="213"/>
                    <a:pt x="105" y="221"/>
                  </a:cubicBezTo>
                  <a:cubicBezTo>
                    <a:pt x="118" y="230"/>
                    <a:pt x="131" y="235"/>
                    <a:pt x="146" y="240"/>
                  </a:cubicBezTo>
                  <a:cubicBezTo>
                    <a:pt x="167" y="246"/>
                    <a:pt x="189" y="250"/>
                    <a:pt x="212" y="250"/>
                  </a:cubicBezTo>
                  <a:cubicBezTo>
                    <a:pt x="221" y="249"/>
                    <a:pt x="230" y="247"/>
                    <a:pt x="239" y="245"/>
                  </a:cubicBezTo>
                  <a:cubicBezTo>
                    <a:pt x="254" y="241"/>
                    <a:pt x="265" y="234"/>
                    <a:pt x="275" y="224"/>
                  </a:cubicBezTo>
                  <a:cubicBezTo>
                    <a:pt x="292" y="209"/>
                    <a:pt x="308" y="188"/>
                    <a:pt x="312" y="164"/>
                  </a:cubicBezTo>
                  <a:cubicBezTo>
                    <a:pt x="314" y="145"/>
                    <a:pt x="314" y="127"/>
                    <a:pt x="309" y="108"/>
                  </a:cubicBezTo>
                  <a:cubicBezTo>
                    <a:pt x="301" y="81"/>
                    <a:pt x="279" y="60"/>
                    <a:pt x="256" y="45"/>
                  </a:cubicBezTo>
                  <a:cubicBezTo>
                    <a:pt x="250" y="42"/>
                    <a:pt x="243" y="40"/>
                    <a:pt x="237" y="38"/>
                  </a:cubicBezTo>
                  <a:cubicBezTo>
                    <a:pt x="228" y="33"/>
                    <a:pt x="217" y="29"/>
                    <a:pt x="208" y="26"/>
                  </a:cubicBezTo>
                  <a:cubicBezTo>
                    <a:pt x="191" y="20"/>
                    <a:pt x="174" y="18"/>
                    <a:pt x="157" y="14"/>
                  </a:cubicBezTo>
                  <a:cubicBezTo>
                    <a:pt x="145" y="10"/>
                    <a:pt x="134" y="7"/>
                    <a:pt x="122" y="5"/>
                  </a:cubicBezTo>
                  <a:cubicBezTo>
                    <a:pt x="111" y="4"/>
                    <a:pt x="98" y="1"/>
                    <a:pt x="8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31;p49">
              <a:extLst>
                <a:ext uri="{FF2B5EF4-FFF2-40B4-BE49-F238E27FC236}">
                  <a16:creationId xmlns:a16="http://schemas.microsoft.com/office/drawing/2014/main" id="{6387EFE3-FEF5-FB9A-6E6B-92610F96DCF4}"/>
                </a:ext>
              </a:extLst>
            </p:cNvPr>
            <p:cNvSpPr/>
            <p:nvPr/>
          </p:nvSpPr>
          <p:spPr>
            <a:xfrm>
              <a:off x="4933584" y="1118451"/>
              <a:ext cx="24340" cy="28428"/>
            </a:xfrm>
            <a:custGeom>
              <a:avLst/>
              <a:gdLst/>
              <a:ahLst/>
              <a:cxnLst/>
              <a:rect l="l" t="t" r="r" b="b"/>
              <a:pathLst>
                <a:path w="780" h="911" extrusionOk="0">
                  <a:moveTo>
                    <a:pt x="747" y="240"/>
                  </a:moveTo>
                  <a:cubicBezTo>
                    <a:pt x="746" y="243"/>
                    <a:pt x="745" y="246"/>
                    <a:pt x="744" y="249"/>
                  </a:cubicBezTo>
                  <a:lnTo>
                    <a:pt x="744" y="249"/>
                  </a:lnTo>
                  <a:cubicBezTo>
                    <a:pt x="745" y="246"/>
                    <a:pt x="746" y="243"/>
                    <a:pt x="747" y="240"/>
                  </a:cubicBezTo>
                  <a:close/>
                  <a:moveTo>
                    <a:pt x="536" y="0"/>
                  </a:moveTo>
                  <a:cubicBezTo>
                    <a:pt x="526" y="0"/>
                    <a:pt x="515" y="1"/>
                    <a:pt x="505" y="3"/>
                  </a:cubicBezTo>
                  <a:cubicBezTo>
                    <a:pt x="445" y="12"/>
                    <a:pt x="415" y="20"/>
                    <a:pt x="363" y="47"/>
                  </a:cubicBezTo>
                  <a:cubicBezTo>
                    <a:pt x="346" y="55"/>
                    <a:pt x="330" y="63"/>
                    <a:pt x="316" y="73"/>
                  </a:cubicBezTo>
                  <a:cubicBezTo>
                    <a:pt x="220" y="131"/>
                    <a:pt x="148" y="223"/>
                    <a:pt x="92" y="319"/>
                  </a:cubicBezTo>
                  <a:cubicBezTo>
                    <a:pt x="63" y="367"/>
                    <a:pt x="46" y="422"/>
                    <a:pt x="31" y="476"/>
                  </a:cubicBezTo>
                  <a:cubicBezTo>
                    <a:pt x="11" y="549"/>
                    <a:pt x="1" y="635"/>
                    <a:pt x="27" y="707"/>
                  </a:cubicBezTo>
                  <a:cubicBezTo>
                    <a:pt x="61" y="798"/>
                    <a:pt x="129" y="882"/>
                    <a:pt x="225" y="906"/>
                  </a:cubicBezTo>
                  <a:cubicBezTo>
                    <a:pt x="239" y="909"/>
                    <a:pt x="254" y="910"/>
                    <a:pt x="268" y="910"/>
                  </a:cubicBezTo>
                  <a:cubicBezTo>
                    <a:pt x="291" y="910"/>
                    <a:pt x="313" y="907"/>
                    <a:pt x="336" y="899"/>
                  </a:cubicBezTo>
                  <a:cubicBezTo>
                    <a:pt x="353" y="892"/>
                    <a:pt x="371" y="884"/>
                    <a:pt x="388" y="874"/>
                  </a:cubicBezTo>
                  <a:cubicBezTo>
                    <a:pt x="411" y="861"/>
                    <a:pt x="430" y="842"/>
                    <a:pt x="443" y="819"/>
                  </a:cubicBezTo>
                  <a:lnTo>
                    <a:pt x="443" y="819"/>
                  </a:lnTo>
                  <a:cubicBezTo>
                    <a:pt x="444" y="818"/>
                    <a:pt x="445" y="817"/>
                    <a:pt x="445" y="817"/>
                  </a:cubicBezTo>
                  <a:cubicBezTo>
                    <a:pt x="446" y="816"/>
                    <a:pt x="446" y="816"/>
                    <a:pt x="448" y="815"/>
                  </a:cubicBezTo>
                  <a:lnTo>
                    <a:pt x="450" y="812"/>
                  </a:lnTo>
                  <a:cubicBezTo>
                    <a:pt x="466" y="791"/>
                    <a:pt x="484" y="770"/>
                    <a:pt x="496" y="746"/>
                  </a:cubicBezTo>
                  <a:cubicBezTo>
                    <a:pt x="512" y="715"/>
                    <a:pt x="523" y="678"/>
                    <a:pt x="531" y="643"/>
                  </a:cubicBezTo>
                  <a:cubicBezTo>
                    <a:pt x="537" y="618"/>
                    <a:pt x="543" y="594"/>
                    <a:pt x="550" y="570"/>
                  </a:cubicBezTo>
                  <a:cubicBezTo>
                    <a:pt x="565" y="530"/>
                    <a:pt x="585" y="493"/>
                    <a:pt x="608" y="458"/>
                  </a:cubicBezTo>
                  <a:cubicBezTo>
                    <a:pt x="641" y="412"/>
                    <a:pt x="678" y="369"/>
                    <a:pt x="710" y="322"/>
                  </a:cubicBezTo>
                  <a:lnTo>
                    <a:pt x="710" y="322"/>
                  </a:lnTo>
                  <a:cubicBezTo>
                    <a:pt x="700" y="337"/>
                    <a:pt x="689" y="352"/>
                    <a:pt x="678" y="368"/>
                  </a:cubicBezTo>
                  <a:cubicBezTo>
                    <a:pt x="688" y="354"/>
                    <a:pt x="699" y="340"/>
                    <a:pt x="709" y="325"/>
                  </a:cubicBezTo>
                  <a:cubicBezTo>
                    <a:pt x="722" y="306"/>
                    <a:pt x="729" y="291"/>
                    <a:pt x="736" y="272"/>
                  </a:cubicBezTo>
                  <a:lnTo>
                    <a:pt x="736" y="272"/>
                  </a:lnTo>
                  <a:cubicBezTo>
                    <a:pt x="739" y="265"/>
                    <a:pt x="742" y="259"/>
                    <a:pt x="745" y="252"/>
                  </a:cubicBezTo>
                  <a:cubicBezTo>
                    <a:pt x="779" y="175"/>
                    <a:pt x="758" y="78"/>
                    <a:pt x="678" y="39"/>
                  </a:cubicBezTo>
                  <a:cubicBezTo>
                    <a:pt x="633" y="17"/>
                    <a:pt x="585" y="0"/>
                    <a:pt x="536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32;p49">
              <a:extLst>
                <a:ext uri="{FF2B5EF4-FFF2-40B4-BE49-F238E27FC236}">
                  <a16:creationId xmlns:a16="http://schemas.microsoft.com/office/drawing/2014/main" id="{A3071582-C77A-6546-E29A-F343714F82E3}"/>
                </a:ext>
              </a:extLst>
            </p:cNvPr>
            <p:cNvSpPr/>
            <p:nvPr/>
          </p:nvSpPr>
          <p:spPr>
            <a:xfrm>
              <a:off x="5143718" y="1182390"/>
              <a:ext cx="22686" cy="14386"/>
            </a:xfrm>
            <a:custGeom>
              <a:avLst/>
              <a:gdLst/>
              <a:ahLst/>
              <a:cxnLst/>
              <a:rect l="l" t="t" r="r" b="b"/>
              <a:pathLst>
                <a:path w="727" h="461" extrusionOk="0">
                  <a:moveTo>
                    <a:pt x="727" y="1"/>
                  </a:moveTo>
                  <a:lnTo>
                    <a:pt x="727" y="1"/>
                  </a:lnTo>
                  <a:cubicBezTo>
                    <a:pt x="502" y="159"/>
                    <a:pt x="252" y="286"/>
                    <a:pt x="1" y="363"/>
                  </a:cubicBezTo>
                  <a:cubicBezTo>
                    <a:pt x="47" y="423"/>
                    <a:pt x="123" y="461"/>
                    <a:pt x="199" y="461"/>
                  </a:cubicBezTo>
                  <a:cubicBezTo>
                    <a:pt x="203" y="461"/>
                    <a:pt x="208" y="460"/>
                    <a:pt x="213" y="460"/>
                  </a:cubicBezTo>
                  <a:cubicBezTo>
                    <a:pt x="342" y="452"/>
                    <a:pt x="439" y="376"/>
                    <a:pt x="531" y="295"/>
                  </a:cubicBezTo>
                  <a:cubicBezTo>
                    <a:pt x="592" y="241"/>
                    <a:pt x="648" y="171"/>
                    <a:pt x="685" y="100"/>
                  </a:cubicBezTo>
                  <a:cubicBezTo>
                    <a:pt x="702" y="69"/>
                    <a:pt x="715" y="34"/>
                    <a:pt x="727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33;p49">
              <a:extLst>
                <a:ext uri="{FF2B5EF4-FFF2-40B4-BE49-F238E27FC236}">
                  <a16:creationId xmlns:a16="http://schemas.microsoft.com/office/drawing/2014/main" id="{ECB03105-2695-BAF7-5CB8-5D6A9B34A6BB}"/>
                </a:ext>
              </a:extLst>
            </p:cNvPr>
            <p:cNvSpPr/>
            <p:nvPr/>
          </p:nvSpPr>
          <p:spPr>
            <a:xfrm>
              <a:off x="5036872" y="1158830"/>
              <a:ext cx="11639" cy="11952"/>
            </a:xfrm>
            <a:custGeom>
              <a:avLst/>
              <a:gdLst/>
              <a:ahLst/>
              <a:cxnLst/>
              <a:rect l="l" t="t" r="r" b="b"/>
              <a:pathLst>
                <a:path w="373" h="383" extrusionOk="0">
                  <a:moveTo>
                    <a:pt x="259" y="1"/>
                  </a:moveTo>
                  <a:cubicBezTo>
                    <a:pt x="242" y="1"/>
                    <a:pt x="225" y="2"/>
                    <a:pt x="208" y="6"/>
                  </a:cubicBezTo>
                  <a:cubicBezTo>
                    <a:pt x="196" y="9"/>
                    <a:pt x="183" y="16"/>
                    <a:pt x="172" y="21"/>
                  </a:cubicBezTo>
                  <a:cubicBezTo>
                    <a:pt x="152" y="30"/>
                    <a:pt x="131" y="40"/>
                    <a:pt x="111" y="51"/>
                  </a:cubicBezTo>
                  <a:cubicBezTo>
                    <a:pt x="66" y="79"/>
                    <a:pt x="25" y="136"/>
                    <a:pt x="14" y="188"/>
                  </a:cubicBezTo>
                  <a:cubicBezTo>
                    <a:pt x="4" y="229"/>
                    <a:pt x="0" y="274"/>
                    <a:pt x="9" y="315"/>
                  </a:cubicBezTo>
                  <a:cubicBezTo>
                    <a:pt x="17" y="344"/>
                    <a:pt x="43" y="366"/>
                    <a:pt x="70" y="376"/>
                  </a:cubicBezTo>
                  <a:cubicBezTo>
                    <a:pt x="82" y="380"/>
                    <a:pt x="93" y="382"/>
                    <a:pt x="104" y="382"/>
                  </a:cubicBezTo>
                  <a:cubicBezTo>
                    <a:pt x="122" y="382"/>
                    <a:pt x="139" y="377"/>
                    <a:pt x="157" y="367"/>
                  </a:cubicBezTo>
                  <a:cubicBezTo>
                    <a:pt x="175" y="358"/>
                    <a:pt x="189" y="341"/>
                    <a:pt x="206" y="330"/>
                  </a:cubicBezTo>
                  <a:cubicBezTo>
                    <a:pt x="239" y="307"/>
                    <a:pt x="271" y="273"/>
                    <a:pt x="291" y="239"/>
                  </a:cubicBezTo>
                  <a:cubicBezTo>
                    <a:pt x="301" y="221"/>
                    <a:pt x="309" y="201"/>
                    <a:pt x="319" y="182"/>
                  </a:cubicBezTo>
                  <a:cubicBezTo>
                    <a:pt x="323" y="173"/>
                    <a:pt x="330" y="164"/>
                    <a:pt x="334" y="155"/>
                  </a:cubicBezTo>
                  <a:cubicBezTo>
                    <a:pt x="339" y="144"/>
                    <a:pt x="342" y="133"/>
                    <a:pt x="345" y="121"/>
                  </a:cubicBezTo>
                  <a:cubicBezTo>
                    <a:pt x="350" y="111"/>
                    <a:pt x="354" y="102"/>
                    <a:pt x="358" y="92"/>
                  </a:cubicBezTo>
                  <a:cubicBezTo>
                    <a:pt x="373" y="61"/>
                    <a:pt x="358" y="8"/>
                    <a:pt x="316" y="4"/>
                  </a:cubicBezTo>
                  <a:cubicBezTo>
                    <a:pt x="298" y="3"/>
                    <a:pt x="278" y="1"/>
                    <a:pt x="25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34;p49">
              <a:extLst>
                <a:ext uri="{FF2B5EF4-FFF2-40B4-BE49-F238E27FC236}">
                  <a16:creationId xmlns:a16="http://schemas.microsoft.com/office/drawing/2014/main" id="{DE57EAB7-70CA-29E8-A412-38BF733874EC}"/>
                </a:ext>
              </a:extLst>
            </p:cNvPr>
            <p:cNvSpPr/>
            <p:nvPr/>
          </p:nvSpPr>
          <p:spPr>
            <a:xfrm>
              <a:off x="4875573" y="1064903"/>
              <a:ext cx="12919" cy="19659"/>
            </a:xfrm>
            <a:custGeom>
              <a:avLst/>
              <a:gdLst/>
              <a:ahLst/>
              <a:cxnLst/>
              <a:rect l="l" t="t" r="r" b="b"/>
              <a:pathLst>
                <a:path w="414" h="630" extrusionOk="0">
                  <a:moveTo>
                    <a:pt x="309" y="1"/>
                  </a:moveTo>
                  <a:cubicBezTo>
                    <a:pt x="264" y="1"/>
                    <a:pt x="226" y="33"/>
                    <a:pt x="191" y="62"/>
                  </a:cubicBezTo>
                  <a:cubicBezTo>
                    <a:pt x="177" y="74"/>
                    <a:pt x="162" y="87"/>
                    <a:pt x="147" y="99"/>
                  </a:cubicBezTo>
                  <a:cubicBezTo>
                    <a:pt x="131" y="114"/>
                    <a:pt x="122" y="128"/>
                    <a:pt x="109" y="148"/>
                  </a:cubicBezTo>
                  <a:cubicBezTo>
                    <a:pt x="97" y="164"/>
                    <a:pt x="87" y="181"/>
                    <a:pt x="76" y="198"/>
                  </a:cubicBezTo>
                  <a:cubicBezTo>
                    <a:pt x="48" y="245"/>
                    <a:pt x="29" y="293"/>
                    <a:pt x="12" y="345"/>
                  </a:cubicBezTo>
                  <a:cubicBezTo>
                    <a:pt x="2" y="379"/>
                    <a:pt x="1" y="412"/>
                    <a:pt x="4" y="447"/>
                  </a:cubicBezTo>
                  <a:cubicBezTo>
                    <a:pt x="6" y="469"/>
                    <a:pt x="9" y="490"/>
                    <a:pt x="17" y="511"/>
                  </a:cubicBezTo>
                  <a:cubicBezTo>
                    <a:pt x="22" y="528"/>
                    <a:pt x="33" y="547"/>
                    <a:pt x="42" y="564"/>
                  </a:cubicBezTo>
                  <a:cubicBezTo>
                    <a:pt x="63" y="605"/>
                    <a:pt x="112" y="626"/>
                    <a:pt x="154" y="629"/>
                  </a:cubicBezTo>
                  <a:cubicBezTo>
                    <a:pt x="159" y="629"/>
                    <a:pt x="163" y="630"/>
                    <a:pt x="168" y="630"/>
                  </a:cubicBezTo>
                  <a:cubicBezTo>
                    <a:pt x="208" y="630"/>
                    <a:pt x="248" y="615"/>
                    <a:pt x="273" y="583"/>
                  </a:cubicBezTo>
                  <a:cubicBezTo>
                    <a:pt x="293" y="560"/>
                    <a:pt x="311" y="536"/>
                    <a:pt x="323" y="508"/>
                  </a:cubicBezTo>
                  <a:cubicBezTo>
                    <a:pt x="338" y="476"/>
                    <a:pt x="348" y="445"/>
                    <a:pt x="355" y="410"/>
                  </a:cubicBezTo>
                  <a:cubicBezTo>
                    <a:pt x="361" y="372"/>
                    <a:pt x="367" y="333"/>
                    <a:pt x="377" y="294"/>
                  </a:cubicBezTo>
                  <a:cubicBezTo>
                    <a:pt x="381" y="273"/>
                    <a:pt x="388" y="253"/>
                    <a:pt x="391" y="233"/>
                  </a:cubicBezTo>
                  <a:cubicBezTo>
                    <a:pt x="393" y="216"/>
                    <a:pt x="395" y="198"/>
                    <a:pt x="399" y="180"/>
                  </a:cubicBezTo>
                  <a:cubicBezTo>
                    <a:pt x="404" y="155"/>
                    <a:pt x="413" y="127"/>
                    <a:pt x="412" y="100"/>
                  </a:cubicBezTo>
                  <a:cubicBezTo>
                    <a:pt x="410" y="55"/>
                    <a:pt x="381" y="19"/>
                    <a:pt x="338" y="5"/>
                  </a:cubicBezTo>
                  <a:cubicBezTo>
                    <a:pt x="328" y="2"/>
                    <a:pt x="319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435;p49">
              <a:extLst>
                <a:ext uri="{FF2B5EF4-FFF2-40B4-BE49-F238E27FC236}">
                  <a16:creationId xmlns:a16="http://schemas.microsoft.com/office/drawing/2014/main" id="{99B28929-5421-01FE-7757-AF7A78F3CE2F}"/>
                </a:ext>
              </a:extLst>
            </p:cNvPr>
            <p:cNvSpPr/>
            <p:nvPr/>
          </p:nvSpPr>
          <p:spPr>
            <a:xfrm>
              <a:off x="4883749" y="1091458"/>
              <a:ext cx="5711" cy="7645"/>
            </a:xfrm>
            <a:custGeom>
              <a:avLst/>
              <a:gdLst/>
              <a:ahLst/>
              <a:cxnLst/>
              <a:rect l="l" t="t" r="r" b="b"/>
              <a:pathLst>
                <a:path w="183" h="245" extrusionOk="0">
                  <a:moveTo>
                    <a:pt x="116" y="0"/>
                  </a:moveTo>
                  <a:cubicBezTo>
                    <a:pt x="113" y="0"/>
                    <a:pt x="111" y="1"/>
                    <a:pt x="108" y="2"/>
                  </a:cubicBezTo>
                  <a:cubicBezTo>
                    <a:pt x="106" y="2"/>
                    <a:pt x="103" y="1"/>
                    <a:pt x="100" y="1"/>
                  </a:cubicBezTo>
                  <a:cubicBezTo>
                    <a:pt x="88" y="2"/>
                    <a:pt x="78" y="5"/>
                    <a:pt x="69" y="11"/>
                  </a:cubicBezTo>
                  <a:cubicBezTo>
                    <a:pt x="58" y="18"/>
                    <a:pt x="51" y="26"/>
                    <a:pt x="46" y="37"/>
                  </a:cubicBezTo>
                  <a:cubicBezTo>
                    <a:pt x="31" y="57"/>
                    <a:pt x="13" y="77"/>
                    <a:pt x="8" y="102"/>
                  </a:cubicBezTo>
                  <a:cubicBezTo>
                    <a:pt x="7" y="111"/>
                    <a:pt x="5" y="120"/>
                    <a:pt x="4" y="130"/>
                  </a:cubicBezTo>
                  <a:cubicBezTo>
                    <a:pt x="2" y="146"/>
                    <a:pt x="1" y="163"/>
                    <a:pt x="7" y="180"/>
                  </a:cubicBezTo>
                  <a:cubicBezTo>
                    <a:pt x="8" y="184"/>
                    <a:pt x="10" y="188"/>
                    <a:pt x="12" y="192"/>
                  </a:cubicBezTo>
                  <a:cubicBezTo>
                    <a:pt x="16" y="205"/>
                    <a:pt x="22" y="216"/>
                    <a:pt x="32" y="225"/>
                  </a:cubicBezTo>
                  <a:cubicBezTo>
                    <a:pt x="42" y="233"/>
                    <a:pt x="53" y="240"/>
                    <a:pt x="66" y="243"/>
                  </a:cubicBezTo>
                  <a:cubicBezTo>
                    <a:pt x="72" y="244"/>
                    <a:pt x="77" y="244"/>
                    <a:pt x="82" y="244"/>
                  </a:cubicBezTo>
                  <a:cubicBezTo>
                    <a:pt x="90" y="244"/>
                    <a:pt x="98" y="243"/>
                    <a:pt x="105" y="241"/>
                  </a:cubicBezTo>
                  <a:cubicBezTo>
                    <a:pt x="118" y="236"/>
                    <a:pt x="128" y="229"/>
                    <a:pt x="137" y="220"/>
                  </a:cubicBezTo>
                  <a:cubicBezTo>
                    <a:pt x="140" y="218"/>
                    <a:pt x="143" y="214"/>
                    <a:pt x="146" y="211"/>
                  </a:cubicBezTo>
                  <a:cubicBezTo>
                    <a:pt x="158" y="199"/>
                    <a:pt x="165" y="183"/>
                    <a:pt x="170" y="167"/>
                  </a:cubicBezTo>
                  <a:cubicBezTo>
                    <a:pt x="172" y="158"/>
                    <a:pt x="175" y="149"/>
                    <a:pt x="177" y="138"/>
                  </a:cubicBezTo>
                  <a:cubicBezTo>
                    <a:pt x="183" y="114"/>
                    <a:pt x="174" y="88"/>
                    <a:pt x="170" y="64"/>
                  </a:cubicBezTo>
                  <a:cubicBezTo>
                    <a:pt x="170" y="52"/>
                    <a:pt x="166" y="42"/>
                    <a:pt x="160" y="31"/>
                  </a:cubicBezTo>
                  <a:cubicBezTo>
                    <a:pt x="153" y="22"/>
                    <a:pt x="145" y="15"/>
                    <a:pt x="134" y="8"/>
                  </a:cubicBezTo>
                  <a:cubicBezTo>
                    <a:pt x="132" y="7"/>
                    <a:pt x="129" y="7"/>
                    <a:pt x="127" y="6"/>
                  </a:cubicBezTo>
                  <a:cubicBezTo>
                    <a:pt x="124" y="2"/>
                    <a:pt x="120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436;p49">
              <a:extLst>
                <a:ext uri="{FF2B5EF4-FFF2-40B4-BE49-F238E27FC236}">
                  <a16:creationId xmlns:a16="http://schemas.microsoft.com/office/drawing/2014/main" id="{CC07414C-14D9-63A0-B5DF-FC718CC4C9D3}"/>
                </a:ext>
              </a:extLst>
            </p:cNvPr>
            <p:cNvSpPr/>
            <p:nvPr/>
          </p:nvSpPr>
          <p:spPr>
            <a:xfrm>
              <a:off x="4866462" y="1202860"/>
              <a:ext cx="94" cy="62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1"/>
                  </a:moveTo>
                  <a:cubicBezTo>
                    <a:pt x="2" y="1"/>
                    <a:pt x="2" y="1"/>
                    <a:pt x="1" y="2"/>
                  </a:cubicBezTo>
                  <a:cubicBezTo>
                    <a:pt x="2" y="1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437;p49">
              <a:extLst>
                <a:ext uri="{FF2B5EF4-FFF2-40B4-BE49-F238E27FC236}">
                  <a16:creationId xmlns:a16="http://schemas.microsoft.com/office/drawing/2014/main" id="{C3BF15E3-3CCA-6907-52B7-2ACD95A7B85A}"/>
                </a:ext>
              </a:extLst>
            </p:cNvPr>
            <p:cNvSpPr/>
            <p:nvPr/>
          </p:nvSpPr>
          <p:spPr>
            <a:xfrm>
              <a:off x="4862811" y="1201987"/>
              <a:ext cx="13387" cy="14042"/>
            </a:xfrm>
            <a:custGeom>
              <a:avLst/>
              <a:gdLst/>
              <a:ahLst/>
              <a:cxnLst/>
              <a:rect l="l" t="t" r="r" b="b"/>
              <a:pathLst>
                <a:path w="429" h="450" extrusionOk="0">
                  <a:moveTo>
                    <a:pt x="211" y="1"/>
                  </a:moveTo>
                  <a:cubicBezTo>
                    <a:pt x="202" y="1"/>
                    <a:pt x="192" y="2"/>
                    <a:pt x="183" y="5"/>
                  </a:cubicBezTo>
                  <a:cubicBezTo>
                    <a:pt x="160" y="8"/>
                    <a:pt x="139" y="15"/>
                    <a:pt x="120" y="29"/>
                  </a:cubicBezTo>
                  <a:cubicBezTo>
                    <a:pt x="117" y="31"/>
                    <a:pt x="113" y="32"/>
                    <a:pt x="109" y="34"/>
                  </a:cubicBezTo>
                  <a:cubicBezTo>
                    <a:pt x="77" y="52"/>
                    <a:pt x="53" y="84"/>
                    <a:pt x="36" y="117"/>
                  </a:cubicBezTo>
                  <a:cubicBezTo>
                    <a:pt x="11" y="167"/>
                    <a:pt x="1" y="232"/>
                    <a:pt x="22" y="286"/>
                  </a:cubicBezTo>
                  <a:cubicBezTo>
                    <a:pt x="30" y="307"/>
                    <a:pt x="40" y="327"/>
                    <a:pt x="51" y="347"/>
                  </a:cubicBezTo>
                  <a:cubicBezTo>
                    <a:pt x="52" y="350"/>
                    <a:pt x="54" y="352"/>
                    <a:pt x="55" y="355"/>
                  </a:cubicBezTo>
                  <a:cubicBezTo>
                    <a:pt x="66" y="370"/>
                    <a:pt x="77" y="384"/>
                    <a:pt x="90" y="396"/>
                  </a:cubicBezTo>
                  <a:cubicBezTo>
                    <a:pt x="117" y="420"/>
                    <a:pt x="148" y="437"/>
                    <a:pt x="183" y="444"/>
                  </a:cubicBezTo>
                  <a:cubicBezTo>
                    <a:pt x="203" y="447"/>
                    <a:pt x="224" y="450"/>
                    <a:pt x="243" y="450"/>
                  </a:cubicBezTo>
                  <a:lnTo>
                    <a:pt x="248" y="450"/>
                  </a:lnTo>
                  <a:cubicBezTo>
                    <a:pt x="279" y="448"/>
                    <a:pt x="308" y="438"/>
                    <a:pt x="335" y="420"/>
                  </a:cubicBezTo>
                  <a:cubicBezTo>
                    <a:pt x="355" y="407"/>
                    <a:pt x="372" y="389"/>
                    <a:pt x="386" y="368"/>
                  </a:cubicBezTo>
                  <a:cubicBezTo>
                    <a:pt x="393" y="358"/>
                    <a:pt x="398" y="351"/>
                    <a:pt x="401" y="345"/>
                  </a:cubicBezTo>
                  <a:cubicBezTo>
                    <a:pt x="405" y="338"/>
                    <a:pt x="408" y="330"/>
                    <a:pt x="413" y="316"/>
                  </a:cubicBezTo>
                  <a:cubicBezTo>
                    <a:pt x="421" y="299"/>
                    <a:pt x="426" y="281"/>
                    <a:pt x="425" y="263"/>
                  </a:cubicBezTo>
                  <a:cubicBezTo>
                    <a:pt x="428" y="254"/>
                    <a:pt x="429" y="245"/>
                    <a:pt x="427" y="235"/>
                  </a:cubicBezTo>
                  <a:cubicBezTo>
                    <a:pt x="427" y="234"/>
                    <a:pt x="426" y="232"/>
                    <a:pt x="426" y="230"/>
                  </a:cubicBezTo>
                  <a:cubicBezTo>
                    <a:pt x="425" y="225"/>
                    <a:pt x="425" y="219"/>
                    <a:pt x="423" y="213"/>
                  </a:cubicBezTo>
                  <a:cubicBezTo>
                    <a:pt x="423" y="212"/>
                    <a:pt x="423" y="210"/>
                    <a:pt x="423" y="209"/>
                  </a:cubicBezTo>
                  <a:cubicBezTo>
                    <a:pt x="423" y="201"/>
                    <a:pt x="416" y="162"/>
                    <a:pt x="413" y="155"/>
                  </a:cubicBezTo>
                  <a:cubicBezTo>
                    <a:pt x="411" y="145"/>
                    <a:pt x="407" y="137"/>
                    <a:pt x="401" y="129"/>
                  </a:cubicBezTo>
                  <a:cubicBezTo>
                    <a:pt x="396" y="113"/>
                    <a:pt x="387" y="98"/>
                    <a:pt x="374" y="85"/>
                  </a:cubicBezTo>
                  <a:lnTo>
                    <a:pt x="374" y="85"/>
                  </a:lnTo>
                  <a:cubicBezTo>
                    <a:pt x="378" y="92"/>
                    <a:pt x="383" y="97"/>
                    <a:pt x="388" y="102"/>
                  </a:cubicBezTo>
                  <a:cubicBezTo>
                    <a:pt x="383" y="97"/>
                    <a:pt x="378" y="92"/>
                    <a:pt x="373" y="85"/>
                  </a:cubicBezTo>
                  <a:cubicBezTo>
                    <a:pt x="370" y="81"/>
                    <a:pt x="367" y="77"/>
                    <a:pt x="364" y="74"/>
                  </a:cubicBezTo>
                  <a:cubicBezTo>
                    <a:pt x="358" y="67"/>
                    <a:pt x="353" y="59"/>
                    <a:pt x="346" y="53"/>
                  </a:cubicBezTo>
                  <a:cubicBezTo>
                    <a:pt x="322" y="32"/>
                    <a:pt x="317" y="32"/>
                    <a:pt x="300" y="22"/>
                  </a:cubicBezTo>
                  <a:cubicBezTo>
                    <a:pt x="300" y="22"/>
                    <a:pt x="299" y="21"/>
                    <a:pt x="299" y="21"/>
                  </a:cubicBezTo>
                  <a:cubicBezTo>
                    <a:pt x="277" y="8"/>
                    <a:pt x="254" y="3"/>
                    <a:pt x="230" y="3"/>
                  </a:cubicBezTo>
                  <a:cubicBezTo>
                    <a:pt x="224" y="2"/>
                    <a:pt x="217" y="1"/>
                    <a:pt x="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438;p49">
              <a:extLst>
                <a:ext uri="{FF2B5EF4-FFF2-40B4-BE49-F238E27FC236}">
                  <a16:creationId xmlns:a16="http://schemas.microsoft.com/office/drawing/2014/main" id="{CB49C908-A82B-D504-E48C-B75B41C3EC59}"/>
                </a:ext>
              </a:extLst>
            </p:cNvPr>
            <p:cNvSpPr/>
            <p:nvPr/>
          </p:nvSpPr>
          <p:spPr>
            <a:xfrm>
              <a:off x="4866524" y="1202299"/>
              <a:ext cx="1279" cy="593"/>
            </a:xfrm>
            <a:custGeom>
              <a:avLst/>
              <a:gdLst/>
              <a:ahLst/>
              <a:cxnLst/>
              <a:rect l="l" t="t" r="r" b="b"/>
              <a:pathLst>
                <a:path w="41" h="19" extrusionOk="0">
                  <a:moveTo>
                    <a:pt x="41" y="0"/>
                  </a:moveTo>
                  <a:lnTo>
                    <a:pt x="41" y="0"/>
                  </a:lnTo>
                  <a:cubicBezTo>
                    <a:pt x="27" y="5"/>
                    <a:pt x="14" y="12"/>
                    <a:pt x="1" y="19"/>
                  </a:cubicBezTo>
                  <a:cubicBezTo>
                    <a:pt x="15" y="13"/>
                    <a:pt x="27" y="6"/>
                    <a:pt x="4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439;p49">
              <a:extLst>
                <a:ext uri="{FF2B5EF4-FFF2-40B4-BE49-F238E27FC236}">
                  <a16:creationId xmlns:a16="http://schemas.microsoft.com/office/drawing/2014/main" id="{F046FD75-FCDA-8FAB-9DD9-981E10549556}"/>
                </a:ext>
              </a:extLst>
            </p:cNvPr>
            <p:cNvSpPr/>
            <p:nvPr/>
          </p:nvSpPr>
          <p:spPr>
            <a:xfrm>
              <a:off x="5009911" y="1309956"/>
              <a:ext cx="21594" cy="17631"/>
            </a:xfrm>
            <a:custGeom>
              <a:avLst/>
              <a:gdLst/>
              <a:ahLst/>
              <a:cxnLst/>
              <a:rect l="l" t="t" r="r" b="b"/>
              <a:pathLst>
                <a:path w="692" h="565" extrusionOk="0">
                  <a:moveTo>
                    <a:pt x="427" y="113"/>
                  </a:moveTo>
                  <a:lnTo>
                    <a:pt x="427" y="113"/>
                  </a:lnTo>
                  <a:cubicBezTo>
                    <a:pt x="429" y="113"/>
                    <a:pt x="431" y="114"/>
                    <a:pt x="433" y="115"/>
                  </a:cubicBezTo>
                  <a:cubicBezTo>
                    <a:pt x="431" y="114"/>
                    <a:pt x="429" y="113"/>
                    <a:pt x="427" y="113"/>
                  </a:cubicBezTo>
                  <a:close/>
                  <a:moveTo>
                    <a:pt x="167" y="0"/>
                  </a:moveTo>
                  <a:cubicBezTo>
                    <a:pt x="142" y="0"/>
                    <a:pt x="120" y="4"/>
                    <a:pt x="96" y="15"/>
                  </a:cubicBezTo>
                  <a:cubicBezTo>
                    <a:pt x="67" y="29"/>
                    <a:pt x="32" y="54"/>
                    <a:pt x="20" y="86"/>
                  </a:cubicBezTo>
                  <a:cubicBezTo>
                    <a:pt x="9" y="119"/>
                    <a:pt x="2" y="140"/>
                    <a:pt x="1" y="177"/>
                  </a:cubicBezTo>
                  <a:cubicBezTo>
                    <a:pt x="1" y="181"/>
                    <a:pt x="1" y="184"/>
                    <a:pt x="1" y="188"/>
                  </a:cubicBezTo>
                  <a:cubicBezTo>
                    <a:pt x="1" y="214"/>
                    <a:pt x="6" y="239"/>
                    <a:pt x="15" y="262"/>
                  </a:cubicBezTo>
                  <a:cubicBezTo>
                    <a:pt x="36" y="316"/>
                    <a:pt x="60" y="357"/>
                    <a:pt x="97" y="400"/>
                  </a:cubicBezTo>
                  <a:cubicBezTo>
                    <a:pt x="113" y="417"/>
                    <a:pt x="129" y="434"/>
                    <a:pt x="147" y="450"/>
                  </a:cubicBezTo>
                  <a:cubicBezTo>
                    <a:pt x="177" y="476"/>
                    <a:pt x="212" y="503"/>
                    <a:pt x="248" y="522"/>
                  </a:cubicBezTo>
                  <a:cubicBezTo>
                    <a:pt x="273" y="536"/>
                    <a:pt x="303" y="544"/>
                    <a:pt x="330" y="552"/>
                  </a:cubicBezTo>
                  <a:cubicBezTo>
                    <a:pt x="353" y="560"/>
                    <a:pt x="378" y="564"/>
                    <a:pt x="402" y="564"/>
                  </a:cubicBezTo>
                  <a:cubicBezTo>
                    <a:pt x="407" y="564"/>
                    <a:pt x="412" y="564"/>
                    <a:pt x="417" y="564"/>
                  </a:cubicBezTo>
                  <a:cubicBezTo>
                    <a:pt x="455" y="563"/>
                    <a:pt x="495" y="555"/>
                    <a:pt x="529" y="541"/>
                  </a:cubicBezTo>
                  <a:cubicBezTo>
                    <a:pt x="586" y="519"/>
                    <a:pt x="625" y="484"/>
                    <a:pt x="654" y="432"/>
                  </a:cubicBezTo>
                  <a:cubicBezTo>
                    <a:pt x="660" y="420"/>
                    <a:pt x="666" y="408"/>
                    <a:pt x="674" y="396"/>
                  </a:cubicBezTo>
                  <a:cubicBezTo>
                    <a:pt x="691" y="362"/>
                    <a:pt x="683" y="316"/>
                    <a:pt x="655" y="291"/>
                  </a:cubicBezTo>
                  <a:cubicBezTo>
                    <a:pt x="655" y="291"/>
                    <a:pt x="654" y="291"/>
                    <a:pt x="654" y="290"/>
                  </a:cubicBezTo>
                  <a:cubicBezTo>
                    <a:pt x="648" y="279"/>
                    <a:pt x="643" y="269"/>
                    <a:pt x="638" y="259"/>
                  </a:cubicBezTo>
                  <a:cubicBezTo>
                    <a:pt x="625" y="238"/>
                    <a:pt x="608" y="221"/>
                    <a:pt x="589" y="205"/>
                  </a:cubicBezTo>
                  <a:cubicBezTo>
                    <a:pt x="559" y="182"/>
                    <a:pt x="528" y="154"/>
                    <a:pt x="495" y="140"/>
                  </a:cubicBezTo>
                  <a:cubicBezTo>
                    <a:pt x="461" y="127"/>
                    <a:pt x="429" y="114"/>
                    <a:pt x="396" y="101"/>
                  </a:cubicBezTo>
                  <a:lnTo>
                    <a:pt x="396" y="101"/>
                  </a:lnTo>
                  <a:cubicBezTo>
                    <a:pt x="406" y="105"/>
                    <a:pt x="417" y="109"/>
                    <a:pt x="427" y="113"/>
                  </a:cubicBezTo>
                  <a:lnTo>
                    <a:pt x="427" y="113"/>
                  </a:lnTo>
                  <a:cubicBezTo>
                    <a:pt x="396" y="100"/>
                    <a:pt x="367" y="85"/>
                    <a:pt x="339" y="67"/>
                  </a:cubicBezTo>
                  <a:cubicBezTo>
                    <a:pt x="326" y="58"/>
                    <a:pt x="311" y="52"/>
                    <a:pt x="298" y="44"/>
                  </a:cubicBezTo>
                  <a:cubicBezTo>
                    <a:pt x="271" y="27"/>
                    <a:pt x="244" y="18"/>
                    <a:pt x="214" y="6"/>
                  </a:cubicBezTo>
                  <a:lnTo>
                    <a:pt x="214" y="6"/>
                  </a:lnTo>
                  <a:lnTo>
                    <a:pt x="258" y="22"/>
                  </a:lnTo>
                  <a:cubicBezTo>
                    <a:pt x="239" y="14"/>
                    <a:pt x="220" y="4"/>
                    <a:pt x="199" y="2"/>
                  </a:cubicBezTo>
                  <a:cubicBezTo>
                    <a:pt x="188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440;p49">
              <a:extLst>
                <a:ext uri="{FF2B5EF4-FFF2-40B4-BE49-F238E27FC236}">
                  <a16:creationId xmlns:a16="http://schemas.microsoft.com/office/drawing/2014/main" id="{495D5668-B0DF-B086-2400-39E3902B67F5}"/>
                </a:ext>
              </a:extLst>
            </p:cNvPr>
            <p:cNvSpPr/>
            <p:nvPr/>
          </p:nvSpPr>
          <p:spPr>
            <a:xfrm>
              <a:off x="5047388" y="1321876"/>
              <a:ext cx="10703" cy="8145"/>
            </a:xfrm>
            <a:custGeom>
              <a:avLst/>
              <a:gdLst/>
              <a:ahLst/>
              <a:cxnLst/>
              <a:rect l="l" t="t" r="r" b="b"/>
              <a:pathLst>
                <a:path w="343" h="261" extrusionOk="0">
                  <a:moveTo>
                    <a:pt x="142" y="2"/>
                  </a:moveTo>
                  <a:cubicBezTo>
                    <a:pt x="150" y="2"/>
                    <a:pt x="158" y="3"/>
                    <a:pt x="166" y="4"/>
                  </a:cubicBezTo>
                  <a:cubicBezTo>
                    <a:pt x="159" y="3"/>
                    <a:pt x="150" y="3"/>
                    <a:pt x="142" y="2"/>
                  </a:cubicBezTo>
                  <a:close/>
                  <a:moveTo>
                    <a:pt x="106" y="1"/>
                  </a:moveTo>
                  <a:cubicBezTo>
                    <a:pt x="106" y="1"/>
                    <a:pt x="107" y="1"/>
                    <a:pt x="108" y="1"/>
                  </a:cubicBezTo>
                  <a:lnTo>
                    <a:pt x="108" y="1"/>
                  </a:lnTo>
                  <a:cubicBezTo>
                    <a:pt x="106" y="1"/>
                    <a:pt x="104" y="1"/>
                    <a:pt x="102" y="1"/>
                  </a:cubicBezTo>
                  <a:cubicBezTo>
                    <a:pt x="75" y="1"/>
                    <a:pt x="50" y="9"/>
                    <a:pt x="31" y="30"/>
                  </a:cubicBezTo>
                  <a:cubicBezTo>
                    <a:pt x="8" y="54"/>
                    <a:pt x="0" y="92"/>
                    <a:pt x="12" y="122"/>
                  </a:cubicBezTo>
                  <a:cubicBezTo>
                    <a:pt x="18" y="141"/>
                    <a:pt x="26" y="159"/>
                    <a:pt x="37" y="176"/>
                  </a:cubicBezTo>
                  <a:cubicBezTo>
                    <a:pt x="51" y="200"/>
                    <a:pt x="81" y="226"/>
                    <a:pt x="106" y="239"/>
                  </a:cubicBezTo>
                  <a:cubicBezTo>
                    <a:pt x="131" y="252"/>
                    <a:pt x="167" y="261"/>
                    <a:pt x="197" y="261"/>
                  </a:cubicBezTo>
                  <a:cubicBezTo>
                    <a:pt x="200" y="261"/>
                    <a:pt x="203" y="261"/>
                    <a:pt x="206" y="260"/>
                  </a:cubicBezTo>
                  <a:cubicBezTo>
                    <a:pt x="225" y="259"/>
                    <a:pt x="238" y="255"/>
                    <a:pt x="253" y="248"/>
                  </a:cubicBezTo>
                  <a:cubicBezTo>
                    <a:pt x="264" y="243"/>
                    <a:pt x="275" y="238"/>
                    <a:pt x="286" y="232"/>
                  </a:cubicBezTo>
                  <a:cubicBezTo>
                    <a:pt x="307" y="222"/>
                    <a:pt x="315" y="205"/>
                    <a:pt x="329" y="186"/>
                  </a:cubicBezTo>
                  <a:cubicBezTo>
                    <a:pt x="332" y="177"/>
                    <a:pt x="335" y="167"/>
                    <a:pt x="339" y="158"/>
                  </a:cubicBezTo>
                  <a:cubicBezTo>
                    <a:pt x="342" y="143"/>
                    <a:pt x="342" y="127"/>
                    <a:pt x="338" y="113"/>
                  </a:cubicBezTo>
                  <a:cubicBezTo>
                    <a:pt x="338" y="103"/>
                    <a:pt x="335" y="94"/>
                    <a:pt x="329" y="86"/>
                  </a:cubicBezTo>
                  <a:cubicBezTo>
                    <a:pt x="324" y="72"/>
                    <a:pt x="316" y="60"/>
                    <a:pt x="305" y="50"/>
                  </a:cubicBezTo>
                  <a:cubicBezTo>
                    <a:pt x="299" y="45"/>
                    <a:pt x="285" y="35"/>
                    <a:pt x="278" y="31"/>
                  </a:cubicBezTo>
                  <a:cubicBezTo>
                    <a:pt x="276" y="31"/>
                    <a:pt x="275" y="30"/>
                    <a:pt x="273" y="30"/>
                  </a:cubicBezTo>
                  <a:cubicBezTo>
                    <a:pt x="270" y="28"/>
                    <a:pt x="267" y="27"/>
                    <a:pt x="264" y="25"/>
                  </a:cubicBezTo>
                  <a:cubicBezTo>
                    <a:pt x="248" y="16"/>
                    <a:pt x="230" y="11"/>
                    <a:pt x="212" y="8"/>
                  </a:cubicBezTo>
                  <a:cubicBezTo>
                    <a:pt x="196" y="5"/>
                    <a:pt x="181" y="2"/>
                    <a:pt x="164" y="2"/>
                  </a:cubicBezTo>
                  <a:cubicBezTo>
                    <a:pt x="162" y="2"/>
                    <a:pt x="160" y="2"/>
                    <a:pt x="158" y="2"/>
                  </a:cubicBezTo>
                  <a:lnTo>
                    <a:pt x="140" y="2"/>
                  </a:lnTo>
                  <a:cubicBezTo>
                    <a:pt x="136" y="2"/>
                    <a:pt x="133" y="2"/>
                    <a:pt x="130" y="2"/>
                  </a:cubicBezTo>
                  <a:cubicBezTo>
                    <a:pt x="127" y="2"/>
                    <a:pt x="124" y="2"/>
                    <a:pt x="121" y="2"/>
                  </a:cubicBezTo>
                  <a:cubicBezTo>
                    <a:pt x="119" y="2"/>
                    <a:pt x="116" y="2"/>
                    <a:pt x="114" y="2"/>
                  </a:cubicBezTo>
                  <a:lnTo>
                    <a:pt x="114" y="2"/>
                  </a:lnTo>
                  <a:cubicBezTo>
                    <a:pt x="113" y="2"/>
                    <a:pt x="111" y="1"/>
                    <a:pt x="110" y="1"/>
                  </a:cubicBezTo>
                  <a:lnTo>
                    <a:pt x="110" y="1"/>
                  </a:lnTo>
                  <a:cubicBezTo>
                    <a:pt x="108" y="1"/>
                    <a:pt x="107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441;p49">
              <a:extLst>
                <a:ext uri="{FF2B5EF4-FFF2-40B4-BE49-F238E27FC236}">
                  <a16:creationId xmlns:a16="http://schemas.microsoft.com/office/drawing/2014/main" id="{57D04643-AA10-42F6-8ADD-DBB061635073}"/>
                </a:ext>
              </a:extLst>
            </p:cNvPr>
            <p:cNvSpPr/>
            <p:nvPr/>
          </p:nvSpPr>
          <p:spPr>
            <a:xfrm>
              <a:off x="5111858" y="1304308"/>
              <a:ext cx="14604" cy="13824"/>
            </a:xfrm>
            <a:custGeom>
              <a:avLst/>
              <a:gdLst/>
              <a:ahLst/>
              <a:cxnLst/>
              <a:rect l="l" t="t" r="r" b="b"/>
              <a:pathLst>
                <a:path w="468" h="443" extrusionOk="0">
                  <a:moveTo>
                    <a:pt x="7" y="187"/>
                  </a:moveTo>
                  <a:cubicBezTo>
                    <a:pt x="7" y="187"/>
                    <a:pt x="7" y="187"/>
                    <a:pt x="7" y="187"/>
                  </a:cubicBezTo>
                  <a:cubicBezTo>
                    <a:pt x="7" y="188"/>
                    <a:pt x="7" y="188"/>
                    <a:pt x="7" y="189"/>
                  </a:cubicBezTo>
                  <a:lnTo>
                    <a:pt x="7" y="189"/>
                  </a:lnTo>
                  <a:cubicBezTo>
                    <a:pt x="7" y="188"/>
                    <a:pt x="7" y="187"/>
                    <a:pt x="7" y="187"/>
                  </a:cubicBezTo>
                  <a:close/>
                  <a:moveTo>
                    <a:pt x="233" y="1"/>
                  </a:moveTo>
                  <a:cubicBezTo>
                    <a:pt x="216" y="5"/>
                    <a:pt x="197" y="8"/>
                    <a:pt x="178" y="11"/>
                  </a:cubicBezTo>
                  <a:cubicBezTo>
                    <a:pt x="174" y="12"/>
                    <a:pt x="169" y="13"/>
                    <a:pt x="164" y="14"/>
                  </a:cubicBezTo>
                  <a:cubicBezTo>
                    <a:pt x="148" y="23"/>
                    <a:pt x="131" y="31"/>
                    <a:pt x="114" y="39"/>
                  </a:cubicBezTo>
                  <a:cubicBezTo>
                    <a:pt x="97" y="50"/>
                    <a:pt x="83" y="62"/>
                    <a:pt x="69" y="77"/>
                  </a:cubicBezTo>
                  <a:cubicBezTo>
                    <a:pt x="68" y="78"/>
                    <a:pt x="67" y="79"/>
                    <a:pt x="66" y="80"/>
                  </a:cubicBezTo>
                  <a:cubicBezTo>
                    <a:pt x="64" y="83"/>
                    <a:pt x="61" y="85"/>
                    <a:pt x="59" y="88"/>
                  </a:cubicBezTo>
                  <a:cubicBezTo>
                    <a:pt x="51" y="94"/>
                    <a:pt x="46" y="101"/>
                    <a:pt x="42" y="111"/>
                  </a:cubicBezTo>
                  <a:cubicBezTo>
                    <a:pt x="24" y="131"/>
                    <a:pt x="13" y="156"/>
                    <a:pt x="8" y="183"/>
                  </a:cubicBezTo>
                  <a:lnTo>
                    <a:pt x="8" y="183"/>
                  </a:lnTo>
                  <a:cubicBezTo>
                    <a:pt x="5" y="193"/>
                    <a:pt x="4" y="204"/>
                    <a:pt x="4" y="214"/>
                  </a:cubicBezTo>
                  <a:cubicBezTo>
                    <a:pt x="0" y="238"/>
                    <a:pt x="2" y="261"/>
                    <a:pt x="10" y="284"/>
                  </a:cubicBezTo>
                  <a:cubicBezTo>
                    <a:pt x="24" y="337"/>
                    <a:pt x="66" y="386"/>
                    <a:pt x="113" y="410"/>
                  </a:cubicBezTo>
                  <a:cubicBezTo>
                    <a:pt x="151" y="429"/>
                    <a:pt x="193" y="442"/>
                    <a:pt x="236" y="442"/>
                  </a:cubicBezTo>
                  <a:cubicBezTo>
                    <a:pt x="258" y="442"/>
                    <a:pt x="281" y="439"/>
                    <a:pt x="302" y="430"/>
                  </a:cubicBezTo>
                  <a:cubicBezTo>
                    <a:pt x="341" y="415"/>
                    <a:pt x="379" y="397"/>
                    <a:pt x="406" y="365"/>
                  </a:cubicBezTo>
                  <a:cubicBezTo>
                    <a:pt x="432" y="336"/>
                    <a:pt x="452" y="302"/>
                    <a:pt x="461" y="263"/>
                  </a:cubicBezTo>
                  <a:cubicBezTo>
                    <a:pt x="461" y="261"/>
                    <a:pt x="461" y="259"/>
                    <a:pt x="462" y="257"/>
                  </a:cubicBezTo>
                  <a:cubicBezTo>
                    <a:pt x="465" y="234"/>
                    <a:pt x="468" y="210"/>
                    <a:pt x="467" y="187"/>
                  </a:cubicBezTo>
                  <a:cubicBezTo>
                    <a:pt x="464" y="171"/>
                    <a:pt x="461" y="156"/>
                    <a:pt x="457" y="140"/>
                  </a:cubicBezTo>
                  <a:cubicBezTo>
                    <a:pt x="451" y="117"/>
                    <a:pt x="440" y="96"/>
                    <a:pt x="422" y="79"/>
                  </a:cubicBezTo>
                  <a:cubicBezTo>
                    <a:pt x="413" y="66"/>
                    <a:pt x="402" y="55"/>
                    <a:pt x="387" y="48"/>
                  </a:cubicBezTo>
                  <a:cubicBezTo>
                    <a:pt x="376" y="38"/>
                    <a:pt x="364" y="31"/>
                    <a:pt x="351" y="26"/>
                  </a:cubicBezTo>
                  <a:lnTo>
                    <a:pt x="351" y="26"/>
                  </a:lnTo>
                  <a:cubicBezTo>
                    <a:pt x="316" y="7"/>
                    <a:pt x="298" y="6"/>
                    <a:pt x="265" y="3"/>
                  </a:cubicBezTo>
                  <a:cubicBezTo>
                    <a:pt x="254" y="1"/>
                    <a:pt x="244" y="1"/>
                    <a:pt x="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442;p49">
              <a:extLst>
                <a:ext uri="{FF2B5EF4-FFF2-40B4-BE49-F238E27FC236}">
                  <a16:creationId xmlns:a16="http://schemas.microsoft.com/office/drawing/2014/main" id="{62BBD97C-99C7-FC19-53D6-6F1C37766EFB}"/>
                </a:ext>
              </a:extLst>
            </p:cNvPr>
            <p:cNvSpPr/>
            <p:nvPr/>
          </p:nvSpPr>
          <p:spPr>
            <a:xfrm>
              <a:off x="5022299" y="1006955"/>
              <a:ext cx="18442" cy="23716"/>
            </a:xfrm>
            <a:custGeom>
              <a:avLst/>
              <a:gdLst/>
              <a:ahLst/>
              <a:cxnLst/>
              <a:rect l="l" t="t" r="r" b="b"/>
              <a:pathLst>
                <a:path w="591" h="760" extrusionOk="0">
                  <a:moveTo>
                    <a:pt x="312" y="0"/>
                  </a:moveTo>
                  <a:cubicBezTo>
                    <a:pt x="295" y="0"/>
                    <a:pt x="279" y="3"/>
                    <a:pt x="262" y="8"/>
                  </a:cubicBezTo>
                  <a:cubicBezTo>
                    <a:pt x="222" y="18"/>
                    <a:pt x="189" y="38"/>
                    <a:pt x="160" y="66"/>
                  </a:cubicBezTo>
                  <a:cubicBezTo>
                    <a:pt x="146" y="82"/>
                    <a:pt x="132" y="99"/>
                    <a:pt x="118" y="114"/>
                  </a:cubicBezTo>
                  <a:cubicBezTo>
                    <a:pt x="110" y="125"/>
                    <a:pt x="102" y="135"/>
                    <a:pt x="94" y="146"/>
                  </a:cubicBezTo>
                  <a:cubicBezTo>
                    <a:pt x="70" y="172"/>
                    <a:pt x="54" y="203"/>
                    <a:pt x="45" y="238"/>
                  </a:cubicBezTo>
                  <a:cubicBezTo>
                    <a:pt x="43" y="244"/>
                    <a:pt x="41" y="250"/>
                    <a:pt x="39" y="257"/>
                  </a:cubicBezTo>
                  <a:cubicBezTo>
                    <a:pt x="35" y="269"/>
                    <a:pt x="31" y="282"/>
                    <a:pt x="26" y="295"/>
                  </a:cubicBezTo>
                  <a:cubicBezTo>
                    <a:pt x="12" y="342"/>
                    <a:pt x="0" y="389"/>
                    <a:pt x="4" y="438"/>
                  </a:cubicBezTo>
                  <a:cubicBezTo>
                    <a:pt x="7" y="463"/>
                    <a:pt x="10" y="487"/>
                    <a:pt x="13" y="512"/>
                  </a:cubicBezTo>
                  <a:cubicBezTo>
                    <a:pt x="14" y="551"/>
                    <a:pt x="25" y="586"/>
                    <a:pt x="46" y="620"/>
                  </a:cubicBezTo>
                  <a:cubicBezTo>
                    <a:pt x="64" y="652"/>
                    <a:pt x="88" y="680"/>
                    <a:pt x="118" y="699"/>
                  </a:cubicBezTo>
                  <a:cubicBezTo>
                    <a:pt x="128" y="708"/>
                    <a:pt x="138" y="716"/>
                    <a:pt x="150" y="722"/>
                  </a:cubicBezTo>
                  <a:cubicBezTo>
                    <a:pt x="180" y="742"/>
                    <a:pt x="214" y="753"/>
                    <a:pt x="250" y="755"/>
                  </a:cubicBezTo>
                  <a:cubicBezTo>
                    <a:pt x="270" y="758"/>
                    <a:pt x="284" y="760"/>
                    <a:pt x="299" y="760"/>
                  </a:cubicBezTo>
                  <a:cubicBezTo>
                    <a:pt x="316" y="760"/>
                    <a:pt x="334" y="757"/>
                    <a:pt x="360" y="750"/>
                  </a:cubicBezTo>
                  <a:cubicBezTo>
                    <a:pt x="435" y="730"/>
                    <a:pt x="491" y="683"/>
                    <a:pt x="532" y="620"/>
                  </a:cubicBezTo>
                  <a:cubicBezTo>
                    <a:pt x="550" y="593"/>
                    <a:pt x="560" y="554"/>
                    <a:pt x="571" y="523"/>
                  </a:cubicBezTo>
                  <a:cubicBezTo>
                    <a:pt x="573" y="516"/>
                    <a:pt x="575" y="510"/>
                    <a:pt x="577" y="504"/>
                  </a:cubicBezTo>
                  <a:cubicBezTo>
                    <a:pt x="582" y="489"/>
                    <a:pt x="584" y="474"/>
                    <a:pt x="584" y="460"/>
                  </a:cubicBezTo>
                  <a:cubicBezTo>
                    <a:pt x="588" y="445"/>
                    <a:pt x="591" y="429"/>
                    <a:pt x="589" y="415"/>
                  </a:cubicBezTo>
                  <a:cubicBezTo>
                    <a:pt x="589" y="401"/>
                    <a:pt x="587" y="389"/>
                    <a:pt x="586" y="375"/>
                  </a:cubicBezTo>
                  <a:lnTo>
                    <a:pt x="583" y="335"/>
                  </a:lnTo>
                  <a:cubicBezTo>
                    <a:pt x="581" y="306"/>
                    <a:pt x="580" y="276"/>
                    <a:pt x="574" y="248"/>
                  </a:cubicBezTo>
                  <a:cubicBezTo>
                    <a:pt x="566" y="221"/>
                    <a:pt x="555" y="195"/>
                    <a:pt x="542" y="170"/>
                  </a:cubicBezTo>
                  <a:cubicBezTo>
                    <a:pt x="533" y="150"/>
                    <a:pt x="522" y="131"/>
                    <a:pt x="513" y="112"/>
                  </a:cubicBezTo>
                  <a:cubicBezTo>
                    <a:pt x="493" y="79"/>
                    <a:pt x="466" y="52"/>
                    <a:pt x="431" y="32"/>
                  </a:cubicBezTo>
                  <a:cubicBezTo>
                    <a:pt x="406" y="15"/>
                    <a:pt x="379" y="7"/>
                    <a:pt x="350" y="5"/>
                  </a:cubicBezTo>
                  <a:cubicBezTo>
                    <a:pt x="337" y="2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443;p49">
              <a:extLst>
                <a:ext uri="{FF2B5EF4-FFF2-40B4-BE49-F238E27FC236}">
                  <a16:creationId xmlns:a16="http://schemas.microsoft.com/office/drawing/2014/main" id="{FE0598DC-8A20-B5FB-44F7-0D231A9928A2}"/>
                </a:ext>
              </a:extLst>
            </p:cNvPr>
            <p:cNvSpPr/>
            <p:nvPr/>
          </p:nvSpPr>
          <p:spPr>
            <a:xfrm>
              <a:off x="5013843" y="1048988"/>
              <a:ext cx="9892" cy="9767"/>
            </a:xfrm>
            <a:custGeom>
              <a:avLst/>
              <a:gdLst/>
              <a:ahLst/>
              <a:cxnLst/>
              <a:rect l="l" t="t" r="r" b="b"/>
              <a:pathLst>
                <a:path w="317" h="313" extrusionOk="0">
                  <a:moveTo>
                    <a:pt x="140" y="0"/>
                  </a:moveTo>
                  <a:cubicBezTo>
                    <a:pt x="115" y="0"/>
                    <a:pt x="92" y="7"/>
                    <a:pt x="71" y="18"/>
                  </a:cubicBezTo>
                  <a:cubicBezTo>
                    <a:pt x="66" y="22"/>
                    <a:pt x="61" y="25"/>
                    <a:pt x="57" y="30"/>
                  </a:cubicBezTo>
                  <a:cubicBezTo>
                    <a:pt x="46" y="36"/>
                    <a:pt x="38" y="43"/>
                    <a:pt x="33" y="54"/>
                  </a:cubicBezTo>
                  <a:cubicBezTo>
                    <a:pt x="20" y="67"/>
                    <a:pt x="13" y="82"/>
                    <a:pt x="9" y="100"/>
                  </a:cubicBezTo>
                  <a:cubicBezTo>
                    <a:pt x="9" y="100"/>
                    <a:pt x="7" y="100"/>
                    <a:pt x="7" y="101"/>
                  </a:cubicBezTo>
                  <a:cubicBezTo>
                    <a:pt x="7" y="102"/>
                    <a:pt x="6" y="104"/>
                    <a:pt x="6" y="106"/>
                  </a:cubicBezTo>
                  <a:cubicBezTo>
                    <a:pt x="6" y="107"/>
                    <a:pt x="5" y="107"/>
                    <a:pt x="5" y="108"/>
                  </a:cubicBezTo>
                  <a:cubicBezTo>
                    <a:pt x="3" y="121"/>
                    <a:pt x="1" y="134"/>
                    <a:pt x="0" y="146"/>
                  </a:cubicBezTo>
                  <a:cubicBezTo>
                    <a:pt x="0" y="148"/>
                    <a:pt x="0" y="149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1" y="165"/>
                    <a:pt x="3" y="177"/>
                    <a:pt x="5" y="190"/>
                  </a:cubicBezTo>
                  <a:cubicBezTo>
                    <a:pt x="5" y="191"/>
                    <a:pt x="5" y="191"/>
                    <a:pt x="5" y="191"/>
                  </a:cubicBezTo>
                  <a:cubicBezTo>
                    <a:pt x="5" y="192"/>
                    <a:pt x="5" y="193"/>
                    <a:pt x="5" y="194"/>
                  </a:cubicBezTo>
                  <a:cubicBezTo>
                    <a:pt x="10" y="209"/>
                    <a:pt x="17" y="223"/>
                    <a:pt x="23" y="237"/>
                  </a:cubicBezTo>
                  <a:cubicBezTo>
                    <a:pt x="32" y="247"/>
                    <a:pt x="39" y="258"/>
                    <a:pt x="47" y="268"/>
                  </a:cubicBezTo>
                  <a:cubicBezTo>
                    <a:pt x="61" y="283"/>
                    <a:pt x="78" y="293"/>
                    <a:pt x="95" y="300"/>
                  </a:cubicBezTo>
                  <a:cubicBezTo>
                    <a:pt x="108" y="306"/>
                    <a:pt x="119" y="309"/>
                    <a:pt x="133" y="309"/>
                  </a:cubicBezTo>
                  <a:cubicBezTo>
                    <a:pt x="142" y="311"/>
                    <a:pt x="150" y="312"/>
                    <a:pt x="159" y="312"/>
                  </a:cubicBezTo>
                  <a:cubicBezTo>
                    <a:pt x="170" y="312"/>
                    <a:pt x="182" y="311"/>
                    <a:pt x="194" y="307"/>
                  </a:cubicBezTo>
                  <a:cubicBezTo>
                    <a:pt x="221" y="299"/>
                    <a:pt x="251" y="284"/>
                    <a:pt x="270" y="261"/>
                  </a:cubicBezTo>
                  <a:cubicBezTo>
                    <a:pt x="279" y="252"/>
                    <a:pt x="287" y="242"/>
                    <a:pt x="293" y="232"/>
                  </a:cubicBezTo>
                  <a:cubicBezTo>
                    <a:pt x="312" y="202"/>
                    <a:pt x="316" y="164"/>
                    <a:pt x="308" y="130"/>
                  </a:cubicBezTo>
                  <a:cubicBezTo>
                    <a:pt x="304" y="116"/>
                    <a:pt x="297" y="104"/>
                    <a:pt x="290" y="92"/>
                  </a:cubicBezTo>
                  <a:cubicBezTo>
                    <a:pt x="289" y="91"/>
                    <a:pt x="289" y="90"/>
                    <a:pt x="288" y="88"/>
                  </a:cubicBezTo>
                  <a:lnTo>
                    <a:pt x="288" y="88"/>
                  </a:lnTo>
                  <a:cubicBezTo>
                    <a:pt x="288" y="89"/>
                    <a:pt x="289" y="90"/>
                    <a:pt x="289" y="91"/>
                  </a:cubicBezTo>
                  <a:cubicBezTo>
                    <a:pt x="286" y="87"/>
                    <a:pt x="283" y="83"/>
                    <a:pt x="281" y="80"/>
                  </a:cubicBezTo>
                  <a:cubicBezTo>
                    <a:pt x="278" y="77"/>
                    <a:pt x="278" y="71"/>
                    <a:pt x="274" y="68"/>
                  </a:cubicBezTo>
                  <a:cubicBezTo>
                    <a:pt x="264" y="52"/>
                    <a:pt x="249" y="39"/>
                    <a:pt x="231" y="29"/>
                  </a:cubicBezTo>
                  <a:cubicBezTo>
                    <a:pt x="220" y="24"/>
                    <a:pt x="207" y="19"/>
                    <a:pt x="196" y="14"/>
                  </a:cubicBezTo>
                  <a:lnTo>
                    <a:pt x="194" y="14"/>
                  </a:lnTo>
                  <a:cubicBezTo>
                    <a:pt x="187" y="11"/>
                    <a:pt x="181" y="8"/>
                    <a:pt x="175" y="6"/>
                  </a:cubicBezTo>
                  <a:cubicBezTo>
                    <a:pt x="163" y="3"/>
                    <a:pt x="152" y="2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444;p49">
              <a:extLst>
                <a:ext uri="{FF2B5EF4-FFF2-40B4-BE49-F238E27FC236}">
                  <a16:creationId xmlns:a16="http://schemas.microsoft.com/office/drawing/2014/main" id="{F97339B4-2649-4F9B-78AE-FACA9D43E34B}"/>
                </a:ext>
              </a:extLst>
            </p:cNvPr>
            <p:cNvSpPr/>
            <p:nvPr/>
          </p:nvSpPr>
          <p:spPr>
            <a:xfrm>
              <a:off x="5162441" y="1127812"/>
              <a:ext cx="34357" cy="32484"/>
            </a:xfrm>
            <a:custGeom>
              <a:avLst/>
              <a:gdLst/>
              <a:ahLst/>
              <a:cxnLst/>
              <a:rect l="l" t="t" r="r" b="b"/>
              <a:pathLst>
                <a:path w="1101" h="1041" extrusionOk="0">
                  <a:moveTo>
                    <a:pt x="572" y="1"/>
                  </a:moveTo>
                  <a:cubicBezTo>
                    <a:pt x="571" y="1"/>
                    <a:pt x="570" y="1"/>
                    <a:pt x="570" y="1"/>
                  </a:cubicBezTo>
                  <a:cubicBezTo>
                    <a:pt x="524" y="6"/>
                    <a:pt x="477" y="12"/>
                    <a:pt x="431" y="18"/>
                  </a:cubicBezTo>
                  <a:cubicBezTo>
                    <a:pt x="383" y="27"/>
                    <a:pt x="340" y="46"/>
                    <a:pt x="301" y="72"/>
                  </a:cubicBezTo>
                  <a:cubicBezTo>
                    <a:pt x="261" y="95"/>
                    <a:pt x="222" y="124"/>
                    <a:pt x="191" y="158"/>
                  </a:cubicBezTo>
                  <a:cubicBezTo>
                    <a:pt x="185" y="163"/>
                    <a:pt x="180" y="168"/>
                    <a:pt x="175" y="174"/>
                  </a:cubicBezTo>
                  <a:cubicBezTo>
                    <a:pt x="46" y="294"/>
                    <a:pt x="0" y="491"/>
                    <a:pt x="44" y="658"/>
                  </a:cubicBezTo>
                  <a:cubicBezTo>
                    <a:pt x="90" y="832"/>
                    <a:pt x="225" y="965"/>
                    <a:pt x="396" y="1015"/>
                  </a:cubicBezTo>
                  <a:cubicBezTo>
                    <a:pt x="403" y="1017"/>
                    <a:pt x="410" y="1019"/>
                    <a:pt x="417" y="1020"/>
                  </a:cubicBezTo>
                  <a:cubicBezTo>
                    <a:pt x="440" y="1025"/>
                    <a:pt x="464" y="1029"/>
                    <a:pt x="487" y="1031"/>
                  </a:cubicBezTo>
                  <a:cubicBezTo>
                    <a:pt x="506" y="1037"/>
                    <a:pt x="525" y="1041"/>
                    <a:pt x="544" y="1041"/>
                  </a:cubicBezTo>
                  <a:cubicBezTo>
                    <a:pt x="548" y="1041"/>
                    <a:pt x="553" y="1041"/>
                    <a:pt x="558" y="1040"/>
                  </a:cubicBezTo>
                  <a:cubicBezTo>
                    <a:pt x="564" y="1040"/>
                    <a:pt x="571" y="1041"/>
                    <a:pt x="577" y="1041"/>
                  </a:cubicBezTo>
                  <a:cubicBezTo>
                    <a:pt x="642" y="1041"/>
                    <a:pt x="703" y="1026"/>
                    <a:pt x="760" y="996"/>
                  </a:cubicBezTo>
                  <a:cubicBezTo>
                    <a:pt x="826" y="975"/>
                    <a:pt x="884" y="940"/>
                    <a:pt x="932" y="887"/>
                  </a:cubicBezTo>
                  <a:cubicBezTo>
                    <a:pt x="959" y="853"/>
                    <a:pt x="985" y="817"/>
                    <a:pt x="1012" y="782"/>
                  </a:cubicBezTo>
                  <a:cubicBezTo>
                    <a:pt x="1013" y="781"/>
                    <a:pt x="1015" y="778"/>
                    <a:pt x="1016" y="776"/>
                  </a:cubicBezTo>
                  <a:cubicBezTo>
                    <a:pt x="1018" y="773"/>
                    <a:pt x="1020" y="770"/>
                    <a:pt x="1021" y="768"/>
                  </a:cubicBezTo>
                  <a:cubicBezTo>
                    <a:pt x="1042" y="725"/>
                    <a:pt x="1067" y="681"/>
                    <a:pt x="1077" y="635"/>
                  </a:cubicBezTo>
                  <a:cubicBezTo>
                    <a:pt x="1097" y="571"/>
                    <a:pt x="1100" y="507"/>
                    <a:pt x="1087" y="444"/>
                  </a:cubicBezTo>
                  <a:cubicBezTo>
                    <a:pt x="1085" y="377"/>
                    <a:pt x="1065" y="314"/>
                    <a:pt x="1028" y="256"/>
                  </a:cubicBezTo>
                  <a:cubicBezTo>
                    <a:pt x="1003" y="223"/>
                    <a:pt x="977" y="188"/>
                    <a:pt x="951" y="155"/>
                  </a:cubicBezTo>
                  <a:cubicBezTo>
                    <a:pt x="889" y="94"/>
                    <a:pt x="818" y="52"/>
                    <a:pt x="735" y="29"/>
                  </a:cubicBezTo>
                  <a:cubicBezTo>
                    <a:pt x="692" y="11"/>
                    <a:pt x="594" y="1"/>
                    <a:pt x="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445;p49">
              <a:extLst>
                <a:ext uri="{FF2B5EF4-FFF2-40B4-BE49-F238E27FC236}">
                  <a16:creationId xmlns:a16="http://schemas.microsoft.com/office/drawing/2014/main" id="{C7604B5C-E731-5B41-5862-1CA81D63351B}"/>
                </a:ext>
              </a:extLst>
            </p:cNvPr>
            <p:cNvSpPr/>
            <p:nvPr/>
          </p:nvSpPr>
          <p:spPr>
            <a:xfrm>
              <a:off x="5184940" y="1097793"/>
              <a:ext cx="14635" cy="12420"/>
            </a:xfrm>
            <a:custGeom>
              <a:avLst/>
              <a:gdLst/>
              <a:ahLst/>
              <a:cxnLst/>
              <a:rect l="l" t="t" r="r" b="b"/>
              <a:pathLst>
                <a:path w="469" h="398" extrusionOk="0">
                  <a:moveTo>
                    <a:pt x="242" y="0"/>
                  </a:moveTo>
                  <a:cubicBezTo>
                    <a:pt x="223" y="0"/>
                    <a:pt x="205" y="2"/>
                    <a:pt x="187" y="6"/>
                  </a:cubicBezTo>
                  <a:cubicBezTo>
                    <a:pt x="180" y="7"/>
                    <a:pt x="174" y="9"/>
                    <a:pt x="168" y="10"/>
                  </a:cubicBezTo>
                  <a:cubicBezTo>
                    <a:pt x="163" y="13"/>
                    <a:pt x="157" y="14"/>
                    <a:pt x="151" y="15"/>
                  </a:cubicBezTo>
                  <a:cubicBezTo>
                    <a:pt x="150" y="16"/>
                    <a:pt x="149" y="16"/>
                    <a:pt x="147" y="16"/>
                  </a:cubicBezTo>
                  <a:cubicBezTo>
                    <a:pt x="131" y="22"/>
                    <a:pt x="115" y="29"/>
                    <a:pt x="100" y="36"/>
                  </a:cubicBezTo>
                  <a:cubicBezTo>
                    <a:pt x="72" y="50"/>
                    <a:pt x="61" y="64"/>
                    <a:pt x="44" y="86"/>
                  </a:cubicBezTo>
                  <a:cubicBezTo>
                    <a:pt x="35" y="98"/>
                    <a:pt x="31" y="101"/>
                    <a:pt x="25" y="113"/>
                  </a:cubicBezTo>
                  <a:cubicBezTo>
                    <a:pt x="13" y="140"/>
                    <a:pt x="0" y="166"/>
                    <a:pt x="1" y="198"/>
                  </a:cubicBezTo>
                  <a:cubicBezTo>
                    <a:pt x="3" y="212"/>
                    <a:pt x="5" y="227"/>
                    <a:pt x="7" y="242"/>
                  </a:cubicBezTo>
                  <a:cubicBezTo>
                    <a:pt x="12" y="255"/>
                    <a:pt x="18" y="269"/>
                    <a:pt x="23" y="283"/>
                  </a:cubicBezTo>
                  <a:cubicBezTo>
                    <a:pt x="23" y="284"/>
                    <a:pt x="24" y="285"/>
                    <a:pt x="25" y="286"/>
                  </a:cubicBezTo>
                  <a:cubicBezTo>
                    <a:pt x="27" y="289"/>
                    <a:pt x="28" y="291"/>
                    <a:pt x="29" y="293"/>
                  </a:cubicBezTo>
                  <a:cubicBezTo>
                    <a:pt x="39" y="307"/>
                    <a:pt x="48" y="319"/>
                    <a:pt x="59" y="332"/>
                  </a:cubicBezTo>
                  <a:cubicBezTo>
                    <a:pt x="72" y="342"/>
                    <a:pt x="84" y="353"/>
                    <a:pt x="98" y="362"/>
                  </a:cubicBezTo>
                  <a:cubicBezTo>
                    <a:pt x="109" y="368"/>
                    <a:pt x="133" y="380"/>
                    <a:pt x="146" y="383"/>
                  </a:cubicBezTo>
                  <a:cubicBezTo>
                    <a:pt x="152" y="384"/>
                    <a:pt x="157" y="384"/>
                    <a:pt x="163" y="385"/>
                  </a:cubicBezTo>
                  <a:cubicBezTo>
                    <a:pt x="169" y="387"/>
                    <a:pt x="175" y="388"/>
                    <a:pt x="181" y="389"/>
                  </a:cubicBezTo>
                  <a:cubicBezTo>
                    <a:pt x="198" y="392"/>
                    <a:pt x="219" y="397"/>
                    <a:pt x="237" y="398"/>
                  </a:cubicBezTo>
                  <a:cubicBezTo>
                    <a:pt x="238" y="397"/>
                    <a:pt x="240" y="397"/>
                    <a:pt x="241" y="397"/>
                  </a:cubicBezTo>
                  <a:cubicBezTo>
                    <a:pt x="259" y="395"/>
                    <a:pt x="277" y="392"/>
                    <a:pt x="294" y="390"/>
                  </a:cubicBezTo>
                  <a:cubicBezTo>
                    <a:pt x="322" y="383"/>
                    <a:pt x="349" y="373"/>
                    <a:pt x="374" y="360"/>
                  </a:cubicBezTo>
                  <a:cubicBezTo>
                    <a:pt x="432" y="331"/>
                    <a:pt x="467" y="262"/>
                    <a:pt x="468" y="199"/>
                  </a:cubicBezTo>
                  <a:cubicBezTo>
                    <a:pt x="468" y="164"/>
                    <a:pt x="460" y="133"/>
                    <a:pt x="442" y="103"/>
                  </a:cubicBezTo>
                  <a:cubicBezTo>
                    <a:pt x="425" y="74"/>
                    <a:pt x="402" y="51"/>
                    <a:pt x="374" y="34"/>
                  </a:cubicBezTo>
                  <a:cubicBezTo>
                    <a:pt x="349" y="23"/>
                    <a:pt x="326" y="14"/>
                    <a:pt x="300" y="7"/>
                  </a:cubicBezTo>
                  <a:cubicBezTo>
                    <a:pt x="280" y="2"/>
                    <a:pt x="261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446;p49">
              <a:extLst>
                <a:ext uri="{FF2B5EF4-FFF2-40B4-BE49-F238E27FC236}">
                  <a16:creationId xmlns:a16="http://schemas.microsoft.com/office/drawing/2014/main" id="{F3E9E730-E287-69A8-13F2-DE29F5305B39}"/>
                </a:ext>
              </a:extLst>
            </p:cNvPr>
            <p:cNvSpPr/>
            <p:nvPr/>
          </p:nvSpPr>
          <p:spPr>
            <a:xfrm>
              <a:off x="5122779" y="1137486"/>
              <a:ext cx="12388" cy="12544"/>
            </a:xfrm>
            <a:custGeom>
              <a:avLst/>
              <a:gdLst/>
              <a:ahLst/>
              <a:cxnLst/>
              <a:rect l="l" t="t" r="r" b="b"/>
              <a:pathLst>
                <a:path w="397" h="402" extrusionOk="0">
                  <a:moveTo>
                    <a:pt x="211" y="0"/>
                  </a:moveTo>
                  <a:cubicBezTo>
                    <a:pt x="196" y="0"/>
                    <a:pt x="180" y="2"/>
                    <a:pt x="165" y="6"/>
                  </a:cubicBezTo>
                  <a:cubicBezTo>
                    <a:pt x="157" y="8"/>
                    <a:pt x="149" y="11"/>
                    <a:pt x="141" y="16"/>
                  </a:cubicBezTo>
                  <a:cubicBezTo>
                    <a:pt x="118" y="24"/>
                    <a:pt x="98" y="36"/>
                    <a:pt x="81" y="54"/>
                  </a:cubicBezTo>
                  <a:cubicBezTo>
                    <a:pt x="80" y="55"/>
                    <a:pt x="80" y="56"/>
                    <a:pt x="79" y="57"/>
                  </a:cubicBezTo>
                  <a:cubicBezTo>
                    <a:pt x="77" y="59"/>
                    <a:pt x="75" y="61"/>
                    <a:pt x="73" y="63"/>
                  </a:cubicBezTo>
                  <a:cubicBezTo>
                    <a:pt x="69" y="68"/>
                    <a:pt x="63" y="72"/>
                    <a:pt x="59" y="76"/>
                  </a:cubicBezTo>
                  <a:cubicBezTo>
                    <a:pt x="47" y="87"/>
                    <a:pt x="35" y="101"/>
                    <a:pt x="26" y="117"/>
                  </a:cubicBezTo>
                  <a:cubicBezTo>
                    <a:pt x="9" y="145"/>
                    <a:pt x="1" y="176"/>
                    <a:pt x="1" y="210"/>
                  </a:cubicBezTo>
                  <a:cubicBezTo>
                    <a:pt x="3" y="227"/>
                    <a:pt x="4" y="243"/>
                    <a:pt x="6" y="260"/>
                  </a:cubicBezTo>
                  <a:cubicBezTo>
                    <a:pt x="15" y="293"/>
                    <a:pt x="32" y="322"/>
                    <a:pt x="56" y="346"/>
                  </a:cubicBezTo>
                  <a:cubicBezTo>
                    <a:pt x="73" y="364"/>
                    <a:pt x="93" y="377"/>
                    <a:pt x="116" y="385"/>
                  </a:cubicBezTo>
                  <a:cubicBezTo>
                    <a:pt x="138" y="396"/>
                    <a:pt x="162" y="401"/>
                    <a:pt x="187" y="401"/>
                  </a:cubicBezTo>
                  <a:cubicBezTo>
                    <a:pt x="221" y="401"/>
                    <a:pt x="254" y="393"/>
                    <a:pt x="284" y="375"/>
                  </a:cubicBezTo>
                  <a:cubicBezTo>
                    <a:pt x="314" y="359"/>
                    <a:pt x="336" y="336"/>
                    <a:pt x="352" y="307"/>
                  </a:cubicBezTo>
                  <a:cubicBezTo>
                    <a:pt x="356" y="301"/>
                    <a:pt x="360" y="296"/>
                    <a:pt x="363" y="288"/>
                  </a:cubicBezTo>
                  <a:cubicBezTo>
                    <a:pt x="370" y="272"/>
                    <a:pt x="378" y="255"/>
                    <a:pt x="385" y="237"/>
                  </a:cubicBezTo>
                  <a:cubicBezTo>
                    <a:pt x="396" y="208"/>
                    <a:pt x="396" y="166"/>
                    <a:pt x="387" y="136"/>
                  </a:cubicBezTo>
                  <a:cubicBezTo>
                    <a:pt x="382" y="112"/>
                    <a:pt x="370" y="91"/>
                    <a:pt x="353" y="72"/>
                  </a:cubicBezTo>
                  <a:cubicBezTo>
                    <a:pt x="341" y="52"/>
                    <a:pt x="324" y="36"/>
                    <a:pt x="303" y="25"/>
                  </a:cubicBezTo>
                  <a:cubicBezTo>
                    <a:pt x="288" y="19"/>
                    <a:pt x="274" y="13"/>
                    <a:pt x="260" y="7"/>
                  </a:cubicBezTo>
                  <a:cubicBezTo>
                    <a:pt x="244" y="3"/>
                    <a:pt x="227" y="0"/>
                    <a:pt x="21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447;p49">
              <a:extLst>
                <a:ext uri="{FF2B5EF4-FFF2-40B4-BE49-F238E27FC236}">
                  <a16:creationId xmlns:a16="http://schemas.microsoft.com/office/drawing/2014/main" id="{4268446E-AA7A-5912-7864-CE94A70BE3BC}"/>
                </a:ext>
              </a:extLst>
            </p:cNvPr>
            <p:cNvSpPr/>
            <p:nvPr/>
          </p:nvSpPr>
          <p:spPr>
            <a:xfrm>
              <a:off x="5061618" y="1099728"/>
              <a:ext cx="26150" cy="23185"/>
            </a:xfrm>
            <a:custGeom>
              <a:avLst/>
              <a:gdLst/>
              <a:ahLst/>
              <a:cxnLst/>
              <a:rect l="l" t="t" r="r" b="b"/>
              <a:pathLst>
                <a:path w="838" h="743" extrusionOk="0">
                  <a:moveTo>
                    <a:pt x="439" y="0"/>
                  </a:moveTo>
                  <a:cubicBezTo>
                    <a:pt x="433" y="0"/>
                    <a:pt x="428" y="0"/>
                    <a:pt x="423" y="1"/>
                  </a:cubicBezTo>
                  <a:cubicBezTo>
                    <a:pt x="378" y="2"/>
                    <a:pt x="330" y="3"/>
                    <a:pt x="286" y="14"/>
                  </a:cubicBezTo>
                  <a:cubicBezTo>
                    <a:pt x="213" y="33"/>
                    <a:pt x="154" y="72"/>
                    <a:pt x="102" y="124"/>
                  </a:cubicBezTo>
                  <a:cubicBezTo>
                    <a:pt x="84" y="147"/>
                    <a:pt x="66" y="170"/>
                    <a:pt x="48" y="193"/>
                  </a:cubicBezTo>
                  <a:cubicBezTo>
                    <a:pt x="24" y="231"/>
                    <a:pt x="11" y="273"/>
                    <a:pt x="9" y="317"/>
                  </a:cubicBezTo>
                  <a:cubicBezTo>
                    <a:pt x="0" y="346"/>
                    <a:pt x="0" y="376"/>
                    <a:pt x="8" y="406"/>
                  </a:cubicBezTo>
                  <a:cubicBezTo>
                    <a:pt x="10" y="452"/>
                    <a:pt x="22" y="496"/>
                    <a:pt x="48" y="536"/>
                  </a:cubicBezTo>
                  <a:cubicBezTo>
                    <a:pt x="51" y="540"/>
                    <a:pt x="54" y="543"/>
                    <a:pt x="57" y="547"/>
                  </a:cubicBezTo>
                  <a:cubicBezTo>
                    <a:pt x="77" y="573"/>
                    <a:pt x="97" y="598"/>
                    <a:pt x="117" y="625"/>
                  </a:cubicBezTo>
                  <a:cubicBezTo>
                    <a:pt x="162" y="668"/>
                    <a:pt x="215" y="700"/>
                    <a:pt x="276" y="718"/>
                  </a:cubicBezTo>
                  <a:cubicBezTo>
                    <a:pt x="290" y="722"/>
                    <a:pt x="305" y="724"/>
                    <a:pt x="320" y="727"/>
                  </a:cubicBezTo>
                  <a:cubicBezTo>
                    <a:pt x="363" y="736"/>
                    <a:pt x="398" y="742"/>
                    <a:pt x="434" y="742"/>
                  </a:cubicBezTo>
                  <a:cubicBezTo>
                    <a:pt x="462" y="742"/>
                    <a:pt x="490" y="739"/>
                    <a:pt x="523" y="730"/>
                  </a:cubicBezTo>
                  <a:cubicBezTo>
                    <a:pt x="560" y="721"/>
                    <a:pt x="595" y="704"/>
                    <a:pt x="629" y="686"/>
                  </a:cubicBezTo>
                  <a:cubicBezTo>
                    <a:pt x="641" y="680"/>
                    <a:pt x="653" y="675"/>
                    <a:pt x="665" y="668"/>
                  </a:cubicBezTo>
                  <a:cubicBezTo>
                    <a:pt x="716" y="638"/>
                    <a:pt x="757" y="597"/>
                    <a:pt x="787" y="546"/>
                  </a:cubicBezTo>
                  <a:cubicBezTo>
                    <a:pt x="811" y="508"/>
                    <a:pt x="824" y="468"/>
                    <a:pt x="827" y="424"/>
                  </a:cubicBezTo>
                  <a:cubicBezTo>
                    <a:pt x="838" y="380"/>
                    <a:pt x="836" y="335"/>
                    <a:pt x="822" y="291"/>
                  </a:cubicBezTo>
                  <a:cubicBezTo>
                    <a:pt x="806" y="232"/>
                    <a:pt x="777" y="181"/>
                    <a:pt x="734" y="138"/>
                  </a:cubicBezTo>
                  <a:cubicBezTo>
                    <a:pt x="702" y="112"/>
                    <a:pt x="668" y="87"/>
                    <a:pt x="635" y="62"/>
                  </a:cubicBezTo>
                  <a:cubicBezTo>
                    <a:pt x="581" y="25"/>
                    <a:pt x="505" y="0"/>
                    <a:pt x="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448;p49">
              <a:extLst>
                <a:ext uri="{FF2B5EF4-FFF2-40B4-BE49-F238E27FC236}">
                  <a16:creationId xmlns:a16="http://schemas.microsoft.com/office/drawing/2014/main" id="{D375F640-2D0D-FDF6-24BB-45DD308ACA79}"/>
                </a:ext>
              </a:extLst>
            </p:cNvPr>
            <p:cNvSpPr/>
            <p:nvPr/>
          </p:nvSpPr>
          <p:spPr>
            <a:xfrm>
              <a:off x="5154359" y="1044120"/>
              <a:ext cx="15977" cy="19784"/>
            </a:xfrm>
            <a:custGeom>
              <a:avLst/>
              <a:gdLst/>
              <a:ahLst/>
              <a:cxnLst/>
              <a:rect l="l" t="t" r="r" b="b"/>
              <a:pathLst>
                <a:path w="512" h="634" extrusionOk="0">
                  <a:moveTo>
                    <a:pt x="284" y="1"/>
                  </a:moveTo>
                  <a:cubicBezTo>
                    <a:pt x="248" y="1"/>
                    <a:pt x="213" y="14"/>
                    <a:pt x="186" y="40"/>
                  </a:cubicBezTo>
                  <a:cubicBezTo>
                    <a:pt x="172" y="53"/>
                    <a:pt x="163" y="68"/>
                    <a:pt x="156" y="84"/>
                  </a:cubicBezTo>
                  <a:lnTo>
                    <a:pt x="156" y="84"/>
                  </a:lnTo>
                  <a:cubicBezTo>
                    <a:pt x="156" y="82"/>
                    <a:pt x="157" y="81"/>
                    <a:pt x="158" y="79"/>
                  </a:cubicBezTo>
                  <a:lnTo>
                    <a:pt x="158" y="79"/>
                  </a:lnTo>
                  <a:cubicBezTo>
                    <a:pt x="148" y="103"/>
                    <a:pt x="134" y="124"/>
                    <a:pt x="119" y="145"/>
                  </a:cubicBezTo>
                  <a:cubicBezTo>
                    <a:pt x="116" y="149"/>
                    <a:pt x="113" y="153"/>
                    <a:pt x="109" y="156"/>
                  </a:cubicBezTo>
                  <a:cubicBezTo>
                    <a:pt x="106" y="159"/>
                    <a:pt x="103" y="162"/>
                    <a:pt x="101" y="164"/>
                  </a:cubicBezTo>
                  <a:cubicBezTo>
                    <a:pt x="72" y="193"/>
                    <a:pt x="54" y="227"/>
                    <a:pt x="39" y="266"/>
                  </a:cubicBezTo>
                  <a:cubicBezTo>
                    <a:pt x="29" y="288"/>
                    <a:pt x="15" y="311"/>
                    <a:pt x="10" y="335"/>
                  </a:cubicBezTo>
                  <a:cubicBezTo>
                    <a:pt x="8" y="355"/>
                    <a:pt x="5" y="375"/>
                    <a:pt x="2" y="395"/>
                  </a:cubicBezTo>
                  <a:cubicBezTo>
                    <a:pt x="1" y="427"/>
                    <a:pt x="7" y="459"/>
                    <a:pt x="22" y="487"/>
                  </a:cubicBezTo>
                  <a:cubicBezTo>
                    <a:pt x="27" y="507"/>
                    <a:pt x="37" y="525"/>
                    <a:pt x="52" y="540"/>
                  </a:cubicBezTo>
                  <a:cubicBezTo>
                    <a:pt x="69" y="566"/>
                    <a:pt x="91" y="586"/>
                    <a:pt x="119" y="601"/>
                  </a:cubicBezTo>
                  <a:cubicBezTo>
                    <a:pt x="155" y="620"/>
                    <a:pt x="193" y="630"/>
                    <a:pt x="234" y="634"/>
                  </a:cubicBezTo>
                  <a:cubicBezTo>
                    <a:pt x="236" y="634"/>
                    <a:pt x="239" y="634"/>
                    <a:pt x="241" y="634"/>
                  </a:cubicBezTo>
                  <a:cubicBezTo>
                    <a:pt x="271" y="634"/>
                    <a:pt x="300" y="627"/>
                    <a:pt x="326" y="614"/>
                  </a:cubicBezTo>
                  <a:cubicBezTo>
                    <a:pt x="356" y="604"/>
                    <a:pt x="382" y="588"/>
                    <a:pt x="404" y="564"/>
                  </a:cubicBezTo>
                  <a:cubicBezTo>
                    <a:pt x="447" y="519"/>
                    <a:pt x="471" y="461"/>
                    <a:pt x="492" y="402"/>
                  </a:cubicBezTo>
                  <a:cubicBezTo>
                    <a:pt x="511" y="345"/>
                    <a:pt x="500" y="279"/>
                    <a:pt x="481" y="222"/>
                  </a:cubicBezTo>
                  <a:cubicBezTo>
                    <a:pt x="470" y="187"/>
                    <a:pt x="455" y="151"/>
                    <a:pt x="437" y="119"/>
                  </a:cubicBezTo>
                  <a:cubicBezTo>
                    <a:pt x="418" y="81"/>
                    <a:pt x="391" y="38"/>
                    <a:pt x="354" y="18"/>
                  </a:cubicBezTo>
                  <a:cubicBezTo>
                    <a:pt x="332" y="6"/>
                    <a:pt x="308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6267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>
          <a:extLst>
            <a:ext uri="{FF2B5EF4-FFF2-40B4-BE49-F238E27FC236}">
              <a16:creationId xmlns:a16="http://schemas.microsoft.com/office/drawing/2014/main" id="{A344609D-2BCF-7050-3537-C1277FC7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>
            <a:extLst>
              <a:ext uri="{FF2B5EF4-FFF2-40B4-BE49-F238E27FC236}">
                <a16:creationId xmlns:a16="http://schemas.microsoft.com/office/drawing/2014/main" id="{16E413BC-4996-4531-F79C-88DD0AE8CF21}"/>
              </a:ext>
            </a:extLst>
          </p:cNvPr>
          <p:cNvSpPr/>
          <p:nvPr/>
        </p:nvSpPr>
        <p:spPr>
          <a:xfrm>
            <a:off x="6599443" y="1683896"/>
            <a:ext cx="2216108" cy="220734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3" name="Google Shape;1593;p51">
            <a:extLst>
              <a:ext uri="{FF2B5EF4-FFF2-40B4-BE49-F238E27FC236}">
                <a16:creationId xmlns:a16="http://schemas.microsoft.com/office/drawing/2014/main" id="{3B76A727-C700-C6AA-9EE2-F5DDCE8FB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1787" y="403139"/>
            <a:ext cx="6581626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Tema </a:t>
            </a:r>
            <a:r>
              <a:rPr lang="pt-BR" sz="3200" dirty="0" err="1"/>
              <a:t>part</a:t>
            </a:r>
            <a:r>
              <a:rPr lang="pt-BR" sz="3200" dirty="0"/>
              <a:t> 1:</a:t>
            </a:r>
            <a:br>
              <a:rPr lang="pt-BR" sz="3200" dirty="0"/>
            </a:br>
            <a:r>
              <a:rPr lang="pt-BR" sz="3200" dirty="0"/>
              <a:t>Simulação Computacional</a:t>
            </a:r>
            <a:endParaRPr dirty="0"/>
          </a:p>
        </p:txBody>
      </p:sp>
      <p:sp>
        <p:nvSpPr>
          <p:cNvPr id="1594" name="Google Shape;1594;p51">
            <a:extLst>
              <a:ext uri="{FF2B5EF4-FFF2-40B4-BE49-F238E27FC236}">
                <a16:creationId xmlns:a16="http://schemas.microsoft.com/office/drawing/2014/main" id="{47E3600A-2F9E-12AB-C682-25DEBCF1F7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-296">
            <a:off x="731924" y="1516765"/>
            <a:ext cx="5201384" cy="3183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Nos últimos anos, devido aos requisitos que os sistemas de produção devem atender, ao projetar ou dimensionar um sistema produtivo, tem aumentado a importância de estimar, a priori, o comportamento de gargalos, filas, índices de produtividade, entre outros. 	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Diante disto, a simulação computacional tem-se mostrado bastante eficaz como ferramenta de auxílio no projeto de processos industriais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Utiliza-se ferramenta de modelagem para auxiliar na tomada de decisão. Conforme </a:t>
            </a:r>
            <a:r>
              <a:rPr lang="pt-BR" dirty="0" err="1"/>
              <a:t>Pidd</a:t>
            </a:r>
            <a:r>
              <a:rPr lang="pt-BR" dirty="0"/>
              <a:t> (1998) a simulação computacional é a aplicação de um modelo como base para exploração e experimentação da realidade. </a:t>
            </a:r>
            <a:endParaRPr dirty="0"/>
          </a:p>
        </p:txBody>
      </p:sp>
      <p:grpSp>
        <p:nvGrpSpPr>
          <p:cNvPr id="1620" name="Google Shape;1620;p51">
            <a:extLst>
              <a:ext uri="{FF2B5EF4-FFF2-40B4-BE49-F238E27FC236}">
                <a16:creationId xmlns:a16="http://schemas.microsoft.com/office/drawing/2014/main" id="{AC5C1F1B-8C77-C675-9B53-5FDA7362894E}"/>
              </a:ext>
            </a:extLst>
          </p:cNvPr>
          <p:cNvGrpSpPr/>
          <p:nvPr/>
        </p:nvGrpSpPr>
        <p:grpSpPr>
          <a:xfrm>
            <a:off x="6227863" y="2571750"/>
            <a:ext cx="743159" cy="922274"/>
            <a:chOff x="6351976" y="66530"/>
            <a:chExt cx="281282" cy="263776"/>
          </a:xfrm>
        </p:grpSpPr>
        <p:sp>
          <p:nvSpPr>
            <p:cNvPr id="1621" name="Google Shape;1621;p51">
              <a:extLst>
                <a:ext uri="{FF2B5EF4-FFF2-40B4-BE49-F238E27FC236}">
                  <a16:creationId xmlns:a16="http://schemas.microsoft.com/office/drawing/2014/main" id="{9F14DBE4-AFE2-4830-602D-56F3EC6A8015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>
              <a:extLst>
                <a:ext uri="{FF2B5EF4-FFF2-40B4-BE49-F238E27FC236}">
                  <a16:creationId xmlns:a16="http://schemas.microsoft.com/office/drawing/2014/main" id="{50D93D01-1FC0-D744-69F0-35E831A243EB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>
              <a:extLst>
                <a:ext uri="{FF2B5EF4-FFF2-40B4-BE49-F238E27FC236}">
                  <a16:creationId xmlns:a16="http://schemas.microsoft.com/office/drawing/2014/main" id="{9317BE6D-924F-87DF-5829-D036762F864F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>
              <a:extLst>
                <a:ext uri="{FF2B5EF4-FFF2-40B4-BE49-F238E27FC236}">
                  <a16:creationId xmlns:a16="http://schemas.microsoft.com/office/drawing/2014/main" id="{0A0A0A36-2ADF-6416-2121-599EECDA02E6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>
              <a:extLst>
                <a:ext uri="{FF2B5EF4-FFF2-40B4-BE49-F238E27FC236}">
                  <a16:creationId xmlns:a16="http://schemas.microsoft.com/office/drawing/2014/main" id="{AB83B9E9-DD2C-B6B1-9F27-496A20F76BEC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>
              <a:extLst>
                <a:ext uri="{FF2B5EF4-FFF2-40B4-BE49-F238E27FC236}">
                  <a16:creationId xmlns:a16="http://schemas.microsoft.com/office/drawing/2014/main" id="{F219A7C7-66AE-F5CF-C619-E99D4509F55C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>
              <a:extLst>
                <a:ext uri="{FF2B5EF4-FFF2-40B4-BE49-F238E27FC236}">
                  <a16:creationId xmlns:a16="http://schemas.microsoft.com/office/drawing/2014/main" id="{9066768A-A8F8-A920-725A-A8F150AA524C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>
              <a:extLst>
                <a:ext uri="{FF2B5EF4-FFF2-40B4-BE49-F238E27FC236}">
                  <a16:creationId xmlns:a16="http://schemas.microsoft.com/office/drawing/2014/main" id="{40474170-A204-8DDD-03E4-1C8126449907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>
              <a:extLst>
                <a:ext uri="{FF2B5EF4-FFF2-40B4-BE49-F238E27FC236}">
                  <a16:creationId xmlns:a16="http://schemas.microsoft.com/office/drawing/2014/main" id="{F1E6D607-275C-965E-5F3D-72B16F20B874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>
              <a:extLst>
                <a:ext uri="{FF2B5EF4-FFF2-40B4-BE49-F238E27FC236}">
                  <a16:creationId xmlns:a16="http://schemas.microsoft.com/office/drawing/2014/main" id="{08AB25CF-0B76-C2F1-32A5-95A4228159A6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>
              <a:extLst>
                <a:ext uri="{FF2B5EF4-FFF2-40B4-BE49-F238E27FC236}">
                  <a16:creationId xmlns:a16="http://schemas.microsoft.com/office/drawing/2014/main" id="{022A2519-785E-A5CD-7AF3-E092FEADD4F0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>
              <a:extLst>
                <a:ext uri="{FF2B5EF4-FFF2-40B4-BE49-F238E27FC236}">
                  <a16:creationId xmlns:a16="http://schemas.microsoft.com/office/drawing/2014/main" id="{C42C0837-4418-ED7A-5D3F-0C607108AA73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>
              <a:extLst>
                <a:ext uri="{FF2B5EF4-FFF2-40B4-BE49-F238E27FC236}">
                  <a16:creationId xmlns:a16="http://schemas.microsoft.com/office/drawing/2014/main" id="{A2C9DACA-F9F6-78F0-041E-7BE460CD9ACC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>
              <a:extLst>
                <a:ext uri="{FF2B5EF4-FFF2-40B4-BE49-F238E27FC236}">
                  <a16:creationId xmlns:a16="http://schemas.microsoft.com/office/drawing/2014/main" id="{E22C611D-6D98-B245-5624-89A11A213B9C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>
              <a:extLst>
                <a:ext uri="{FF2B5EF4-FFF2-40B4-BE49-F238E27FC236}">
                  <a16:creationId xmlns:a16="http://schemas.microsoft.com/office/drawing/2014/main" id="{C682F080-8987-956A-7506-8734D4DFF2C3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>
              <a:extLst>
                <a:ext uri="{FF2B5EF4-FFF2-40B4-BE49-F238E27FC236}">
                  <a16:creationId xmlns:a16="http://schemas.microsoft.com/office/drawing/2014/main" id="{3D729A40-DFB4-A5A5-D6B4-9F81D24895AE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>
              <a:extLst>
                <a:ext uri="{FF2B5EF4-FFF2-40B4-BE49-F238E27FC236}">
                  <a16:creationId xmlns:a16="http://schemas.microsoft.com/office/drawing/2014/main" id="{8FFAE9B7-B66B-EFFB-06C0-44229735830E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AE48C970-919E-90BA-06C0-B9B694BC7C71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C3D70484-F077-741D-B1A9-427317AC21FD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127A2BEA-BF2F-6E01-169F-6DEB6289A323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4EDEDF70-781D-F8FD-3A1A-A84F7AEC66C4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>
              <a:extLst>
                <a:ext uri="{FF2B5EF4-FFF2-40B4-BE49-F238E27FC236}">
                  <a16:creationId xmlns:a16="http://schemas.microsoft.com/office/drawing/2014/main" id="{A331D24B-C9DA-6C3A-D95B-63763E4CEB1E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>
              <a:extLst>
                <a:ext uri="{FF2B5EF4-FFF2-40B4-BE49-F238E27FC236}">
                  <a16:creationId xmlns:a16="http://schemas.microsoft.com/office/drawing/2014/main" id="{9CC04A20-F5B5-CF0B-182A-4F5E667978BD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>
              <a:extLst>
                <a:ext uri="{FF2B5EF4-FFF2-40B4-BE49-F238E27FC236}">
                  <a16:creationId xmlns:a16="http://schemas.microsoft.com/office/drawing/2014/main" id="{02924662-F882-1C09-C58F-AE742ACDCCE9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82BAD407-D100-5766-BC91-C3B7B859130E}"/>
              </a:ext>
            </a:extLst>
          </p:cNvPr>
          <p:cNvGrpSpPr/>
          <p:nvPr/>
        </p:nvGrpSpPr>
        <p:grpSpPr>
          <a:xfrm rot="3953491">
            <a:off x="5579109" y="401032"/>
            <a:ext cx="453698" cy="399297"/>
            <a:chOff x="1681288" y="1393055"/>
            <a:chExt cx="116536" cy="9593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3EA9732B-35BB-B369-0E20-1A95FEC6AA79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FCBFC8D6-B4DA-3D41-D859-AAC81E498C2F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45AED66D-828D-9CCC-CDE5-8D149B0BC875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F1013D2C-4EF3-F0CA-CEC9-71DF7DDF276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0787" r="20787"/>
          <a:stretch/>
        </p:blipFill>
        <p:spPr>
          <a:xfrm>
            <a:off x="6664888" y="1744425"/>
            <a:ext cx="2105251" cy="2105251"/>
          </a:xfrm>
        </p:spPr>
      </p:pic>
      <p:grpSp>
        <p:nvGrpSpPr>
          <p:cNvPr id="1596" name="Google Shape;1596;p51">
            <a:extLst>
              <a:ext uri="{FF2B5EF4-FFF2-40B4-BE49-F238E27FC236}">
                <a16:creationId xmlns:a16="http://schemas.microsoft.com/office/drawing/2014/main" id="{3F28643C-7497-02AB-AC74-DA7BC19FBA4D}"/>
              </a:ext>
            </a:extLst>
          </p:cNvPr>
          <p:cNvGrpSpPr/>
          <p:nvPr/>
        </p:nvGrpSpPr>
        <p:grpSpPr>
          <a:xfrm rot="7046616" flipH="1">
            <a:off x="-187396" y="434"/>
            <a:ext cx="723174" cy="1156689"/>
            <a:chOff x="2915088" y="1067493"/>
            <a:chExt cx="250763" cy="375147"/>
          </a:xfrm>
        </p:grpSpPr>
        <p:sp>
          <p:nvSpPr>
            <p:cNvPr id="1597" name="Google Shape;1597;p51">
              <a:extLst>
                <a:ext uri="{FF2B5EF4-FFF2-40B4-BE49-F238E27FC236}">
                  <a16:creationId xmlns:a16="http://schemas.microsoft.com/office/drawing/2014/main" id="{FEE0B043-9815-C047-481A-F0896C6DE907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>
              <a:extLst>
                <a:ext uri="{FF2B5EF4-FFF2-40B4-BE49-F238E27FC236}">
                  <a16:creationId xmlns:a16="http://schemas.microsoft.com/office/drawing/2014/main" id="{8699D7E4-D627-EF8C-5DDA-45689829D38A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>
              <a:extLst>
                <a:ext uri="{FF2B5EF4-FFF2-40B4-BE49-F238E27FC236}">
                  <a16:creationId xmlns:a16="http://schemas.microsoft.com/office/drawing/2014/main" id="{90DA8A60-1505-C70D-FF24-EFCF08ED3FC5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>
              <a:extLst>
                <a:ext uri="{FF2B5EF4-FFF2-40B4-BE49-F238E27FC236}">
                  <a16:creationId xmlns:a16="http://schemas.microsoft.com/office/drawing/2014/main" id="{B215EF1F-FD59-9E5C-70AA-5EC5C3139254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>
              <a:extLst>
                <a:ext uri="{FF2B5EF4-FFF2-40B4-BE49-F238E27FC236}">
                  <a16:creationId xmlns:a16="http://schemas.microsoft.com/office/drawing/2014/main" id="{7EEE8D00-A085-031E-5998-DB2D857F65CC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>
              <a:extLst>
                <a:ext uri="{FF2B5EF4-FFF2-40B4-BE49-F238E27FC236}">
                  <a16:creationId xmlns:a16="http://schemas.microsoft.com/office/drawing/2014/main" id="{1EB29E90-ED1C-39F9-3A72-DEC399176998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>
              <a:extLst>
                <a:ext uri="{FF2B5EF4-FFF2-40B4-BE49-F238E27FC236}">
                  <a16:creationId xmlns:a16="http://schemas.microsoft.com/office/drawing/2014/main" id="{8520931E-2336-FBA0-3507-0D34A07DD829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>
              <a:extLst>
                <a:ext uri="{FF2B5EF4-FFF2-40B4-BE49-F238E27FC236}">
                  <a16:creationId xmlns:a16="http://schemas.microsoft.com/office/drawing/2014/main" id="{6E2A86AB-6D4C-057C-FC7E-3BEE18DF9960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>
              <a:extLst>
                <a:ext uri="{FF2B5EF4-FFF2-40B4-BE49-F238E27FC236}">
                  <a16:creationId xmlns:a16="http://schemas.microsoft.com/office/drawing/2014/main" id="{0D97050E-56BE-EF39-9F9E-8FE80F40CD74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>
              <a:extLst>
                <a:ext uri="{FF2B5EF4-FFF2-40B4-BE49-F238E27FC236}">
                  <a16:creationId xmlns:a16="http://schemas.microsoft.com/office/drawing/2014/main" id="{4F07956A-7729-A8D4-0131-F06B0E872D1C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>
              <a:extLst>
                <a:ext uri="{FF2B5EF4-FFF2-40B4-BE49-F238E27FC236}">
                  <a16:creationId xmlns:a16="http://schemas.microsoft.com/office/drawing/2014/main" id="{1442D93F-643C-B263-CA33-BFF9D9CEC1FC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>
              <a:extLst>
                <a:ext uri="{FF2B5EF4-FFF2-40B4-BE49-F238E27FC236}">
                  <a16:creationId xmlns:a16="http://schemas.microsoft.com/office/drawing/2014/main" id="{D579DB80-CCDC-F123-5A80-920B78BD8547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>
              <a:extLst>
                <a:ext uri="{FF2B5EF4-FFF2-40B4-BE49-F238E27FC236}">
                  <a16:creationId xmlns:a16="http://schemas.microsoft.com/office/drawing/2014/main" id="{CA6FEB39-77AB-ED87-F6D5-DE10A4F4A364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>
              <a:extLst>
                <a:ext uri="{FF2B5EF4-FFF2-40B4-BE49-F238E27FC236}">
                  <a16:creationId xmlns:a16="http://schemas.microsoft.com/office/drawing/2014/main" id="{6AB5F178-6B29-F5C6-3B09-551AAE5E483E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>
              <a:extLst>
                <a:ext uri="{FF2B5EF4-FFF2-40B4-BE49-F238E27FC236}">
                  <a16:creationId xmlns:a16="http://schemas.microsoft.com/office/drawing/2014/main" id="{2D552FDD-F593-0B12-7AFD-908BC336B551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>
              <a:extLst>
                <a:ext uri="{FF2B5EF4-FFF2-40B4-BE49-F238E27FC236}">
                  <a16:creationId xmlns:a16="http://schemas.microsoft.com/office/drawing/2014/main" id="{FB964ED9-7270-2CB0-4475-1758E6E374E2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>
              <a:extLst>
                <a:ext uri="{FF2B5EF4-FFF2-40B4-BE49-F238E27FC236}">
                  <a16:creationId xmlns:a16="http://schemas.microsoft.com/office/drawing/2014/main" id="{1EC86520-BF9E-89E4-466E-12728739A174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>
              <a:extLst>
                <a:ext uri="{FF2B5EF4-FFF2-40B4-BE49-F238E27FC236}">
                  <a16:creationId xmlns:a16="http://schemas.microsoft.com/office/drawing/2014/main" id="{C9B83398-6F6D-1F8B-CD2C-5CB417CF6F8D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>
              <a:extLst>
                <a:ext uri="{FF2B5EF4-FFF2-40B4-BE49-F238E27FC236}">
                  <a16:creationId xmlns:a16="http://schemas.microsoft.com/office/drawing/2014/main" id="{EE8B5383-0E26-F099-1979-C7862555E89D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>
              <a:extLst>
                <a:ext uri="{FF2B5EF4-FFF2-40B4-BE49-F238E27FC236}">
                  <a16:creationId xmlns:a16="http://schemas.microsoft.com/office/drawing/2014/main" id="{5C15EA45-BC87-AB3D-AB42-E2CFED5F5B3E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>
              <a:extLst>
                <a:ext uri="{FF2B5EF4-FFF2-40B4-BE49-F238E27FC236}">
                  <a16:creationId xmlns:a16="http://schemas.microsoft.com/office/drawing/2014/main" id="{931F031C-6C5A-B693-95D1-3B99F702AE51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>
              <a:extLst>
                <a:ext uri="{FF2B5EF4-FFF2-40B4-BE49-F238E27FC236}">
                  <a16:creationId xmlns:a16="http://schemas.microsoft.com/office/drawing/2014/main" id="{0C305C01-E07A-7F12-0476-21E2A9A93914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>
              <a:extLst>
                <a:ext uri="{FF2B5EF4-FFF2-40B4-BE49-F238E27FC236}">
                  <a16:creationId xmlns:a16="http://schemas.microsoft.com/office/drawing/2014/main" id="{D6FD89D9-74B2-BDEE-54EE-6B934FE8C5C5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6665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>
          <a:extLst>
            <a:ext uri="{FF2B5EF4-FFF2-40B4-BE49-F238E27FC236}">
              <a16:creationId xmlns:a16="http://schemas.microsoft.com/office/drawing/2014/main" id="{FEACD377-8488-C9B7-96B5-1E8BAC063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>
            <a:extLst>
              <a:ext uri="{FF2B5EF4-FFF2-40B4-BE49-F238E27FC236}">
                <a16:creationId xmlns:a16="http://schemas.microsoft.com/office/drawing/2014/main" id="{91B072C3-580C-5956-96BE-3CBB99B9B168}"/>
              </a:ext>
            </a:extLst>
          </p:cNvPr>
          <p:cNvSpPr/>
          <p:nvPr/>
        </p:nvSpPr>
        <p:spPr>
          <a:xfrm>
            <a:off x="602577" y="2122488"/>
            <a:ext cx="2216108" cy="2207344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3" name="Google Shape;1593;p51">
            <a:extLst>
              <a:ext uri="{FF2B5EF4-FFF2-40B4-BE49-F238E27FC236}">
                <a16:creationId xmlns:a16="http://schemas.microsoft.com/office/drawing/2014/main" id="{9BFE04D3-E194-11DF-B6BC-F6E634CC29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1787" y="403139"/>
            <a:ext cx="6581626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Tema </a:t>
            </a:r>
            <a:r>
              <a:rPr lang="pt-BR" sz="3200" dirty="0" err="1"/>
              <a:t>part</a:t>
            </a:r>
            <a:r>
              <a:rPr lang="pt-BR" sz="3200" dirty="0"/>
              <a:t> 2:</a:t>
            </a:r>
            <a:br>
              <a:rPr lang="pt-BR" sz="3200" dirty="0"/>
            </a:br>
            <a:r>
              <a:rPr lang="pt-BR" sz="3200" dirty="0"/>
              <a:t>Fabrica de alimentos</a:t>
            </a:r>
            <a:endParaRPr dirty="0"/>
          </a:p>
        </p:txBody>
      </p:sp>
      <p:sp>
        <p:nvSpPr>
          <p:cNvPr id="1594" name="Google Shape;1594;p51">
            <a:extLst>
              <a:ext uri="{FF2B5EF4-FFF2-40B4-BE49-F238E27FC236}">
                <a16:creationId xmlns:a16="http://schemas.microsoft.com/office/drawing/2014/main" id="{B099AD3C-A9FC-FAE3-69D5-90F8E5E710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-296">
            <a:off x="3053390" y="1443323"/>
            <a:ext cx="5730546" cy="3405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Fábricas de alimentos, como padarias, plantas de embutidos ou linhas de produção de salgados, operam por etapas de preparo, processamento, forno e embalagem com recursos limitados (igual fornos).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Em tais plantas, costuma haver gargalos naturais: um forno ou máquina com menor capacidade pode atrasar toda a linha.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Simulações ajudam a identificar esses gargalos antes de investir ou reorganizar a produção. A simulação permite modelar o sistema completo como a chegadas, filas, serviço, pausas e variações; e estimar métricas de desempenho (tempo de espera e ociosidade), sem interromper a produção real.</a:t>
            </a:r>
          </a:p>
        </p:txBody>
      </p:sp>
      <p:grpSp>
        <p:nvGrpSpPr>
          <p:cNvPr id="1620" name="Google Shape;1620;p51">
            <a:extLst>
              <a:ext uri="{FF2B5EF4-FFF2-40B4-BE49-F238E27FC236}">
                <a16:creationId xmlns:a16="http://schemas.microsoft.com/office/drawing/2014/main" id="{B86CBA79-F2EF-EA35-4C5F-9FD4F53A9105}"/>
              </a:ext>
            </a:extLst>
          </p:cNvPr>
          <p:cNvGrpSpPr/>
          <p:nvPr/>
        </p:nvGrpSpPr>
        <p:grpSpPr>
          <a:xfrm>
            <a:off x="230997" y="3010342"/>
            <a:ext cx="743159" cy="922274"/>
            <a:chOff x="6351976" y="66530"/>
            <a:chExt cx="281282" cy="263776"/>
          </a:xfrm>
        </p:grpSpPr>
        <p:sp>
          <p:nvSpPr>
            <p:cNvPr id="1621" name="Google Shape;1621;p51">
              <a:extLst>
                <a:ext uri="{FF2B5EF4-FFF2-40B4-BE49-F238E27FC236}">
                  <a16:creationId xmlns:a16="http://schemas.microsoft.com/office/drawing/2014/main" id="{286F2E58-1915-4871-D285-12ED18D1C9F9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>
              <a:extLst>
                <a:ext uri="{FF2B5EF4-FFF2-40B4-BE49-F238E27FC236}">
                  <a16:creationId xmlns:a16="http://schemas.microsoft.com/office/drawing/2014/main" id="{8FE62FBD-80BB-4B86-9CB0-469F79A178EE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>
              <a:extLst>
                <a:ext uri="{FF2B5EF4-FFF2-40B4-BE49-F238E27FC236}">
                  <a16:creationId xmlns:a16="http://schemas.microsoft.com/office/drawing/2014/main" id="{170C8D1F-AC38-2915-8EBD-9CCA3C9F4D69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>
              <a:extLst>
                <a:ext uri="{FF2B5EF4-FFF2-40B4-BE49-F238E27FC236}">
                  <a16:creationId xmlns:a16="http://schemas.microsoft.com/office/drawing/2014/main" id="{0FD22889-D43B-B510-3EEF-CBA06BDDBC15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>
              <a:extLst>
                <a:ext uri="{FF2B5EF4-FFF2-40B4-BE49-F238E27FC236}">
                  <a16:creationId xmlns:a16="http://schemas.microsoft.com/office/drawing/2014/main" id="{BF43AF6C-80EE-4943-9A5C-FDE79088EA57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>
              <a:extLst>
                <a:ext uri="{FF2B5EF4-FFF2-40B4-BE49-F238E27FC236}">
                  <a16:creationId xmlns:a16="http://schemas.microsoft.com/office/drawing/2014/main" id="{D135F659-A904-74EB-3C04-8BE89D18F472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>
              <a:extLst>
                <a:ext uri="{FF2B5EF4-FFF2-40B4-BE49-F238E27FC236}">
                  <a16:creationId xmlns:a16="http://schemas.microsoft.com/office/drawing/2014/main" id="{18FE079C-8A7D-164E-53F7-9E367141D348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>
              <a:extLst>
                <a:ext uri="{FF2B5EF4-FFF2-40B4-BE49-F238E27FC236}">
                  <a16:creationId xmlns:a16="http://schemas.microsoft.com/office/drawing/2014/main" id="{58BD1F7D-A924-3EE8-8F23-E7F5F419A4A7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>
              <a:extLst>
                <a:ext uri="{FF2B5EF4-FFF2-40B4-BE49-F238E27FC236}">
                  <a16:creationId xmlns:a16="http://schemas.microsoft.com/office/drawing/2014/main" id="{0C146B2F-4E3A-10AC-740F-35EA16119C8C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>
              <a:extLst>
                <a:ext uri="{FF2B5EF4-FFF2-40B4-BE49-F238E27FC236}">
                  <a16:creationId xmlns:a16="http://schemas.microsoft.com/office/drawing/2014/main" id="{C7CB580F-8A86-0A53-AF77-066B14A6B9BF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>
              <a:extLst>
                <a:ext uri="{FF2B5EF4-FFF2-40B4-BE49-F238E27FC236}">
                  <a16:creationId xmlns:a16="http://schemas.microsoft.com/office/drawing/2014/main" id="{BDCA2A04-2C40-575C-9AB9-9C384C11DFA8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>
              <a:extLst>
                <a:ext uri="{FF2B5EF4-FFF2-40B4-BE49-F238E27FC236}">
                  <a16:creationId xmlns:a16="http://schemas.microsoft.com/office/drawing/2014/main" id="{C1F46F75-BE85-AC95-8211-46E7BE50FF8B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>
              <a:extLst>
                <a:ext uri="{FF2B5EF4-FFF2-40B4-BE49-F238E27FC236}">
                  <a16:creationId xmlns:a16="http://schemas.microsoft.com/office/drawing/2014/main" id="{83F56666-7B41-8C2D-817C-8766247D9C78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>
              <a:extLst>
                <a:ext uri="{FF2B5EF4-FFF2-40B4-BE49-F238E27FC236}">
                  <a16:creationId xmlns:a16="http://schemas.microsoft.com/office/drawing/2014/main" id="{BE93D9C7-5C96-6648-03B5-F3D9419674FF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>
              <a:extLst>
                <a:ext uri="{FF2B5EF4-FFF2-40B4-BE49-F238E27FC236}">
                  <a16:creationId xmlns:a16="http://schemas.microsoft.com/office/drawing/2014/main" id="{A9B3C3AC-22D5-C0BB-E57F-EB16A473CC5C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>
              <a:extLst>
                <a:ext uri="{FF2B5EF4-FFF2-40B4-BE49-F238E27FC236}">
                  <a16:creationId xmlns:a16="http://schemas.microsoft.com/office/drawing/2014/main" id="{27B5DF18-189A-22EA-ECF5-549B3D54EEFC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>
              <a:extLst>
                <a:ext uri="{FF2B5EF4-FFF2-40B4-BE49-F238E27FC236}">
                  <a16:creationId xmlns:a16="http://schemas.microsoft.com/office/drawing/2014/main" id="{AD88D551-3796-023B-745C-9A2FF0EA2777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2CA19F15-4824-EA28-D001-D7FBB800CD11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80ECEF40-6F48-5D56-E364-6BA8730C6B6E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29EE611B-6BF8-7873-7F5C-9A874EF7EC42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D5CBB809-539D-9E37-4A6C-FD37029CFA3E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>
              <a:extLst>
                <a:ext uri="{FF2B5EF4-FFF2-40B4-BE49-F238E27FC236}">
                  <a16:creationId xmlns:a16="http://schemas.microsoft.com/office/drawing/2014/main" id="{91AE200F-4ABC-369D-E2B6-81E2963B5F0C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>
              <a:extLst>
                <a:ext uri="{FF2B5EF4-FFF2-40B4-BE49-F238E27FC236}">
                  <a16:creationId xmlns:a16="http://schemas.microsoft.com/office/drawing/2014/main" id="{41FEFA83-72CE-6268-ED19-29A3546968D0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>
              <a:extLst>
                <a:ext uri="{FF2B5EF4-FFF2-40B4-BE49-F238E27FC236}">
                  <a16:creationId xmlns:a16="http://schemas.microsoft.com/office/drawing/2014/main" id="{730F6BE1-C5F9-9B1B-A352-82D9784021E1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D3A34E50-FB7A-8E4B-2630-DDAB4A429409}"/>
              </a:ext>
            </a:extLst>
          </p:cNvPr>
          <p:cNvGrpSpPr/>
          <p:nvPr/>
        </p:nvGrpSpPr>
        <p:grpSpPr>
          <a:xfrm rot="3953491">
            <a:off x="5579109" y="401032"/>
            <a:ext cx="453698" cy="399297"/>
            <a:chOff x="1681288" y="1393055"/>
            <a:chExt cx="116536" cy="9593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3CDC3D56-A16B-02C3-8DDC-4DE1DEB4D405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18BBC963-2616-D632-2EB9-F593B26308A5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62F8A761-833B-C10D-E31A-AA87298B52CD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62CE6AFC-2799-BD8E-A94B-2C4086DC3DF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0787" r="20787"/>
          <a:stretch/>
        </p:blipFill>
        <p:spPr>
          <a:xfrm>
            <a:off x="668022" y="2183017"/>
            <a:ext cx="2105251" cy="2105251"/>
          </a:xfrm>
        </p:spPr>
      </p:pic>
      <p:grpSp>
        <p:nvGrpSpPr>
          <p:cNvPr id="1596" name="Google Shape;1596;p51">
            <a:extLst>
              <a:ext uri="{FF2B5EF4-FFF2-40B4-BE49-F238E27FC236}">
                <a16:creationId xmlns:a16="http://schemas.microsoft.com/office/drawing/2014/main" id="{DA7DF669-8EF1-688D-510A-4A5692D3554C}"/>
              </a:ext>
            </a:extLst>
          </p:cNvPr>
          <p:cNvGrpSpPr/>
          <p:nvPr/>
        </p:nvGrpSpPr>
        <p:grpSpPr>
          <a:xfrm rot="7046616" flipH="1">
            <a:off x="-187396" y="434"/>
            <a:ext cx="723174" cy="1156689"/>
            <a:chOff x="2915088" y="1067493"/>
            <a:chExt cx="250763" cy="375147"/>
          </a:xfrm>
        </p:grpSpPr>
        <p:sp>
          <p:nvSpPr>
            <p:cNvPr id="1597" name="Google Shape;1597;p51">
              <a:extLst>
                <a:ext uri="{FF2B5EF4-FFF2-40B4-BE49-F238E27FC236}">
                  <a16:creationId xmlns:a16="http://schemas.microsoft.com/office/drawing/2014/main" id="{040052A2-18E5-0672-3BDA-6647152C91EF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>
              <a:extLst>
                <a:ext uri="{FF2B5EF4-FFF2-40B4-BE49-F238E27FC236}">
                  <a16:creationId xmlns:a16="http://schemas.microsoft.com/office/drawing/2014/main" id="{59789F5A-0369-0331-2C5D-27A251B51932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>
              <a:extLst>
                <a:ext uri="{FF2B5EF4-FFF2-40B4-BE49-F238E27FC236}">
                  <a16:creationId xmlns:a16="http://schemas.microsoft.com/office/drawing/2014/main" id="{F3945C9E-D344-C677-0F75-7255F8AF578C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>
              <a:extLst>
                <a:ext uri="{FF2B5EF4-FFF2-40B4-BE49-F238E27FC236}">
                  <a16:creationId xmlns:a16="http://schemas.microsoft.com/office/drawing/2014/main" id="{8757F1ED-C1E9-07DC-5AD8-D8678993B4C5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>
              <a:extLst>
                <a:ext uri="{FF2B5EF4-FFF2-40B4-BE49-F238E27FC236}">
                  <a16:creationId xmlns:a16="http://schemas.microsoft.com/office/drawing/2014/main" id="{D2DA34C5-B197-1962-FE6F-4311FF03E619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>
              <a:extLst>
                <a:ext uri="{FF2B5EF4-FFF2-40B4-BE49-F238E27FC236}">
                  <a16:creationId xmlns:a16="http://schemas.microsoft.com/office/drawing/2014/main" id="{B83AB74F-0A27-DB3B-5B8C-D52ECBC2A137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>
              <a:extLst>
                <a:ext uri="{FF2B5EF4-FFF2-40B4-BE49-F238E27FC236}">
                  <a16:creationId xmlns:a16="http://schemas.microsoft.com/office/drawing/2014/main" id="{1A4B2128-B133-2C43-483C-38CA89F83137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>
              <a:extLst>
                <a:ext uri="{FF2B5EF4-FFF2-40B4-BE49-F238E27FC236}">
                  <a16:creationId xmlns:a16="http://schemas.microsoft.com/office/drawing/2014/main" id="{F4FC6140-7E22-9C17-0974-69761A2368CC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>
              <a:extLst>
                <a:ext uri="{FF2B5EF4-FFF2-40B4-BE49-F238E27FC236}">
                  <a16:creationId xmlns:a16="http://schemas.microsoft.com/office/drawing/2014/main" id="{03FC0A9A-44A1-32BA-23FE-B37274A0781A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>
              <a:extLst>
                <a:ext uri="{FF2B5EF4-FFF2-40B4-BE49-F238E27FC236}">
                  <a16:creationId xmlns:a16="http://schemas.microsoft.com/office/drawing/2014/main" id="{A042CF4B-ACBB-399C-B377-D929203CF45B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>
              <a:extLst>
                <a:ext uri="{FF2B5EF4-FFF2-40B4-BE49-F238E27FC236}">
                  <a16:creationId xmlns:a16="http://schemas.microsoft.com/office/drawing/2014/main" id="{73FF5E14-354E-338C-9544-4E412BE13F51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>
              <a:extLst>
                <a:ext uri="{FF2B5EF4-FFF2-40B4-BE49-F238E27FC236}">
                  <a16:creationId xmlns:a16="http://schemas.microsoft.com/office/drawing/2014/main" id="{F03AB540-F393-8196-DD65-930E7BD13525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>
              <a:extLst>
                <a:ext uri="{FF2B5EF4-FFF2-40B4-BE49-F238E27FC236}">
                  <a16:creationId xmlns:a16="http://schemas.microsoft.com/office/drawing/2014/main" id="{9CA00866-0708-F2E1-3390-5170F733E979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>
              <a:extLst>
                <a:ext uri="{FF2B5EF4-FFF2-40B4-BE49-F238E27FC236}">
                  <a16:creationId xmlns:a16="http://schemas.microsoft.com/office/drawing/2014/main" id="{8FF6E9D2-C45B-95DC-B32C-3021E65C40BF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>
              <a:extLst>
                <a:ext uri="{FF2B5EF4-FFF2-40B4-BE49-F238E27FC236}">
                  <a16:creationId xmlns:a16="http://schemas.microsoft.com/office/drawing/2014/main" id="{31A278C2-846B-A0F8-CE4D-57A11FBE4AEB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>
              <a:extLst>
                <a:ext uri="{FF2B5EF4-FFF2-40B4-BE49-F238E27FC236}">
                  <a16:creationId xmlns:a16="http://schemas.microsoft.com/office/drawing/2014/main" id="{33FFAF6E-53AA-CC04-1E50-278E6F229736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>
              <a:extLst>
                <a:ext uri="{FF2B5EF4-FFF2-40B4-BE49-F238E27FC236}">
                  <a16:creationId xmlns:a16="http://schemas.microsoft.com/office/drawing/2014/main" id="{8127309E-B42B-0AD5-C823-BD70E52FD969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>
              <a:extLst>
                <a:ext uri="{FF2B5EF4-FFF2-40B4-BE49-F238E27FC236}">
                  <a16:creationId xmlns:a16="http://schemas.microsoft.com/office/drawing/2014/main" id="{9989FA59-274A-9AFD-3382-B14AAD6EC66A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>
              <a:extLst>
                <a:ext uri="{FF2B5EF4-FFF2-40B4-BE49-F238E27FC236}">
                  <a16:creationId xmlns:a16="http://schemas.microsoft.com/office/drawing/2014/main" id="{63BE523F-752B-79F5-57B6-F8F79D4C674A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>
              <a:extLst>
                <a:ext uri="{FF2B5EF4-FFF2-40B4-BE49-F238E27FC236}">
                  <a16:creationId xmlns:a16="http://schemas.microsoft.com/office/drawing/2014/main" id="{1BF6B757-BE12-5AC5-848C-B5BEFF66B721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>
              <a:extLst>
                <a:ext uri="{FF2B5EF4-FFF2-40B4-BE49-F238E27FC236}">
                  <a16:creationId xmlns:a16="http://schemas.microsoft.com/office/drawing/2014/main" id="{B49CB4D5-3372-63FF-3A5F-A1A35F1CEC17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>
              <a:extLst>
                <a:ext uri="{FF2B5EF4-FFF2-40B4-BE49-F238E27FC236}">
                  <a16:creationId xmlns:a16="http://schemas.microsoft.com/office/drawing/2014/main" id="{9F9DFB07-9035-755A-CF51-2CC55194DF97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>
              <a:extLst>
                <a:ext uri="{FF2B5EF4-FFF2-40B4-BE49-F238E27FC236}">
                  <a16:creationId xmlns:a16="http://schemas.microsoft.com/office/drawing/2014/main" id="{91C4DA40-826C-B654-ECAB-45CDD89F1D3B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6264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>
          <a:extLst>
            <a:ext uri="{FF2B5EF4-FFF2-40B4-BE49-F238E27FC236}">
              <a16:creationId xmlns:a16="http://schemas.microsoft.com/office/drawing/2014/main" id="{C72BC599-2057-EB45-A58E-8071D229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>
            <a:extLst>
              <a:ext uri="{FF2B5EF4-FFF2-40B4-BE49-F238E27FC236}">
                <a16:creationId xmlns:a16="http://schemas.microsoft.com/office/drawing/2014/main" id="{7D132C3E-5A47-8737-C72E-1C9BE5BC2923}"/>
              </a:ext>
            </a:extLst>
          </p:cNvPr>
          <p:cNvSpPr/>
          <p:nvPr/>
        </p:nvSpPr>
        <p:spPr>
          <a:xfrm>
            <a:off x="102407" y="1253463"/>
            <a:ext cx="3025103" cy="3022431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51">
            <a:extLst>
              <a:ext uri="{FF2B5EF4-FFF2-40B4-BE49-F238E27FC236}">
                <a16:creationId xmlns:a16="http://schemas.microsoft.com/office/drawing/2014/main" id="{A1E5E99E-BF7E-AB7B-D7B5-BE30F25F09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17711" y="611924"/>
            <a:ext cx="5505026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Tema </a:t>
            </a:r>
            <a:r>
              <a:rPr lang="pt-BR" sz="3200" dirty="0" err="1"/>
              <a:t>part</a:t>
            </a:r>
            <a:r>
              <a:rPr lang="pt-BR" sz="3200" dirty="0"/>
              <a:t> 2:</a:t>
            </a:r>
            <a:br>
              <a:rPr lang="pt-BR" sz="3200" dirty="0"/>
            </a:br>
            <a:r>
              <a:rPr lang="pt-BR" sz="3200" dirty="0"/>
              <a:t>Fabrica de alimentos</a:t>
            </a:r>
            <a:endParaRPr dirty="0"/>
          </a:p>
        </p:txBody>
      </p:sp>
      <p:sp>
        <p:nvSpPr>
          <p:cNvPr id="1594" name="Google Shape;1594;p51">
            <a:extLst>
              <a:ext uri="{FF2B5EF4-FFF2-40B4-BE49-F238E27FC236}">
                <a16:creationId xmlns:a16="http://schemas.microsoft.com/office/drawing/2014/main" id="{95645D9C-2545-5B37-4084-A9FBEC468BD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-296">
            <a:off x="3294100" y="1748310"/>
            <a:ext cx="5129218" cy="2518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O tempo de preparo varia conforme massa, umidade, batch ,ou seja, não é sempre fixo. Isso justifica modelar com base na probabilidade.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As chegadas de lotes podem vir em grupos (várias fornadas prontas de uma vez) ou com intervalos irregulares: demanda, turno, logística, organização da produção.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	A capacidade dos fornos / máquinas é limitada → quando muitos lotes chegam juntos, formam-se filas.</a:t>
            </a:r>
            <a:endParaRPr dirty="0"/>
          </a:p>
        </p:txBody>
      </p: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D481BA55-64C0-7AE5-C2EA-FD0C9725244F}"/>
              </a:ext>
            </a:extLst>
          </p:cNvPr>
          <p:cNvGrpSpPr/>
          <p:nvPr/>
        </p:nvGrpSpPr>
        <p:grpSpPr>
          <a:xfrm rot="3953491">
            <a:off x="217462" y="330354"/>
            <a:ext cx="726191" cy="601942"/>
            <a:chOff x="1681288" y="1393055"/>
            <a:chExt cx="116536" cy="9593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B91EE782-E370-C240-4219-B21C7E16A88F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45B40847-E662-A883-CC9D-3AD94CCE2EE0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B1F8AC13-46ED-D150-DF47-9F97125E1762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6" name="Google Shape;1596;p51">
            <a:extLst>
              <a:ext uri="{FF2B5EF4-FFF2-40B4-BE49-F238E27FC236}">
                <a16:creationId xmlns:a16="http://schemas.microsoft.com/office/drawing/2014/main" id="{9BEB6E22-D636-5F3D-DDF1-8C543248C698}"/>
              </a:ext>
            </a:extLst>
          </p:cNvPr>
          <p:cNvGrpSpPr/>
          <p:nvPr/>
        </p:nvGrpSpPr>
        <p:grpSpPr>
          <a:xfrm rot="7046616" flipH="1">
            <a:off x="-484304" y="2851935"/>
            <a:ext cx="1299698" cy="1944490"/>
            <a:chOff x="2915088" y="1067493"/>
            <a:chExt cx="250763" cy="375147"/>
          </a:xfrm>
        </p:grpSpPr>
        <p:sp>
          <p:nvSpPr>
            <p:cNvPr id="1597" name="Google Shape;1597;p51">
              <a:extLst>
                <a:ext uri="{FF2B5EF4-FFF2-40B4-BE49-F238E27FC236}">
                  <a16:creationId xmlns:a16="http://schemas.microsoft.com/office/drawing/2014/main" id="{D163CA6B-3BCF-18D8-2C7F-6F35C4616276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>
              <a:extLst>
                <a:ext uri="{FF2B5EF4-FFF2-40B4-BE49-F238E27FC236}">
                  <a16:creationId xmlns:a16="http://schemas.microsoft.com/office/drawing/2014/main" id="{172227F0-5499-B105-1759-AB858C6E26DB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>
              <a:extLst>
                <a:ext uri="{FF2B5EF4-FFF2-40B4-BE49-F238E27FC236}">
                  <a16:creationId xmlns:a16="http://schemas.microsoft.com/office/drawing/2014/main" id="{5290E790-1A26-C142-12D9-CE6CDE52228C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>
              <a:extLst>
                <a:ext uri="{FF2B5EF4-FFF2-40B4-BE49-F238E27FC236}">
                  <a16:creationId xmlns:a16="http://schemas.microsoft.com/office/drawing/2014/main" id="{6FEA569C-0AC4-6909-88C1-9D476FD1B72D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>
              <a:extLst>
                <a:ext uri="{FF2B5EF4-FFF2-40B4-BE49-F238E27FC236}">
                  <a16:creationId xmlns:a16="http://schemas.microsoft.com/office/drawing/2014/main" id="{C1B32C41-B6B3-6A5B-D2F3-B4BB011A0027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>
              <a:extLst>
                <a:ext uri="{FF2B5EF4-FFF2-40B4-BE49-F238E27FC236}">
                  <a16:creationId xmlns:a16="http://schemas.microsoft.com/office/drawing/2014/main" id="{AAFBD4D1-F7BC-085D-A343-2D55DFBE5B3A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>
              <a:extLst>
                <a:ext uri="{FF2B5EF4-FFF2-40B4-BE49-F238E27FC236}">
                  <a16:creationId xmlns:a16="http://schemas.microsoft.com/office/drawing/2014/main" id="{11807E56-E1F5-D24D-B0D9-18524776BC27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>
              <a:extLst>
                <a:ext uri="{FF2B5EF4-FFF2-40B4-BE49-F238E27FC236}">
                  <a16:creationId xmlns:a16="http://schemas.microsoft.com/office/drawing/2014/main" id="{FA07C46F-91E2-9DFA-4CDB-7F365F6D984F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>
              <a:extLst>
                <a:ext uri="{FF2B5EF4-FFF2-40B4-BE49-F238E27FC236}">
                  <a16:creationId xmlns:a16="http://schemas.microsoft.com/office/drawing/2014/main" id="{51D184BF-7F6C-A9AB-3E45-9EFD4FE5AFC4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>
              <a:extLst>
                <a:ext uri="{FF2B5EF4-FFF2-40B4-BE49-F238E27FC236}">
                  <a16:creationId xmlns:a16="http://schemas.microsoft.com/office/drawing/2014/main" id="{912F0958-3D23-5818-2149-D55DBC64D85C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>
              <a:extLst>
                <a:ext uri="{FF2B5EF4-FFF2-40B4-BE49-F238E27FC236}">
                  <a16:creationId xmlns:a16="http://schemas.microsoft.com/office/drawing/2014/main" id="{25E1880A-292B-5A58-FF3B-A50667408205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>
              <a:extLst>
                <a:ext uri="{FF2B5EF4-FFF2-40B4-BE49-F238E27FC236}">
                  <a16:creationId xmlns:a16="http://schemas.microsoft.com/office/drawing/2014/main" id="{00CE7CA1-DC47-13BC-48C4-DAB24957996B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>
              <a:extLst>
                <a:ext uri="{FF2B5EF4-FFF2-40B4-BE49-F238E27FC236}">
                  <a16:creationId xmlns:a16="http://schemas.microsoft.com/office/drawing/2014/main" id="{AF0A02A0-98CB-D605-EFD7-5D0BC7DF7DDB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>
              <a:extLst>
                <a:ext uri="{FF2B5EF4-FFF2-40B4-BE49-F238E27FC236}">
                  <a16:creationId xmlns:a16="http://schemas.microsoft.com/office/drawing/2014/main" id="{D505B2C7-68B4-867C-EEB8-6FB4CF220A64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>
              <a:extLst>
                <a:ext uri="{FF2B5EF4-FFF2-40B4-BE49-F238E27FC236}">
                  <a16:creationId xmlns:a16="http://schemas.microsoft.com/office/drawing/2014/main" id="{AE458D7F-FE7C-0596-7654-8F9D2B9C5945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>
              <a:extLst>
                <a:ext uri="{FF2B5EF4-FFF2-40B4-BE49-F238E27FC236}">
                  <a16:creationId xmlns:a16="http://schemas.microsoft.com/office/drawing/2014/main" id="{FF82B1CC-C40E-19EC-CE05-45871C77C5C6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>
              <a:extLst>
                <a:ext uri="{FF2B5EF4-FFF2-40B4-BE49-F238E27FC236}">
                  <a16:creationId xmlns:a16="http://schemas.microsoft.com/office/drawing/2014/main" id="{AA30FAE6-C896-B422-A34F-7D51E2CF8F61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>
              <a:extLst>
                <a:ext uri="{FF2B5EF4-FFF2-40B4-BE49-F238E27FC236}">
                  <a16:creationId xmlns:a16="http://schemas.microsoft.com/office/drawing/2014/main" id="{6AEA9D61-5760-3C02-CD69-0338B8E8D429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>
              <a:extLst>
                <a:ext uri="{FF2B5EF4-FFF2-40B4-BE49-F238E27FC236}">
                  <a16:creationId xmlns:a16="http://schemas.microsoft.com/office/drawing/2014/main" id="{7FFDB325-0FEB-AEC9-6687-FCFACA023230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>
              <a:extLst>
                <a:ext uri="{FF2B5EF4-FFF2-40B4-BE49-F238E27FC236}">
                  <a16:creationId xmlns:a16="http://schemas.microsoft.com/office/drawing/2014/main" id="{FD8ACDE5-EF93-D741-ED32-6F8B53E0B4C1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>
              <a:extLst>
                <a:ext uri="{FF2B5EF4-FFF2-40B4-BE49-F238E27FC236}">
                  <a16:creationId xmlns:a16="http://schemas.microsoft.com/office/drawing/2014/main" id="{A1E49FBB-359C-C092-476A-35AFB32C6720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>
              <a:extLst>
                <a:ext uri="{FF2B5EF4-FFF2-40B4-BE49-F238E27FC236}">
                  <a16:creationId xmlns:a16="http://schemas.microsoft.com/office/drawing/2014/main" id="{E4325ADE-519D-826E-EDF7-48F6DB480467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>
              <a:extLst>
                <a:ext uri="{FF2B5EF4-FFF2-40B4-BE49-F238E27FC236}">
                  <a16:creationId xmlns:a16="http://schemas.microsoft.com/office/drawing/2014/main" id="{CE562661-1F0C-7971-D500-D639FB826D73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Espaço Reservado para Imagem 4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1615E719-DD69-D0B6-E86E-709B4088801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290" b="290"/>
          <a:stretch>
            <a:fillRect/>
          </a:stretch>
        </p:blipFill>
        <p:spPr>
          <a:xfrm>
            <a:off x="228681" y="1355020"/>
            <a:ext cx="2795859" cy="2795859"/>
          </a:xfrm>
        </p:spPr>
      </p:pic>
      <p:grpSp>
        <p:nvGrpSpPr>
          <p:cNvPr id="1620" name="Google Shape;1620;p51">
            <a:extLst>
              <a:ext uri="{FF2B5EF4-FFF2-40B4-BE49-F238E27FC236}">
                <a16:creationId xmlns:a16="http://schemas.microsoft.com/office/drawing/2014/main" id="{883F41E8-6414-9FA3-6DCB-95866B3140BD}"/>
              </a:ext>
            </a:extLst>
          </p:cNvPr>
          <p:cNvGrpSpPr/>
          <p:nvPr/>
        </p:nvGrpSpPr>
        <p:grpSpPr>
          <a:xfrm>
            <a:off x="1713947" y="1111874"/>
            <a:ext cx="1120318" cy="1043441"/>
            <a:chOff x="6351976" y="66530"/>
            <a:chExt cx="281282" cy="263776"/>
          </a:xfrm>
        </p:grpSpPr>
        <p:sp>
          <p:nvSpPr>
            <p:cNvPr id="1621" name="Google Shape;1621;p51">
              <a:extLst>
                <a:ext uri="{FF2B5EF4-FFF2-40B4-BE49-F238E27FC236}">
                  <a16:creationId xmlns:a16="http://schemas.microsoft.com/office/drawing/2014/main" id="{5BFA02DB-FBD4-D84C-B3F7-0E4EE79E2590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>
              <a:extLst>
                <a:ext uri="{FF2B5EF4-FFF2-40B4-BE49-F238E27FC236}">
                  <a16:creationId xmlns:a16="http://schemas.microsoft.com/office/drawing/2014/main" id="{CB212680-C613-13E2-086A-A38EB48C412E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>
              <a:extLst>
                <a:ext uri="{FF2B5EF4-FFF2-40B4-BE49-F238E27FC236}">
                  <a16:creationId xmlns:a16="http://schemas.microsoft.com/office/drawing/2014/main" id="{C9175449-FE1E-CCB5-AC0D-E4976E3E3201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>
              <a:extLst>
                <a:ext uri="{FF2B5EF4-FFF2-40B4-BE49-F238E27FC236}">
                  <a16:creationId xmlns:a16="http://schemas.microsoft.com/office/drawing/2014/main" id="{28AC28CD-3FBB-2E56-61C7-981063A41643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>
              <a:extLst>
                <a:ext uri="{FF2B5EF4-FFF2-40B4-BE49-F238E27FC236}">
                  <a16:creationId xmlns:a16="http://schemas.microsoft.com/office/drawing/2014/main" id="{2150F20E-CB34-6996-722E-DD38F28A1551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>
              <a:extLst>
                <a:ext uri="{FF2B5EF4-FFF2-40B4-BE49-F238E27FC236}">
                  <a16:creationId xmlns:a16="http://schemas.microsoft.com/office/drawing/2014/main" id="{F5D3CB7E-F4FF-2709-3F55-0F6DF63D6271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>
              <a:extLst>
                <a:ext uri="{FF2B5EF4-FFF2-40B4-BE49-F238E27FC236}">
                  <a16:creationId xmlns:a16="http://schemas.microsoft.com/office/drawing/2014/main" id="{7B91E908-F5F2-C5DF-6268-493E1E8C899B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>
              <a:extLst>
                <a:ext uri="{FF2B5EF4-FFF2-40B4-BE49-F238E27FC236}">
                  <a16:creationId xmlns:a16="http://schemas.microsoft.com/office/drawing/2014/main" id="{4AA80925-8A45-17BA-89BC-87930B42474D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>
              <a:extLst>
                <a:ext uri="{FF2B5EF4-FFF2-40B4-BE49-F238E27FC236}">
                  <a16:creationId xmlns:a16="http://schemas.microsoft.com/office/drawing/2014/main" id="{FC5D231B-3C75-C560-DC6B-9CE6ACB28551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>
              <a:extLst>
                <a:ext uri="{FF2B5EF4-FFF2-40B4-BE49-F238E27FC236}">
                  <a16:creationId xmlns:a16="http://schemas.microsoft.com/office/drawing/2014/main" id="{EE594448-ED46-A3FE-C35B-88F0224F41DD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>
              <a:extLst>
                <a:ext uri="{FF2B5EF4-FFF2-40B4-BE49-F238E27FC236}">
                  <a16:creationId xmlns:a16="http://schemas.microsoft.com/office/drawing/2014/main" id="{9088D0C4-A1F3-1D11-42B6-B4FDCA57A2A4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>
              <a:extLst>
                <a:ext uri="{FF2B5EF4-FFF2-40B4-BE49-F238E27FC236}">
                  <a16:creationId xmlns:a16="http://schemas.microsoft.com/office/drawing/2014/main" id="{F4023A49-36A2-B32E-A46F-B12409F76198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>
              <a:extLst>
                <a:ext uri="{FF2B5EF4-FFF2-40B4-BE49-F238E27FC236}">
                  <a16:creationId xmlns:a16="http://schemas.microsoft.com/office/drawing/2014/main" id="{310C67F7-8088-4979-0C74-8F2A03372B15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>
              <a:extLst>
                <a:ext uri="{FF2B5EF4-FFF2-40B4-BE49-F238E27FC236}">
                  <a16:creationId xmlns:a16="http://schemas.microsoft.com/office/drawing/2014/main" id="{98DD4B47-5811-2121-A747-E834EA5F49FF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>
              <a:extLst>
                <a:ext uri="{FF2B5EF4-FFF2-40B4-BE49-F238E27FC236}">
                  <a16:creationId xmlns:a16="http://schemas.microsoft.com/office/drawing/2014/main" id="{690F76BE-70DC-F4C3-DF97-50B026E63FC8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>
              <a:extLst>
                <a:ext uri="{FF2B5EF4-FFF2-40B4-BE49-F238E27FC236}">
                  <a16:creationId xmlns:a16="http://schemas.microsoft.com/office/drawing/2014/main" id="{E4532EA9-7ED0-52B9-3B99-0479F5F5E14E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>
              <a:extLst>
                <a:ext uri="{FF2B5EF4-FFF2-40B4-BE49-F238E27FC236}">
                  <a16:creationId xmlns:a16="http://schemas.microsoft.com/office/drawing/2014/main" id="{05A8A1BD-1535-9EB6-0168-6E81103BCADE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6CBF72A3-3C1A-41DA-2377-A57E9A799DA4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2422C32F-6AB8-D37E-2775-9105FAC64ECD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02FDDA17-FB0B-5179-1F61-419E542A4A94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396763C6-F00A-B499-8391-CDB3E1DF1067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>
              <a:extLst>
                <a:ext uri="{FF2B5EF4-FFF2-40B4-BE49-F238E27FC236}">
                  <a16:creationId xmlns:a16="http://schemas.microsoft.com/office/drawing/2014/main" id="{E8867F26-979D-DDE2-DA12-48A749DF82D9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>
              <a:extLst>
                <a:ext uri="{FF2B5EF4-FFF2-40B4-BE49-F238E27FC236}">
                  <a16:creationId xmlns:a16="http://schemas.microsoft.com/office/drawing/2014/main" id="{14341AD9-5746-3F1D-6BE8-A583A864E110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>
              <a:extLst>
                <a:ext uri="{FF2B5EF4-FFF2-40B4-BE49-F238E27FC236}">
                  <a16:creationId xmlns:a16="http://schemas.microsoft.com/office/drawing/2014/main" id="{057445EC-36F6-8D6F-DAD0-60503B4C6331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581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>
          <a:extLst>
            <a:ext uri="{FF2B5EF4-FFF2-40B4-BE49-F238E27FC236}">
              <a16:creationId xmlns:a16="http://schemas.microsoft.com/office/drawing/2014/main" id="{19918302-86E2-7109-C332-A0207248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51">
            <a:extLst>
              <a:ext uri="{FF2B5EF4-FFF2-40B4-BE49-F238E27FC236}">
                <a16:creationId xmlns:a16="http://schemas.microsoft.com/office/drawing/2014/main" id="{F24A17DE-79F1-332D-B557-CF84C8625C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4324" y="611924"/>
            <a:ext cx="7408413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Modelagem</a:t>
            </a:r>
            <a:endParaRPr dirty="0"/>
          </a:p>
        </p:txBody>
      </p: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882B9B7D-A108-E84E-9D6D-63C5158526A5}"/>
              </a:ext>
            </a:extLst>
          </p:cNvPr>
          <p:cNvGrpSpPr/>
          <p:nvPr/>
        </p:nvGrpSpPr>
        <p:grpSpPr>
          <a:xfrm rot="3953491">
            <a:off x="217462" y="330354"/>
            <a:ext cx="726191" cy="601942"/>
            <a:chOff x="1681288" y="1393055"/>
            <a:chExt cx="116536" cy="9593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68221A1F-D9E1-56EB-EB49-00EA10889B35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7780F263-3E7C-34EE-85C2-325F5841FB6E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BE75D6B2-D18D-DF6E-31BC-480A753B0188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6" name="Google Shape;1596;p51">
            <a:extLst>
              <a:ext uri="{FF2B5EF4-FFF2-40B4-BE49-F238E27FC236}">
                <a16:creationId xmlns:a16="http://schemas.microsoft.com/office/drawing/2014/main" id="{AB36BF51-BE3E-7C9E-4D4F-0E392DE7620C}"/>
              </a:ext>
            </a:extLst>
          </p:cNvPr>
          <p:cNvGrpSpPr/>
          <p:nvPr/>
        </p:nvGrpSpPr>
        <p:grpSpPr>
          <a:xfrm rot="7046616" flipH="1">
            <a:off x="-934476" y="3154850"/>
            <a:ext cx="1299698" cy="1944490"/>
            <a:chOff x="2915088" y="1067493"/>
            <a:chExt cx="250763" cy="375147"/>
          </a:xfrm>
        </p:grpSpPr>
        <p:sp>
          <p:nvSpPr>
            <p:cNvPr id="1597" name="Google Shape;1597;p51">
              <a:extLst>
                <a:ext uri="{FF2B5EF4-FFF2-40B4-BE49-F238E27FC236}">
                  <a16:creationId xmlns:a16="http://schemas.microsoft.com/office/drawing/2014/main" id="{3248863B-4020-4498-8F99-80CECA356D46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>
              <a:extLst>
                <a:ext uri="{FF2B5EF4-FFF2-40B4-BE49-F238E27FC236}">
                  <a16:creationId xmlns:a16="http://schemas.microsoft.com/office/drawing/2014/main" id="{F3713404-0A48-AA4B-BDA1-784C63B17C03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>
              <a:extLst>
                <a:ext uri="{FF2B5EF4-FFF2-40B4-BE49-F238E27FC236}">
                  <a16:creationId xmlns:a16="http://schemas.microsoft.com/office/drawing/2014/main" id="{E90ABE64-7EC4-76FF-02C2-BFA93B5ECE4F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>
              <a:extLst>
                <a:ext uri="{FF2B5EF4-FFF2-40B4-BE49-F238E27FC236}">
                  <a16:creationId xmlns:a16="http://schemas.microsoft.com/office/drawing/2014/main" id="{3CA122CB-4F3D-C1F0-FD12-CC574B57F29D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>
              <a:extLst>
                <a:ext uri="{FF2B5EF4-FFF2-40B4-BE49-F238E27FC236}">
                  <a16:creationId xmlns:a16="http://schemas.microsoft.com/office/drawing/2014/main" id="{12CC4621-18B7-5A63-F0EC-04B55A55F17A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>
              <a:extLst>
                <a:ext uri="{FF2B5EF4-FFF2-40B4-BE49-F238E27FC236}">
                  <a16:creationId xmlns:a16="http://schemas.microsoft.com/office/drawing/2014/main" id="{D66BBF1C-A4D2-13B4-B236-207FA88B3CED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>
              <a:extLst>
                <a:ext uri="{FF2B5EF4-FFF2-40B4-BE49-F238E27FC236}">
                  <a16:creationId xmlns:a16="http://schemas.microsoft.com/office/drawing/2014/main" id="{65BE17FD-7E0B-2D5B-F0B1-3A0AF1EE9B7D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>
              <a:extLst>
                <a:ext uri="{FF2B5EF4-FFF2-40B4-BE49-F238E27FC236}">
                  <a16:creationId xmlns:a16="http://schemas.microsoft.com/office/drawing/2014/main" id="{93CADC81-0ABB-A762-55DF-4C5DE806252F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>
              <a:extLst>
                <a:ext uri="{FF2B5EF4-FFF2-40B4-BE49-F238E27FC236}">
                  <a16:creationId xmlns:a16="http://schemas.microsoft.com/office/drawing/2014/main" id="{205C793F-8809-7985-51F4-5BB527B1DDD4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>
              <a:extLst>
                <a:ext uri="{FF2B5EF4-FFF2-40B4-BE49-F238E27FC236}">
                  <a16:creationId xmlns:a16="http://schemas.microsoft.com/office/drawing/2014/main" id="{06512FD8-FD77-7214-7B17-ED3FF81076FF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>
              <a:extLst>
                <a:ext uri="{FF2B5EF4-FFF2-40B4-BE49-F238E27FC236}">
                  <a16:creationId xmlns:a16="http://schemas.microsoft.com/office/drawing/2014/main" id="{615C1FF9-CF59-B340-918D-DA0C892A9842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>
              <a:extLst>
                <a:ext uri="{FF2B5EF4-FFF2-40B4-BE49-F238E27FC236}">
                  <a16:creationId xmlns:a16="http://schemas.microsoft.com/office/drawing/2014/main" id="{4311D5BA-F875-6384-8EE6-7FD68C27618D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>
              <a:extLst>
                <a:ext uri="{FF2B5EF4-FFF2-40B4-BE49-F238E27FC236}">
                  <a16:creationId xmlns:a16="http://schemas.microsoft.com/office/drawing/2014/main" id="{146D8BEB-9057-F719-83F4-B1C1D891D4A5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>
              <a:extLst>
                <a:ext uri="{FF2B5EF4-FFF2-40B4-BE49-F238E27FC236}">
                  <a16:creationId xmlns:a16="http://schemas.microsoft.com/office/drawing/2014/main" id="{7366068C-30BB-B160-87EC-F783A7D2500F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>
              <a:extLst>
                <a:ext uri="{FF2B5EF4-FFF2-40B4-BE49-F238E27FC236}">
                  <a16:creationId xmlns:a16="http://schemas.microsoft.com/office/drawing/2014/main" id="{0052F9B3-7235-23BE-7209-55C3789548F7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>
              <a:extLst>
                <a:ext uri="{FF2B5EF4-FFF2-40B4-BE49-F238E27FC236}">
                  <a16:creationId xmlns:a16="http://schemas.microsoft.com/office/drawing/2014/main" id="{9D1279A6-8A6D-83D3-E3A3-7B4E04791800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>
              <a:extLst>
                <a:ext uri="{FF2B5EF4-FFF2-40B4-BE49-F238E27FC236}">
                  <a16:creationId xmlns:a16="http://schemas.microsoft.com/office/drawing/2014/main" id="{23F18158-7C3E-89CE-2E1A-6771B5502E67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>
              <a:extLst>
                <a:ext uri="{FF2B5EF4-FFF2-40B4-BE49-F238E27FC236}">
                  <a16:creationId xmlns:a16="http://schemas.microsoft.com/office/drawing/2014/main" id="{59D1D3D9-5698-34E6-5C0A-A3CC6FF878B6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>
              <a:extLst>
                <a:ext uri="{FF2B5EF4-FFF2-40B4-BE49-F238E27FC236}">
                  <a16:creationId xmlns:a16="http://schemas.microsoft.com/office/drawing/2014/main" id="{656956DB-4D08-7A57-4FBC-4ACD43E5C1A5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>
              <a:extLst>
                <a:ext uri="{FF2B5EF4-FFF2-40B4-BE49-F238E27FC236}">
                  <a16:creationId xmlns:a16="http://schemas.microsoft.com/office/drawing/2014/main" id="{0713FA0B-0E4F-11BA-C41D-10F7BAA54C0C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>
              <a:extLst>
                <a:ext uri="{FF2B5EF4-FFF2-40B4-BE49-F238E27FC236}">
                  <a16:creationId xmlns:a16="http://schemas.microsoft.com/office/drawing/2014/main" id="{0AE3234B-8C9B-B4B2-C0B6-020FF2429684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>
              <a:extLst>
                <a:ext uri="{FF2B5EF4-FFF2-40B4-BE49-F238E27FC236}">
                  <a16:creationId xmlns:a16="http://schemas.microsoft.com/office/drawing/2014/main" id="{BDF5688D-328F-A778-9A89-1AD8DE6E0015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>
              <a:extLst>
                <a:ext uri="{FF2B5EF4-FFF2-40B4-BE49-F238E27FC236}">
                  <a16:creationId xmlns:a16="http://schemas.microsoft.com/office/drawing/2014/main" id="{A8883884-F8BC-D41D-F6FE-B4C8332D3CAD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0" name="Google Shape;1620;p51">
            <a:extLst>
              <a:ext uri="{FF2B5EF4-FFF2-40B4-BE49-F238E27FC236}">
                <a16:creationId xmlns:a16="http://schemas.microsoft.com/office/drawing/2014/main" id="{A158B91D-5404-8258-6A9F-B2BF47C48AB8}"/>
              </a:ext>
            </a:extLst>
          </p:cNvPr>
          <p:cNvGrpSpPr/>
          <p:nvPr/>
        </p:nvGrpSpPr>
        <p:grpSpPr>
          <a:xfrm>
            <a:off x="8426314" y="-113017"/>
            <a:ext cx="1120318" cy="1043441"/>
            <a:chOff x="6351976" y="66530"/>
            <a:chExt cx="281282" cy="263776"/>
          </a:xfrm>
        </p:grpSpPr>
        <p:sp>
          <p:nvSpPr>
            <p:cNvPr id="1621" name="Google Shape;1621;p51">
              <a:extLst>
                <a:ext uri="{FF2B5EF4-FFF2-40B4-BE49-F238E27FC236}">
                  <a16:creationId xmlns:a16="http://schemas.microsoft.com/office/drawing/2014/main" id="{07F7520D-8092-5910-7E44-1FBEED7367D7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>
              <a:extLst>
                <a:ext uri="{FF2B5EF4-FFF2-40B4-BE49-F238E27FC236}">
                  <a16:creationId xmlns:a16="http://schemas.microsoft.com/office/drawing/2014/main" id="{53A4885F-3DB3-B6FB-059F-DBA49D71F4D3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>
              <a:extLst>
                <a:ext uri="{FF2B5EF4-FFF2-40B4-BE49-F238E27FC236}">
                  <a16:creationId xmlns:a16="http://schemas.microsoft.com/office/drawing/2014/main" id="{9FE80BFC-B66F-E2B1-3735-942BFD6E8854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>
              <a:extLst>
                <a:ext uri="{FF2B5EF4-FFF2-40B4-BE49-F238E27FC236}">
                  <a16:creationId xmlns:a16="http://schemas.microsoft.com/office/drawing/2014/main" id="{0B97252B-2396-01B4-31EE-DE6F950ADAA7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>
              <a:extLst>
                <a:ext uri="{FF2B5EF4-FFF2-40B4-BE49-F238E27FC236}">
                  <a16:creationId xmlns:a16="http://schemas.microsoft.com/office/drawing/2014/main" id="{CDCDD491-3D37-B1A9-A175-040904354ED4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>
              <a:extLst>
                <a:ext uri="{FF2B5EF4-FFF2-40B4-BE49-F238E27FC236}">
                  <a16:creationId xmlns:a16="http://schemas.microsoft.com/office/drawing/2014/main" id="{4DBC2CAA-316D-5438-4443-104C74B73E44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>
              <a:extLst>
                <a:ext uri="{FF2B5EF4-FFF2-40B4-BE49-F238E27FC236}">
                  <a16:creationId xmlns:a16="http://schemas.microsoft.com/office/drawing/2014/main" id="{28C3AF8C-17E4-AA6E-2AA0-5043A7E2017B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>
              <a:extLst>
                <a:ext uri="{FF2B5EF4-FFF2-40B4-BE49-F238E27FC236}">
                  <a16:creationId xmlns:a16="http://schemas.microsoft.com/office/drawing/2014/main" id="{C7993825-2223-1E3B-5C3E-3E403D05D3A8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>
              <a:extLst>
                <a:ext uri="{FF2B5EF4-FFF2-40B4-BE49-F238E27FC236}">
                  <a16:creationId xmlns:a16="http://schemas.microsoft.com/office/drawing/2014/main" id="{31EFB318-8528-EF3C-33C6-6CDEE140EEC7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>
              <a:extLst>
                <a:ext uri="{FF2B5EF4-FFF2-40B4-BE49-F238E27FC236}">
                  <a16:creationId xmlns:a16="http://schemas.microsoft.com/office/drawing/2014/main" id="{7A0F0C21-B24D-4FB7-D6E8-BE3F5FA03B68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>
              <a:extLst>
                <a:ext uri="{FF2B5EF4-FFF2-40B4-BE49-F238E27FC236}">
                  <a16:creationId xmlns:a16="http://schemas.microsoft.com/office/drawing/2014/main" id="{9C4DAC95-CC17-9089-6AEA-80E9AA787005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>
              <a:extLst>
                <a:ext uri="{FF2B5EF4-FFF2-40B4-BE49-F238E27FC236}">
                  <a16:creationId xmlns:a16="http://schemas.microsoft.com/office/drawing/2014/main" id="{59C29397-B3BD-6A04-E2AD-C527B195E53A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>
              <a:extLst>
                <a:ext uri="{FF2B5EF4-FFF2-40B4-BE49-F238E27FC236}">
                  <a16:creationId xmlns:a16="http://schemas.microsoft.com/office/drawing/2014/main" id="{46C29A31-2063-15AB-3BE9-A7456F5EDCC9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>
              <a:extLst>
                <a:ext uri="{FF2B5EF4-FFF2-40B4-BE49-F238E27FC236}">
                  <a16:creationId xmlns:a16="http://schemas.microsoft.com/office/drawing/2014/main" id="{2D2778BD-4427-61EA-EF11-BB0173D51AF4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>
              <a:extLst>
                <a:ext uri="{FF2B5EF4-FFF2-40B4-BE49-F238E27FC236}">
                  <a16:creationId xmlns:a16="http://schemas.microsoft.com/office/drawing/2014/main" id="{EA082244-F558-6C59-E0E8-DAA0732E43E1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>
              <a:extLst>
                <a:ext uri="{FF2B5EF4-FFF2-40B4-BE49-F238E27FC236}">
                  <a16:creationId xmlns:a16="http://schemas.microsoft.com/office/drawing/2014/main" id="{35DF6CB2-A68A-E631-F7AA-E96D71793F91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>
              <a:extLst>
                <a:ext uri="{FF2B5EF4-FFF2-40B4-BE49-F238E27FC236}">
                  <a16:creationId xmlns:a16="http://schemas.microsoft.com/office/drawing/2014/main" id="{EAB6D9F4-2C10-3D90-A80D-EA70957C8EE3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82C5A1D1-7441-A658-BC07-BEDE2C346D64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146993B5-7C87-4D06-D4FE-6127B2194097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9EAB44A9-8D8B-7D1F-C11A-0505D993E9A2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1FD3D1F0-35DA-F4B3-8CA7-AFA23A7EB08B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>
              <a:extLst>
                <a:ext uri="{FF2B5EF4-FFF2-40B4-BE49-F238E27FC236}">
                  <a16:creationId xmlns:a16="http://schemas.microsoft.com/office/drawing/2014/main" id="{264E626A-2534-A426-0DAA-916F336F955C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>
              <a:extLst>
                <a:ext uri="{FF2B5EF4-FFF2-40B4-BE49-F238E27FC236}">
                  <a16:creationId xmlns:a16="http://schemas.microsoft.com/office/drawing/2014/main" id="{3FAFA203-DD80-C31B-6643-2C20154F4E98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>
              <a:extLst>
                <a:ext uri="{FF2B5EF4-FFF2-40B4-BE49-F238E27FC236}">
                  <a16:creationId xmlns:a16="http://schemas.microsoft.com/office/drawing/2014/main" id="{723DCADD-F73B-C1BF-8CC7-DBB3735896C2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748;p55">
            <a:extLst>
              <a:ext uri="{FF2B5EF4-FFF2-40B4-BE49-F238E27FC236}">
                <a16:creationId xmlns:a16="http://schemas.microsoft.com/office/drawing/2014/main" id="{427CD637-859E-FF5B-D0BF-4A316FF2C117}"/>
              </a:ext>
            </a:extLst>
          </p:cNvPr>
          <p:cNvGrpSpPr/>
          <p:nvPr/>
        </p:nvGrpSpPr>
        <p:grpSpPr>
          <a:xfrm rot="1848534">
            <a:off x="903976" y="1649049"/>
            <a:ext cx="539508" cy="514580"/>
            <a:chOff x="1382891" y="1957553"/>
            <a:chExt cx="215970" cy="171877"/>
          </a:xfrm>
        </p:grpSpPr>
        <p:sp>
          <p:nvSpPr>
            <p:cNvPr id="8" name="Google Shape;1749;p55">
              <a:extLst>
                <a:ext uri="{FF2B5EF4-FFF2-40B4-BE49-F238E27FC236}">
                  <a16:creationId xmlns:a16="http://schemas.microsoft.com/office/drawing/2014/main" id="{EC420430-2E01-CC5B-F6D9-BECFB483E433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50;p55">
              <a:extLst>
                <a:ext uri="{FF2B5EF4-FFF2-40B4-BE49-F238E27FC236}">
                  <a16:creationId xmlns:a16="http://schemas.microsoft.com/office/drawing/2014/main" id="{A95A59BD-8BB6-3495-0BD2-536ABA3524E2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51;p55">
              <a:extLst>
                <a:ext uri="{FF2B5EF4-FFF2-40B4-BE49-F238E27FC236}">
                  <a16:creationId xmlns:a16="http://schemas.microsoft.com/office/drawing/2014/main" id="{0616C538-2FA8-358A-1F06-254E4EE6CE57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52;p55">
              <a:extLst>
                <a:ext uri="{FF2B5EF4-FFF2-40B4-BE49-F238E27FC236}">
                  <a16:creationId xmlns:a16="http://schemas.microsoft.com/office/drawing/2014/main" id="{E77FBFE2-6060-C925-4310-E5008BD12E13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53;p55">
              <a:extLst>
                <a:ext uri="{FF2B5EF4-FFF2-40B4-BE49-F238E27FC236}">
                  <a16:creationId xmlns:a16="http://schemas.microsoft.com/office/drawing/2014/main" id="{82D59B73-0C35-3B7D-A33D-D823629CD7AD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54;p55">
              <a:extLst>
                <a:ext uri="{FF2B5EF4-FFF2-40B4-BE49-F238E27FC236}">
                  <a16:creationId xmlns:a16="http://schemas.microsoft.com/office/drawing/2014/main" id="{A36590AA-8BF7-B6A6-BC1D-60D3D46323C1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55;p55">
              <a:extLst>
                <a:ext uri="{FF2B5EF4-FFF2-40B4-BE49-F238E27FC236}">
                  <a16:creationId xmlns:a16="http://schemas.microsoft.com/office/drawing/2014/main" id="{13E6DD71-1FBF-B7E7-159F-E92A1CF444CA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56;p55">
              <a:extLst>
                <a:ext uri="{FF2B5EF4-FFF2-40B4-BE49-F238E27FC236}">
                  <a16:creationId xmlns:a16="http://schemas.microsoft.com/office/drawing/2014/main" id="{CA2BB519-00D0-6BD4-C6A0-C9018BE95336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57;p55">
              <a:extLst>
                <a:ext uri="{FF2B5EF4-FFF2-40B4-BE49-F238E27FC236}">
                  <a16:creationId xmlns:a16="http://schemas.microsoft.com/office/drawing/2014/main" id="{76322362-379B-1BDB-14E9-E8F08ECA6339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58;p55">
              <a:extLst>
                <a:ext uri="{FF2B5EF4-FFF2-40B4-BE49-F238E27FC236}">
                  <a16:creationId xmlns:a16="http://schemas.microsoft.com/office/drawing/2014/main" id="{8207350A-079D-B4FC-0829-1F7CD8A0DFCF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59;p55">
              <a:extLst>
                <a:ext uri="{FF2B5EF4-FFF2-40B4-BE49-F238E27FC236}">
                  <a16:creationId xmlns:a16="http://schemas.microsoft.com/office/drawing/2014/main" id="{D19953CD-5DDC-880E-8984-1BBC98E40486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60;p55">
              <a:extLst>
                <a:ext uri="{FF2B5EF4-FFF2-40B4-BE49-F238E27FC236}">
                  <a16:creationId xmlns:a16="http://schemas.microsoft.com/office/drawing/2014/main" id="{0DEDC3AF-3B8A-FAEE-1C0E-A451C98276F2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61;p55">
              <a:extLst>
                <a:ext uri="{FF2B5EF4-FFF2-40B4-BE49-F238E27FC236}">
                  <a16:creationId xmlns:a16="http://schemas.microsoft.com/office/drawing/2014/main" id="{FD3B9CFA-5B70-731E-3B90-1DD784985F1B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62;p55">
              <a:extLst>
                <a:ext uri="{FF2B5EF4-FFF2-40B4-BE49-F238E27FC236}">
                  <a16:creationId xmlns:a16="http://schemas.microsoft.com/office/drawing/2014/main" id="{C794AEF1-253E-8149-269E-6872D164ECA5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63;p55">
              <a:extLst>
                <a:ext uri="{FF2B5EF4-FFF2-40B4-BE49-F238E27FC236}">
                  <a16:creationId xmlns:a16="http://schemas.microsoft.com/office/drawing/2014/main" id="{928CBC3F-E425-C7AE-8027-F09793A0BC12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64;p55">
              <a:extLst>
                <a:ext uri="{FF2B5EF4-FFF2-40B4-BE49-F238E27FC236}">
                  <a16:creationId xmlns:a16="http://schemas.microsoft.com/office/drawing/2014/main" id="{BAAFD78F-C8E0-6A6D-50E5-5E24C8DCEAFE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1090;p47">
            <a:extLst>
              <a:ext uri="{FF2B5EF4-FFF2-40B4-BE49-F238E27FC236}">
                <a16:creationId xmlns:a16="http://schemas.microsoft.com/office/drawing/2014/main" id="{0057F928-C22B-A6A6-D311-EDF49FED1B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207">
            <a:off x="1466895" y="1697192"/>
            <a:ext cx="3861715" cy="412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pt-BR" b="1" dirty="0"/>
              <a:t>Usuários </a:t>
            </a:r>
            <a:r>
              <a:rPr lang="pt-BR" sz="1600" b="1" dirty="0"/>
              <a:t>→</a:t>
            </a:r>
            <a:r>
              <a:rPr lang="pt-BR" b="1" dirty="0"/>
              <a:t> </a:t>
            </a:r>
            <a:r>
              <a:rPr lang="pt-BR" dirty="0"/>
              <a:t>Lotes de produção (cookies)</a:t>
            </a:r>
            <a:endParaRPr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FC4D9A1-05A6-B79E-03B8-87566A1041C6}"/>
              </a:ext>
            </a:extLst>
          </p:cNvPr>
          <p:cNvSpPr txBox="1"/>
          <p:nvPr/>
        </p:nvSpPr>
        <p:spPr>
          <a:xfrm>
            <a:off x="5508070" y="1488518"/>
            <a:ext cx="27731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Cada lote é uma entidade que percorre o sistema: chega, espera, serviço, saída</a:t>
            </a:r>
          </a:p>
        </p:txBody>
      </p:sp>
      <p:grpSp>
        <p:nvGrpSpPr>
          <p:cNvPr id="27" name="Google Shape;1748;p55">
            <a:extLst>
              <a:ext uri="{FF2B5EF4-FFF2-40B4-BE49-F238E27FC236}">
                <a16:creationId xmlns:a16="http://schemas.microsoft.com/office/drawing/2014/main" id="{45BC56E3-0011-B063-5DDB-A496D8D293CE}"/>
              </a:ext>
            </a:extLst>
          </p:cNvPr>
          <p:cNvGrpSpPr/>
          <p:nvPr/>
        </p:nvGrpSpPr>
        <p:grpSpPr>
          <a:xfrm rot="1848534">
            <a:off x="889040" y="2426433"/>
            <a:ext cx="539508" cy="514580"/>
            <a:chOff x="1382891" y="1957553"/>
            <a:chExt cx="215970" cy="171877"/>
          </a:xfrm>
        </p:grpSpPr>
        <p:sp>
          <p:nvSpPr>
            <p:cNvPr id="28" name="Google Shape;1749;p55">
              <a:extLst>
                <a:ext uri="{FF2B5EF4-FFF2-40B4-BE49-F238E27FC236}">
                  <a16:creationId xmlns:a16="http://schemas.microsoft.com/office/drawing/2014/main" id="{0D8519FD-172F-B146-E352-BD011F98894B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50;p55">
              <a:extLst>
                <a:ext uri="{FF2B5EF4-FFF2-40B4-BE49-F238E27FC236}">
                  <a16:creationId xmlns:a16="http://schemas.microsoft.com/office/drawing/2014/main" id="{9E3D5E93-E3B3-CDBC-9212-FDB77085C22B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51;p55">
              <a:extLst>
                <a:ext uri="{FF2B5EF4-FFF2-40B4-BE49-F238E27FC236}">
                  <a16:creationId xmlns:a16="http://schemas.microsoft.com/office/drawing/2014/main" id="{49D36A92-49A4-BA29-0473-63E0D72FD6C9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52;p55">
              <a:extLst>
                <a:ext uri="{FF2B5EF4-FFF2-40B4-BE49-F238E27FC236}">
                  <a16:creationId xmlns:a16="http://schemas.microsoft.com/office/drawing/2014/main" id="{2D8A1AA9-2EC2-3B65-26D3-276D98D2F239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53;p55">
              <a:extLst>
                <a:ext uri="{FF2B5EF4-FFF2-40B4-BE49-F238E27FC236}">
                  <a16:creationId xmlns:a16="http://schemas.microsoft.com/office/drawing/2014/main" id="{A4486778-5025-E2CA-4C41-8D4BDA80EDFE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54;p55">
              <a:extLst>
                <a:ext uri="{FF2B5EF4-FFF2-40B4-BE49-F238E27FC236}">
                  <a16:creationId xmlns:a16="http://schemas.microsoft.com/office/drawing/2014/main" id="{E046B0B9-4124-B245-F8C2-5E4859EABD1A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55;p55">
              <a:extLst>
                <a:ext uri="{FF2B5EF4-FFF2-40B4-BE49-F238E27FC236}">
                  <a16:creationId xmlns:a16="http://schemas.microsoft.com/office/drawing/2014/main" id="{140D9F58-1BB7-33E2-F62B-73FB03701168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56;p55">
              <a:extLst>
                <a:ext uri="{FF2B5EF4-FFF2-40B4-BE49-F238E27FC236}">
                  <a16:creationId xmlns:a16="http://schemas.microsoft.com/office/drawing/2014/main" id="{78060326-3D49-7708-52B7-99BC3B5C5EA7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57;p55">
              <a:extLst>
                <a:ext uri="{FF2B5EF4-FFF2-40B4-BE49-F238E27FC236}">
                  <a16:creationId xmlns:a16="http://schemas.microsoft.com/office/drawing/2014/main" id="{F2611720-9BA4-8944-84F5-30FA4EC28467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58;p55">
              <a:extLst>
                <a:ext uri="{FF2B5EF4-FFF2-40B4-BE49-F238E27FC236}">
                  <a16:creationId xmlns:a16="http://schemas.microsoft.com/office/drawing/2014/main" id="{8418CC5A-394A-5BDA-4BC9-B1A4883D4377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759;p55">
              <a:extLst>
                <a:ext uri="{FF2B5EF4-FFF2-40B4-BE49-F238E27FC236}">
                  <a16:creationId xmlns:a16="http://schemas.microsoft.com/office/drawing/2014/main" id="{186268E9-C59D-D16E-11CC-BA5FDA625E1D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60;p55">
              <a:extLst>
                <a:ext uri="{FF2B5EF4-FFF2-40B4-BE49-F238E27FC236}">
                  <a16:creationId xmlns:a16="http://schemas.microsoft.com/office/drawing/2014/main" id="{8737A68B-4BD6-1387-24B4-B289F4C40FD1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761;p55">
              <a:extLst>
                <a:ext uri="{FF2B5EF4-FFF2-40B4-BE49-F238E27FC236}">
                  <a16:creationId xmlns:a16="http://schemas.microsoft.com/office/drawing/2014/main" id="{605EC10E-66D0-DEAE-761C-5E88AEE4395E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762;p55">
              <a:extLst>
                <a:ext uri="{FF2B5EF4-FFF2-40B4-BE49-F238E27FC236}">
                  <a16:creationId xmlns:a16="http://schemas.microsoft.com/office/drawing/2014/main" id="{B507FC86-79BE-DB4E-8FC0-1659C049714E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63;p55">
              <a:extLst>
                <a:ext uri="{FF2B5EF4-FFF2-40B4-BE49-F238E27FC236}">
                  <a16:creationId xmlns:a16="http://schemas.microsoft.com/office/drawing/2014/main" id="{4B9F62BF-A71C-FC89-0775-870B1861C52B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64;p55">
              <a:extLst>
                <a:ext uri="{FF2B5EF4-FFF2-40B4-BE49-F238E27FC236}">
                  <a16:creationId xmlns:a16="http://schemas.microsoft.com/office/drawing/2014/main" id="{A9986EC5-5B20-CE63-D89A-3D2270399670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1090;p47">
            <a:extLst>
              <a:ext uri="{FF2B5EF4-FFF2-40B4-BE49-F238E27FC236}">
                <a16:creationId xmlns:a16="http://schemas.microsoft.com/office/drawing/2014/main" id="{41A772E8-AD39-512D-5BC4-E391559FF001}"/>
              </a:ext>
            </a:extLst>
          </p:cNvPr>
          <p:cNvSpPr txBox="1">
            <a:spLocks/>
          </p:cNvSpPr>
          <p:nvPr/>
        </p:nvSpPr>
        <p:spPr>
          <a:xfrm rot="207">
            <a:off x="1451959" y="2474576"/>
            <a:ext cx="3861715" cy="41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pt-BR" b="1" dirty="0"/>
              <a:t>Fila </a:t>
            </a:r>
            <a:r>
              <a:rPr lang="pt-BR" sz="1600" b="1" dirty="0"/>
              <a:t>→</a:t>
            </a:r>
            <a:r>
              <a:rPr lang="pt-BR" b="1" dirty="0"/>
              <a:t> </a:t>
            </a:r>
            <a:r>
              <a:rPr lang="pt-BR" dirty="0"/>
              <a:t>Fila global </a:t>
            </a:r>
            <a:r>
              <a:rPr lang="pt-BR" b="1" dirty="0"/>
              <a:t>ou</a:t>
            </a:r>
            <a:r>
              <a:rPr lang="pt-BR" dirty="0"/>
              <a:t> filas por forno</a:t>
            </a:r>
            <a:endParaRPr lang="pt-BR" b="1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991C0B2-4AEC-304C-60FE-C5BA1B5A41CB}"/>
              </a:ext>
            </a:extLst>
          </p:cNvPr>
          <p:cNvSpPr txBox="1"/>
          <p:nvPr/>
        </p:nvSpPr>
        <p:spPr>
          <a:xfrm>
            <a:off x="5542881" y="2419296"/>
            <a:ext cx="27731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dk1"/>
                </a:solidFill>
                <a:latin typeface="Montserrat Medium"/>
              </a:rPr>
              <a:t>Espera dos lotes quando todos fornos ocupados</a:t>
            </a:r>
            <a:endParaRPr lang="pt-BR" dirty="0">
              <a:solidFill>
                <a:schemeClr val="dk1"/>
              </a:solidFill>
              <a:latin typeface="Montserrat Medium"/>
              <a:sym typeface="Montserrat Medium"/>
            </a:endParaRPr>
          </a:p>
        </p:txBody>
      </p:sp>
      <p:grpSp>
        <p:nvGrpSpPr>
          <p:cNvPr id="46" name="Google Shape;1748;p55">
            <a:extLst>
              <a:ext uri="{FF2B5EF4-FFF2-40B4-BE49-F238E27FC236}">
                <a16:creationId xmlns:a16="http://schemas.microsoft.com/office/drawing/2014/main" id="{DF77E528-6766-9757-CE13-752CD8BB4878}"/>
              </a:ext>
            </a:extLst>
          </p:cNvPr>
          <p:cNvGrpSpPr/>
          <p:nvPr/>
        </p:nvGrpSpPr>
        <p:grpSpPr>
          <a:xfrm rot="1848534">
            <a:off x="903975" y="3184210"/>
            <a:ext cx="539508" cy="514580"/>
            <a:chOff x="1382891" y="1957553"/>
            <a:chExt cx="215970" cy="171877"/>
          </a:xfrm>
        </p:grpSpPr>
        <p:sp>
          <p:nvSpPr>
            <p:cNvPr id="47" name="Google Shape;1749;p55">
              <a:extLst>
                <a:ext uri="{FF2B5EF4-FFF2-40B4-BE49-F238E27FC236}">
                  <a16:creationId xmlns:a16="http://schemas.microsoft.com/office/drawing/2014/main" id="{E22727BC-5290-1CAA-6C9A-F55FC3EED46E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50;p55">
              <a:extLst>
                <a:ext uri="{FF2B5EF4-FFF2-40B4-BE49-F238E27FC236}">
                  <a16:creationId xmlns:a16="http://schemas.microsoft.com/office/drawing/2014/main" id="{EE1BF9D1-A532-D34C-CC77-C2769FB66407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751;p55">
              <a:extLst>
                <a:ext uri="{FF2B5EF4-FFF2-40B4-BE49-F238E27FC236}">
                  <a16:creationId xmlns:a16="http://schemas.microsoft.com/office/drawing/2014/main" id="{088C708D-614D-178C-2843-6D7913AC1302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752;p55">
              <a:extLst>
                <a:ext uri="{FF2B5EF4-FFF2-40B4-BE49-F238E27FC236}">
                  <a16:creationId xmlns:a16="http://schemas.microsoft.com/office/drawing/2014/main" id="{4454AD7A-4B27-C37E-C820-88D5DF2BA858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753;p55">
              <a:extLst>
                <a:ext uri="{FF2B5EF4-FFF2-40B4-BE49-F238E27FC236}">
                  <a16:creationId xmlns:a16="http://schemas.microsoft.com/office/drawing/2014/main" id="{42BC8C57-1623-CC6F-B038-E1E09C3E68F5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754;p55">
              <a:extLst>
                <a:ext uri="{FF2B5EF4-FFF2-40B4-BE49-F238E27FC236}">
                  <a16:creationId xmlns:a16="http://schemas.microsoft.com/office/drawing/2014/main" id="{419E2C8E-F7BF-E2D0-D6F9-84841C829961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755;p55">
              <a:extLst>
                <a:ext uri="{FF2B5EF4-FFF2-40B4-BE49-F238E27FC236}">
                  <a16:creationId xmlns:a16="http://schemas.microsoft.com/office/drawing/2014/main" id="{E7D3208A-2B39-A072-B977-E14133F2B7AE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756;p55">
              <a:extLst>
                <a:ext uri="{FF2B5EF4-FFF2-40B4-BE49-F238E27FC236}">
                  <a16:creationId xmlns:a16="http://schemas.microsoft.com/office/drawing/2014/main" id="{5EC7A678-72E3-3D38-3B2C-CF20917E45E7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757;p55">
              <a:extLst>
                <a:ext uri="{FF2B5EF4-FFF2-40B4-BE49-F238E27FC236}">
                  <a16:creationId xmlns:a16="http://schemas.microsoft.com/office/drawing/2014/main" id="{3E504121-CF52-F42F-C8BB-A570A0839A04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58;p55">
              <a:extLst>
                <a:ext uri="{FF2B5EF4-FFF2-40B4-BE49-F238E27FC236}">
                  <a16:creationId xmlns:a16="http://schemas.microsoft.com/office/drawing/2014/main" id="{6BB15DA9-B6DF-53B5-C0E5-D29BD0AFF56F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59;p55">
              <a:extLst>
                <a:ext uri="{FF2B5EF4-FFF2-40B4-BE49-F238E27FC236}">
                  <a16:creationId xmlns:a16="http://schemas.microsoft.com/office/drawing/2014/main" id="{7119876C-F4F4-2C2E-5283-CC9C16F38E4B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60;p55">
              <a:extLst>
                <a:ext uri="{FF2B5EF4-FFF2-40B4-BE49-F238E27FC236}">
                  <a16:creationId xmlns:a16="http://schemas.microsoft.com/office/drawing/2014/main" id="{DDAF296F-98C5-3392-DDEA-515C22C8A259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61;p55">
              <a:extLst>
                <a:ext uri="{FF2B5EF4-FFF2-40B4-BE49-F238E27FC236}">
                  <a16:creationId xmlns:a16="http://schemas.microsoft.com/office/drawing/2014/main" id="{7A179EB0-F700-AFA2-2C9E-6E64A2E48D5B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62;p55">
              <a:extLst>
                <a:ext uri="{FF2B5EF4-FFF2-40B4-BE49-F238E27FC236}">
                  <a16:creationId xmlns:a16="http://schemas.microsoft.com/office/drawing/2014/main" id="{4034D9C8-F61C-ACF2-761B-0E63EB958F3B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63;p55">
              <a:extLst>
                <a:ext uri="{FF2B5EF4-FFF2-40B4-BE49-F238E27FC236}">
                  <a16:creationId xmlns:a16="http://schemas.microsoft.com/office/drawing/2014/main" id="{FDE3DFEC-B04B-91F1-EFFE-459635AAAAB1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64;p55">
              <a:extLst>
                <a:ext uri="{FF2B5EF4-FFF2-40B4-BE49-F238E27FC236}">
                  <a16:creationId xmlns:a16="http://schemas.microsoft.com/office/drawing/2014/main" id="{3C79A607-524A-8CCF-F648-28941C663C77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1090;p47">
            <a:extLst>
              <a:ext uri="{FF2B5EF4-FFF2-40B4-BE49-F238E27FC236}">
                <a16:creationId xmlns:a16="http://schemas.microsoft.com/office/drawing/2014/main" id="{155EF2A2-3A1B-7F1C-B90C-AA9AEC4BBAB2}"/>
              </a:ext>
            </a:extLst>
          </p:cNvPr>
          <p:cNvSpPr txBox="1">
            <a:spLocks/>
          </p:cNvSpPr>
          <p:nvPr/>
        </p:nvSpPr>
        <p:spPr>
          <a:xfrm rot="207">
            <a:off x="1466894" y="3232353"/>
            <a:ext cx="3861715" cy="41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>
              <a:spcAft>
                <a:spcPts val="1600"/>
              </a:spcAft>
              <a:buFont typeface="Montserrat Medium"/>
              <a:buNone/>
            </a:pPr>
            <a:r>
              <a:rPr lang="pt-BR" b="1" dirty="0"/>
              <a:t>Servidores </a:t>
            </a:r>
            <a:r>
              <a:rPr lang="pt-BR" sz="1600" b="1" dirty="0"/>
              <a:t>→</a:t>
            </a:r>
            <a:r>
              <a:rPr lang="pt-BR" b="1" dirty="0"/>
              <a:t> </a:t>
            </a:r>
            <a:r>
              <a:rPr lang="pt-BR" dirty="0"/>
              <a:t>Fornos do processo</a:t>
            </a:r>
            <a:endParaRPr lang="pt-BR" b="1" dirty="0"/>
          </a:p>
        </p:txBody>
      </p:sp>
      <p:sp>
        <p:nvSpPr>
          <p:cNvPr id="1536" name="CaixaDeTexto 1535">
            <a:extLst>
              <a:ext uri="{FF2B5EF4-FFF2-40B4-BE49-F238E27FC236}">
                <a16:creationId xmlns:a16="http://schemas.microsoft.com/office/drawing/2014/main" id="{AE67568E-B5DB-9F9B-2CE4-0F43E2584AD4}"/>
              </a:ext>
            </a:extLst>
          </p:cNvPr>
          <p:cNvSpPr txBox="1"/>
          <p:nvPr/>
        </p:nvSpPr>
        <p:spPr>
          <a:xfrm>
            <a:off x="5508067" y="3159295"/>
            <a:ext cx="27731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Atendimento de 1 lote por vez, capacidade limitada</a:t>
            </a:r>
          </a:p>
        </p:txBody>
      </p:sp>
      <p:grpSp>
        <p:nvGrpSpPr>
          <p:cNvPr id="1537" name="Google Shape;1748;p55">
            <a:extLst>
              <a:ext uri="{FF2B5EF4-FFF2-40B4-BE49-F238E27FC236}">
                <a16:creationId xmlns:a16="http://schemas.microsoft.com/office/drawing/2014/main" id="{B6D7F968-BF2C-D81E-EAAB-6668530515AF}"/>
              </a:ext>
            </a:extLst>
          </p:cNvPr>
          <p:cNvGrpSpPr/>
          <p:nvPr/>
        </p:nvGrpSpPr>
        <p:grpSpPr>
          <a:xfrm rot="1848534">
            <a:off x="889042" y="3903615"/>
            <a:ext cx="539508" cy="514580"/>
            <a:chOff x="1382891" y="1957553"/>
            <a:chExt cx="215970" cy="171877"/>
          </a:xfrm>
        </p:grpSpPr>
        <p:sp>
          <p:nvSpPr>
            <p:cNvPr id="1538" name="Google Shape;1749;p55">
              <a:extLst>
                <a:ext uri="{FF2B5EF4-FFF2-40B4-BE49-F238E27FC236}">
                  <a16:creationId xmlns:a16="http://schemas.microsoft.com/office/drawing/2014/main" id="{AABEF9D3-97AA-75FB-0158-900FBBBE833F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750;p55">
              <a:extLst>
                <a:ext uri="{FF2B5EF4-FFF2-40B4-BE49-F238E27FC236}">
                  <a16:creationId xmlns:a16="http://schemas.microsoft.com/office/drawing/2014/main" id="{441E034B-6964-B8ED-6CEE-AF2E5E4162E7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751;p55">
              <a:extLst>
                <a:ext uri="{FF2B5EF4-FFF2-40B4-BE49-F238E27FC236}">
                  <a16:creationId xmlns:a16="http://schemas.microsoft.com/office/drawing/2014/main" id="{AEE7CEEC-DCE2-9097-6FB3-584E75FFC5C5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752;p55">
              <a:extLst>
                <a:ext uri="{FF2B5EF4-FFF2-40B4-BE49-F238E27FC236}">
                  <a16:creationId xmlns:a16="http://schemas.microsoft.com/office/drawing/2014/main" id="{4E214F04-1F07-6700-2CFF-FB7B0036F577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753;p55">
              <a:extLst>
                <a:ext uri="{FF2B5EF4-FFF2-40B4-BE49-F238E27FC236}">
                  <a16:creationId xmlns:a16="http://schemas.microsoft.com/office/drawing/2014/main" id="{16F85002-9165-60AB-15AE-A6E6AAC07D7D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754;p55">
              <a:extLst>
                <a:ext uri="{FF2B5EF4-FFF2-40B4-BE49-F238E27FC236}">
                  <a16:creationId xmlns:a16="http://schemas.microsoft.com/office/drawing/2014/main" id="{8E9AF162-BE38-17E8-9318-991643A63773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755;p55">
              <a:extLst>
                <a:ext uri="{FF2B5EF4-FFF2-40B4-BE49-F238E27FC236}">
                  <a16:creationId xmlns:a16="http://schemas.microsoft.com/office/drawing/2014/main" id="{E621D33D-4841-6A39-7A27-AD9C1B131C16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756;p55">
              <a:extLst>
                <a:ext uri="{FF2B5EF4-FFF2-40B4-BE49-F238E27FC236}">
                  <a16:creationId xmlns:a16="http://schemas.microsoft.com/office/drawing/2014/main" id="{0040F3A8-D25C-C8FC-C5B5-CC04FD372D82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757;p55">
              <a:extLst>
                <a:ext uri="{FF2B5EF4-FFF2-40B4-BE49-F238E27FC236}">
                  <a16:creationId xmlns:a16="http://schemas.microsoft.com/office/drawing/2014/main" id="{A3A6FE19-B997-0EBD-5E0C-AC1431A6356E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758;p55">
              <a:extLst>
                <a:ext uri="{FF2B5EF4-FFF2-40B4-BE49-F238E27FC236}">
                  <a16:creationId xmlns:a16="http://schemas.microsoft.com/office/drawing/2014/main" id="{60F02F10-789C-CF07-CEB8-6D5023AC052F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759;p55">
              <a:extLst>
                <a:ext uri="{FF2B5EF4-FFF2-40B4-BE49-F238E27FC236}">
                  <a16:creationId xmlns:a16="http://schemas.microsoft.com/office/drawing/2014/main" id="{41273BEB-F096-D2A8-AE0C-5E39B65F463D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760;p55">
              <a:extLst>
                <a:ext uri="{FF2B5EF4-FFF2-40B4-BE49-F238E27FC236}">
                  <a16:creationId xmlns:a16="http://schemas.microsoft.com/office/drawing/2014/main" id="{C1B695C9-00AB-79B2-7A93-B5EE922BF575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761;p55">
              <a:extLst>
                <a:ext uri="{FF2B5EF4-FFF2-40B4-BE49-F238E27FC236}">
                  <a16:creationId xmlns:a16="http://schemas.microsoft.com/office/drawing/2014/main" id="{04AD2347-4CE7-3236-F6F8-4BA4BC840CAA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762;p55">
              <a:extLst>
                <a:ext uri="{FF2B5EF4-FFF2-40B4-BE49-F238E27FC236}">
                  <a16:creationId xmlns:a16="http://schemas.microsoft.com/office/drawing/2014/main" id="{3C0F0E7D-B3CD-7310-2EB7-E2F74EDC6498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763;p55">
              <a:extLst>
                <a:ext uri="{FF2B5EF4-FFF2-40B4-BE49-F238E27FC236}">
                  <a16:creationId xmlns:a16="http://schemas.microsoft.com/office/drawing/2014/main" id="{0F8A6EE2-225D-6D71-2947-A43807B1B60C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764;p55">
              <a:extLst>
                <a:ext uri="{FF2B5EF4-FFF2-40B4-BE49-F238E27FC236}">
                  <a16:creationId xmlns:a16="http://schemas.microsoft.com/office/drawing/2014/main" id="{46F3C99C-2266-B784-38DF-8381EC5F4A12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4" name="Google Shape;1090;p47">
            <a:extLst>
              <a:ext uri="{FF2B5EF4-FFF2-40B4-BE49-F238E27FC236}">
                <a16:creationId xmlns:a16="http://schemas.microsoft.com/office/drawing/2014/main" id="{C63AD42F-85EF-D14C-A545-869782FF9329}"/>
              </a:ext>
            </a:extLst>
          </p:cNvPr>
          <p:cNvSpPr txBox="1">
            <a:spLocks/>
          </p:cNvSpPr>
          <p:nvPr/>
        </p:nvSpPr>
        <p:spPr>
          <a:xfrm rot="207">
            <a:off x="1451958" y="3954574"/>
            <a:ext cx="3861715" cy="41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pt-BR" b="1" dirty="0"/>
              <a:t>Tempo de preparo </a:t>
            </a:r>
            <a:r>
              <a:rPr lang="pt-BR" sz="1600" b="1" dirty="0"/>
              <a:t>→</a:t>
            </a:r>
            <a:r>
              <a:rPr lang="pt-BR" b="1" dirty="0"/>
              <a:t> T</a:t>
            </a:r>
            <a:r>
              <a:rPr lang="pt-BR" dirty="0"/>
              <a:t>empo que o forno demora para processar o lote</a:t>
            </a:r>
            <a:endParaRPr lang="pt-BR" b="1" dirty="0"/>
          </a:p>
        </p:txBody>
      </p:sp>
      <p:sp>
        <p:nvSpPr>
          <p:cNvPr id="1555" name="CaixaDeTexto 1554">
            <a:extLst>
              <a:ext uri="{FF2B5EF4-FFF2-40B4-BE49-F238E27FC236}">
                <a16:creationId xmlns:a16="http://schemas.microsoft.com/office/drawing/2014/main" id="{693385D2-FB34-FA56-3026-25575EFCE7EB}"/>
              </a:ext>
            </a:extLst>
          </p:cNvPr>
          <p:cNvSpPr txBox="1"/>
          <p:nvPr/>
        </p:nvSpPr>
        <p:spPr>
          <a:xfrm>
            <a:off x="5508068" y="3899295"/>
            <a:ext cx="27731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dk1"/>
                </a:solidFill>
                <a:latin typeface="Montserrat Medium"/>
              </a:rPr>
              <a:t>Simula variabilidade real do processo</a:t>
            </a:r>
            <a:endParaRPr lang="pt-BR" dirty="0">
              <a:solidFill>
                <a:schemeClr val="dk1"/>
              </a:solidFill>
              <a:latin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7135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6"/>
          <p:cNvSpPr/>
          <p:nvPr/>
        </p:nvSpPr>
        <p:spPr>
          <a:xfrm>
            <a:off x="719999" y="3331567"/>
            <a:ext cx="615000" cy="615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068" name="Google Shape;1068;p46"/>
          <p:cNvSpPr/>
          <p:nvPr/>
        </p:nvSpPr>
        <p:spPr>
          <a:xfrm>
            <a:off x="4568821" y="2521350"/>
            <a:ext cx="615000" cy="615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069" name="Google Shape;1069;p46"/>
          <p:cNvSpPr/>
          <p:nvPr/>
        </p:nvSpPr>
        <p:spPr>
          <a:xfrm>
            <a:off x="720000" y="1872688"/>
            <a:ext cx="615000" cy="615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2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070" name="Google Shape;1070;p46"/>
          <p:cNvSpPr txBox="1">
            <a:spLocks noGrp="1"/>
          </p:cNvSpPr>
          <p:nvPr>
            <p:ph type="title"/>
          </p:nvPr>
        </p:nvSpPr>
        <p:spPr>
          <a:xfrm>
            <a:off x="1499582" y="1797197"/>
            <a:ext cx="2670634" cy="7659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Fila Única + Múltiplos Fornos</a:t>
            </a:r>
            <a:endParaRPr dirty="0"/>
          </a:p>
        </p:txBody>
      </p:sp>
      <p:sp>
        <p:nvSpPr>
          <p:cNvPr id="1073" name="Google Shape;1073;p46"/>
          <p:cNvSpPr txBox="1">
            <a:spLocks noGrp="1"/>
          </p:cNvSpPr>
          <p:nvPr>
            <p:ph type="title" idx="3"/>
          </p:nvPr>
        </p:nvSpPr>
        <p:spPr>
          <a:xfrm>
            <a:off x="4624918" y="2532143"/>
            <a:ext cx="502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74" name="Google Shape;1074;p46"/>
          <p:cNvSpPr txBox="1">
            <a:spLocks noGrp="1"/>
          </p:cNvSpPr>
          <p:nvPr>
            <p:ph type="title" idx="4"/>
          </p:nvPr>
        </p:nvSpPr>
        <p:spPr>
          <a:xfrm>
            <a:off x="5239918" y="2401610"/>
            <a:ext cx="2404500" cy="8544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Múltiplas Filas + Um Forno</a:t>
            </a:r>
            <a:endParaRPr dirty="0"/>
          </a:p>
        </p:txBody>
      </p:sp>
      <p:sp>
        <p:nvSpPr>
          <p:cNvPr id="1078" name="Google Shape;1078;p46"/>
          <p:cNvSpPr txBox="1">
            <a:spLocks noGrp="1"/>
          </p:cNvSpPr>
          <p:nvPr>
            <p:ph type="title" idx="8"/>
          </p:nvPr>
        </p:nvSpPr>
        <p:spPr>
          <a:xfrm>
            <a:off x="1450712" y="3256076"/>
            <a:ext cx="2768373" cy="7659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Múltiplas Filas + Múltiplos Fornos</a:t>
            </a:r>
            <a:endParaRPr dirty="0"/>
          </a:p>
        </p:txBody>
      </p:sp>
      <p:sp>
        <p:nvSpPr>
          <p:cNvPr id="1080" name="Google Shape;1080;p46"/>
          <p:cNvSpPr txBox="1">
            <a:spLocks noGrp="1"/>
          </p:cNvSpPr>
          <p:nvPr>
            <p:ph type="title" idx="13"/>
          </p:nvPr>
        </p:nvSpPr>
        <p:spPr>
          <a:xfrm rot="2051">
            <a:off x="776091" y="3342526"/>
            <a:ext cx="502800" cy="5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81" name="Google Shape;1081;p46"/>
          <p:cNvSpPr txBox="1">
            <a:spLocks noGrp="1"/>
          </p:cNvSpPr>
          <p:nvPr>
            <p:ph type="title" idx="14"/>
          </p:nvPr>
        </p:nvSpPr>
        <p:spPr>
          <a:xfrm rot="2043">
            <a:off x="775051" y="1883551"/>
            <a:ext cx="504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82" name="Google Shape;1082;p46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TIPOS DE ARQUITETURA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7"/>
          <p:cNvSpPr txBox="1">
            <a:spLocks noGrp="1"/>
          </p:cNvSpPr>
          <p:nvPr>
            <p:ph type="subTitle" idx="1"/>
          </p:nvPr>
        </p:nvSpPr>
        <p:spPr>
          <a:xfrm rot="207">
            <a:off x="939074" y="2986738"/>
            <a:ext cx="4971900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pt-BR" dirty="0"/>
              <a:t>Uma única fila central atende vários fornos simultaneamente.</a:t>
            </a:r>
            <a:endParaRPr dirty="0"/>
          </a:p>
        </p:txBody>
      </p:sp>
      <p:sp>
        <p:nvSpPr>
          <p:cNvPr id="1091" name="Google Shape;1091;p47"/>
          <p:cNvSpPr txBox="1">
            <a:spLocks noGrp="1"/>
          </p:cNvSpPr>
          <p:nvPr>
            <p:ph type="title"/>
          </p:nvPr>
        </p:nvSpPr>
        <p:spPr>
          <a:xfrm>
            <a:off x="939250" y="1526013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600" dirty="0"/>
              <a:t>Fila Única + Múltiplos Fornos</a:t>
            </a:r>
            <a:endParaRPr sz="3600" dirty="0"/>
          </a:p>
        </p:txBody>
      </p:sp>
      <p:grpSp>
        <p:nvGrpSpPr>
          <p:cNvPr id="1174" name="Google Shape;1174;p47"/>
          <p:cNvGrpSpPr/>
          <p:nvPr/>
        </p:nvGrpSpPr>
        <p:grpSpPr>
          <a:xfrm rot="-2389871">
            <a:off x="6003049" y="-401953"/>
            <a:ext cx="2546973" cy="2524853"/>
            <a:chOff x="5297905" y="-1542277"/>
            <a:chExt cx="988133" cy="979551"/>
          </a:xfrm>
        </p:grpSpPr>
        <p:sp>
          <p:nvSpPr>
            <p:cNvPr id="1175" name="Google Shape;1175;p47"/>
            <p:cNvSpPr/>
            <p:nvPr/>
          </p:nvSpPr>
          <p:spPr>
            <a:xfrm>
              <a:off x="5297905" y="-1542277"/>
              <a:ext cx="948083" cy="979551"/>
            </a:xfrm>
            <a:custGeom>
              <a:avLst/>
              <a:gdLst/>
              <a:ahLst/>
              <a:cxnLst/>
              <a:rect l="l" t="t" r="r" b="b"/>
              <a:pathLst>
                <a:path w="14251" h="14724" extrusionOk="0">
                  <a:moveTo>
                    <a:pt x="8875" y="1"/>
                  </a:moveTo>
                  <a:cubicBezTo>
                    <a:pt x="8864" y="1"/>
                    <a:pt x="8853" y="1"/>
                    <a:pt x="8843" y="1"/>
                  </a:cubicBezTo>
                  <a:cubicBezTo>
                    <a:pt x="8441" y="7"/>
                    <a:pt x="8057" y="149"/>
                    <a:pt x="7656" y="173"/>
                  </a:cubicBezTo>
                  <a:cubicBezTo>
                    <a:pt x="7613" y="175"/>
                    <a:pt x="7571" y="176"/>
                    <a:pt x="7529" y="176"/>
                  </a:cubicBezTo>
                  <a:cubicBezTo>
                    <a:pt x="7210" y="176"/>
                    <a:pt x="6892" y="116"/>
                    <a:pt x="6575" y="95"/>
                  </a:cubicBezTo>
                  <a:cubicBezTo>
                    <a:pt x="6485" y="89"/>
                    <a:pt x="6395" y="86"/>
                    <a:pt x="6305" y="86"/>
                  </a:cubicBezTo>
                  <a:cubicBezTo>
                    <a:pt x="6028" y="86"/>
                    <a:pt x="5752" y="119"/>
                    <a:pt x="5491" y="227"/>
                  </a:cubicBezTo>
                  <a:cubicBezTo>
                    <a:pt x="5114" y="383"/>
                    <a:pt x="4815" y="663"/>
                    <a:pt x="4476" y="885"/>
                  </a:cubicBezTo>
                  <a:cubicBezTo>
                    <a:pt x="3870" y="1284"/>
                    <a:pt x="3049" y="1237"/>
                    <a:pt x="2544" y="1812"/>
                  </a:cubicBezTo>
                  <a:cubicBezTo>
                    <a:pt x="2269" y="2124"/>
                    <a:pt x="2240" y="2538"/>
                    <a:pt x="2069" y="2901"/>
                  </a:cubicBezTo>
                  <a:cubicBezTo>
                    <a:pt x="1886" y="3290"/>
                    <a:pt x="1552" y="3592"/>
                    <a:pt x="1260" y="3897"/>
                  </a:cubicBezTo>
                  <a:cubicBezTo>
                    <a:pt x="961" y="4212"/>
                    <a:pt x="689" y="4545"/>
                    <a:pt x="513" y="4946"/>
                  </a:cubicBezTo>
                  <a:cubicBezTo>
                    <a:pt x="344" y="5332"/>
                    <a:pt x="257" y="5753"/>
                    <a:pt x="204" y="6169"/>
                  </a:cubicBezTo>
                  <a:cubicBezTo>
                    <a:pt x="109" y="6921"/>
                    <a:pt x="1" y="7756"/>
                    <a:pt x="219" y="8495"/>
                  </a:cubicBezTo>
                  <a:cubicBezTo>
                    <a:pt x="335" y="8891"/>
                    <a:pt x="616" y="9198"/>
                    <a:pt x="767" y="9578"/>
                  </a:cubicBezTo>
                  <a:cubicBezTo>
                    <a:pt x="930" y="9989"/>
                    <a:pt x="1107" y="10382"/>
                    <a:pt x="1340" y="10758"/>
                  </a:cubicBezTo>
                  <a:cubicBezTo>
                    <a:pt x="1568" y="11128"/>
                    <a:pt x="1827" y="11477"/>
                    <a:pt x="2093" y="11820"/>
                  </a:cubicBezTo>
                  <a:cubicBezTo>
                    <a:pt x="2362" y="12169"/>
                    <a:pt x="2627" y="12536"/>
                    <a:pt x="2964" y="12824"/>
                  </a:cubicBezTo>
                  <a:cubicBezTo>
                    <a:pt x="3459" y="13247"/>
                    <a:pt x="4170" y="13347"/>
                    <a:pt x="4756" y="13654"/>
                  </a:cubicBezTo>
                  <a:cubicBezTo>
                    <a:pt x="5515" y="14051"/>
                    <a:pt x="5954" y="14383"/>
                    <a:pt x="6840" y="14546"/>
                  </a:cubicBezTo>
                  <a:cubicBezTo>
                    <a:pt x="7332" y="14635"/>
                    <a:pt x="7929" y="14724"/>
                    <a:pt x="8513" y="14724"/>
                  </a:cubicBezTo>
                  <a:cubicBezTo>
                    <a:pt x="9053" y="14724"/>
                    <a:pt x="9583" y="14648"/>
                    <a:pt x="10010" y="14429"/>
                  </a:cubicBezTo>
                  <a:cubicBezTo>
                    <a:pt x="10406" y="14226"/>
                    <a:pt x="10783" y="13984"/>
                    <a:pt x="11165" y="13755"/>
                  </a:cubicBezTo>
                  <a:cubicBezTo>
                    <a:pt x="11544" y="13529"/>
                    <a:pt x="11956" y="13325"/>
                    <a:pt x="12309" y="13059"/>
                  </a:cubicBezTo>
                  <a:cubicBezTo>
                    <a:pt x="12483" y="12929"/>
                    <a:pt x="12636" y="12771"/>
                    <a:pt x="12732" y="12575"/>
                  </a:cubicBezTo>
                  <a:cubicBezTo>
                    <a:pt x="12827" y="12382"/>
                    <a:pt x="12832" y="12169"/>
                    <a:pt x="12903" y="11970"/>
                  </a:cubicBezTo>
                  <a:cubicBezTo>
                    <a:pt x="13025" y="11631"/>
                    <a:pt x="13480" y="11472"/>
                    <a:pt x="13738" y="11250"/>
                  </a:cubicBezTo>
                  <a:cubicBezTo>
                    <a:pt x="13990" y="11032"/>
                    <a:pt x="14135" y="10762"/>
                    <a:pt x="14250" y="10476"/>
                  </a:cubicBezTo>
                  <a:cubicBezTo>
                    <a:pt x="13882" y="10404"/>
                    <a:pt x="13563" y="10221"/>
                    <a:pt x="13358" y="9894"/>
                  </a:cubicBezTo>
                  <a:cubicBezTo>
                    <a:pt x="13351" y="9895"/>
                    <a:pt x="13345" y="9895"/>
                    <a:pt x="13338" y="9895"/>
                  </a:cubicBezTo>
                  <a:cubicBezTo>
                    <a:pt x="12549" y="9895"/>
                    <a:pt x="11852" y="9259"/>
                    <a:pt x="11749" y="8465"/>
                  </a:cubicBezTo>
                  <a:cubicBezTo>
                    <a:pt x="10974" y="8128"/>
                    <a:pt x="10504" y="7464"/>
                    <a:pt x="10665" y="6698"/>
                  </a:cubicBezTo>
                  <a:cubicBezTo>
                    <a:pt x="9553" y="6041"/>
                    <a:pt x="8885" y="4430"/>
                    <a:pt x="9701" y="3471"/>
                  </a:cubicBezTo>
                  <a:cubicBezTo>
                    <a:pt x="9385" y="2802"/>
                    <a:pt x="9700" y="2070"/>
                    <a:pt x="10353" y="1682"/>
                  </a:cubicBezTo>
                  <a:cubicBezTo>
                    <a:pt x="10359" y="1309"/>
                    <a:pt x="10578" y="992"/>
                    <a:pt x="10895" y="778"/>
                  </a:cubicBezTo>
                  <a:cubicBezTo>
                    <a:pt x="10656" y="575"/>
                    <a:pt x="10376" y="431"/>
                    <a:pt x="10080" y="335"/>
                  </a:cubicBezTo>
                  <a:cubicBezTo>
                    <a:pt x="9718" y="121"/>
                    <a:pt x="9301" y="1"/>
                    <a:pt x="88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7"/>
            <p:cNvSpPr/>
            <p:nvPr/>
          </p:nvSpPr>
          <p:spPr>
            <a:xfrm>
              <a:off x="5297972" y="-1541212"/>
              <a:ext cx="837581" cy="978486"/>
            </a:xfrm>
            <a:custGeom>
              <a:avLst/>
              <a:gdLst/>
              <a:ahLst/>
              <a:cxnLst/>
              <a:rect l="l" t="t" r="r" b="b"/>
              <a:pathLst>
                <a:path w="12590" h="14708" extrusionOk="0">
                  <a:moveTo>
                    <a:pt x="8669" y="1"/>
                  </a:moveTo>
                  <a:lnTo>
                    <a:pt x="8669" y="1"/>
                  </a:lnTo>
                  <a:cubicBezTo>
                    <a:pt x="8329" y="35"/>
                    <a:pt x="7998" y="137"/>
                    <a:pt x="7656" y="157"/>
                  </a:cubicBezTo>
                  <a:cubicBezTo>
                    <a:pt x="7613" y="159"/>
                    <a:pt x="7571" y="160"/>
                    <a:pt x="7529" y="160"/>
                  </a:cubicBezTo>
                  <a:cubicBezTo>
                    <a:pt x="7209" y="160"/>
                    <a:pt x="6891" y="100"/>
                    <a:pt x="6574" y="79"/>
                  </a:cubicBezTo>
                  <a:cubicBezTo>
                    <a:pt x="6484" y="73"/>
                    <a:pt x="6395" y="70"/>
                    <a:pt x="6305" y="70"/>
                  </a:cubicBezTo>
                  <a:cubicBezTo>
                    <a:pt x="6028" y="70"/>
                    <a:pt x="5751" y="103"/>
                    <a:pt x="5491" y="211"/>
                  </a:cubicBezTo>
                  <a:cubicBezTo>
                    <a:pt x="5113" y="367"/>
                    <a:pt x="4814" y="647"/>
                    <a:pt x="4476" y="869"/>
                  </a:cubicBezTo>
                  <a:cubicBezTo>
                    <a:pt x="3869" y="1268"/>
                    <a:pt x="3049" y="1221"/>
                    <a:pt x="2543" y="1796"/>
                  </a:cubicBezTo>
                  <a:cubicBezTo>
                    <a:pt x="2268" y="2108"/>
                    <a:pt x="2239" y="2522"/>
                    <a:pt x="2068" y="2885"/>
                  </a:cubicBezTo>
                  <a:cubicBezTo>
                    <a:pt x="1886" y="3274"/>
                    <a:pt x="1551" y="3576"/>
                    <a:pt x="1259" y="3881"/>
                  </a:cubicBezTo>
                  <a:cubicBezTo>
                    <a:pt x="960" y="4196"/>
                    <a:pt x="688" y="4529"/>
                    <a:pt x="513" y="4930"/>
                  </a:cubicBezTo>
                  <a:cubicBezTo>
                    <a:pt x="344" y="5316"/>
                    <a:pt x="256" y="5737"/>
                    <a:pt x="204" y="6153"/>
                  </a:cubicBezTo>
                  <a:cubicBezTo>
                    <a:pt x="108" y="6905"/>
                    <a:pt x="1" y="7740"/>
                    <a:pt x="218" y="8479"/>
                  </a:cubicBezTo>
                  <a:cubicBezTo>
                    <a:pt x="335" y="8875"/>
                    <a:pt x="615" y="9182"/>
                    <a:pt x="767" y="9562"/>
                  </a:cubicBezTo>
                  <a:cubicBezTo>
                    <a:pt x="929" y="9973"/>
                    <a:pt x="1107" y="10366"/>
                    <a:pt x="1340" y="10742"/>
                  </a:cubicBezTo>
                  <a:cubicBezTo>
                    <a:pt x="1567" y="11112"/>
                    <a:pt x="1827" y="11461"/>
                    <a:pt x="2092" y="11804"/>
                  </a:cubicBezTo>
                  <a:cubicBezTo>
                    <a:pt x="2361" y="12153"/>
                    <a:pt x="2627" y="12520"/>
                    <a:pt x="2964" y="12808"/>
                  </a:cubicBezTo>
                  <a:cubicBezTo>
                    <a:pt x="3459" y="13231"/>
                    <a:pt x="4170" y="13331"/>
                    <a:pt x="4756" y="13638"/>
                  </a:cubicBezTo>
                  <a:cubicBezTo>
                    <a:pt x="5516" y="14035"/>
                    <a:pt x="5953" y="14367"/>
                    <a:pt x="6839" y="14530"/>
                  </a:cubicBezTo>
                  <a:cubicBezTo>
                    <a:pt x="7331" y="14619"/>
                    <a:pt x="7928" y="14708"/>
                    <a:pt x="8513" y="14708"/>
                  </a:cubicBezTo>
                  <a:cubicBezTo>
                    <a:pt x="9053" y="14708"/>
                    <a:pt x="9583" y="14632"/>
                    <a:pt x="10010" y="14413"/>
                  </a:cubicBezTo>
                  <a:cubicBezTo>
                    <a:pt x="10406" y="14210"/>
                    <a:pt x="10782" y="13968"/>
                    <a:pt x="11164" y="13739"/>
                  </a:cubicBezTo>
                  <a:cubicBezTo>
                    <a:pt x="11544" y="13513"/>
                    <a:pt x="11955" y="13309"/>
                    <a:pt x="12309" y="13043"/>
                  </a:cubicBezTo>
                  <a:cubicBezTo>
                    <a:pt x="12413" y="12965"/>
                    <a:pt x="12508" y="12875"/>
                    <a:pt x="12590" y="12773"/>
                  </a:cubicBezTo>
                  <a:lnTo>
                    <a:pt x="12590" y="12773"/>
                  </a:lnTo>
                  <a:cubicBezTo>
                    <a:pt x="11954" y="12966"/>
                    <a:pt x="11319" y="13119"/>
                    <a:pt x="10684" y="13119"/>
                  </a:cubicBezTo>
                  <a:cubicBezTo>
                    <a:pt x="10417" y="13119"/>
                    <a:pt x="10150" y="13092"/>
                    <a:pt x="9883" y="13030"/>
                  </a:cubicBezTo>
                  <a:cubicBezTo>
                    <a:pt x="9258" y="12882"/>
                    <a:pt x="8694" y="12549"/>
                    <a:pt x="8160" y="12193"/>
                  </a:cubicBezTo>
                  <a:cubicBezTo>
                    <a:pt x="7556" y="11790"/>
                    <a:pt x="6976" y="11350"/>
                    <a:pt x="6462" y="10838"/>
                  </a:cubicBezTo>
                  <a:cubicBezTo>
                    <a:pt x="6235" y="10611"/>
                    <a:pt x="6015" y="10362"/>
                    <a:pt x="5912" y="10057"/>
                  </a:cubicBezTo>
                  <a:cubicBezTo>
                    <a:pt x="5835" y="9824"/>
                    <a:pt x="5830" y="9574"/>
                    <a:pt x="5781" y="9333"/>
                  </a:cubicBezTo>
                  <a:cubicBezTo>
                    <a:pt x="5572" y="8293"/>
                    <a:pt x="4571" y="7507"/>
                    <a:pt x="4507" y="6448"/>
                  </a:cubicBezTo>
                  <a:cubicBezTo>
                    <a:pt x="4438" y="5307"/>
                    <a:pt x="5453" y="4437"/>
                    <a:pt x="6024" y="3447"/>
                  </a:cubicBezTo>
                  <a:cubicBezTo>
                    <a:pt x="6373" y="2845"/>
                    <a:pt x="6565" y="2163"/>
                    <a:pt x="6920" y="1565"/>
                  </a:cubicBezTo>
                  <a:cubicBezTo>
                    <a:pt x="7326" y="883"/>
                    <a:pt x="7949" y="335"/>
                    <a:pt x="8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7"/>
            <p:cNvSpPr/>
            <p:nvPr/>
          </p:nvSpPr>
          <p:spPr>
            <a:xfrm>
              <a:off x="5297972" y="-1536555"/>
              <a:ext cx="697940" cy="973830"/>
            </a:xfrm>
            <a:custGeom>
              <a:avLst/>
              <a:gdLst/>
              <a:ahLst/>
              <a:cxnLst/>
              <a:rect l="l" t="t" r="r" b="b"/>
              <a:pathLst>
                <a:path w="10491" h="14638" extrusionOk="0">
                  <a:moveTo>
                    <a:pt x="6303" y="1"/>
                  </a:moveTo>
                  <a:cubicBezTo>
                    <a:pt x="6026" y="1"/>
                    <a:pt x="5750" y="35"/>
                    <a:pt x="5491" y="141"/>
                  </a:cubicBezTo>
                  <a:cubicBezTo>
                    <a:pt x="5113" y="298"/>
                    <a:pt x="4814" y="578"/>
                    <a:pt x="4476" y="800"/>
                  </a:cubicBezTo>
                  <a:cubicBezTo>
                    <a:pt x="3869" y="1198"/>
                    <a:pt x="3049" y="1151"/>
                    <a:pt x="2543" y="1726"/>
                  </a:cubicBezTo>
                  <a:cubicBezTo>
                    <a:pt x="2268" y="2038"/>
                    <a:pt x="2240" y="2452"/>
                    <a:pt x="2068" y="2816"/>
                  </a:cubicBezTo>
                  <a:cubicBezTo>
                    <a:pt x="1886" y="3204"/>
                    <a:pt x="1551" y="3506"/>
                    <a:pt x="1259" y="3812"/>
                  </a:cubicBezTo>
                  <a:cubicBezTo>
                    <a:pt x="960" y="4126"/>
                    <a:pt x="688" y="4460"/>
                    <a:pt x="513" y="4861"/>
                  </a:cubicBezTo>
                  <a:cubicBezTo>
                    <a:pt x="344" y="5246"/>
                    <a:pt x="256" y="5667"/>
                    <a:pt x="204" y="6083"/>
                  </a:cubicBezTo>
                  <a:cubicBezTo>
                    <a:pt x="108" y="6835"/>
                    <a:pt x="1" y="7670"/>
                    <a:pt x="218" y="8409"/>
                  </a:cubicBezTo>
                  <a:cubicBezTo>
                    <a:pt x="335" y="8806"/>
                    <a:pt x="616" y="9112"/>
                    <a:pt x="767" y="9492"/>
                  </a:cubicBezTo>
                  <a:cubicBezTo>
                    <a:pt x="929" y="9903"/>
                    <a:pt x="1107" y="10296"/>
                    <a:pt x="1340" y="10673"/>
                  </a:cubicBezTo>
                  <a:cubicBezTo>
                    <a:pt x="1568" y="11042"/>
                    <a:pt x="1827" y="11391"/>
                    <a:pt x="2092" y="11734"/>
                  </a:cubicBezTo>
                  <a:cubicBezTo>
                    <a:pt x="2361" y="12083"/>
                    <a:pt x="2627" y="12450"/>
                    <a:pt x="2964" y="12738"/>
                  </a:cubicBezTo>
                  <a:cubicBezTo>
                    <a:pt x="3459" y="13161"/>
                    <a:pt x="4170" y="13261"/>
                    <a:pt x="4756" y="13568"/>
                  </a:cubicBezTo>
                  <a:cubicBezTo>
                    <a:pt x="5516" y="13965"/>
                    <a:pt x="5954" y="14297"/>
                    <a:pt x="6839" y="14460"/>
                  </a:cubicBezTo>
                  <a:cubicBezTo>
                    <a:pt x="7331" y="14549"/>
                    <a:pt x="7928" y="14638"/>
                    <a:pt x="8512" y="14638"/>
                  </a:cubicBezTo>
                  <a:cubicBezTo>
                    <a:pt x="9052" y="14638"/>
                    <a:pt x="9582" y="14562"/>
                    <a:pt x="10010" y="14343"/>
                  </a:cubicBezTo>
                  <a:cubicBezTo>
                    <a:pt x="10172" y="14260"/>
                    <a:pt x="10332" y="14169"/>
                    <a:pt x="10490" y="14075"/>
                  </a:cubicBezTo>
                  <a:lnTo>
                    <a:pt x="10490" y="14075"/>
                  </a:lnTo>
                  <a:cubicBezTo>
                    <a:pt x="10426" y="14078"/>
                    <a:pt x="10362" y="14079"/>
                    <a:pt x="10299" y="14079"/>
                  </a:cubicBezTo>
                  <a:cubicBezTo>
                    <a:pt x="9315" y="14079"/>
                    <a:pt x="8345" y="13800"/>
                    <a:pt x="7397" y="13520"/>
                  </a:cubicBezTo>
                  <a:cubicBezTo>
                    <a:pt x="6140" y="13148"/>
                    <a:pt x="4858" y="12763"/>
                    <a:pt x="3794" y="12000"/>
                  </a:cubicBezTo>
                  <a:cubicBezTo>
                    <a:pt x="3368" y="11694"/>
                    <a:pt x="2962" y="11294"/>
                    <a:pt x="2872" y="10778"/>
                  </a:cubicBezTo>
                  <a:cubicBezTo>
                    <a:pt x="2840" y="10600"/>
                    <a:pt x="2849" y="10413"/>
                    <a:pt x="2789" y="10242"/>
                  </a:cubicBezTo>
                  <a:cubicBezTo>
                    <a:pt x="2709" y="10010"/>
                    <a:pt x="2516" y="9840"/>
                    <a:pt x="2353" y="9657"/>
                  </a:cubicBezTo>
                  <a:cubicBezTo>
                    <a:pt x="1750" y="8977"/>
                    <a:pt x="1513" y="7991"/>
                    <a:pt x="1740" y="7111"/>
                  </a:cubicBezTo>
                  <a:cubicBezTo>
                    <a:pt x="1816" y="6822"/>
                    <a:pt x="1936" y="6545"/>
                    <a:pt x="1980" y="6251"/>
                  </a:cubicBezTo>
                  <a:cubicBezTo>
                    <a:pt x="2042" y="5836"/>
                    <a:pt x="1947" y="5412"/>
                    <a:pt x="1985" y="4993"/>
                  </a:cubicBezTo>
                  <a:cubicBezTo>
                    <a:pt x="2051" y="4273"/>
                    <a:pt x="2507" y="3650"/>
                    <a:pt x="2988" y="3109"/>
                  </a:cubicBezTo>
                  <a:cubicBezTo>
                    <a:pt x="4115" y="1845"/>
                    <a:pt x="5491" y="803"/>
                    <a:pt x="7010" y="53"/>
                  </a:cubicBezTo>
                  <a:cubicBezTo>
                    <a:pt x="6865" y="36"/>
                    <a:pt x="6719" y="20"/>
                    <a:pt x="6575" y="10"/>
                  </a:cubicBezTo>
                  <a:cubicBezTo>
                    <a:pt x="6484" y="4"/>
                    <a:pt x="6393" y="1"/>
                    <a:pt x="6303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7"/>
            <p:cNvSpPr/>
            <p:nvPr/>
          </p:nvSpPr>
          <p:spPr>
            <a:xfrm>
              <a:off x="5720222" y="-1395716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3"/>
                  </a:cubicBezTo>
                  <a:cubicBezTo>
                    <a:pt x="71" y="328"/>
                    <a:pt x="1" y="558"/>
                    <a:pt x="19" y="777"/>
                  </a:cubicBezTo>
                  <a:cubicBezTo>
                    <a:pt x="43" y="1075"/>
                    <a:pt x="184" y="1341"/>
                    <a:pt x="464" y="1447"/>
                  </a:cubicBezTo>
                  <a:cubicBezTo>
                    <a:pt x="514" y="1466"/>
                    <a:pt x="563" y="1475"/>
                    <a:pt x="611" y="1475"/>
                  </a:cubicBezTo>
                  <a:cubicBezTo>
                    <a:pt x="845" y="1475"/>
                    <a:pt x="1060" y="1274"/>
                    <a:pt x="1201" y="1054"/>
                  </a:cubicBezTo>
                  <a:cubicBezTo>
                    <a:pt x="1273" y="943"/>
                    <a:pt x="1325" y="827"/>
                    <a:pt x="1351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9" y="682"/>
                    <a:pt x="1359" y="675"/>
                  </a:cubicBezTo>
                  <a:cubicBezTo>
                    <a:pt x="1362" y="638"/>
                    <a:pt x="1363" y="592"/>
                    <a:pt x="1361" y="556"/>
                  </a:cubicBezTo>
                  <a:cubicBezTo>
                    <a:pt x="1355" y="457"/>
                    <a:pt x="1318" y="378"/>
                    <a:pt x="1269" y="296"/>
                  </a:cubicBezTo>
                  <a:cubicBezTo>
                    <a:pt x="1264" y="288"/>
                    <a:pt x="1260" y="281"/>
                    <a:pt x="1253" y="274"/>
                  </a:cubicBezTo>
                  <a:cubicBezTo>
                    <a:pt x="1225" y="242"/>
                    <a:pt x="1194" y="204"/>
                    <a:pt x="1158" y="178"/>
                  </a:cubicBezTo>
                  <a:cubicBezTo>
                    <a:pt x="1013" y="69"/>
                    <a:pt x="831" y="1"/>
                    <a:pt x="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7"/>
            <p:cNvSpPr/>
            <p:nvPr/>
          </p:nvSpPr>
          <p:spPr>
            <a:xfrm>
              <a:off x="5673386" y="-1133664"/>
              <a:ext cx="85488" cy="88482"/>
            </a:xfrm>
            <a:custGeom>
              <a:avLst/>
              <a:gdLst/>
              <a:ahLst/>
              <a:cxnLst/>
              <a:rect l="l" t="t" r="r" b="b"/>
              <a:pathLst>
                <a:path w="1285" h="1330" extrusionOk="0">
                  <a:moveTo>
                    <a:pt x="702" y="1327"/>
                  </a:moveTo>
                  <a:cubicBezTo>
                    <a:pt x="710" y="1328"/>
                    <a:pt x="720" y="1328"/>
                    <a:pt x="729" y="1328"/>
                  </a:cubicBezTo>
                  <a:lnTo>
                    <a:pt x="729" y="1328"/>
                  </a:lnTo>
                  <a:lnTo>
                    <a:pt x="702" y="1327"/>
                  </a:lnTo>
                  <a:close/>
                  <a:moveTo>
                    <a:pt x="646" y="1"/>
                  </a:moveTo>
                  <a:cubicBezTo>
                    <a:pt x="597" y="1"/>
                    <a:pt x="548" y="9"/>
                    <a:pt x="500" y="24"/>
                  </a:cubicBezTo>
                  <a:cubicBezTo>
                    <a:pt x="421" y="36"/>
                    <a:pt x="349" y="67"/>
                    <a:pt x="284" y="118"/>
                  </a:cubicBezTo>
                  <a:cubicBezTo>
                    <a:pt x="284" y="119"/>
                    <a:pt x="283" y="120"/>
                    <a:pt x="282" y="121"/>
                  </a:cubicBezTo>
                  <a:lnTo>
                    <a:pt x="162" y="234"/>
                  </a:lnTo>
                  <a:cubicBezTo>
                    <a:pt x="161" y="236"/>
                    <a:pt x="159" y="238"/>
                    <a:pt x="157" y="240"/>
                  </a:cubicBezTo>
                  <a:cubicBezTo>
                    <a:pt x="138" y="263"/>
                    <a:pt x="116" y="307"/>
                    <a:pt x="108" y="320"/>
                  </a:cubicBezTo>
                  <a:cubicBezTo>
                    <a:pt x="93" y="345"/>
                    <a:pt x="72" y="373"/>
                    <a:pt x="60" y="402"/>
                  </a:cubicBezTo>
                  <a:cubicBezTo>
                    <a:pt x="45" y="454"/>
                    <a:pt x="31" y="505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1" y="796"/>
                  </a:cubicBezTo>
                  <a:cubicBezTo>
                    <a:pt x="37" y="822"/>
                    <a:pt x="43" y="848"/>
                    <a:pt x="49" y="874"/>
                  </a:cubicBezTo>
                  <a:cubicBezTo>
                    <a:pt x="51" y="878"/>
                    <a:pt x="53" y="882"/>
                    <a:pt x="54" y="886"/>
                  </a:cubicBezTo>
                  <a:cubicBezTo>
                    <a:pt x="55" y="888"/>
                    <a:pt x="56" y="889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6"/>
                    <a:pt x="133" y="1033"/>
                  </a:cubicBezTo>
                  <a:cubicBezTo>
                    <a:pt x="162" y="1082"/>
                    <a:pt x="248" y="1159"/>
                    <a:pt x="258" y="1168"/>
                  </a:cubicBezTo>
                  <a:cubicBezTo>
                    <a:pt x="264" y="1174"/>
                    <a:pt x="269" y="1179"/>
                    <a:pt x="277" y="1184"/>
                  </a:cubicBezTo>
                  <a:cubicBezTo>
                    <a:pt x="300" y="1199"/>
                    <a:pt x="334" y="1219"/>
                    <a:pt x="348" y="1227"/>
                  </a:cubicBezTo>
                  <a:cubicBezTo>
                    <a:pt x="364" y="1237"/>
                    <a:pt x="397" y="1257"/>
                    <a:pt x="421" y="1271"/>
                  </a:cubicBezTo>
                  <a:cubicBezTo>
                    <a:pt x="424" y="1273"/>
                    <a:pt x="427" y="1274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1"/>
                    <a:pt x="557" y="1314"/>
                    <a:pt x="592" y="1322"/>
                  </a:cubicBezTo>
                  <a:cubicBezTo>
                    <a:pt x="594" y="1322"/>
                    <a:pt x="596" y="1323"/>
                    <a:pt x="598" y="1323"/>
                  </a:cubicBezTo>
                  <a:cubicBezTo>
                    <a:pt x="602" y="1324"/>
                    <a:pt x="606" y="1325"/>
                    <a:pt x="609" y="1325"/>
                  </a:cubicBezTo>
                  <a:cubicBezTo>
                    <a:pt x="617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8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9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9"/>
                  </a:cubicBezTo>
                  <a:lnTo>
                    <a:pt x="766" y="1329"/>
                  </a:lnTo>
                  <a:cubicBezTo>
                    <a:pt x="766" y="1329"/>
                    <a:pt x="766" y="1329"/>
                    <a:pt x="766" y="1329"/>
                  </a:cubicBezTo>
                  <a:lnTo>
                    <a:pt x="766" y="1329"/>
                  </a:lnTo>
                  <a:lnTo>
                    <a:pt x="766" y="1329"/>
                  </a:lnTo>
                  <a:cubicBezTo>
                    <a:pt x="815" y="1326"/>
                    <a:pt x="862" y="1315"/>
                    <a:pt x="910" y="1295"/>
                  </a:cubicBezTo>
                  <a:cubicBezTo>
                    <a:pt x="953" y="1272"/>
                    <a:pt x="996" y="1249"/>
                    <a:pt x="1038" y="1225"/>
                  </a:cubicBezTo>
                  <a:cubicBezTo>
                    <a:pt x="1041" y="1224"/>
                    <a:pt x="1042" y="1222"/>
                    <a:pt x="1044" y="1221"/>
                  </a:cubicBezTo>
                  <a:cubicBezTo>
                    <a:pt x="1123" y="1160"/>
                    <a:pt x="1212" y="1065"/>
                    <a:pt x="1244" y="967"/>
                  </a:cubicBezTo>
                  <a:lnTo>
                    <a:pt x="1244" y="967"/>
                  </a:lnTo>
                  <a:cubicBezTo>
                    <a:pt x="1264" y="927"/>
                    <a:pt x="1277" y="884"/>
                    <a:pt x="1282" y="838"/>
                  </a:cubicBezTo>
                  <a:cubicBezTo>
                    <a:pt x="1282" y="795"/>
                    <a:pt x="1283" y="752"/>
                    <a:pt x="1284" y="709"/>
                  </a:cubicBezTo>
                  <a:cubicBezTo>
                    <a:pt x="1284" y="707"/>
                    <a:pt x="1283" y="704"/>
                    <a:pt x="1282" y="702"/>
                  </a:cubicBezTo>
                  <a:cubicBezTo>
                    <a:pt x="1279" y="680"/>
                    <a:pt x="1271" y="653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3" y="614"/>
                    <a:pt x="1258" y="594"/>
                  </a:cubicBezTo>
                  <a:cubicBezTo>
                    <a:pt x="1257" y="585"/>
                    <a:pt x="1257" y="578"/>
                    <a:pt x="1255" y="570"/>
                  </a:cubicBezTo>
                  <a:cubicBezTo>
                    <a:pt x="1251" y="551"/>
                    <a:pt x="1247" y="528"/>
                    <a:pt x="1240" y="504"/>
                  </a:cubicBezTo>
                  <a:cubicBezTo>
                    <a:pt x="1238" y="493"/>
                    <a:pt x="1237" y="483"/>
                    <a:pt x="1234" y="473"/>
                  </a:cubicBezTo>
                  <a:cubicBezTo>
                    <a:pt x="1229" y="419"/>
                    <a:pt x="1210" y="371"/>
                    <a:pt x="1179" y="327"/>
                  </a:cubicBezTo>
                  <a:cubicBezTo>
                    <a:pt x="1145" y="251"/>
                    <a:pt x="1095" y="188"/>
                    <a:pt x="1027" y="137"/>
                  </a:cubicBezTo>
                  <a:cubicBezTo>
                    <a:pt x="980" y="109"/>
                    <a:pt x="934" y="81"/>
                    <a:pt x="887" y="53"/>
                  </a:cubicBezTo>
                  <a:cubicBezTo>
                    <a:pt x="835" y="38"/>
                    <a:pt x="784" y="23"/>
                    <a:pt x="734" y="9"/>
                  </a:cubicBezTo>
                  <a:cubicBezTo>
                    <a:pt x="704" y="3"/>
                    <a:pt x="675" y="1"/>
                    <a:pt x="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7"/>
            <p:cNvSpPr/>
            <p:nvPr/>
          </p:nvSpPr>
          <p:spPr>
            <a:xfrm>
              <a:off x="5802649" y="-1236782"/>
              <a:ext cx="82827" cy="78702"/>
            </a:xfrm>
            <a:custGeom>
              <a:avLst/>
              <a:gdLst/>
              <a:ahLst/>
              <a:cxnLst/>
              <a:rect l="l" t="t" r="r" b="b"/>
              <a:pathLst>
                <a:path w="1245" h="1183" extrusionOk="0">
                  <a:moveTo>
                    <a:pt x="742" y="1"/>
                  </a:moveTo>
                  <a:cubicBezTo>
                    <a:pt x="264" y="1"/>
                    <a:pt x="0" y="666"/>
                    <a:pt x="282" y="1021"/>
                  </a:cubicBezTo>
                  <a:cubicBezTo>
                    <a:pt x="326" y="1075"/>
                    <a:pt x="381" y="1115"/>
                    <a:pt x="446" y="1140"/>
                  </a:cubicBezTo>
                  <a:cubicBezTo>
                    <a:pt x="487" y="1153"/>
                    <a:pt x="530" y="1164"/>
                    <a:pt x="572" y="1177"/>
                  </a:cubicBezTo>
                  <a:cubicBezTo>
                    <a:pt x="597" y="1180"/>
                    <a:pt x="622" y="1182"/>
                    <a:pt x="647" y="1182"/>
                  </a:cubicBezTo>
                  <a:cubicBezTo>
                    <a:pt x="708" y="1182"/>
                    <a:pt x="769" y="1171"/>
                    <a:pt x="828" y="1148"/>
                  </a:cubicBezTo>
                  <a:cubicBezTo>
                    <a:pt x="878" y="1125"/>
                    <a:pt x="912" y="1107"/>
                    <a:pt x="945" y="1086"/>
                  </a:cubicBezTo>
                  <a:cubicBezTo>
                    <a:pt x="957" y="1077"/>
                    <a:pt x="971" y="1068"/>
                    <a:pt x="982" y="1058"/>
                  </a:cubicBezTo>
                  <a:cubicBezTo>
                    <a:pt x="986" y="1056"/>
                    <a:pt x="990" y="1053"/>
                    <a:pt x="993" y="1050"/>
                  </a:cubicBezTo>
                  <a:cubicBezTo>
                    <a:pt x="1020" y="1027"/>
                    <a:pt x="1048" y="1001"/>
                    <a:pt x="1085" y="964"/>
                  </a:cubicBezTo>
                  <a:cubicBezTo>
                    <a:pt x="1092" y="956"/>
                    <a:pt x="1100" y="949"/>
                    <a:pt x="1106" y="940"/>
                  </a:cubicBezTo>
                  <a:cubicBezTo>
                    <a:pt x="1132" y="901"/>
                    <a:pt x="1156" y="858"/>
                    <a:pt x="1180" y="817"/>
                  </a:cubicBezTo>
                  <a:cubicBezTo>
                    <a:pt x="1183" y="813"/>
                    <a:pt x="1186" y="807"/>
                    <a:pt x="1189" y="802"/>
                  </a:cubicBezTo>
                  <a:cubicBezTo>
                    <a:pt x="1216" y="746"/>
                    <a:pt x="1234" y="683"/>
                    <a:pt x="1240" y="621"/>
                  </a:cubicBezTo>
                  <a:cubicBezTo>
                    <a:pt x="1242" y="597"/>
                    <a:pt x="1241" y="569"/>
                    <a:pt x="1242" y="547"/>
                  </a:cubicBezTo>
                  <a:cubicBezTo>
                    <a:pt x="1242" y="524"/>
                    <a:pt x="1244" y="495"/>
                    <a:pt x="1243" y="471"/>
                  </a:cubicBezTo>
                  <a:cubicBezTo>
                    <a:pt x="1240" y="420"/>
                    <a:pt x="1223" y="367"/>
                    <a:pt x="1209" y="320"/>
                  </a:cubicBezTo>
                  <a:cubicBezTo>
                    <a:pt x="1176" y="236"/>
                    <a:pt x="1126" y="167"/>
                    <a:pt x="1057" y="110"/>
                  </a:cubicBezTo>
                  <a:cubicBezTo>
                    <a:pt x="987" y="55"/>
                    <a:pt x="908" y="20"/>
                    <a:pt x="820" y="7"/>
                  </a:cubicBezTo>
                  <a:cubicBezTo>
                    <a:pt x="794" y="3"/>
                    <a:pt x="768" y="1"/>
                    <a:pt x="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7"/>
            <p:cNvSpPr/>
            <p:nvPr/>
          </p:nvSpPr>
          <p:spPr>
            <a:xfrm>
              <a:off x="5930249" y="-1037598"/>
              <a:ext cx="96531" cy="74178"/>
            </a:xfrm>
            <a:custGeom>
              <a:avLst/>
              <a:gdLst/>
              <a:ahLst/>
              <a:cxnLst/>
              <a:rect l="l" t="t" r="r" b="b"/>
              <a:pathLst>
                <a:path w="1451" h="1115" extrusionOk="0">
                  <a:moveTo>
                    <a:pt x="539" y="0"/>
                  </a:moveTo>
                  <a:cubicBezTo>
                    <a:pt x="467" y="0"/>
                    <a:pt x="400" y="14"/>
                    <a:pt x="342" y="46"/>
                  </a:cubicBezTo>
                  <a:cubicBezTo>
                    <a:pt x="303" y="67"/>
                    <a:pt x="263" y="88"/>
                    <a:pt x="223" y="110"/>
                  </a:cubicBezTo>
                  <a:cubicBezTo>
                    <a:pt x="162" y="150"/>
                    <a:pt x="117" y="202"/>
                    <a:pt x="86" y="265"/>
                  </a:cubicBezTo>
                  <a:cubicBezTo>
                    <a:pt x="57" y="302"/>
                    <a:pt x="38" y="344"/>
                    <a:pt x="30" y="391"/>
                  </a:cubicBezTo>
                  <a:cubicBezTo>
                    <a:pt x="6" y="454"/>
                    <a:pt x="0" y="521"/>
                    <a:pt x="10" y="589"/>
                  </a:cubicBezTo>
                  <a:cubicBezTo>
                    <a:pt x="20" y="633"/>
                    <a:pt x="30" y="676"/>
                    <a:pt x="41" y="719"/>
                  </a:cubicBezTo>
                  <a:cubicBezTo>
                    <a:pt x="74" y="807"/>
                    <a:pt x="128" y="880"/>
                    <a:pt x="201" y="940"/>
                  </a:cubicBezTo>
                  <a:cubicBezTo>
                    <a:pt x="247" y="981"/>
                    <a:pt x="308" y="1011"/>
                    <a:pt x="361" y="1038"/>
                  </a:cubicBezTo>
                  <a:cubicBezTo>
                    <a:pt x="377" y="1046"/>
                    <a:pt x="394" y="1054"/>
                    <a:pt x="410" y="1059"/>
                  </a:cubicBezTo>
                  <a:cubicBezTo>
                    <a:pt x="485" y="1084"/>
                    <a:pt x="559" y="1108"/>
                    <a:pt x="638" y="1111"/>
                  </a:cubicBezTo>
                  <a:cubicBezTo>
                    <a:pt x="668" y="1112"/>
                    <a:pt x="704" y="1114"/>
                    <a:pt x="739" y="1114"/>
                  </a:cubicBezTo>
                  <a:cubicBezTo>
                    <a:pt x="762" y="1114"/>
                    <a:pt x="785" y="1114"/>
                    <a:pt x="806" y="1111"/>
                  </a:cubicBezTo>
                  <a:cubicBezTo>
                    <a:pt x="860" y="1104"/>
                    <a:pt x="915" y="1089"/>
                    <a:pt x="967" y="1075"/>
                  </a:cubicBezTo>
                  <a:cubicBezTo>
                    <a:pt x="985" y="1069"/>
                    <a:pt x="1001" y="1063"/>
                    <a:pt x="1017" y="1056"/>
                  </a:cubicBezTo>
                  <a:cubicBezTo>
                    <a:pt x="1103" y="1017"/>
                    <a:pt x="1162" y="982"/>
                    <a:pt x="1223" y="907"/>
                  </a:cubicBezTo>
                  <a:cubicBezTo>
                    <a:pt x="1251" y="871"/>
                    <a:pt x="1272" y="830"/>
                    <a:pt x="1294" y="789"/>
                  </a:cubicBezTo>
                  <a:cubicBezTo>
                    <a:pt x="1450" y="423"/>
                    <a:pt x="930" y="0"/>
                    <a:pt x="5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7"/>
            <p:cNvSpPr/>
            <p:nvPr/>
          </p:nvSpPr>
          <p:spPr>
            <a:xfrm>
              <a:off x="5983538" y="-861633"/>
              <a:ext cx="87750" cy="80631"/>
            </a:xfrm>
            <a:custGeom>
              <a:avLst/>
              <a:gdLst/>
              <a:ahLst/>
              <a:cxnLst/>
              <a:rect l="l" t="t" r="r" b="b"/>
              <a:pathLst>
                <a:path w="1319" h="1212" extrusionOk="0">
                  <a:moveTo>
                    <a:pt x="800" y="1"/>
                  </a:moveTo>
                  <a:cubicBezTo>
                    <a:pt x="790" y="1"/>
                    <a:pt x="779" y="1"/>
                    <a:pt x="769" y="3"/>
                  </a:cubicBezTo>
                  <a:cubicBezTo>
                    <a:pt x="747" y="2"/>
                    <a:pt x="726" y="1"/>
                    <a:pt x="705" y="1"/>
                  </a:cubicBezTo>
                  <a:cubicBezTo>
                    <a:pt x="687" y="1"/>
                    <a:pt x="669" y="2"/>
                    <a:pt x="652" y="4"/>
                  </a:cubicBezTo>
                  <a:cubicBezTo>
                    <a:pt x="635" y="5"/>
                    <a:pt x="619" y="8"/>
                    <a:pt x="604" y="11"/>
                  </a:cubicBezTo>
                  <a:cubicBezTo>
                    <a:pt x="545" y="24"/>
                    <a:pt x="485" y="36"/>
                    <a:pt x="429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4"/>
                    <a:pt x="358" y="87"/>
                    <a:pt x="333" y="101"/>
                  </a:cubicBezTo>
                  <a:cubicBezTo>
                    <a:pt x="304" y="117"/>
                    <a:pt x="287" y="124"/>
                    <a:pt x="264" y="140"/>
                  </a:cubicBezTo>
                  <a:cubicBezTo>
                    <a:pt x="250" y="149"/>
                    <a:pt x="236" y="160"/>
                    <a:pt x="224" y="171"/>
                  </a:cubicBezTo>
                  <a:cubicBezTo>
                    <a:pt x="145" y="229"/>
                    <a:pt x="86" y="302"/>
                    <a:pt x="47" y="391"/>
                  </a:cubicBezTo>
                  <a:cubicBezTo>
                    <a:pt x="17" y="455"/>
                    <a:pt x="3" y="522"/>
                    <a:pt x="8" y="591"/>
                  </a:cubicBezTo>
                  <a:cubicBezTo>
                    <a:pt x="1" y="659"/>
                    <a:pt x="11" y="726"/>
                    <a:pt x="39" y="791"/>
                  </a:cubicBezTo>
                  <a:cubicBezTo>
                    <a:pt x="73" y="880"/>
                    <a:pt x="127" y="954"/>
                    <a:pt x="202" y="1015"/>
                  </a:cubicBezTo>
                  <a:cubicBezTo>
                    <a:pt x="216" y="1028"/>
                    <a:pt x="232" y="1040"/>
                    <a:pt x="249" y="1051"/>
                  </a:cubicBezTo>
                  <a:cubicBezTo>
                    <a:pt x="294" y="1081"/>
                    <a:pt x="340" y="1109"/>
                    <a:pt x="387" y="1135"/>
                  </a:cubicBezTo>
                  <a:cubicBezTo>
                    <a:pt x="395" y="1140"/>
                    <a:pt x="405" y="1144"/>
                    <a:pt x="414" y="1150"/>
                  </a:cubicBezTo>
                  <a:cubicBezTo>
                    <a:pt x="452" y="1166"/>
                    <a:pt x="491" y="1177"/>
                    <a:pt x="530" y="1188"/>
                  </a:cubicBezTo>
                  <a:cubicBezTo>
                    <a:pt x="596" y="1207"/>
                    <a:pt x="604" y="1211"/>
                    <a:pt x="646" y="1211"/>
                  </a:cubicBezTo>
                  <a:cubicBezTo>
                    <a:pt x="665" y="1211"/>
                    <a:pt x="689" y="1210"/>
                    <a:pt x="728" y="1209"/>
                  </a:cubicBezTo>
                  <a:lnTo>
                    <a:pt x="740" y="1209"/>
                  </a:lnTo>
                  <a:cubicBezTo>
                    <a:pt x="749" y="1209"/>
                    <a:pt x="759" y="1208"/>
                    <a:pt x="768" y="1207"/>
                  </a:cubicBezTo>
                  <a:cubicBezTo>
                    <a:pt x="822" y="1201"/>
                    <a:pt x="877" y="1184"/>
                    <a:pt x="930" y="1171"/>
                  </a:cubicBezTo>
                  <a:cubicBezTo>
                    <a:pt x="939" y="1168"/>
                    <a:pt x="948" y="1166"/>
                    <a:pt x="956" y="1163"/>
                  </a:cubicBezTo>
                  <a:cubicBezTo>
                    <a:pt x="960" y="1162"/>
                    <a:pt x="964" y="1161"/>
                    <a:pt x="967" y="1160"/>
                  </a:cubicBezTo>
                  <a:cubicBezTo>
                    <a:pt x="987" y="1153"/>
                    <a:pt x="1006" y="1143"/>
                    <a:pt x="1023" y="1131"/>
                  </a:cubicBezTo>
                  <a:cubicBezTo>
                    <a:pt x="1043" y="1126"/>
                    <a:pt x="1061" y="1115"/>
                    <a:pt x="1076" y="1102"/>
                  </a:cubicBezTo>
                  <a:cubicBezTo>
                    <a:pt x="1157" y="1046"/>
                    <a:pt x="1209" y="961"/>
                    <a:pt x="1256" y="878"/>
                  </a:cubicBezTo>
                  <a:cubicBezTo>
                    <a:pt x="1276" y="835"/>
                    <a:pt x="1285" y="790"/>
                    <a:pt x="1282" y="744"/>
                  </a:cubicBezTo>
                  <a:cubicBezTo>
                    <a:pt x="1282" y="739"/>
                    <a:pt x="1281" y="735"/>
                    <a:pt x="1282" y="731"/>
                  </a:cubicBezTo>
                  <a:cubicBezTo>
                    <a:pt x="1293" y="691"/>
                    <a:pt x="1305" y="650"/>
                    <a:pt x="1315" y="611"/>
                  </a:cubicBezTo>
                  <a:cubicBezTo>
                    <a:pt x="1316" y="569"/>
                    <a:pt x="1317" y="526"/>
                    <a:pt x="1319" y="484"/>
                  </a:cubicBezTo>
                  <a:cubicBezTo>
                    <a:pt x="1316" y="463"/>
                    <a:pt x="1294" y="376"/>
                    <a:pt x="1287" y="357"/>
                  </a:cubicBezTo>
                  <a:cubicBezTo>
                    <a:pt x="1257" y="267"/>
                    <a:pt x="1232" y="249"/>
                    <a:pt x="1176" y="191"/>
                  </a:cubicBezTo>
                  <a:cubicBezTo>
                    <a:pt x="1154" y="168"/>
                    <a:pt x="1139" y="148"/>
                    <a:pt x="1115" y="130"/>
                  </a:cubicBezTo>
                  <a:cubicBezTo>
                    <a:pt x="1110" y="126"/>
                    <a:pt x="1105" y="122"/>
                    <a:pt x="1100" y="119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4" y="22"/>
                  </a:cubicBezTo>
                  <a:cubicBezTo>
                    <a:pt x="870" y="8"/>
                    <a:pt x="835" y="1"/>
                    <a:pt x="8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7"/>
            <p:cNvSpPr/>
            <p:nvPr/>
          </p:nvSpPr>
          <p:spPr>
            <a:xfrm>
              <a:off x="5901177" y="-1401438"/>
              <a:ext cx="50627" cy="72582"/>
            </a:xfrm>
            <a:custGeom>
              <a:avLst/>
              <a:gdLst/>
              <a:ahLst/>
              <a:cxnLst/>
              <a:rect l="l" t="t" r="r" b="b"/>
              <a:pathLst>
                <a:path w="761" h="1091" extrusionOk="0">
                  <a:moveTo>
                    <a:pt x="559" y="1"/>
                  </a:moveTo>
                  <a:cubicBezTo>
                    <a:pt x="494" y="1"/>
                    <a:pt x="435" y="16"/>
                    <a:pt x="368" y="37"/>
                  </a:cubicBezTo>
                  <a:cubicBezTo>
                    <a:pt x="238" y="77"/>
                    <a:pt x="115" y="189"/>
                    <a:pt x="65" y="318"/>
                  </a:cubicBezTo>
                  <a:cubicBezTo>
                    <a:pt x="45" y="370"/>
                    <a:pt x="31" y="425"/>
                    <a:pt x="19" y="477"/>
                  </a:cubicBezTo>
                  <a:cubicBezTo>
                    <a:pt x="14" y="492"/>
                    <a:pt x="11" y="507"/>
                    <a:pt x="10" y="521"/>
                  </a:cubicBezTo>
                  <a:cubicBezTo>
                    <a:pt x="4" y="569"/>
                    <a:pt x="1" y="639"/>
                    <a:pt x="5" y="677"/>
                  </a:cubicBezTo>
                  <a:cubicBezTo>
                    <a:pt x="14" y="773"/>
                    <a:pt x="60" y="861"/>
                    <a:pt x="112" y="940"/>
                  </a:cubicBezTo>
                  <a:cubicBezTo>
                    <a:pt x="135" y="964"/>
                    <a:pt x="157" y="988"/>
                    <a:pt x="180" y="1011"/>
                  </a:cubicBezTo>
                  <a:cubicBezTo>
                    <a:pt x="217" y="1045"/>
                    <a:pt x="261" y="1066"/>
                    <a:pt x="309" y="1075"/>
                  </a:cubicBezTo>
                  <a:cubicBezTo>
                    <a:pt x="333" y="1085"/>
                    <a:pt x="358" y="1091"/>
                    <a:pt x="384" y="1091"/>
                  </a:cubicBezTo>
                  <a:cubicBezTo>
                    <a:pt x="390" y="1091"/>
                    <a:pt x="396" y="1090"/>
                    <a:pt x="402" y="1090"/>
                  </a:cubicBezTo>
                  <a:cubicBezTo>
                    <a:pt x="411" y="1090"/>
                    <a:pt x="420" y="1091"/>
                    <a:pt x="429" y="1091"/>
                  </a:cubicBezTo>
                  <a:cubicBezTo>
                    <a:pt x="466" y="1091"/>
                    <a:pt x="502" y="1084"/>
                    <a:pt x="538" y="1069"/>
                  </a:cubicBezTo>
                  <a:cubicBezTo>
                    <a:pt x="461" y="710"/>
                    <a:pt x="550" y="349"/>
                    <a:pt x="761" y="47"/>
                  </a:cubicBezTo>
                  <a:cubicBezTo>
                    <a:pt x="757" y="46"/>
                    <a:pt x="755" y="44"/>
                    <a:pt x="752" y="42"/>
                  </a:cubicBezTo>
                  <a:cubicBezTo>
                    <a:pt x="714" y="22"/>
                    <a:pt x="673" y="10"/>
                    <a:pt x="628" y="6"/>
                  </a:cubicBezTo>
                  <a:cubicBezTo>
                    <a:pt x="603" y="3"/>
                    <a:pt x="581" y="1"/>
                    <a:pt x="5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7"/>
            <p:cNvSpPr/>
            <p:nvPr/>
          </p:nvSpPr>
          <p:spPr>
            <a:xfrm>
              <a:off x="5745968" y="-943129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3" y="0"/>
                  </a:moveTo>
                  <a:cubicBezTo>
                    <a:pt x="545" y="0"/>
                    <a:pt x="499" y="9"/>
                    <a:pt x="453" y="26"/>
                  </a:cubicBezTo>
                  <a:cubicBezTo>
                    <a:pt x="412" y="44"/>
                    <a:pt x="372" y="67"/>
                    <a:pt x="334" y="89"/>
                  </a:cubicBezTo>
                  <a:cubicBezTo>
                    <a:pt x="322" y="96"/>
                    <a:pt x="311" y="104"/>
                    <a:pt x="300" y="112"/>
                  </a:cubicBezTo>
                  <a:cubicBezTo>
                    <a:pt x="299" y="112"/>
                    <a:pt x="298" y="113"/>
                    <a:pt x="297" y="114"/>
                  </a:cubicBezTo>
                  <a:cubicBezTo>
                    <a:pt x="295" y="115"/>
                    <a:pt x="292" y="115"/>
                    <a:pt x="290" y="116"/>
                  </a:cubicBezTo>
                  <a:cubicBezTo>
                    <a:pt x="255" y="135"/>
                    <a:pt x="222" y="153"/>
                    <a:pt x="188" y="170"/>
                  </a:cubicBezTo>
                  <a:cubicBezTo>
                    <a:pt x="122" y="219"/>
                    <a:pt x="72" y="280"/>
                    <a:pt x="40" y="356"/>
                  </a:cubicBezTo>
                  <a:cubicBezTo>
                    <a:pt x="14" y="409"/>
                    <a:pt x="3" y="466"/>
                    <a:pt x="7" y="523"/>
                  </a:cubicBezTo>
                  <a:cubicBezTo>
                    <a:pt x="1" y="581"/>
                    <a:pt x="9" y="637"/>
                    <a:pt x="32" y="691"/>
                  </a:cubicBezTo>
                  <a:cubicBezTo>
                    <a:pt x="52" y="748"/>
                    <a:pt x="84" y="796"/>
                    <a:pt x="129" y="836"/>
                  </a:cubicBezTo>
                  <a:cubicBezTo>
                    <a:pt x="166" y="883"/>
                    <a:pt x="214" y="919"/>
                    <a:pt x="272" y="941"/>
                  </a:cubicBezTo>
                  <a:cubicBezTo>
                    <a:pt x="329" y="966"/>
                    <a:pt x="388" y="978"/>
                    <a:pt x="450" y="978"/>
                  </a:cubicBezTo>
                  <a:cubicBezTo>
                    <a:pt x="465" y="978"/>
                    <a:pt x="481" y="977"/>
                    <a:pt x="497" y="975"/>
                  </a:cubicBezTo>
                  <a:cubicBezTo>
                    <a:pt x="527" y="972"/>
                    <a:pt x="560" y="962"/>
                    <a:pt x="590" y="954"/>
                  </a:cubicBezTo>
                  <a:cubicBezTo>
                    <a:pt x="680" y="935"/>
                    <a:pt x="739" y="926"/>
                    <a:pt x="815" y="869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9" y="751"/>
                    <a:pt x="985" y="668"/>
                  </a:cubicBezTo>
                  <a:cubicBezTo>
                    <a:pt x="1005" y="632"/>
                    <a:pt x="1015" y="595"/>
                    <a:pt x="1016" y="557"/>
                  </a:cubicBezTo>
                  <a:cubicBezTo>
                    <a:pt x="1025" y="501"/>
                    <a:pt x="1022" y="448"/>
                    <a:pt x="1005" y="394"/>
                  </a:cubicBezTo>
                  <a:cubicBezTo>
                    <a:pt x="998" y="356"/>
                    <a:pt x="984" y="319"/>
                    <a:pt x="964" y="285"/>
                  </a:cubicBezTo>
                  <a:cubicBezTo>
                    <a:pt x="961" y="273"/>
                    <a:pt x="960" y="262"/>
                    <a:pt x="955" y="250"/>
                  </a:cubicBezTo>
                  <a:cubicBezTo>
                    <a:pt x="930" y="185"/>
                    <a:pt x="890" y="130"/>
                    <a:pt x="836" y="86"/>
                  </a:cubicBezTo>
                  <a:cubicBezTo>
                    <a:pt x="781" y="42"/>
                    <a:pt x="719" y="15"/>
                    <a:pt x="650" y="4"/>
                  </a:cubicBezTo>
                  <a:cubicBezTo>
                    <a:pt x="631" y="1"/>
                    <a:pt x="612" y="0"/>
                    <a:pt x="5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7"/>
            <p:cNvSpPr/>
            <p:nvPr/>
          </p:nvSpPr>
          <p:spPr>
            <a:xfrm>
              <a:off x="5814691" y="-794174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3" y="0"/>
                  </a:moveTo>
                  <a:cubicBezTo>
                    <a:pt x="486" y="0"/>
                    <a:pt x="429" y="12"/>
                    <a:pt x="374" y="35"/>
                  </a:cubicBezTo>
                  <a:lnTo>
                    <a:pt x="245" y="105"/>
                  </a:lnTo>
                  <a:cubicBezTo>
                    <a:pt x="161" y="167"/>
                    <a:pt x="97" y="246"/>
                    <a:pt x="55" y="341"/>
                  </a:cubicBezTo>
                  <a:cubicBezTo>
                    <a:pt x="42" y="388"/>
                    <a:pt x="29" y="435"/>
                    <a:pt x="15" y="482"/>
                  </a:cubicBezTo>
                  <a:cubicBezTo>
                    <a:pt x="1" y="580"/>
                    <a:pt x="11" y="676"/>
                    <a:pt x="47" y="768"/>
                  </a:cubicBezTo>
                  <a:cubicBezTo>
                    <a:pt x="47" y="770"/>
                    <a:pt x="48" y="772"/>
                    <a:pt x="48" y="774"/>
                  </a:cubicBezTo>
                  <a:lnTo>
                    <a:pt x="118" y="904"/>
                  </a:lnTo>
                  <a:cubicBezTo>
                    <a:pt x="121" y="908"/>
                    <a:pt x="123" y="911"/>
                    <a:pt x="126" y="915"/>
                  </a:cubicBezTo>
                  <a:cubicBezTo>
                    <a:pt x="131" y="923"/>
                    <a:pt x="135" y="929"/>
                    <a:pt x="139" y="935"/>
                  </a:cubicBezTo>
                  <a:cubicBezTo>
                    <a:pt x="148" y="951"/>
                    <a:pt x="158" y="966"/>
                    <a:pt x="167" y="980"/>
                  </a:cubicBezTo>
                  <a:cubicBezTo>
                    <a:pt x="186" y="1009"/>
                    <a:pt x="200" y="1019"/>
                    <a:pt x="229" y="1051"/>
                  </a:cubicBezTo>
                  <a:cubicBezTo>
                    <a:pt x="264" y="1087"/>
                    <a:pt x="268" y="1096"/>
                    <a:pt x="298" y="1115"/>
                  </a:cubicBezTo>
                  <a:cubicBezTo>
                    <a:pt x="312" y="1124"/>
                    <a:pt x="325" y="1132"/>
                    <a:pt x="339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2" y="1250"/>
                    <a:pt x="627" y="1252"/>
                    <a:pt x="652" y="1252"/>
                  </a:cubicBezTo>
                  <a:cubicBezTo>
                    <a:pt x="712" y="1252"/>
                    <a:pt x="772" y="1241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3"/>
                    <a:pt x="1115" y="953"/>
                    <a:pt x="1129" y="887"/>
                  </a:cubicBezTo>
                  <a:cubicBezTo>
                    <a:pt x="1136" y="866"/>
                    <a:pt x="1140" y="845"/>
                    <a:pt x="1144" y="823"/>
                  </a:cubicBezTo>
                  <a:cubicBezTo>
                    <a:pt x="1145" y="824"/>
                    <a:pt x="1146" y="824"/>
                    <a:pt x="1147" y="825"/>
                  </a:cubicBezTo>
                  <a:cubicBezTo>
                    <a:pt x="1150" y="811"/>
                    <a:pt x="1153" y="796"/>
                    <a:pt x="1157" y="781"/>
                  </a:cubicBezTo>
                  <a:cubicBezTo>
                    <a:pt x="1158" y="774"/>
                    <a:pt x="1160" y="766"/>
                    <a:pt x="1163" y="758"/>
                  </a:cubicBezTo>
                  <a:cubicBezTo>
                    <a:pt x="1164" y="712"/>
                    <a:pt x="1165" y="665"/>
                    <a:pt x="1165" y="619"/>
                  </a:cubicBezTo>
                  <a:lnTo>
                    <a:pt x="1164" y="613"/>
                  </a:lnTo>
                  <a:cubicBezTo>
                    <a:pt x="1163" y="609"/>
                    <a:pt x="1162" y="603"/>
                    <a:pt x="1162" y="598"/>
                  </a:cubicBezTo>
                  <a:cubicBezTo>
                    <a:pt x="1157" y="583"/>
                    <a:pt x="1154" y="566"/>
                    <a:pt x="1151" y="550"/>
                  </a:cubicBezTo>
                  <a:cubicBezTo>
                    <a:pt x="1150" y="543"/>
                    <a:pt x="1148" y="534"/>
                    <a:pt x="1147" y="527"/>
                  </a:cubicBezTo>
                  <a:cubicBezTo>
                    <a:pt x="1146" y="522"/>
                    <a:pt x="1145" y="518"/>
                    <a:pt x="1144" y="512"/>
                  </a:cubicBezTo>
                  <a:cubicBezTo>
                    <a:pt x="1138" y="487"/>
                    <a:pt x="1133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2" y="290"/>
                    <a:pt x="1041" y="229"/>
                    <a:pt x="985" y="179"/>
                  </a:cubicBezTo>
                  <a:cubicBezTo>
                    <a:pt x="936" y="118"/>
                    <a:pt x="875" y="74"/>
                    <a:pt x="801" y="45"/>
                  </a:cubicBezTo>
                  <a:cubicBezTo>
                    <a:pt x="741" y="16"/>
                    <a:pt x="678" y="2"/>
                    <a:pt x="614" y="2"/>
                  </a:cubicBezTo>
                  <a:cubicBezTo>
                    <a:pt x="605" y="2"/>
                    <a:pt x="597" y="2"/>
                    <a:pt x="588" y="3"/>
                  </a:cubicBezTo>
                  <a:cubicBezTo>
                    <a:pt x="573" y="1"/>
                    <a:pt x="558" y="0"/>
                    <a:pt x="5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7"/>
            <p:cNvSpPr/>
            <p:nvPr/>
          </p:nvSpPr>
          <p:spPr>
            <a:xfrm>
              <a:off x="5742708" y="-1399242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2"/>
                  </a:cubicBezTo>
                  <a:cubicBezTo>
                    <a:pt x="71" y="327"/>
                    <a:pt x="1" y="557"/>
                    <a:pt x="18" y="776"/>
                  </a:cubicBezTo>
                  <a:cubicBezTo>
                    <a:pt x="44" y="1074"/>
                    <a:pt x="183" y="1340"/>
                    <a:pt x="464" y="1447"/>
                  </a:cubicBezTo>
                  <a:cubicBezTo>
                    <a:pt x="514" y="1466"/>
                    <a:pt x="563" y="1475"/>
                    <a:pt x="612" y="1475"/>
                  </a:cubicBezTo>
                  <a:cubicBezTo>
                    <a:pt x="846" y="1475"/>
                    <a:pt x="1061" y="1274"/>
                    <a:pt x="1201" y="1055"/>
                  </a:cubicBezTo>
                  <a:cubicBezTo>
                    <a:pt x="1272" y="943"/>
                    <a:pt x="1325" y="826"/>
                    <a:pt x="1350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8" y="682"/>
                    <a:pt x="1359" y="675"/>
                  </a:cubicBezTo>
                  <a:cubicBezTo>
                    <a:pt x="1361" y="638"/>
                    <a:pt x="1363" y="593"/>
                    <a:pt x="1361" y="555"/>
                  </a:cubicBezTo>
                  <a:cubicBezTo>
                    <a:pt x="1355" y="457"/>
                    <a:pt x="1318" y="378"/>
                    <a:pt x="1268" y="296"/>
                  </a:cubicBezTo>
                  <a:cubicBezTo>
                    <a:pt x="1264" y="288"/>
                    <a:pt x="1259" y="281"/>
                    <a:pt x="1253" y="275"/>
                  </a:cubicBezTo>
                  <a:cubicBezTo>
                    <a:pt x="1224" y="241"/>
                    <a:pt x="1193" y="204"/>
                    <a:pt x="1158" y="177"/>
                  </a:cubicBezTo>
                  <a:cubicBezTo>
                    <a:pt x="1013" y="68"/>
                    <a:pt x="830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7"/>
            <p:cNvSpPr/>
            <p:nvPr/>
          </p:nvSpPr>
          <p:spPr>
            <a:xfrm>
              <a:off x="5513521" y="-1225472"/>
              <a:ext cx="89546" cy="88282"/>
            </a:xfrm>
            <a:custGeom>
              <a:avLst/>
              <a:gdLst/>
              <a:ahLst/>
              <a:cxnLst/>
              <a:rect l="l" t="t" r="r" b="b"/>
              <a:pathLst>
                <a:path w="1346" h="1327" extrusionOk="0">
                  <a:moveTo>
                    <a:pt x="1333" y="833"/>
                  </a:moveTo>
                  <a:lnTo>
                    <a:pt x="1333" y="842"/>
                  </a:lnTo>
                  <a:cubicBezTo>
                    <a:pt x="1333" y="839"/>
                    <a:pt x="1333" y="836"/>
                    <a:pt x="1333" y="833"/>
                  </a:cubicBezTo>
                  <a:close/>
                  <a:moveTo>
                    <a:pt x="615" y="1"/>
                  </a:moveTo>
                  <a:cubicBezTo>
                    <a:pt x="589" y="1"/>
                    <a:pt x="565" y="2"/>
                    <a:pt x="547" y="2"/>
                  </a:cubicBezTo>
                  <a:cubicBezTo>
                    <a:pt x="536" y="2"/>
                    <a:pt x="526" y="3"/>
                    <a:pt x="516" y="4"/>
                  </a:cubicBezTo>
                  <a:cubicBezTo>
                    <a:pt x="468" y="12"/>
                    <a:pt x="419" y="23"/>
                    <a:pt x="373" y="39"/>
                  </a:cubicBezTo>
                  <a:cubicBezTo>
                    <a:pt x="370" y="41"/>
                    <a:pt x="367" y="42"/>
                    <a:pt x="363" y="43"/>
                  </a:cubicBezTo>
                  <a:cubicBezTo>
                    <a:pt x="324" y="65"/>
                    <a:pt x="284" y="86"/>
                    <a:pt x="244" y="108"/>
                  </a:cubicBezTo>
                  <a:cubicBezTo>
                    <a:pt x="243" y="109"/>
                    <a:pt x="241" y="109"/>
                    <a:pt x="240" y="110"/>
                  </a:cubicBezTo>
                  <a:cubicBezTo>
                    <a:pt x="237" y="112"/>
                    <a:pt x="235" y="114"/>
                    <a:pt x="231" y="116"/>
                  </a:cubicBezTo>
                  <a:cubicBezTo>
                    <a:pt x="215" y="132"/>
                    <a:pt x="198" y="149"/>
                    <a:pt x="181" y="164"/>
                  </a:cubicBezTo>
                  <a:cubicBezTo>
                    <a:pt x="162" y="181"/>
                    <a:pt x="144" y="198"/>
                    <a:pt x="127" y="217"/>
                  </a:cubicBezTo>
                  <a:cubicBezTo>
                    <a:pt x="114" y="236"/>
                    <a:pt x="103" y="256"/>
                    <a:pt x="90" y="276"/>
                  </a:cubicBezTo>
                  <a:cubicBezTo>
                    <a:pt x="61" y="314"/>
                    <a:pt x="43" y="356"/>
                    <a:pt x="36" y="402"/>
                  </a:cubicBezTo>
                  <a:cubicBezTo>
                    <a:pt x="13" y="480"/>
                    <a:pt x="0" y="506"/>
                    <a:pt x="15" y="603"/>
                  </a:cubicBezTo>
                  <a:cubicBezTo>
                    <a:pt x="15" y="604"/>
                    <a:pt x="15" y="606"/>
                    <a:pt x="15" y="607"/>
                  </a:cubicBezTo>
                  <a:cubicBezTo>
                    <a:pt x="18" y="625"/>
                    <a:pt x="40" y="721"/>
                    <a:pt x="46" y="739"/>
                  </a:cubicBezTo>
                  <a:cubicBezTo>
                    <a:pt x="47" y="740"/>
                    <a:pt x="47" y="742"/>
                    <a:pt x="48" y="744"/>
                  </a:cubicBezTo>
                  <a:cubicBezTo>
                    <a:pt x="55" y="760"/>
                    <a:pt x="102" y="848"/>
                    <a:pt x="112" y="862"/>
                  </a:cubicBezTo>
                  <a:cubicBezTo>
                    <a:pt x="123" y="877"/>
                    <a:pt x="135" y="888"/>
                    <a:pt x="148" y="901"/>
                  </a:cubicBezTo>
                  <a:cubicBezTo>
                    <a:pt x="148" y="901"/>
                    <a:pt x="148" y="901"/>
                    <a:pt x="148" y="902"/>
                  </a:cubicBezTo>
                  <a:cubicBezTo>
                    <a:pt x="150" y="905"/>
                    <a:pt x="152" y="908"/>
                    <a:pt x="153" y="913"/>
                  </a:cubicBezTo>
                  <a:cubicBezTo>
                    <a:pt x="168" y="939"/>
                    <a:pt x="210" y="1025"/>
                    <a:pt x="227" y="1049"/>
                  </a:cubicBezTo>
                  <a:cubicBezTo>
                    <a:pt x="236" y="1061"/>
                    <a:pt x="326" y="1157"/>
                    <a:pt x="338" y="1166"/>
                  </a:cubicBezTo>
                  <a:cubicBezTo>
                    <a:pt x="360" y="1184"/>
                    <a:pt x="382" y="1194"/>
                    <a:pt x="410" y="1211"/>
                  </a:cubicBezTo>
                  <a:cubicBezTo>
                    <a:pt x="436" y="1225"/>
                    <a:pt x="465" y="1245"/>
                    <a:pt x="493" y="1260"/>
                  </a:cubicBezTo>
                  <a:cubicBezTo>
                    <a:pt x="504" y="1265"/>
                    <a:pt x="515" y="1269"/>
                    <a:pt x="528" y="1274"/>
                  </a:cubicBezTo>
                  <a:cubicBezTo>
                    <a:pt x="578" y="1289"/>
                    <a:pt x="631" y="1306"/>
                    <a:pt x="684" y="1318"/>
                  </a:cubicBezTo>
                  <a:cubicBezTo>
                    <a:pt x="690" y="1319"/>
                    <a:pt x="697" y="1320"/>
                    <a:pt x="704" y="1321"/>
                  </a:cubicBezTo>
                  <a:cubicBezTo>
                    <a:pt x="731" y="1325"/>
                    <a:pt x="758" y="1327"/>
                    <a:pt x="785" y="1327"/>
                  </a:cubicBezTo>
                  <a:cubicBezTo>
                    <a:pt x="853" y="1327"/>
                    <a:pt x="919" y="1314"/>
                    <a:pt x="983" y="1290"/>
                  </a:cubicBezTo>
                  <a:cubicBezTo>
                    <a:pt x="1054" y="1266"/>
                    <a:pt x="1115" y="1227"/>
                    <a:pt x="1163" y="1171"/>
                  </a:cubicBezTo>
                  <a:cubicBezTo>
                    <a:pt x="1223" y="1124"/>
                    <a:pt x="1266" y="1064"/>
                    <a:pt x="1294" y="993"/>
                  </a:cubicBezTo>
                  <a:cubicBezTo>
                    <a:pt x="1332" y="905"/>
                    <a:pt x="1346" y="813"/>
                    <a:pt x="1336" y="718"/>
                  </a:cubicBezTo>
                  <a:lnTo>
                    <a:pt x="1336" y="718"/>
                  </a:lnTo>
                  <a:cubicBezTo>
                    <a:pt x="1336" y="705"/>
                    <a:pt x="1336" y="691"/>
                    <a:pt x="1336" y="678"/>
                  </a:cubicBezTo>
                  <a:cubicBezTo>
                    <a:pt x="1336" y="667"/>
                    <a:pt x="1334" y="656"/>
                    <a:pt x="1331" y="646"/>
                  </a:cubicBezTo>
                  <a:cubicBezTo>
                    <a:pt x="1319" y="589"/>
                    <a:pt x="1308" y="515"/>
                    <a:pt x="1279" y="458"/>
                  </a:cubicBezTo>
                  <a:cubicBezTo>
                    <a:pt x="1256" y="414"/>
                    <a:pt x="1233" y="368"/>
                    <a:pt x="1207" y="325"/>
                  </a:cubicBezTo>
                  <a:cubicBezTo>
                    <a:pt x="1205" y="322"/>
                    <a:pt x="1202" y="318"/>
                    <a:pt x="1200" y="314"/>
                  </a:cubicBezTo>
                  <a:cubicBezTo>
                    <a:pt x="1193" y="306"/>
                    <a:pt x="1186" y="297"/>
                    <a:pt x="1179" y="289"/>
                  </a:cubicBezTo>
                  <a:cubicBezTo>
                    <a:pt x="1146" y="251"/>
                    <a:pt x="1109" y="211"/>
                    <a:pt x="1073" y="177"/>
                  </a:cubicBezTo>
                  <a:cubicBezTo>
                    <a:pt x="1069" y="174"/>
                    <a:pt x="1066" y="170"/>
                    <a:pt x="1063" y="167"/>
                  </a:cubicBezTo>
                  <a:cubicBezTo>
                    <a:pt x="1055" y="160"/>
                    <a:pt x="1047" y="155"/>
                    <a:pt x="1038" y="149"/>
                  </a:cubicBezTo>
                  <a:cubicBezTo>
                    <a:pt x="997" y="120"/>
                    <a:pt x="951" y="94"/>
                    <a:pt x="907" y="69"/>
                  </a:cubicBezTo>
                  <a:cubicBezTo>
                    <a:pt x="902" y="67"/>
                    <a:pt x="898" y="64"/>
                    <a:pt x="893" y="62"/>
                  </a:cubicBezTo>
                  <a:cubicBezTo>
                    <a:pt x="884" y="57"/>
                    <a:pt x="875" y="53"/>
                    <a:pt x="866" y="50"/>
                  </a:cubicBezTo>
                  <a:cubicBezTo>
                    <a:pt x="821" y="35"/>
                    <a:pt x="768" y="21"/>
                    <a:pt x="723" y="10"/>
                  </a:cubicBezTo>
                  <a:cubicBezTo>
                    <a:pt x="718" y="9"/>
                    <a:pt x="714" y="8"/>
                    <a:pt x="710" y="7"/>
                  </a:cubicBezTo>
                  <a:cubicBezTo>
                    <a:pt x="681" y="2"/>
                    <a:pt x="647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7"/>
            <p:cNvSpPr/>
            <p:nvPr/>
          </p:nvSpPr>
          <p:spPr>
            <a:xfrm>
              <a:off x="5695806" y="-1137190"/>
              <a:ext cx="85488" cy="88415"/>
            </a:xfrm>
            <a:custGeom>
              <a:avLst/>
              <a:gdLst/>
              <a:ahLst/>
              <a:cxnLst/>
              <a:rect l="l" t="t" r="r" b="b"/>
              <a:pathLst>
                <a:path w="1285" h="1329" extrusionOk="0">
                  <a:moveTo>
                    <a:pt x="702" y="1327"/>
                  </a:moveTo>
                  <a:lnTo>
                    <a:pt x="702" y="1327"/>
                  </a:lnTo>
                  <a:cubicBezTo>
                    <a:pt x="711" y="1327"/>
                    <a:pt x="721" y="1327"/>
                    <a:pt x="730" y="1328"/>
                  </a:cubicBezTo>
                  <a:lnTo>
                    <a:pt x="730" y="1328"/>
                  </a:lnTo>
                  <a:lnTo>
                    <a:pt x="702" y="1327"/>
                  </a:lnTo>
                  <a:close/>
                  <a:moveTo>
                    <a:pt x="647" y="0"/>
                  </a:moveTo>
                  <a:cubicBezTo>
                    <a:pt x="597" y="0"/>
                    <a:pt x="548" y="8"/>
                    <a:pt x="500" y="24"/>
                  </a:cubicBezTo>
                  <a:cubicBezTo>
                    <a:pt x="421" y="37"/>
                    <a:pt x="350" y="68"/>
                    <a:pt x="285" y="118"/>
                  </a:cubicBezTo>
                  <a:cubicBezTo>
                    <a:pt x="284" y="118"/>
                    <a:pt x="283" y="119"/>
                    <a:pt x="283" y="120"/>
                  </a:cubicBezTo>
                  <a:lnTo>
                    <a:pt x="163" y="233"/>
                  </a:lnTo>
                  <a:cubicBezTo>
                    <a:pt x="161" y="235"/>
                    <a:pt x="159" y="238"/>
                    <a:pt x="157" y="240"/>
                  </a:cubicBezTo>
                  <a:cubicBezTo>
                    <a:pt x="139" y="263"/>
                    <a:pt x="116" y="307"/>
                    <a:pt x="108" y="320"/>
                  </a:cubicBezTo>
                  <a:cubicBezTo>
                    <a:pt x="93" y="344"/>
                    <a:pt x="72" y="374"/>
                    <a:pt x="60" y="402"/>
                  </a:cubicBezTo>
                  <a:cubicBezTo>
                    <a:pt x="45" y="453"/>
                    <a:pt x="31" y="506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2" y="795"/>
                  </a:cubicBezTo>
                  <a:cubicBezTo>
                    <a:pt x="37" y="822"/>
                    <a:pt x="43" y="848"/>
                    <a:pt x="50" y="874"/>
                  </a:cubicBezTo>
                  <a:cubicBezTo>
                    <a:pt x="51" y="878"/>
                    <a:pt x="53" y="882"/>
                    <a:pt x="54" y="885"/>
                  </a:cubicBezTo>
                  <a:cubicBezTo>
                    <a:pt x="55" y="888"/>
                    <a:pt x="56" y="890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7"/>
                    <a:pt x="133" y="1033"/>
                  </a:cubicBezTo>
                  <a:cubicBezTo>
                    <a:pt x="162" y="1081"/>
                    <a:pt x="248" y="1159"/>
                    <a:pt x="258" y="1168"/>
                  </a:cubicBezTo>
                  <a:cubicBezTo>
                    <a:pt x="264" y="1174"/>
                    <a:pt x="270" y="1178"/>
                    <a:pt x="277" y="1184"/>
                  </a:cubicBezTo>
                  <a:cubicBezTo>
                    <a:pt x="300" y="1199"/>
                    <a:pt x="334" y="1218"/>
                    <a:pt x="349" y="1227"/>
                  </a:cubicBezTo>
                  <a:cubicBezTo>
                    <a:pt x="364" y="1237"/>
                    <a:pt x="397" y="1258"/>
                    <a:pt x="421" y="1271"/>
                  </a:cubicBezTo>
                  <a:cubicBezTo>
                    <a:pt x="424" y="1273"/>
                    <a:pt x="428" y="1275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0"/>
                    <a:pt x="557" y="1315"/>
                    <a:pt x="592" y="1322"/>
                  </a:cubicBezTo>
                  <a:cubicBezTo>
                    <a:pt x="594" y="1323"/>
                    <a:pt x="596" y="1323"/>
                    <a:pt x="599" y="1324"/>
                  </a:cubicBezTo>
                  <a:cubicBezTo>
                    <a:pt x="602" y="1324"/>
                    <a:pt x="606" y="1325"/>
                    <a:pt x="610" y="1325"/>
                  </a:cubicBezTo>
                  <a:cubicBezTo>
                    <a:pt x="618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7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8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8"/>
                  </a:cubicBezTo>
                  <a:lnTo>
                    <a:pt x="766" y="1328"/>
                  </a:lnTo>
                  <a:cubicBezTo>
                    <a:pt x="766" y="1328"/>
                    <a:pt x="766" y="1328"/>
                    <a:pt x="766" y="1328"/>
                  </a:cubicBezTo>
                  <a:lnTo>
                    <a:pt x="766" y="1328"/>
                  </a:lnTo>
                  <a:lnTo>
                    <a:pt x="766" y="1328"/>
                  </a:lnTo>
                  <a:cubicBezTo>
                    <a:pt x="815" y="1325"/>
                    <a:pt x="863" y="1314"/>
                    <a:pt x="911" y="1295"/>
                  </a:cubicBezTo>
                  <a:cubicBezTo>
                    <a:pt x="954" y="1272"/>
                    <a:pt x="997" y="1249"/>
                    <a:pt x="1039" y="1225"/>
                  </a:cubicBezTo>
                  <a:cubicBezTo>
                    <a:pt x="1041" y="1223"/>
                    <a:pt x="1043" y="1221"/>
                    <a:pt x="1044" y="1220"/>
                  </a:cubicBezTo>
                  <a:cubicBezTo>
                    <a:pt x="1122" y="1161"/>
                    <a:pt x="1210" y="1067"/>
                    <a:pt x="1243" y="971"/>
                  </a:cubicBezTo>
                  <a:lnTo>
                    <a:pt x="1243" y="971"/>
                  </a:lnTo>
                  <a:cubicBezTo>
                    <a:pt x="1264" y="930"/>
                    <a:pt x="1277" y="886"/>
                    <a:pt x="1282" y="838"/>
                  </a:cubicBezTo>
                  <a:cubicBezTo>
                    <a:pt x="1283" y="794"/>
                    <a:pt x="1284" y="751"/>
                    <a:pt x="1284" y="709"/>
                  </a:cubicBezTo>
                  <a:cubicBezTo>
                    <a:pt x="1284" y="706"/>
                    <a:pt x="1283" y="703"/>
                    <a:pt x="1283" y="701"/>
                  </a:cubicBezTo>
                  <a:cubicBezTo>
                    <a:pt x="1279" y="680"/>
                    <a:pt x="1272" y="654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4" y="614"/>
                    <a:pt x="1258" y="593"/>
                  </a:cubicBezTo>
                  <a:cubicBezTo>
                    <a:pt x="1258" y="585"/>
                    <a:pt x="1257" y="578"/>
                    <a:pt x="1255" y="569"/>
                  </a:cubicBezTo>
                  <a:cubicBezTo>
                    <a:pt x="1252" y="551"/>
                    <a:pt x="1247" y="527"/>
                    <a:pt x="1240" y="503"/>
                  </a:cubicBezTo>
                  <a:cubicBezTo>
                    <a:pt x="1238" y="493"/>
                    <a:pt x="1238" y="482"/>
                    <a:pt x="1235" y="473"/>
                  </a:cubicBezTo>
                  <a:cubicBezTo>
                    <a:pt x="1229" y="419"/>
                    <a:pt x="1210" y="370"/>
                    <a:pt x="1179" y="327"/>
                  </a:cubicBezTo>
                  <a:cubicBezTo>
                    <a:pt x="1146" y="251"/>
                    <a:pt x="1096" y="188"/>
                    <a:pt x="1028" y="137"/>
                  </a:cubicBezTo>
                  <a:cubicBezTo>
                    <a:pt x="981" y="109"/>
                    <a:pt x="934" y="81"/>
                    <a:pt x="887" y="52"/>
                  </a:cubicBezTo>
                  <a:cubicBezTo>
                    <a:pt x="835" y="38"/>
                    <a:pt x="785" y="23"/>
                    <a:pt x="734" y="8"/>
                  </a:cubicBezTo>
                  <a:cubicBezTo>
                    <a:pt x="705" y="3"/>
                    <a:pt x="675" y="0"/>
                    <a:pt x="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7"/>
            <p:cNvSpPr/>
            <p:nvPr/>
          </p:nvSpPr>
          <p:spPr>
            <a:xfrm>
              <a:off x="5825069" y="-1240241"/>
              <a:ext cx="82893" cy="78569"/>
            </a:xfrm>
            <a:custGeom>
              <a:avLst/>
              <a:gdLst/>
              <a:ahLst/>
              <a:cxnLst/>
              <a:rect l="l" t="t" r="r" b="b"/>
              <a:pathLst>
                <a:path w="1246" h="1181" extrusionOk="0">
                  <a:moveTo>
                    <a:pt x="741" y="0"/>
                  </a:moveTo>
                  <a:cubicBezTo>
                    <a:pt x="264" y="0"/>
                    <a:pt x="0" y="665"/>
                    <a:pt x="283" y="1019"/>
                  </a:cubicBezTo>
                  <a:cubicBezTo>
                    <a:pt x="326" y="1074"/>
                    <a:pt x="381" y="1114"/>
                    <a:pt x="447" y="1140"/>
                  </a:cubicBezTo>
                  <a:cubicBezTo>
                    <a:pt x="488" y="1151"/>
                    <a:pt x="530" y="1164"/>
                    <a:pt x="573" y="1175"/>
                  </a:cubicBezTo>
                  <a:cubicBezTo>
                    <a:pt x="598" y="1179"/>
                    <a:pt x="623" y="1181"/>
                    <a:pt x="647" y="1181"/>
                  </a:cubicBezTo>
                  <a:cubicBezTo>
                    <a:pt x="709" y="1181"/>
                    <a:pt x="770" y="1170"/>
                    <a:pt x="829" y="1147"/>
                  </a:cubicBezTo>
                  <a:cubicBezTo>
                    <a:pt x="878" y="1125"/>
                    <a:pt x="912" y="1105"/>
                    <a:pt x="945" y="1084"/>
                  </a:cubicBezTo>
                  <a:cubicBezTo>
                    <a:pt x="957" y="1076"/>
                    <a:pt x="971" y="1067"/>
                    <a:pt x="984" y="1057"/>
                  </a:cubicBezTo>
                  <a:cubicBezTo>
                    <a:pt x="986" y="1055"/>
                    <a:pt x="990" y="1052"/>
                    <a:pt x="993" y="1050"/>
                  </a:cubicBezTo>
                  <a:cubicBezTo>
                    <a:pt x="1021" y="1026"/>
                    <a:pt x="1049" y="1001"/>
                    <a:pt x="1085" y="963"/>
                  </a:cubicBezTo>
                  <a:cubicBezTo>
                    <a:pt x="1092" y="956"/>
                    <a:pt x="1100" y="947"/>
                    <a:pt x="1106" y="939"/>
                  </a:cubicBezTo>
                  <a:cubicBezTo>
                    <a:pt x="1133" y="900"/>
                    <a:pt x="1157" y="856"/>
                    <a:pt x="1180" y="816"/>
                  </a:cubicBezTo>
                  <a:cubicBezTo>
                    <a:pt x="1183" y="811"/>
                    <a:pt x="1187" y="806"/>
                    <a:pt x="1189" y="801"/>
                  </a:cubicBezTo>
                  <a:cubicBezTo>
                    <a:pt x="1216" y="745"/>
                    <a:pt x="1235" y="682"/>
                    <a:pt x="1241" y="621"/>
                  </a:cubicBezTo>
                  <a:cubicBezTo>
                    <a:pt x="1243" y="596"/>
                    <a:pt x="1242" y="568"/>
                    <a:pt x="1242" y="545"/>
                  </a:cubicBezTo>
                  <a:cubicBezTo>
                    <a:pt x="1243" y="522"/>
                    <a:pt x="1245" y="495"/>
                    <a:pt x="1243" y="470"/>
                  </a:cubicBezTo>
                  <a:cubicBezTo>
                    <a:pt x="1241" y="419"/>
                    <a:pt x="1224" y="365"/>
                    <a:pt x="1210" y="318"/>
                  </a:cubicBezTo>
                  <a:cubicBezTo>
                    <a:pt x="1177" y="236"/>
                    <a:pt x="1127" y="165"/>
                    <a:pt x="1057" y="110"/>
                  </a:cubicBezTo>
                  <a:cubicBezTo>
                    <a:pt x="988" y="54"/>
                    <a:pt x="908" y="20"/>
                    <a:pt x="820" y="6"/>
                  </a:cubicBezTo>
                  <a:cubicBezTo>
                    <a:pt x="793" y="2"/>
                    <a:pt x="767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7"/>
            <p:cNvSpPr/>
            <p:nvPr/>
          </p:nvSpPr>
          <p:spPr>
            <a:xfrm>
              <a:off x="5952669" y="-1041124"/>
              <a:ext cx="88482" cy="74178"/>
            </a:xfrm>
            <a:custGeom>
              <a:avLst/>
              <a:gdLst/>
              <a:ahLst/>
              <a:cxnLst/>
              <a:rect l="l" t="t" r="r" b="b"/>
              <a:pathLst>
                <a:path w="1330" h="1115" extrusionOk="0">
                  <a:moveTo>
                    <a:pt x="538" y="0"/>
                  </a:moveTo>
                  <a:cubicBezTo>
                    <a:pt x="467" y="0"/>
                    <a:pt x="400" y="14"/>
                    <a:pt x="342" y="45"/>
                  </a:cubicBezTo>
                  <a:cubicBezTo>
                    <a:pt x="303" y="66"/>
                    <a:pt x="264" y="88"/>
                    <a:pt x="224" y="109"/>
                  </a:cubicBezTo>
                  <a:cubicBezTo>
                    <a:pt x="163" y="150"/>
                    <a:pt x="117" y="201"/>
                    <a:pt x="86" y="265"/>
                  </a:cubicBezTo>
                  <a:cubicBezTo>
                    <a:pt x="57" y="303"/>
                    <a:pt x="39" y="344"/>
                    <a:pt x="32" y="391"/>
                  </a:cubicBezTo>
                  <a:cubicBezTo>
                    <a:pt x="7" y="455"/>
                    <a:pt x="0" y="520"/>
                    <a:pt x="11" y="590"/>
                  </a:cubicBezTo>
                  <a:cubicBezTo>
                    <a:pt x="21" y="632"/>
                    <a:pt x="32" y="675"/>
                    <a:pt x="41" y="719"/>
                  </a:cubicBezTo>
                  <a:cubicBezTo>
                    <a:pt x="76" y="806"/>
                    <a:pt x="129" y="879"/>
                    <a:pt x="202" y="939"/>
                  </a:cubicBezTo>
                  <a:cubicBezTo>
                    <a:pt x="247" y="981"/>
                    <a:pt x="309" y="1010"/>
                    <a:pt x="361" y="1039"/>
                  </a:cubicBezTo>
                  <a:cubicBezTo>
                    <a:pt x="378" y="1047"/>
                    <a:pt x="394" y="1053"/>
                    <a:pt x="411" y="1059"/>
                  </a:cubicBezTo>
                  <a:cubicBezTo>
                    <a:pt x="486" y="1084"/>
                    <a:pt x="559" y="1109"/>
                    <a:pt x="638" y="1111"/>
                  </a:cubicBezTo>
                  <a:cubicBezTo>
                    <a:pt x="669" y="1112"/>
                    <a:pt x="705" y="1115"/>
                    <a:pt x="741" y="1115"/>
                  </a:cubicBezTo>
                  <a:cubicBezTo>
                    <a:pt x="763" y="1115"/>
                    <a:pt x="785" y="1114"/>
                    <a:pt x="806" y="1111"/>
                  </a:cubicBezTo>
                  <a:cubicBezTo>
                    <a:pt x="860" y="1103"/>
                    <a:pt x="916" y="1089"/>
                    <a:pt x="968" y="1074"/>
                  </a:cubicBezTo>
                  <a:cubicBezTo>
                    <a:pt x="985" y="1069"/>
                    <a:pt x="1002" y="1063"/>
                    <a:pt x="1017" y="1055"/>
                  </a:cubicBezTo>
                  <a:cubicBezTo>
                    <a:pt x="1104" y="1018"/>
                    <a:pt x="1163" y="982"/>
                    <a:pt x="1223" y="908"/>
                  </a:cubicBezTo>
                  <a:cubicBezTo>
                    <a:pt x="1252" y="871"/>
                    <a:pt x="1272" y="829"/>
                    <a:pt x="1295" y="789"/>
                  </a:cubicBezTo>
                  <a:cubicBezTo>
                    <a:pt x="1328" y="711"/>
                    <a:pt x="1329" y="630"/>
                    <a:pt x="1309" y="553"/>
                  </a:cubicBezTo>
                  <a:cubicBezTo>
                    <a:pt x="1172" y="430"/>
                    <a:pt x="1059" y="292"/>
                    <a:pt x="975" y="144"/>
                  </a:cubicBezTo>
                  <a:cubicBezTo>
                    <a:pt x="837" y="56"/>
                    <a:pt x="679" y="0"/>
                    <a:pt x="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7"/>
            <p:cNvSpPr/>
            <p:nvPr/>
          </p:nvSpPr>
          <p:spPr>
            <a:xfrm>
              <a:off x="6006024" y="-865159"/>
              <a:ext cx="87750" cy="80565"/>
            </a:xfrm>
            <a:custGeom>
              <a:avLst/>
              <a:gdLst/>
              <a:ahLst/>
              <a:cxnLst/>
              <a:rect l="l" t="t" r="r" b="b"/>
              <a:pathLst>
                <a:path w="1319" h="1211" extrusionOk="0">
                  <a:moveTo>
                    <a:pt x="798" y="1"/>
                  </a:moveTo>
                  <a:cubicBezTo>
                    <a:pt x="788" y="1"/>
                    <a:pt x="778" y="1"/>
                    <a:pt x="768" y="2"/>
                  </a:cubicBezTo>
                  <a:cubicBezTo>
                    <a:pt x="747" y="2"/>
                    <a:pt x="726" y="1"/>
                    <a:pt x="704" y="1"/>
                  </a:cubicBezTo>
                  <a:cubicBezTo>
                    <a:pt x="687" y="1"/>
                    <a:pt x="669" y="1"/>
                    <a:pt x="651" y="3"/>
                  </a:cubicBezTo>
                  <a:cubicBezTo>
                    <a:pt x="635" y="4"/>
                    <a:pt x="619" y="7"/>
                    <a:pt x="603" y="11"/>
                  </a:cubicBezTo>
                  <a:cubicBezTo>
                    <a:pt x="545" y="23"/>
                    <a:pt x="485" y="36"/>
                    <a:pt x="428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3"/>
                    <a:pt x="358" y="87"/>
                    <a:pt x="333" y="101"/>
                  </a:cubicBezTo>
                  <a:cubicBezTo>
                    <a:pt x="304" y="116"/>
                    <a:pt x="286" y="124"/>
                    <a:pt x="264" y="139"/>
                  </a:cubicBezTo>
                  <a:cubicBezTo>
                    <a:pt x="250" y="149"/>
                    <a:pt x="236" y="159"/>
                    <a:pt x="223" y="171"/>
                  </a:cubicBezTo>
                  <a:cubicBezTo>
                    <a:pt x="144" y="228"/>
                    <a:pt x="86" y="302"/>
                    <a:pt x="47" y="390"/>
                  </a:cubicBezTo>
                  <a:cubicBezTo>
                    <a:pt x="17" y="454"/>
                    <a:pt x="3" y="521"/>
                    <a:pt x="7" y="590"/>
                  </a:cubicBezTo>
                  <a:cubicBezTo>
                    <a:pt x="1" y="659"/>
                    <a:pt x="10" y="725"/>
                    <a:pt x="39" y="790"/>
                  </a:cubicBezTo>
                  <a:cubicBezTo>
                    <a:pt x="72" y="879"/>
                    <a:pt x="126" y="955"/>
                    <a:pt x="202" y="1014"/>
                  </a:cubicBezTo>
                  <a:cubicBezTo>
                    <a:pt x="217" y="1028"/>
                    <a:pt x="232" y="1039"/>
                    <a:pt x="249" y="1051"/>
                  </a:cubicBezTo>
                  <a:cubicBezTo>
                    <a:pt x="293" y="1080"/>
                    <a:pt x="340" y="1108"/>
                    <a:pt x="387" y="1135"/>
                  </a:cubicBezTo>
                  <a:cubicBezTo>
                    <a:pt x="395" y="1140"/>
                    <a:pt x="405" y="1144"/>
                    <a:pt x="414" y="1149"/>
                  </a:cubicBezTo>
                  <a:cubicBezTo>
                    <a:pt x="451" y="1166"/>
                    <a:pt x="491" y="1176"/>
                    <a:pt x="530" y="1188"/>
                  </a:cubicBezTo>
                  <a:cubicBezTo>
                    <a:pt x="596" y="1206"/>
                    <a:pt x="604" y="1211"/>
                    <a:pt x="646" y="1211"/>
                  </a:cubicBezTo>
                  <a:cubicBezTo>
                    <a:pt x="665" y="1211"/>
                    <a:pt x="690" y="1210"/>
                    <a:pt x="728" y="1209"/>
                  </a:cubicBezTo>
                  <a:lnTo>
                    <a:pt x="739" y="1209"/>
                  </a:lnTo>
                  <a:cubicBezTo>
                    <a:pt x="748" y="1209"/>
                    <a:pt x="758" y="1208"/>
                    <a:pt x="767" y="1207"/>
                  </a:cubicBezTo>
                  <a:cubicBezTo>
                    <a:pt x="822" y="1201"/>
                    <a:pt x="877" y="1184"/>
                    <a:pt x="929" y="1170"/>
                  </a:cubicBezTo>
                  <a:cubicBezTo>
                    <a:pt x="939" y="1168"/>
                    <a:pt x="947" y="1166"/>
                    <a:pt x="956" y="1163"/>
                  </a:cubicBezTo>
                  <a:cubicBezTo>
                    <a:pt x="960" y="1162"/>
                    <a:pt x="963" y="1161"/>
                    <a:pt x="967" y="1160"/>
                  </a:cubicBezTo>
                  <a:cubicBezTo>
                    <a:pt x="987" y="1152"/>
                    <a:pt x="1006" y="1143"/>
                    <a:pt x="1022" y="1130"/>
                  </a:cubicBezTo>
                  <a:cubicBezTo>
                    <a:pt x="1043" y="1125"/>
                    <a:pt x="1060" y="1115"/>
                    <a:pt x="1075" y="1101"/>
                  </a:cubicBezTo>
                  <a:cubicBezTo>
                    <a:pt x="1156" y="1047"/>
                    <a:pt x="1208" y="961"/>
                    <a:pt x="1255" y="877"/>
                  </a:cubicBezTo>
                  <a:cubicBezTo>
                    <a:pt x="1276" y="834"/>
                    <a:pt x="1284" y="789"/>
                    <a:pt x="1281" y="743"/>
                  </a:cubicBezTo>
                  <a:cubicBezTo>
                    <a:pt x="1282" y="739"/>
                    <a:pt x="1281" y="735"/>
                    <a:pt x="1281" y="732"/>
                  </a:cubicBezTo>
                  <a:cubicBezTo>
                    <a:pt x="1292" y="691"/>
                    <a:pt x="1304" y="651"/>
                    <a:pt x="1315" y="610"/>
                  </a:cubicBezTo>
                  <a:cubicBezTo>
                    <a:pt x="1316" y="568"/>
                    <a:pt x="1318" y="525"/>
                    <a:pt x="1319" y="484"/>
                  </a:cubicBezTo>
                  <a:cubicBezTo>
                    <a:pt x="1315" y="463"/>
                    <a:pt x="1293" y="376"/>
                    <a:pt x="1287" y="357"/>
                  </a:cubicBezTo>
                  <a:cubicBezTo>
                    <a:pt x="1257" y="267"/>
                    <a:pt x="1232" y="248"/>
                    <a:pt x="1176" y="191"/>
                  </a:cubicBezTo>
                  <a:cubicBezTo>
                    <a:pt x="1154" y="168"/>
                    <a:pt x="1139" y="148"/>
                    <a:pt x="1116" y="130"/>
                  </a:cubicBezTo>
                  <a:cubicBezTo>
                    <a:pt x="1110" y="126"/>
                    <a:pt x="1105" y="123"/>
                    <a:pt x="1100" y="118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3" y="22"/>
                  </a:cubicBezTo>
                  <a:cubicBezTo>
                    <a:pt x="869" y="8"/>
                    <a:pt x="834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7"/>
            <p:cNvSpPr/>
            <p:nvPr/>
          </p:nvSpPr>
          <p:spPr>
            <a:xfrm>
              <a:off x="5591292" y="-1348415"/>
              <a:ext cx="53022" cy="55617"/>
            </a:xfrm>
            <a:custGeom>
              <a:avLst/>
              <a:gdLst/>
              <a:ahLst/>
              <a:cxnLst/>
              <a:rect l="l" t="t" r="r" b="b"/>
              <a:pathLst>
                <a:path w="797" h="836" extrusionOk="0">
                  <a:moveTo>
                    <a:pt x="382" y="0"/>
                  </a:moveTo>
                  <a:cubicBezTo>
                    <a:pt x="368" y="0"/>
                    <a:pt x="355" y="1"/>
                    <a:pt x="341" y="2"/>
                  </a:cubicBezTo>
                  <a:cubicBezTo>
                    <a:pt x="291" y="5"/>
                    <a:pt x="246" y="21"/>
                    <a:pt x="205" y="47"/>
                  </a:cubicBezTo>
                  <a:cubicBezTo>
                    <a:pt x="159" y="67"/>
                    <a:pt x="122" y="98"/>
                    <a:pt x="91" y="139"/>
                  </a:cubicBezTo>
                  <a:cubicBezTo>
                    <a:pt x="71" y="166"/>
                    <a:pt x="54" y="195"/>
                    <a:pt x="39" y="226"/>
                  </a:cubicBezTo>
                  <a:cubicBezTo>
                    <a:pt x="14" y="282"/>
                    <a:pt x="0" y="358"/>
                    <a:pt x="10" y="419"/>
                  </a:cubicBezTo>
                  <a:cubicBezTo>
                    <a:pt x="15" y="454"/>
                    <a:pt x="21" y="489"/>
                    <a:pt x="34" y="523"/>
                  </a:cubicBezTo>
                  <a:cubicBezTo>
                    <a:pt x="60" y="592"/>
                    <a:pt x="98" y="641"/>
                    <a:pt x="154" y="688"/>
                  </a:cubicBezTo>
                  <a:cubicBezTo>
                    <a:pt x="169" y="700"/>
                    <a:pt x="182" y="711"/>
                    <a:pt x="197" y="723"/>
                  </a:cubicBezTo>
                  <a:cubicBezTo>
                    <a:pt x="217" y="740"/>
                    <a:pt x="234" y="750"/>
                    <a:pt x="258" y="764"/>
                  </a:cubicBezTo>
                  <a:cubicBezTo>
                    <a:pt x="285" y="780"/>
                    <a:pt x="294" y="789"/>
                    <a:pt x="319" y="796"/>
                  </a:cubicBezTo>
                  <a:lnTo>
                    <a:pt x="369" y="811"/>
                  </a:lnTo>
                  <a:cubicBezTo>
                    <a:pt x="408" y="827"/>
                    <a:pt x="447" y="835"/>
                    <a:pt x="489" y="835"/>
                  </a:cubicBezTo>
                  <a:cubicBezTo>
                    <a:pt x="500" y="835"/>
                    <a:pt x="510" y="835"/>
                    <a:pt x="521" y="834"/>
                  </a:cubicBezTo>
                  <a:cubicBezTo>
                    <a:pt x="561" y="831"/>
                    <a:pt x="598" y="818"/>
                    <a:pt x="631" y="797"/>
                  </a:cubicBezTo>
                  <a:cubicBezTo>
                    <a:pt x="668" y="780"/>
                    <a:pt x="699" y="755"/>
                    <a:pt x="725" y="722"/>
                  </a:cubicBezTo>
                  <a:cubicBezTo>
                    <a:pt x="758" y="680"/>
                    <a:pt x="780" y="632"/>
                    <a:pt x="788" y="577"/>
                  </a:cubicBezTo>
                  <a:cubicBezTo>
                    <a:pt x="789" y="564"/>
                    <a:pt x="791" y="549"/>
                    <a:pt x="793" y="534"/>
                  </a:cubicBezTo>
                  <a:cubicBezTo>
                    <a:pt x="794" y="531"/>
                    <a:pt x="794" y="528"/>
                    <a:pt x="794" y="524"/>
                  </a:cubicBezTo>
                  <a:lnTo>
                    <a:pt x="795" y="517"/>
                  </a:lnTo>
                  <a:cubicBezTo>
                    <a:pt x="796" y="486"/>
                    <a:pt x="796" y="456"/>
                    <a:pt x="797" y="427"/>
                  </a:cubicBezTo>
                  <a:cubicBezTo>
                    <a:pt x="794" y="388"/>
                    <a:pt x="780" y="351"/>
                    <a:pt x="768" y="315"/>
                  </a:cubicBezTo>
                  <a:cubicBezTo>
                    <a:pt x="763" y="297"/>
                    <a:pt x="758" y="279"/>
                    <a:pt x="753" y="261"/>
                  </a:cubicBezTo>
                  <a:lnTo>
                    <a:pt x="750" y="252"/>
                  </a:lnTo>
                  <a:cubicBezTo>
                    <a:pt x="734" y="223"/>
                    <a:pt x="718" y="193"/>
                    <a:pt x="703" y="165"/>
                  </a:cubicBezTo>
                  <a:cubicBezTo>
                    <a:pt x="675" y="122"/>
                    <a:pt x="655" y="106"/>
                    <a:pt x="624" y="85"/>
                  </a:cubicBezTo>
                  <a:cubicBezTo>
                    <a:pt x="595" y="67"/>
                    <a:pt x="564" y="48"/>
                    <a:pt x="534" y="30"/>
                  </a:cubicBezTo>
                  <a:lnTo>
                    <a:pt x="440" y="4"/>
                  </a:lnTo>
                  <a:cubicBezTo>
                    <a:pt x="420" y="1"/>
                    <a:pt x="401" y="0"/>
                    <a:pt x="3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7"/>
            <p:cNvSpPr/>
            <p:nvPr/>
          </p:nvSpPr>
          <p:spPr>
            <a:xfrm>
              <a:off x="5923596" y="-1404565"/>
              <a:ext cx="32931" cy="66993"/>
            </a:xfrm>
            <a:custGeom>
              <a:avLst/>
              <a:gdLst/>
              <a:ahLst/>
              <a:cxnLst/>
              <a:rect l="l" t="t" r="r" b="b"/>
              <a:pathLst>
                <a:path w="495" h="1007" extrusionOk="0">
                  <a:moveTo>
                    <a:pt x="495" y="0"/>
                  </a:moveTo>
                  <a:lnTo>
                    <a:pt x="495" y="0"/>
                  </a:lnTo>
                  <a:cubicBezTo>
                    <a:pt x="454" y="5"/>
                    <a:pt x="413" y="17"/>
                    <a:pt x="369" y="30"/>
                  </a:cubicBezTo>
                  <a:cubicBezTo>
                    <a:pt x="238" y="71"/>
                    <a:pt x="115" y="183"/>
                    <a:pt x="66" y="312"/>
                  </a:cubicBezTo>
                  <a:cubicBezTo>
                    <a:pt x="46" y="363"/>
                    <a:pt x="31" y="419"/>
                    <a:pt x="19" y="471"/>
                  </a:cubicBezTo>
                  <a:cubicBezTo>
                    <a:pt x="15" y="486"/>
                    <a:pt x="12" y="500"/>
                    <a:pt x="10" y="515"/>
                  </a:cubicBezTo>
                  <a:cubicBezTo>
                    <a:pt x="4" y="563"/>
                    <a:pt x="1" y="633"/>
                    <a:pt x="5" y="672"/>
                  </a:cubicBezTo>
                  <a:cubicBezTo>
                    <a:pt x="15" y="767"/>
                    <a:pt x="61" y="855"/>
                    <a:pt x="113" y="935"/>
                  </a:cubicBezTo>
                  <a:cubicBezTo>
                    <a:pt x="135" y="958"/>
                    <a:pt x="158" y="982"/>
                    <a:pt x="180" y="1006"/>
                  </a:cubicBezTo>
                  <a:cubicBezTo>
                    <a:pt x="181" y="1006"/>
                    <a:pt x="182" y="1006"/>
                    <a:pt x="182" y="1007"/>
                  </a:cubicBezTo>
                  <a:lnTo>
                    <a:pt x="182" y="1007"/>
                  </a:lnTo>
                  <a:cubicBezTo>
                    <a:pt x="139" y="646"/>
                    <a:pt x="258" y="290"/>
                    <a:pt x="495" y="0"/>
                  </a:cubicBezTo>
                  <a:close/>
                  <a:moveTo>
                    <a:pt x="182" y="1007"/>
                  </a:moveTo>
                  <a:lnTo>
                    <a:pt x="182" y="1007"/>
                  </a:lnTo>
                  <a:cubicBezTo>
                    <a:pt x="182" y="1007"/>
                    <a:pt x="182" y="1007"/>
                    <a:pt x="182" y="1007"/>
                  </a:cubicBezTo>
                  <a:cubicBezTo>
                    <a:pt x="182" y="1007"/>
                    <a:pt x="182" y="1007"/>
                    <a:pt x="182" y="10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7"/>
            <p:cNvSpPr/>
            <p:nvPr/>
          </p:nvSpPr>
          <p:spPr>
            <a:xfrm>
              <a:off x="5531749" y="-991229"/>
              <a:ext cx="79633" cy="70187"/>
            </a:xfrm>
            <a:custGeom>
              <a:avLst/>
              <a:gdLst/>
              <a:ahLst/>
              <a:cxnLst/>
              <a:rect l="l" t="t" r="r" b="b"/>
              <a:pathLst>
                <a:path w="1197" h="1055" extrusionOk="0">
                  <a:moveTo>
                    <a:pt x="719" y="1"/>
                  </a:moveTo>
                  <a:cubicBezTo>
                    <a:pt x="698" y="1"/>
                    <a:pt x="678" y="2"/>
                    <a:pt x="658" y="5"/>
                  </a:cubicBezTo>
                  <a:cubicBezTo>
                    <a:pt x="604" y="11"/>
                    <a:pt x="552" y="26"/>
                    <a:pt x="502" y="44"/>
                  </a:cubicBezTo>
                  <a:cubicBezTo>
                    <a:pt x="454" y="60"/>
                    <a:pt x="419" y="83"/>
                    <a:pt x="386" y="112"/>
                  </a:cubicBezTo>
                  <a:cubicBezTo>
                    <a:pt x="361" y="117"/>
                    <a:pt x="337" y="120"/>
                    <a:pt x="314" y="129"/>
                  </a:cubicBezTo>
                  <a:cubicBezTo>
                    <a:pt x="234" y="160"/>
                    <a:pt x="167" y="209"/>
                    <a:pt x="112" y="276"/>
                  </a:cubicBezTo>
                  <a:cubicBezTo>
                    <a:pt x="90" y="313"/>
                    <a:pt x="67" y="349"/>
                    <a:pt x="45" y="386"/>
                  </a:cubicBezTo>
                  <a:cubicBezTo>
                    <a:pt x="13" y="463"/>
                    <a:pt x="0" y="544"/>
                    <a:pt x="10" y="628"/>
                  </a:cubicBezTo>
                  <a:cubicBezTo>
                    <a:pt x="14" y="691"/>
                    <a:pt x="33" y="749"/>
                    <a:pt x="67" y="801"/>
                  </a:cubicBezTo>
                  <a:cubicBezTo>
                    <a:pt x="93" y="860"/>
                    <a:pt x="132" y="909"/>
                    <a:pt x="185" y="949"/>
                  </a:cubicBezTo>
                  <a:cubicBezTo>
                    <a:pt x="253" y="1002"/>
                    <a:pt x="329" y="1036"/>
                    <a:pt x="414" y="1049"/>
                  </a:cubicBezTo>
                  <a:cubicBezTo>
                    <a:pt x="437" y="1053"/>
                    <a:pt x="461" y="1054"/>
                    <a:pt x="484" y="1054"/>
                  </a:cubicBezTo>
                  <a:cubicBezTo>
                    <a:pt x="542" y="1054"/>
                    <a:pt x="599" y="1044"/>
                    <a:pt x="656" y="1022"/>
                  </a:cubicBezTo>
                  <a:cubicBezTo>
                    <a:pt x="685" y="1014"/>
                    <a:pt x="714" y="998"/>
                    <a:pt x="742" y="979"/>
                  </a:cubicBezTo>
                  <a:cubicBezTo>
                    <a:pt x="769" y="966"/>
                    <a:pt x="793" y="951"/>
                    <a:pt x="815" y="933"/>
                  </a:cubicBezTo>
                  <a:cubicBezTo>
                    <a:pt x="825" y="927"/>
                    <a:pt x="836" y="923"/>
                    <a:pt x="845" y="917"/>
                  </a:cubicBezTo>
                  <a:cubicBezTo>
                    <a:pt x="864" y="905"/>
                    <a:pt x="882" y="892"/>
                    <a:pt x="899" y="880"/>
                  </a:cubicBezTo>
                  <a:cubicBezTo>
                    <a:pt x="931" y="864"/>
                    <a:pt x="961" y="847"/>
                    <a:pt x="989" y="829"/>
                  </a:cubicBezTo>
                  <a:cubicBezTo>
                    <a:pt x="1090" y="761"/>
                    <a:pt x="1165" y="644"/>
                    <a:pt x="1181" y="523"/>
                  </a:cubicBezTo>
                  <a:cubicBezTo>
                    <a:pt x="1197" y="407"/>
                    <a:pt x="1167" y="295"/>
                    <a:pt x="1102" y="199"/>
                  </a:cubicBezTo>
                  <a:cubicBezTo>
                    <a:pt x="1057" y="132"/>
                    <a:pt x="981" y="70"/>
                    <a:pt x="907" y="38"/>
                  </a:cubicBezTo>
                  <a:cubicBezTo>
                    <a:pt x="848" y="14"/>
                    <a:pt x="783" y="1"/>
                    <a:pt x="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7"/>
            <p:cNvSpPr/>
            <p:nvPr/>
          </p:nvSpPr>
          <p:spPr>
            <a:xfrm>
              <a:off x="5768454" y="-946655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0" y="0"/>
                  </a:moveTo>
                  <a:cubicBezTo>
                    <a:pt x="543" y="0"/>
                    <a:pt x="498" y="9"/>
                    <a:pt x="453" y="26"/>
                  </a:cubicBezTo>
                  <a:cubicBezTo>
                    <a:pt x="412" y="45"/>
                    <a:pt x="372" y="67"/>
                    <a:pt x="334" y="90"/>
                  </a:cubicBezTo>
                  <a:cubicBezTo>
                    <a:pt x="321" y="96"/>
                    <a:pt x="311" y="103"/>
                    <a:pt x="299" y="112"/>
                  </a:cubicBezTo>
                  <a:cubicBezTo>
                    <a:pt x="299" y="113"/>
                    <a:pt x="298" y="113"/>
                    <a:pt x="297" y="114"/>
                  </a:cubicBezTo>
                  <a:cubicBezTo>
                    <a:pt x="294" y="115"/>
                    <a:pt x="292" y="115"/>
                    <a:pt x="289" y="116"/>
                  </a:cubicBezTo>
                  <a:cubicBezTo>
                    <a:pt x="255" y="135"/>
                    <a:pt x="222" y="152"/>
                    <a:pt x="187" y="171"/>
                  </a:cubicBezTo>
                  <a:cubicBezTo>
                    <a:pt x="121" y="219"/>
                    <a:pt x="72" y="281"/>
                    <a:pt x="40" y="355"/>
                  </a:cubicBezTo>
                  <a:cubicBezTo>
                    <a:pt x="13" y="409"/>
                    <a:pt x="3" y="465"/>
                    <a:pt x="6" y="524"/>
                  </a:cubicBezTo>
                  <a:cubicBezTo>
                    <a:pt x="1" y="580"/>
                    <a:pt x="9" y="637"/>
                    <a:pt x="32" y="691"/>
                  </a:cubicBezTo>
                  <a:cubicBezTo>
                    <a:pt x="51" y="748"/>
                    <a:pt x="84" y="797"/>
                    <a:pt x="128" y="836"/>
                  </a:cubicBezTo>
                  <a:cubicBezTo>
                    <a:pt x="166" y="883"/>
                    <a:pt x="213" y="918"/>
                    <a:pt x="271" y="940"/>
                  </a:cubicBezTo>
                  <a:cubicBezTo>
                    <a:pt x="328" y="965"/>
                    <a:pt x="387" y="978"/>
                    <a:pt x="447" y="978"/>
                  </a:cubicBezTo>
                  <a:cubicBezTo>
                    <a:pt x="463" y="978"/>
                    <a:pt x="480" y="977"/>
                    <a:pt x="496" y="975"/>
                  </a:cubicBezTo>
                  <a:cubicBezTo>
                    <a:pt x="527" y="972"/>
                    <a:pt x="559" y="961"/>
                    <a:pt x="589" y="955"/>
                  </a:cubicBezTo>
                  <a:cubicBezTo>
                    <a:pt x="679" y="934"/>
                    <a:pt x="739" y="926"/>
                    <a:pt x="815" y="868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8" y="751"/>
                    <a:pt x="985" y="667"/>
                  </a:cubicBezTo>
                  <a:cubicBezTo>
                    <a:pt x="1005" y="632"/>
                    <a:pt x="1015" y="595"/>
                    <a:pt x="1015" y="557"/>
                  </a:cubicBezTo>
                  <a:cubicBezTo>
                    <a:pt x="1026" y="501"/>
                    <a:pt x="1022" y="447"/>
                    <a:pt x="1005" y="395"/>
                  </a:cubicBezTo>
                  <a:cubicBezTo>
                    <a:pt x="998" y="355"/>
                    <a:pt x="984" y="319"/>
                    <a:pt x="964" y="285"/>
                  </a:cubicBezTo>
                  <a:cubicBezTo>
                    <a:pt x="961" y="274"/>
                    <a:pt x="960" y="261"/>
                    <a:pt x="955" y="250"/>
                  </a:cubicBezTo>
                  <a:cubicBezTo>
                    <a:pt x="930" y="185"/>
                    <a:pt x="890" y="130"/>
                    <a:pt x="835" y="85"/>
                  </a:cubicBezTo>
                  <a:cubicBezTo>
                    <a:pt x="781" y="42"/>
                    <a:pt x="719" y="15"/>
                    <a:pt x="649" y="5"/>
                  </a:cubicBezTo>
                  <a:cubicBezTo>
                    <a:pt x="629" y="2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7"/>
            <p:cNvSpPr/>
            <p:nvPr/>
          </p:nvSpPr>
          <p:spPr>
            <a:xfrm>
              <a:off x="5669129" y="-839679"/>
              <a:ext cx="58212" cy="62735"/>
            </a:xfrm>
            <a:custGeom>
              <a:avLst/>
              <a:gdLst/>
              <a:ahLst/>
              <a:cxnLst/>
              <a:rect l="l" t="t" r="r" b="b"/>
              <a:pathLst>
                <a:path w="875" h="943" extrusionOk="0">
                  <a:moveTo>
                    <a:pt x="441" y="1"/>
                  </a:moveTo>
                  <a:cubicBezTo>
                    <a:pt x="432" y="1"/>
                    <a:pt x="422" y="1"/>
                    <a:pt x="414" y="1"/>
                  </a:cubicBezTo>
                  <a:cubicBezTo>
                    <a:pt x="410" y="1"/>
                    <a:pt x="405" y="1"/>
                    <a:pt x="401" y="2"/>
                  </a:cubicBezTo>
                  <a:cubicBezTo>
                    <a:pt x="400" y="2"/>
                    <a:pt x="398" y="3"/>
                    <a:pt x="397" y="3"/>
                  </a:cubicBezTo>
                  <a:cubicBezTo>
                    <a:pt x="371" y="9"/>
                    <a:pt x="314" y="22"/>
                    <a:pt x="289" y="29"/>
                  </a:cubicBezTo>
                  <a:lnTo>
                    <a:pt x="284" y="31"/>
                  </a:lnTo>
                  <a:cubicBezTo>
                    <a:pt x="266" y="37"/>
                    <a:pt x="249" y="45"/>
                    <a:pt x="234" y="58"/>
                  </a:cubicBezTo>
                  <a:cubicBezTo>
                    <a:pt x="198" y="71"/>
                    <a:pt x="168" y="93"/>
                    <a:pt x="144" y="123"/>
                  </a:cubicBezTo>
                  <a:cubicBezTo>
                    <a:pt x="89" y="175"/>
                    <a:pt x="109" y="150"/>
                    <a:pt x="70" y="214"/>
                  </a:cubicBezTo>
                  <a:cubicBezTo>
                    <a:pt x="58" y="235"/>
                    <a:pt x="46" y="248"/>
                    <a:pt x="39" y="267"/>
                  </a:cubicBezTo>
                  <a:cubicBezTo>
                    <a:pt x="38" y="269"/>
                    <a:pt x="38" y="271"/>
                    <a:pt x="37" y="274"/>
                  </a:cubicBezTo>
                  <a:cubicBezTo>
                    <a:pt x="28" y="306"/>
                    <a:pt x="14" y="352"/>
                    <a:pt x="6" y="383"/>
                  </a:cubicBezTo>
                  <a:cubicBezTo>
                    <a:pt x="5" y="388"/>
                    <a:pt x="4" y="393"/>
                    <a:pt x="4" y="398"/>
                  </a:cubicBezTo>
                  <a:cubicBezTo>
                    <a:pt x="2" y="400"/>
                    <a:pt x="2" y="403"/>
                    <a:pt x="2" y="405"/>
                  </a:cubicBezTo>
                  <a:cubicBezTo>
                    <a:pt x="2" y="406"/>
                    <a:pt x="2" y="407"/>
                    <a:pt x="2" y="408"/>
                  </a:cubicBezTo>
                  <a:cubicBezTo>
                    <a:pt x="1" y="444"/>
                    <a:pt x="1" y="481"/>
                    <a:pt x="0" y="516"/>
                  </a:cubicBezTo>
                  <a:lnTo>
                    <a:pt x="0" y="519"/>
                  </a:lnTo>
                  <a:cubicBezTo>
                    <a:pt x="9" y="554"/>
                    <a:pt x="17" y="589"/>
                    <a:pt x="25" y="624"/>
                  </a:cubicBezTo>
                  <a:cubicBezTo>
                    <a:pt x="25" y="625"/>
                    <a:pt x="27" y="626"/>
                    <a:pt x="27" y="627"/>
                  </a:cubicBezTo>
                  <a:lnTo>
                    <a:pt x="31" y="635"/>
                  </a:lnTo>
                  <a:cubicBezTo>
                    <a:pt x="31" y="639"/>
                    <a:pt x="31" y="642"/>
                    <a:pt x="31" y="645"/>
                  </a:cubicBezTo>
                  <a:cubicBezTo>
                    <a:pt x="34" y="689"/>
                    <a:pt x="47" y="730"/>
                    <a:pt x="70" y="766"/>
                  </a:cubicBezTo>
                  <a:cubicBezTo>
                    <a:pt x="82" y="793"/>
                    <a:pt x="99" y="818"/>
                    <a:pt x="122" y="836"/>
                  </a:cubicBezTo>
                  <a:cubicBezTo>
                    <a:pt x="151" y="872"/>
                    <a:pt x="187" y="898"/>
                    <a:pt x="230" y="915"/>
                  </a:cubicBezTo>
                  <a:cubicBezTo>
                    <a:pt x="258" y="922"/>
                    <a:pt x="285" y="931"/>
                    <a:pt x="313" y="939"/>
                  </a:cubicBezTo>
                  <a:cubicBezTo>
                    <a:pt x="330" y="941"/>
                    <a:pt x="346" y="942"/>
                    <a:pt x="361" y="942"/>
                  </a:cubicBezTo>
                  <a:cubicBezTo>
                    <a:pt x="402" y="942"/>
                    <a:pt x="442" y="935"/>
                    <a:pt x="481" y="920"/>
                  </a:cubicBezTo>
                  <a:cubicBezTo>
                    <a:pt x="517" y="901"/>
                    <a:pt x="555" y="882"/>
                    <a:pt x="589" y="860"/>
                  </a:cubicBezTo>
                  <a:cubicBezTo>
                    <a:pt x="643" y="838"/>
                    <a:pt x="662" y="819"/>
                    <a:pt x="704" y="779"/>
                  </a:cubicBezTo>
                  <a:cubicBezTo>
                    <a:pt x="735" y="756"/>
                    <a:pt x="758" y="727"/>
                    <a:pt x="774" y="692"/>
                  </a:cubicBezTo>
                  <a:cubicBezTo>
                    <a:pt x="777" y="687"/>
                    <a:pt x="779" y="682"/>
                    <a:pt x="782" y="676"/>
                  </a:cubicBezTo>
                  <a:cubicBezTo>
                    <a:pt x="795" y="660"/>
                    <a:pt x="807" y="642"/>
                    <a:pt x="825" y="602"/>
                  </a:cubicBezTo>
                  <a:cubicBezTo>
                    <a:pt x="846" y="555"/>
                    <a:pt x="854" y="516"/>
                    <a:pt x="858" y="475"/>
                  </a:cubicBezTo>
                  <a:cubicBezTo>
                    <a:pt x="858" y="474"/>
                    <a:pt x="858" y="473"/>
                    <a:pt x="858" y="472"/>
                  </a:cubicBezTo>
                  <a:cubicBezTo>
                    <a:pt x="860" y="465"/>
                    <a:pt x="864" y="458"/>
                    <a:pt x="865" y="449"/>
                  </a:cubicBezTo>
                  <a:cubicBezTo>
                    <a:pt x="874" y="382"/>
                    <a:pt x="867" y="316"/>
                    <a:pt x="843" y="252"/>
                  </a:cubicBezTo>
                  <a:cubicBezTo>
                    <a:pt x="818" y="186"/>
                    <a:pt x="778" y="131"/>
                    <a:pt x="723" y="87"/>
                  </a:cubicBezTo>
                  <a:cubicBezTo>
                    <a:pt x="668" y="43"/>
                    <a:pt x="605" y="16"/>
                    <a:pt x="536" y="5"/>
                  </a:cubicBezTo>
                  <a:cubicBezTo>
                    <a:pt x="532" y="4"/>
                    <a:pt x="529" y="3"/>
                    <a:pt x="525" y="3"/>
                  </a:cubicBezTo>
                  <a:lnTo>
                    <a:pt x="521" y="3"/>
                  </a:lnTo>
                  <a:cubicBezTo>
                    <a:pt x="498" y="2"/>
                    <a:pt x="468" y="1"/>
                    <a:pt x="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7"/>
            <p:cNvSpPr/>
            <p:nvPr/>
          </p:nvSpPr>
          <p:spPr>
            <a:xfrm>
              <a:off x="5837177" y="-797700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0" y="1"/>
                  </a:moveTo>
                  <a:cubicBezTo>
                    <a:pt x="484" y="1"/>
                    <a:pt x="428" y="13"/>
                    <a:pt x="373" y="36"/>
                  </a:cubicBezTo>
                  <a:lnTo>
                    <a:pt x="245" y="105"/>
                  </a:lnTo>
                  <a:cubicBezTo>
                    <a:pt x="160" y="167"/>
                    <a:pt x="97" y="245"/>
                    <a:pt x="55" y="340"/>
                  </a:cubicBezTo>
                  <a:cubicBezTo>
                    <a:pt x="42" y="388"/>
                    <a:pt x="28" y="435"/>
                    <a:pt x="16" y="482"/>
                  </a:cubicBezTo>
                  <a:cubicBezTo>
                    <a:pt x="1" y="580"/>
                    <a:pt x="11" y="675"/>
                    <a:pt x="46" y="767"/>
                  </a:cubicBezTo>
                  <a:cubicBezTo>
                    <a:pt x="47" y="770"/>
                    <a:pt x="47" y="772"/>
                    <a:pt x="48" y="774"/>
                  </a:cubicBezTo>
                  <a:lnTo>
                    <a:pt x="118" y="903"/>
                  </a:lnTo>
                  <a:cubicBezTo>
                    <a:pt x="120" y="908"/>
                    <a:pt x="123" y="912"/>
                    <a:pt x="125" y="916"/>
                  </a:cubicBezTo>
                  <a:cubicBezTo>
                    <a:pt x="131" y="922"/>
                    <a:pt x="135" y="929"/>
                    <a:pt x="139" y="936"/>
                  </a:cubicBezTo>
                  <a:cubicBezTo>
                    <a:pt x="148" y="951"/>
                    <a:pt x="158" y="965"/>
                    <a:pt x="167" y="980"/>
                  </a:cubicBezTo>
                  <a:cubicBezTo>
                    <a:pt x="186" y="1008"/>
                    <a:pt x="199" y="1019"/>
                    <a:pt x="229" y="1051"/>
                  </a:cubicBezTo>
                  <a:cubicBezTo>
                    <a:pt x="263" y="1087"/>
                    <a:pt x="268" y="1096"/>
                    <a:pt x="298" y="1115"/>
                  </a:cubicBezTo>
                  <a:cubicBezTo>
                    <a:pt x="311" y="1123"/>
                    <a:pt x="324" y="1132"/>
                    <a:pt x="338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3" y="1249"/>
                    <a:pt x="627" y="1251"/>
                    <a:pt x="652" y="1251"/>
                  </a:cubicBezTo>
                  <a:cubicBezTo>
                    <a:pt x="712" y="1251"/>
                    <a:pt x="772" y="1240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2"/>
                    <a:pt x="1116" y="954"/>
                    <a:pt x="1128" y="887"/>
                  </a:cubicBezTo>
                  <a:cubicBezTo>
                    <a:pt x="1136" y="867"/>
                    <a:pt x="1140" y="845"/>
                    <a:pt x="1144" y="823"/>
                  </a:cubicBezTo>
                  <a:cubicBezTo>
                    <a:pt x="1144" y="824"/>
                    <a:pt x="1145" y="824"/>
                    <a:pt x="1146" y="825"/>
                  </a:cubicBezTo>
                  <a:cubicBezTo>
                    <a:pt x="1150" y="810"/>
                    <a:pt x="1153" y="796"/>
                    <a:pt x="1156" y="781"/>
                  </a:cubicBezTo>
                  <a:cubicBezTo>
                    <a:pt x="1158" y="774"/>
                    <a:pt x="1161" y="766"/>
                    <a:pt x="1163" y="758"/>
                  </a:cubicBezTo>
                  <a:cubicBezTo>
                    <a:pt x="1163" y="712"/>
                    <a:pt x="1164" y="665"/>
                    <a:pt x="1165" y="619"/>
                  </a:cubicBezTo>
                  <a:lnTo>
                    <a:pt x="1164" y="613"/>
                  </a:lnTo>
                  <a:cubicBezTo>
                    <a:pt x="1163" y="608"/>
                    <a:pt x="1162" y="603"/>
                    <a:pt x="1161" y="599"/>
                  </a:cubicBezTo>
                  <a:cubicBezTo>
                    <a:pt x="1157" y="582"/>
                    <a:pt x="1154" y="566"/>
                    <a:pt x="1151" y="550"/>
                  </a:cubicBezTo>
                  <a:cubicBezTo>
                    <a:pt x="1149" y="542"/>
                    <a:pt x="1148" y="534"/>
                    <a:pt x="1146" y="527"/>
                  </a:cubicBezTo>
                  <a:cubicBezTo>
                    <a:pt x="1146" y="523"/>
                    <a:pt x="1145" y="517"/>
                    <a:pt x="1144" y="512"/>
                  </a:cubicBezTo>
                  <a:cubicBezTo>
                    <a:pt x="1139" y="488"/>
                    <a:pt x="1132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1" y="290"/>
                    <a:pt x="1040" y="228"/>
                    <a:pt x="984" y="178"/>
                  </a:cubicBezTo>
                  <a:cubicBezTo>
                    <a:pt x="935" y="117"/>
                    <a:pt x="875" y="74"/>
                    <a:pt x="802" y="44"/>
                  </a:cubicBezTo>
                  <a:cubicBezTo>
                    <a:pt x="742" y="16"/>
                    <a:pt x="681" y="2"/>
                    <a:pt x="618" y="2"/>
                  </a:cubicBezTo>
                  <a:cubicBezTo>
                    <a:pt x="608" y="2"/>
                    <a:pt x="597" y="3"/>
                    <a:pt x="587" y="3"/>
                  </a:cubicBezTo>
                  <a:cubicBezTo>
                    <a:pt x="571" y="2"/>
                    <a:pt x="556" y="1"/>
                    <a:pt x="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7"/>
            <p:cNvSpPr/>
            <p:nvPr/>
          </p:nvSpPr>
          <p:spPr>
            <a:xfrm>
              <a:off x="5513521" y="-1223809"/>
              <a:ext cx="68191" cy="86619"/>
            </a:xfrm>
            <a:custGeom>
              <a:avLst/>
              <a:gdLst/>
              <a:ahLst/>
              <a:cxnLst/>
              <a:rect l="l" t="t" r="r" b="b"/>
              <a:pathLst>
                <a:path w="1025" h="1302" extrusionOk="0">
                  <a:moveTo>
                    <a:pt x="430" y="0"/>
                  </a:moveTo>
                  <a:lnTo>
                    <a:pt x="430" y="0"/>
                  </a:lnTo>
                  <a:cubicBezTo>
                    <a:pt x="412" y="4"/>
                    <a:pt x="392" y="7"/>
                    <a:pt x="373" y="14"/>
                  </a:cubicBezTo>
                  <a:cubicBezTo>
                    <a:pt x="370" y="15"/>
                    <a:pt x="367" y="17"/>
                    <a:pt x="363" y="18"/>
                  </a:cubicBezTo>
                  <a:cubicBezTo>
                    <a:pt x="324" y="39"/>
                    <a:pt x="284" y="61"/>
                    <a:pt x="244" y="83"/>
                  </a:cubicBezTo>
                  <a:cubicBezTo>
                    <a:pt x="243" y="83"/>
                    <a:pt x="241" y="84"/>
                    <a:pt x="240" y="85"/>
                  </a:cubicBezTo>
                  <a:cubicBezTo>
                    <a:pt x="237" y="87"/>
                    <a:pt x="235" y="89"/>
                    <a:pt x="233" y="91"/>
                  </a:cubicBezTo>
                  <a:cubicBezTo>
                    <a:pt x="215" y="107"/>
                    <a:pt x="198" y="122"/>
                    <a:pt x="181" y="139"/>
                  </a:cubicBezTo>
                  <a:cubicBezTo>
                    <a:pt x="162" y="155"/>
                    <a:pt x="144" y="173"/>
                    <a:pt x="127" y="192"/>
                  </a:cubicBezTo>
                  <a:cubicBezTo>
                    <a:pt x="114" y="211"/>
                    <a:pt x="103" y="231"/>
                    <a:pt x="90" y="251"/>
                  </a:cubicBezTo>
                  <a:cubicBezTo>
                    <a:pt x="61" y="288"/>
                    <a:pt x="42" y="330"/>
                    <a:pt x="36" y="377"/>
                  </a:cubicBezTo>
                  <a:cubicBezTo>
                    <a:pt x="13" y="454"/>
                    <a:pt x="0" y="481"/>
                    <a:pt x="15" y="578"/>
                  </a:cubicBezTo>
                  <a:cubicBezTo>
                    <a:pt x="15" y="579"/>
                    <a:pt x="15" y="580"/>
                    <a:pt x="15" y="582"/>
                  </a:cubicBezTo>
                  <a:cubicBezTo>
                    <a:pt x="18" y="600"/>
                    <a:pt x="40" y="696"/>
                    <a:pt x="46" y="713"/>
                  </a:cubicBezTo>
                  <a:cubicBezTo>
                    <a:pt x="47" y="715"/>
                    <a:pt x="47" y="717"/>
                    <a:pt x="48" y="718"/>
                  </a:cubicBezTo>
                  <a:cubicBezTo>
                    <a:pt x="55" y="735"/>
                    <a:pt x="102" y="823"/>
                    <a:pt x="112" y="837"/>
                  </a:cubicBezTo>
                  <a:cubicBezTo>
                    <a:pt x="123" y="851"/>
                    <a:pt x="135" y="863"/>
                    <a:pt x="148" y="876"/>
                  </a:cubicBezTo>
                  <a:cubicBezTo>
                    <a:pt x="150" y="880"/>
                    <a:pt x="152" y="883"/>
                    <a:pt x="153" y="886"/>
                  </a:cubicBezTo>
                  <a:cubicBezTo>
                    <a:pt x="168" y="914"/>
                    <a:pt x="210" y="1000"/>
                    <a:pt x="227" y="1024"/>
                  </a:cubicBezTo>
                  <a:cubicBezTo>
                    <a:pt x="236" y="1035"/>
                    <a:pt x="326" y="1131"/>
                    <a:pt x="338" y="1141"/>
                  </a:cubicBezTo>
                  <a:cubicBezTo>
                    <a:pt x="360" y="1159"/>
                    <a:pt x="382" y="1168"/>
                    <a:pt x="410" y="1186"/>
                  </a:cubicBezTo>
                  <a:cubicBezTo>
                    <a:pt x="436" y="1200"/>
                    <a:pt x="465" y="1220"/>
                    <a:pt x="493" y="1234"/>
                  </a:cubicBezTo>
                  <a:cubicBezTo>
                    <a:pt x="504" y="1240"/>
                    <a:pt x="515" y="1244"/>
                    <a:pt x="528" y="1248"/>
                  </a:cubicBezTo>
                  <a:cubicBezTo>
                    <a:pt x="578" y="1263"/>
                    <a:pt x="631" y="1281"/>
                    <a:pt x="684" y="1292"/>
                  </a:cubicBezTo>
                  <a:cubicBezTo>
                    <a:pt x="690" y="1294"/>
                    <a:pt x="697" y="1295"/>
                    <a:pt x="704" y="1296"/>
                  </a:cubicBezTo>
                  <a:cubicBezTo>
                    <a:pt x="731" y="1300"/>
                    <a:pt x="758" y="1301"/>
                    <a:pt x="784" y="1301"/>
                  </a:cubicBezTo>
                  <a:cubicBezTo>
                    <a:pt x="852" y="1301"/>
                    <a:pt x="918" y="1289"/>
                    <a:pt x="983" y="1264"/>
                  </a:cubicBezTo>
                  <a:cubicBezTo>
                    <a:pt x="999" y="1260"/>
                    <a:pt x="1011" y="1251"/>
                    <a:pt x="1025" y="1244"/>
                  </a:cubicBezTo>
                  <a:cubicBezTo>
                    <a:pt x="802" y="1166"/>
                    <a:pt x="605" y="1009"/>
                    <a:pt x="490" y="801"/>
                  </a:cubicBezTo>
                  <a:cubicBezTo>
                    <a:pt x="357" y="559"/>
                    <a:pt x="339" y="260"/>
                    <a:pt x="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7"/>
            <p:cNvSpPr/>
            <p:nvPr/>
          </p:nvSpPr>
          <p:spPr>
            <a:xfrm>
              <a:off x="5531749" y="-989366"/>
              <a:ext cx="50561" cy="68324"/>
            </a:xfrm>
            <a:custGeom>
              <a:avLst/>
              <a:gdLst/>
              <a:ahLst/>
              <a:cxnLst/>
              <a:rect l="l" t="t" r="r" b="b"/>
              <a:pathLst>
                <a:path w="760" h="1027" extrusionOk="0">
                  <a:moveTo>
                    <a:pt x="561" y="1"/>
                  </a:moveTo>
                  <a:lnTo>
                    <a:pt x="561" y="1"/>
                  </a:lnTo>
                  <a:cubicBezTo>
                    <a:pt x="542" y="6"/>
                    <a:pt x="521" y="9"/>
                    <a:pt x="501" y="16"/>
                  </a:cubicBezTo>
                  <a:cubicBezTo>
                    <a:pt x="454" y="32"/>
                    <a:pt x="419" y="55"/>
                    <a:pt x="386" y="84"/>
                  </a:cubicBezTo>
                  <a:cubicBezTo>
                    <a:pt x="361" y="89"/>
                    <a:pt x="337" y="92"/>
                    <a:pt x="313" y="101"/>
                  </a:cubicBezTo>
                  <a:cubicBezTo>
                    <a:pt x="233" y="132"/>
                    <a:pt x="166" y="181"/>
                    <a:pt x="111" y="248"/>
                  </a:cubicBezTo>
                  <a:cubicBezTo>
                    <a:pt x="89" y="285"/>
                    <a:pt x="67" y="321"/>
                    <a:pt x="45" y="358"/>
                  </a:cubicBezTo>
                  <a:cubicBezTo>
                    <a:pt x="12" y="435"/>
                    <a:pt x="0" y="516"/>
                    <a:pt x="9" y="600"/>
                  </a:cubicBezTo>
                  <a:cubicBezTo>
                    <a:pt x="14" y="663"/>
                    <a:pt x="33" y="721"/>
                    <a:pt x="67" y="773"/>
                  </a:cubicBezTo>
                  <a:cubicBezTo>
                    <a:pt x="93" y="832"/>
                    <a:pt x="132" y="881"/>
                    <a:pt x="185" y="921"/>
                  </a:cubicBezTo>
                  <a:cubicBezTo>
                    <a:pt x="253" y="974"/>
                    <a:pt x="328" y="1008"/>
                    <a:pt x="414" y="1021"/>
                  </a:cubicBezTo>
                  <a:cubicBezTo>
                    <a:pt x="437" y="1025"/>
                    <a:pt x="459" y="1026"/>
                    <a:pt x="482" y="1026"/>
                  </a:cubicBezTo>
                  <a:cubicBezTo>
                    <a:pt x="541" y="1026"/>
                    <a:pt x="599" y="1015"/>
                    <a:pt x="656" y="994"/>
                  </a:cubicBezTo>
                  <a:cubicBezTo>
                    <a:pt x="685" y="986"/>
                    <a:pt x="714" y="969"/>
                    <a:pt x="742" y="951"/>
                  </a:cubicBezTo>
                  <a:cubicBezTo>
                    <a:pt x="749" y="948"/>
                    <a:pt x="753" y="944"/>
                    <a:pt x="759" y="941"/>
                  </a:cubicBezTo>
                  <a:cubicBezTo>
                    <a:pt x="651" y="905"/>
                    <a:pt x="553" y="852"/>
                    <a:pt x="483" y="764"/>
                  </a:cubicBezTo>
                  <a:cubicBezTo>
                    <a:pt x="365" y="615"/>
                    <a:pt x="360" y="399"/>
                    <a:pt x="431" y="221"/>
                  </a:cubicBezTo>
                  <a:cubicBezTo>
                    <a:pt x="463" y="141"/>
                    <a:pt x="508" y="69"/>
                    <a:pt x="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7"/>
            <p:cNvSpPr/>
            <p:nvPr/>
          </p:nvSpPr>
          <p:spPr>
            <a:xfrm>
              <a:off x="5669129" y="-838747"/>
              <a:ext cx="36191" cy="61804"/>
            </a:xfrm>
            <a:custGeom>
              <a:avLst/>
              <a:gdLst/>
              <a:ahLst/>
              <a:cxnLst/>
              <a:rect l="l" t="t" r="r" b="b"/>
              <a:pathLst>
                <a:path w="544" h="929" extrusionOk="0">
                  <a:moveTo>
                    <a:pt x="343" y="1"/>
                  </a:moveTo>
                  <a:cubicBezTo>
                    <a:pt x="323" y="6"/>
                    <a:pt x="302" y="11"/>
                    <a:pt x="289" y="15"/>
                  </a:cubicBezTo>
                  <a:lnTo>
                    <a:pt x="284" y="17"/>
                  </a:lnTo>
                  <a:cubicBezTo>
                    <a:pt x="266" y="23"/>
                    <a:pt x="249" y="31"/>
                    <a:pt x="234" y="44"/>
                  </a:cubicBezTo>
                  <a:cubicBezTo>
                    <a:pt x="198" y="57"/>
                    <a:pt x="168" y="79"/>
                    <a:pt x="144" y="109"/>
                  </a:cubicBezTo>
                  <a:cubicBezTo>
                    <a:pt x="89" y="161"/>
                    <a:pt x="109" y="136"/>
                    <a:pt x="70" y="200"/>
                  </a:cubicBezTo>
                  <a:cubicBezTo>
                    <a:pt x="58" y="221"/>
                    <a:pt x="46" y="234"/>
                    <a:pt x="39" y="253"/>
                  </a:cubicBezTo>
                  <a:cubicBezTo>
                    <a:pt x="38" y="255"/>
                    <a:pt x="38" y="257"/>
                    <a:pt x="37" y="260"/>
                  </a:cubicBezTo>
                  <a:cubicBezTo>
                    <a:pt x="28" y="292"/>
                    <a:pt x="14" y="338"/>
                    <a:pt x="6" y="369"/>
                  </a:cubicBezTo>
                  <a:cubicBezTo>
                    <a:pt x="5" y="374"/>
                    <a:pt x="4" y="379"/>
                    <a:pt x="4" y="384"/>
                  </a:cubicBezTo>
                  <a:cubicBezTo>
                    <a:pt x="4" y="386"/>
                    <a:pt x="2" y="389"/>
                    <a:pt x="2" y="391"/>
                  </a:cubicBezTo>
                  <a:cubicBezTo>
                    <a:pt x="2" y="392"/>
                    <a:pt x="2" y="393"/>
                    <a:pt x="2" y="394"/>
                  </a:cubicBezTo>
                  <a:cubicBezTo>
                    <a:pt x="2" y="430"/>
                    <a:pt x="1" y="467"/>
                    <a:pt x="0" y="502"/>
                  </a:cubicBezTo>
                  <a:lnTo>
                    <a:pt x="0" y="505"/>
                  </a:lnTo>
                  <a:cubicBezTo>
                    <a:pt x="9" y="540"/>
                    <a:pt x="17" y="575"/>
                    <a:pt x="25" y="610"/>
                  </a:cubicBezTo>
                  <a:cubicBezTo>
                    <a:pt x="25" y="611"/>
                    <a:pt x="27" y="612"/>
                    <a:pt x="27" y="613"/>
                  </a:cubicBezTo>
                  <a:lnTo>
                    <a:pt x="31" y="621"/>
                  </a:lnTo>
                  <a:cubicBezTo>
                    <a:pt x="31" y="625"/>
                    <a:pt x="31" y="628"/>
                    <a:pt x="31" y="631"/>
                  </a:cubicBezTo>
                  <a:cubicBezTo>
                    <a:pt x="34" y="675"/>
                    <a:pt x="47" y="716"/>
                    <a:pt x="72" y="752"/>
                  </a:cubicBezTo>
                  <a:cubicBezTo>
                    <a:pt x="82" y="779"/>
                    <a:pt x="99" y="804"/>
                    <a:pt x="123" y="822"/>
                  </a:cubicBezTo>
                  <a:cubicBezTo>
                    <a:pt x="151" y="858"/>
                    <a:pt x="187" y="884"/>
                    <a:pt x="230" y="901"/>
                  </a:cubicBezTo>
                  <a:cubicBezTo>
                    <a:pt x="258" y="908"/>
                    <a:pt x="285" y="917"/>
                    <a:pt x="313" y="925"/>
                  </a:cubicBezTo>
                  <a:cubicBezTo>
                    <a:pt x="330" y="927"/>
                    <a:pt x="346" y="928"/>
                    <a:pt x="361" y="928"/>
                  </a:cubicBezTo>
                  <a:cubicBezTo>
                    <a:pt x="402" y="928"/>
                    <a:pt x="442" y="921"/>
                    <a:pt x="481" y="906"/>
                  </a:cubicBezTo>
                  <a:cubicBezTo>
                    <a:pt x="502" y="896"/>
                    <a:pt x="523" y="883"/>
                    <a:pt x="544" y="872"/>
                  </a:cubicBezTo>
                  <a:cubicBezTo>
                    <a:pt x="439" y="820"/>
                    <a:pt x="351" y="724"/>
                    <a:pt x="308" y="613"/>
                  </a:cubicBezTo>
                  <a:cubicBezTo>
                    <a:pt x="240" y="435"/>
                    <a:pt x="266" y="234"/>
                    <a:pt x="324" y="52"/>
                  </a:cubicBezTo>
                  <a:cubicBezTo>
                    <a:pt x="330" y="35"/>
                    <a:pt x="336" y="19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7"/>
            <p:cNvSpPr/>
            <p:nvPr/>
          </p:nvSpPr>
          <p:spPr>
            <a:xfrm>
              <a:off x="5837177" y="-795638"/>
              <a:ext cx="62868" cy="81230"/>
            </a:xfrm>
            <a:custGeom>
              <a:avLst/>
              <a:gdLst/>
              <a:ahLst/>
              <a:cxnLst/>
              <a:rect l="l" t="t" r="r" b="b"/>
              <a:pathLst>
                <a:path w="945" h="1221" extrusionOk="0">
                  <a:moveTo>
                    <a:pt x="389" y="1"/>
                  </a:moveTo>
                  <a:cubicBezTo>
                    <a:pt x="384" y="2"/>
                    <a:pt x="379" y="3"/>
                    <a:pt x="373" y="5"/>
                  </a:cubicBezTo>
                  <a:lnTo>
                    <a:pt x="244" y="75"/>
                  </a:lnTo>
                  <a:cubicBezTo>
                    <a:pt x="160" y="136"/>
                    <a:pt x="97" y="214"/>
                    <a:pt x="55" y="309"/>
                  </a:cubicBezTo>
                  <a:cubicBezTo>
                    <a:pt x="42" y="357"/>
                    <a:pt x="28" y="404"/>
                    <a:pt x="14" y="451"/>
                  </a:cubicBezTo>
                  <a:cubicBezTo>
                    <a:pt x="1" y="549"/>
                    <a:pt x="11" y="644"/>
                    <a:pt x="46" y="737"/>
                  </a:cubicBezTo>
                  <a:cubicBezTo>
                    <a:pt x="47" y="740"/>
                    <a:pt x="47" y="741"/>
                    <a:pt x="48" y="743"/>
                  </a:cubicBezTo>
                  <a:lnTo>
                    <a:pt x="117" y="872"/>
                  </a:lnTo>
                  <a:cubicBezTo>
                    <a:pt x="120" y="877"/>
                    <a:pt x="123" y="881"/>
                    <a:pt x="125" y="885"/>
                  </a:cubicBezTo>
                  <a:cubicBezTo>
                    <a:pt x="130" y="891"/>
                    <a:pt x="134" y="898"/>
                    <a:pt x="138" y="905"/>
                  </a:cubicBezTo>
                  <a:cubicBezTo>
                    <a:pt x="147" y="920"/>
                    <a:pt x="158" y="934"/>
                    <a:pt x="167" y="949"/>
                  </a:cubicBezTo>
                  <a:cubicBezTo>
                    <a:pt x="185" y="978"/>
                    <a:pt x="199" y="989"/>
                    <a:pt x="229" y="1020"/>
                  </a:cubicBezTo>
                  <a:cubicBezTo>
                    <a:pt x="263" y="1056"/>
                    <a:pt x="268" y="1065"/>
                    <a:pt x="297" y="1084"/>
                  </a:cubicBezTo>
                  <a:cubicBezTo>
                    <a:pt x="311" y="1092"/>
                    <a:pt x="324" y="1102"/>
                    <a:pt x="338" y="1110"/>
                  </a:cubicBezTo>
                  <a:cubicBezTo>
                    <a:pt x="408" y="1167"/>
                    <a:pt x="489" y="1201"/>
                    <a:pt x="578" y="1215"/>
                  </a:cubicBezTo>
                  <a:cubicBezTo>
                    <a:pt x="602" y="1218"/>
                    <a:pt x="627" y="1220"/>
                    <a:pt x="651" y="1220"/>
                  </a:cubicBezTo>
                  <a:cubicBezTo>
                    <a:pt x="712" y="1220"/>
                    <a:pt x="772" y="1209"/>
                    <a:pt x="830" y="1188"/>
                  </a:cubicBezTo>
                  <a:cubicBezTo>
                    <a:pt x="872" y="1171"/>
                    <a:pt x="909" y="1151"/>
                    <a:pt x="945" y="1125"/>
                  </a:cubicBezTo>
                  <a:cubicBezTo>
                    <a:pt x="861" y="1084"/>
                    <a:pt x="781" y="1039"/>
                    <a:pt x="705" y="984"/>
                  </a:cubicBezTo>
                  <a:cubicBezTo>
                    <a:pt x="519" y="849"/>
                    <a:pt x="363" y="657"/>
                    <a:pt x="318" y="431"/>
                  </a:cubicBezTo>
                  <a:cubicBezTo>
                    <a:pt x="290" y="285"/>
                    <a:pt x="315" y="127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7"/>
            <p:cNvSpPr/>
            <p:nvPr/>
          </p:nvSpPr>
          <p:spPr>
            <a:xfrm>
              <a:off x="6005957" y="-862232"/>
              <a:ext cx="78636" cy="77638"/>
            </a:xfrm>
            <a:custGeom>
              <a:avLst/>
              <a:gdLst/>
              <a:ahLst/>
              <a:cxnLst/>
              <a:rect l="l" t="t" r="r" b="b"/>
              <a:pathLst>
                <a:path w="1182" h="1167" extrusionOk="0">
                  <a:moveTo>
                    <a:pt x="471" y="0"/>
                  </a:moveTo>
                  <a:cubicBezTo>
                    <a:pt x="457" y="4"/>
                    <a:pt x="443" y="6"/>
                    <a:pt x="429" y="11"/>
                  </a:cubicBezTo>
                  <a:cubicBezTo>
                    <a:pt x="422" y="13"/>
                    <a:pt x="413" y="16"/>
                    <a:pt x="406" y="19"/>
                  </a:cubicBezTo>
                  <a:cubicBezTo>
                    <a:pt x="381" y="29"/>
                    <a:pt x="359" y="43"/>
                    <a:pt x="334" y="57"/>
                  </a:cubicBezTo>
                  <a:cubicBezTo>
                    <a:pt x="305" y="72"/>
                    <a:pt x="287" y="80"/>
                    <a:pt x="265" y="95"/>
                  </a:cubicBezTo>
                  <a:cubicBezTo>
                    <a:pt x="250" y="105"/>
                    <a:pt x="236" y="115"/>
                    <a:pt x="224" y="127"/>
                  </a:cubicBezTo>
                  <a:cubicBezTo>
                    <a:pt x="145" y="184"/>
                    <a:pt x="87" y="258"/>
                    <a:pt x="47" y="346"/>
                  </a:cubicBezTo>
                  <a:cubicBezTo>
                    <a:pt x="17" y="410"/>
                    <a:pt x="4" y="477"/>
                    <a:pt x="8" y="546"/>
                  </a:cubicBezTo>
                  <a:cubicBezTo>
                    <a:pt x="1" y="614"/>
                    <a:pt x="11" y="681"/>
                    <a:pt x="39" y="746"/>
                  </a:cubicBezTo>
                  <a:cubicBezTo>
                    <a:pt x="73" y="835"/>
                    <a:pt x="127" y="910"/>
                    <a:pt x="202" y="970"/>
                  </a:cubicBezTo>
                  <a:cubicBezTo>
                    <a:pt x="216" y="984"/>
                    <a:pt x="232" y="995"/>
                    <a:pt x="249" y="1007"/>
                  </a:cubicBezTo>
                  <a:cubicBezTo>
                    <a:pt x="294" y="1036"/>
                    <a:pt x="341" y="1063"/>
                    <a:pt x="387" y="1091"/>
                  </a:cubicBezTo>
                  <a:cubicBezTo>
                    <a:pt x="396" y="1096"/>
                    <a:pt x="406" y="1100"/>
                    <a:pt x="414" y="1104"/>
                  </a:cubicBezTo>
                  <a:cubicBezTo>
                    <a:pt x="452" y="1122"/>
                    <a:pt x="491" y="1132"/>
                    <a:pt x="530" y="1143"/>
                  </a:cubicBezTo>
                  <a:cubicBezTo>
                    <a:pt x="597" y="1162"/>
                    <a:pt x="605" y="1167"/>
                    <a:pt x="648" y="1167"/>
                  </a:cubicBezTo>
                  <a:cubicBezTo>
                    <a:pt x="667" y="1167"/>
                    <a:pt x="691" y="1166"/>
                    <a:pt x="729" y="1165"/>
                  </a:cubicBezTo>
                  <a:lnTo>
                    <a:pt x="740" y="1165"/>
                  </a:lnTo>
                  <a:cubicBezTo>
                    <a:pt x="749" y="1164"/>
                    <a:pt x="759" y="1164"/>
                    <a:pt x="768" y="1163"/>
                  </a:cubicBezTo>
                  <a:cubicBezTo>
                    <a:pt x="823" y="1157"/>
                    <a:pt x="877" y="1140"/>
                    <a:pt x="930" y="1126"/>
                  </a:cubicBezTo>
                  <a:cubicBezTo>
                    <a:pt x="940" y="1124"/>
                    <a:pt x="948" y="1122"/>
                    <a:pt x="957" y="1119"/>
                  </a:cubicBezTo>
                  <a:cubicBezTo>
                    <a:pt x="961" y="1118"/>
                    <a:pt x="964" y="1117"/>
                    <a:pt x="968" y="1116"/>
                  </a:cubicBezTo>
                  <a:cubicBezTo>
                    <a:pt x="988" y="1108"/>
                    <a:pt x="1007" y="1099"/>
                    <a:pt x="1023" y="1086"/>
                  </a:cubicBezTo>
                  <a:cubicBezTo>
                    <a:pt x="1044" y="1081"/>
                    <a:pt x="1061" y="1071"/>
                    <a:pt x="1076" y="1057"/>
                  </a:cubicBezTo>
                  <a:cubicBezTo>
                    <a:pt x="1118" y="1029"/>
                    <a:pt x="1152" y="992"/>
                    <a:pt x="1181" y="952"/>
                  </a:cubicBezTo>
                  <a:lnTo>
                    <a:pt x="1181" y="952"/>
                  </a:lnTo>
                  <a:cubicBezTo>
                    <a:pt x="1157" y="955"/>
                    <a:pt x="1133" y="956"/>
                    <a:pt x="1108" y="956"/>
                  </a:cubicBezTo>
                  <a:cubicBezTo>
                    <a:pt x="880" y="956"/>
                    <a:pt x="652" y="860"/>
                    <a:pt x="516" y="676"/>
                  </a:cubicBezTo>
                  <a:cubicBezTo>
                    <a:pt x="374" y="484"/>
                    <a:pt x="365" y="209"/>
                    <a:pt x="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7"/>
            <p:cNvSpPr/>
            <p:nvPr/>
          </p:nvSpPr>
          <p:spPr>
            <a:xfrm>
              <a:off x="5952669" y="-1038530"/>
              <a:ext cx="52756" cy="71517"/>
            </a:xfrm>
            <a:custGeom>
              <a:avLst/>
              <a:gdLst/>
              <a:ahLst/>
              <a:cxnLst/>
              <a:rect l="l" t="t" r="r" b="b"/>
              <a:pathLst>
                <a:path w="793" h="1075" extrusionOk="0">
                  <a:moveTo>
                    <a:pt x="358" y="0"/>
                  </a:moveTo>
                  <a:lnTo>
                    <a:pt x="358" y="0"/>
                  </a:lnTo>
                  <a:cubicBezTo>
                    <a:pt x="353" y="2"/>
                    <a:pt x="348" y="3"/>
                    <a:pt x="343" y="6"/>
                  </a:cubicBezTo>
                  <a:cubicBezTo>
                    <a:pt x="304" y="27"/>
                    <a:pt x="264" y="49"/>
                    <a:pt x="224" y="70"/>
                  </a:cubicBezTo>
                  <a:cubicBezTo>
                    <a:pt x="163" y="111"/>
                    <a:pt x="117" y="162"/>
                    <a:pt x="86" y="226"/>
                  </a:cubicBezTo>
                  <a:cubicBezTo>
                    <a:pt x="57" y="264"/>
                    <a:pt x="39" y="305"/>
                    <a:pt x="32" y="352"/>
                  </a:cubicBezTo>
                  <a:cubicBezTo>
                    <a:pt x="7" y="416"/>
                    <a:pt x="0" y="481"/>
                    <a:pt x="11" y="551"/>
                  </a:cubicBezTo>
                  <a:cubicBezTo>
                    <a:pt x="21" y="593"/>
                    <a:pt x="32" y="636"/>
                    <a:pt x="42" y="680"/>
                  </a:cubicBezTo>
                  <a:cubicBezTo>
                    <a:pt x="76" y="767"/>
                    <a:pt x="129" y="840"/>
                    <a:pt x="202" y="900"/>
                  </a:cubicBezTo>
                  <a:cubicBezTo>
                    <a:pt x="247" y="942"/>
                    <a:pt x="309" y="971"/>
                    <a:pt x="362" y="1000"/>
                  </a:cubicBezTo>
                  <a:cubicBezTo>
                    <a:pt x="378" y="1008"/>
                    <a:pt x="394" y="1014"/>
                    <a:pt x="411" y="1020"/>
                  </a:cubicBezTo>
                  <a:cubicBezTo>
                    <a:pt x="486" y="1045"/>
                    <a:pt x="560" y="1070"/>
                    <a:pt x="638" y="1072"/>
                  </a:cubicBezTo>
                  <a:cubicBezTo>
                    <a:pt x="668" y="1073"/>
                    <a:pt x="702" y="1075"/>
                    <a:pt x="736" y="1075"/>
                  </a:cubicBezTo>
                  <a:cubicBezTo>
                    <a:pt x="755" y="1075"/>
                    <a:pt x="774" y="1074"/>
                    <a:pt x="792" y="1073"/>
                  </a:cubicBezTo>
                  <a:cubicBezTo>
                    <a:pt x="776" y="1065"/>
                    <a:pt x="759" y="1060"/>
                    <a:pt x="743" y="1053"/>
                  </a:cubicBezTo>
                  <a:cubicBezTo>
                    <a:pt x="523" y="943"/>
                    <a:pt x="333" y="754"/>
                    <a:pt x="268" y="516"/>
                  </a:cubicBezTo>
                  <a:cubicBezTo>
                    <a:pt x="221" y="342"/>
                    <a:pt x="254" y="144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7"/>
            <p:cNvSpPr/>
            <p:nvPr/>
          </p:nvSpPr>
          <p:spPr>
            <a:xfrm>
              <a:off x="5768454" y="-941067"/>
              <a:ext cx="34860" cy="59476"/>
            </a:xfrm>
            <a:custGeom>
              <a:avLst/>
              <a:gdLst/>
              <a:ahLst/>
              <a:cxnLst/>
              <a:rect l="l" t="t" r="r" b="b"/>
              <a:pathLst>
                <a:path w="524" h="894" extrusionOk="0">
                  <a:moveTo>
                    <a:pt x="342" y="0"/>
                  </a:moveTo>
                  <a:lnTo>
                    <a:pt x="342" y="0"/>
                  </a:lnTo>
                  <a:cubicBezTo>
                    <a:pt x="339" y="2"/>
                    <a:pt x="336" y="3"/>
                    <a:pt x="333" y="6"/>
                  </a:cubicBezTo>
                  <a:cubicBezTo>
                    <a:pt x="321" y="12"/>
                    <a:pt x="311" y="19"/>
                    <a:pt x="299" y="28"/>
                  </a:cubicBezTo>
                  <a:cubicBezTo>
                    <a:pt x="298" y="29"/>
                    <a:pt x="298" y="30"/>
                    <a:pt x="297" y="30"/>
                  </a:cubicBezTo>
                  <a:cubicBezTo>
                    <a:pt x="294" y="31"/>
                    <a:pt x="292" y="31"/>
                    <a:pt x="289" y="32"/>
                  </a:cubicBezTo>
                  <a:cubicBezTo>
                    <a:pt x="255" y="51"/>
                    <a:pt x="222" y="68"/>
                    <a:pt x="187" y="87"/>
                  </a:cubicBezTo>
                  <a:cubicBezTo>
                    <a:pt x="121" y="135"/>
                    <a:pt x="72" y="197"/>
                    <a:pt x="40" y="271"/>
                  </a:cubicBezTo>
                  <a:cubicBezTo>
                    <a:pt x="13" y="326"/>
                    <a:pt x="3" y="381"/>
                    <a:pt x="6" y="440"/>
                  </a:cubicBezTo>
                  <a:cubicBezTo>
                    <a:pt x="1" y="497"/>
                    <a:pt x="9" y="553"/>
                    <a:pt x="32" y="607"/>
                  </a:cubicBezTo>
                  <a:cubicBezTo>
                    <a:pt x="51" y="665"/>
                    <a:pt x="84" y="713"/>
                    <a:pt x="128" y="752"/>
                  </a:cubicBezTo>
                  <a:cubicBezTo>
                    <a:pt x="165" y="799"/>
                    <a:pt x="213" y="834"/>
                    <a:pt x="271" y="857"/>
                  </a:cubicBezTo>
                  <a:cubicBezTo>
                    <a:pt x="328" y="881"/>
                    <a:pt x="387" y="894"/>
                    <a:pt x="447" y="894"/>
                  </a:cubicBezTo>
                  <a:cubicBezTo>
                    <a:pt x="463" y="894"/>
                    <a:pt x="480" y="893"/>
                    <a:pt x="496" y="891"/>
                  </a:cubicBezTo>
                  <a:cubicBezTo>
                    <a:pt x="505" y="890"/>
                    <a:pt x="515" y="887"/>
                    <a:pt x="523" y="885"/>
                  </a:cubicBezTo>
                  <a:cubicBezTo>
                    <a:pt x="472" y="846"/>
                    <a:pt x="425" y="802"/>
                    <a:pt x="384" y="751"/>
                  </a:cubicBezTo>
                  <a:cubicBezTo>
                    <a:pt x="233" y="563"/>
                    <a:pt x="180" y="286"/>
                    <a:pt x="294" y="73"/>
                  </a:cubicBezTo>
                  <a:cubicBezTo>
                    <a:pt x="308" y="47"/>
                    <a:pt x="324" y="24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7"/>
            <p:cNvSpPr/>
            <p:nvPr/>
          </p:nvSpPr>
          <p:spPr>
            <a:xfrm>
              <a:off x="5695873" y="-1135394"/>
              <a:ext cx="58677" cy="86619"/>
            </a:xfrm>
            <a:custGeom>
              <a:avLst/>
              <a:gdLst/>
              <a:ahLst/>
              <a:cxnLst/>
              <a:rect l="l" t="t" r="r" b="b"/>
              <a:pathLst>
                <a:path w="882" h="1302" extrusionOk="0">
                  <a:moveTo>
                    <a:pt x="491" y="0"/>
                  </a:moveTo>
                  <a:lnTo>
                    <a:pt x="491" y="0"/>
                  </a:lnTo>
                  <a:cubicBezTo>
                    <a:pt x="416" y="13"/>
                    <a:pt x="346" y="43"/>
                    <a:pt x="284" y="91"/>
                  </a:cubicBezTo>
                  <a:cubicBezTo>
                    <a:pt x="283" y="92"/>
                    <a:pt x="282" y="92"/>
                    <a:pt x="282" y="93"/>
                  </a:cubicBezTo>
                  <a:lnTo>
                    <a:pt x="162" y="206"/>
                  </a:lnTo>
                  <a:cubicBezTo>
                    <a:pt x="160" y="208"/>
                    <a:pt x="158" y="211"/>
                    <a:pt x="157" y="213"/>
                  </a:cubicBezTo>
                  <a:cubicBezTo>
                    <a:pt x="138" y="236"/>
                    <a:pt x="115" y="280"/>
                    <a:pt x="108" y="293"/>
                  </a:cubicBezTo>
                  <a:cubicBezTo>
                    <a:pt x="92" y="318"/>
                    <a:pt x="71" y="347"/>
                    <a:pt x="59" y="375"/>
                  </a:cubicBezTo>
                  <a:cubicBezTo>
                    <a:pt x="44" y="427"/>
                    <a:pt x="30" y="479"/>
                    <a:pt x="15" y="530"/>
                  </a:cubicBezTo>
                  <a:cubicBezTo>
                    <a:pt x="15" y="531"/>
                    <a:pt x="15" y="532"/>
                    <a:pt x="15" y="533"/>
                  </a:cubicBezTo>
                  <a:cubicBezTo>
                    <a:pt x="0" y="614"/>
                    <a:pt x="5" y="692"/>
                    <a:pt x="31" y="768"/>
                  </a:cubicBezTo>
                  <a:cubicBezTo>
                    <a:pt x="36" y="795"/>
                    <a:pt x="43" y="821"/>
                    <a:pt x="49" y="847"/>
                  </a:cubicBezTo>
                  <a:cubicBezTo>
                    <a:pt x="50" y="851"/>
                    <a:pt x="52" y="855"/>
                    <a:pt x="54" y="858"/>
                  </a:cubicBezTo>
                  <a:cubicBezTo>
                    <a:pt x="54" y="861"/>
                    <a:pt x="55" y="863"/>
                    <a:pt x="56" y="864"/>
                  </a:cubicBezTo>
                  <a:lnTo>
                    <a:pt x="57" y="867"/>
                  </a:lnTo>
                  <a:cubicBezTo>
                    <a:pt x="82" y="913"/>
                    <a:pt x="107" y="960"/>
                    <a:pt x="132" y="1006"/>
                  </a:cubicBezTo>
                  <a:cubicBezTo>
                    <a:pt x="161" y="1054"/>
                    <a:pt x="247" y="1132"/>
                    <a:pt x="258" y="1141"/>
                  </a:cubicBezTo>
                  <a:cubicBezTo>
                    <a:pt x="263" y="1147"/>
                    <a:pt x="269" y="1153"/>
                    <a:pt x="276" y="1157"/>
                  </a:cubicBezTo>
                  <a:cubicBezTo>
                    <a:pt x="299" y="1172"/>
                    <a:pt x="333" y="1191"/>
                    <a:pt x="348" y="1201"/>
                  </a:cubicBezTo>
                  <a:cubicBezTo>
                    <a:pt x="364" y="1210"/>
                    <a:pt x="396" y="1231"/>
                    <a:pt x="420" y="1244"/>
                  </a:cubicBezTo>
                  <a:cubicBezTo>
                    <a:pt x="424" y="1246"/>
                    <a:pt x="427" y="1248"/>
                    <a:pt x="430" y="1249"/>
                  </a:cubicBezTo>
                  <a:cubicBezTo>
                    <a:pt x="435" y="1251"/>
                    <a:pt x="439" y="1252"/>
                    <a:pt x="443" y="1253"/>
                  </a:cubicBezTo>
                  <a:cubicBezTo>
                    <a:pt x="476" y="1263"/>
                    <a:pt x="556" y="1288"/>
                    <a:pt x="591" y="1295"/>
                  </a:cubicBezTo>
                  <a:cubicBezTo>
                    <a:pt x="593" y="1296"/>
                    <a:pt x="595" y="1296"/>
                    <a:pt x="598" y="1297"/>
                  </a:cubicBezTo>
                  <a:cubicBezTo>
                    <a:pt x="601" y="1298"/>
                    <a:pt x="605" y="1298"/>
                    <a:pt x="609" y="1298"/>
                  </a:cubicBezTo>
                  <a:cubicBezTo>
                    <a:pt x="613" y="1299"/>
                    <a:pt x="617" y="1299"/>
                    <a:pt x="621" y="1299"/>
                  </a:cubicBezTo>
                  <a:lnTo>
                    <a:pt x="621" y="1299"/>
                  </a:lnTo>
                  <a:cubicBezTo>
                    <a:pt x="639" y="1300"/>
                    <a:pt x="656" y="1301"/>
                    <a:pt x="674" y="1301"/>
                  </a:cubicBezTo>
                  <a:cubicBezTo>
                    <a:pt x="682" y="1301"/>
                    <a:pt x="689" y="1300"/>
                    <a:pt x="696" y="1300"/>
                  </a:cubicBezTo>
                  <a:lnTo>
                    <a:pt x="699" y="1300"/>
                  </a:lnTo>
                  <a:cubicBezTo>
                    <a:pt x="700" y="1300"/>
                    <a:pt x="701" y="1300"/>
                    <a:pt x="701" y="1300"/>
                  </a:cubicBezTo>
                  <a:lnTo>
                    <a:pt x="701" y="1300"/>
                  </a:lnTo>
                  <a:cubicBezTo>
                    <a:pt x="713" y="1301"/>
                    <a:pt x="725" y="1302"/>
                    <a:pt x="737" y="1302"/>
                  </a:cubicBezTo>
                  <a:cubicBezTo>
                    <a:pt x="744" y="1302"/>
                    <a:pt x="752" y="1302"/>
                    <a:pt x="760" y="1301"/>
                  </a:cubicBezTo>
                  <a:lnTo>
                    <a:pt x="760" y="1301"/>
                  </a:lnTo>
                  <a:cubicBezTo>
                    <a:pt x="762" y="1301"/>
                    <a:pt x="764" y="1301"/>
                    <a:pt x="766" y="1301"/>
                  </a:cubicBezTo>
                  <a:lnTo>
                    <a:pt x="762" y="1301"/>
                  </a:lnTo>
                  <a:lnTo>
                    <a:pt x="762" y="1301"/>
                  </a:lnTo>
                  <a:cubicBezTo>
                    <a:pt x="802" y="1298"/>
                    <a:pt x="842" y="1289"/>
                    <a:pt x="882" y="1276"/>
                  </a:cubicBezTo>
                  <a:cubicBezTo>
                    <a:pt x="714" y="1202"/>
                    <a:pt x="566" y="1090"/>
                    <a:pt x="464" y="937"/>
                  </a:cubicBezTo>
                  <a:cubicBezTo>
                    <a:pt x="278" y="659"/>
                    <a:pt x="293" y="258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7"/>
            <p:cNvSpPr/>
            <p:nvPr/>
          </p:nvSpPr>
          <p:spPr>
            <a:xfrm>
              <a:off x="5591292" y="-1347417"/>
              <a:ext cx="39650" cy="54619"/>
            </a:xfrm>
            <a:custGeom>
              <a:avLst/>
              <a:gdLst/>
              <a:ahLst/>
              <a:cxnLst/>
              <a:rect l="l" t="t" r="r" b="b"/>
              <a:pathLst>
                <a:path w="596" h="821" extrusionOk="0">
                  <a:moveTo>
                    <a:pt x="271" y="0"/>
                  </a:moveTo>
                  <a:lnTo>
                    <a:pt x="271" y="0"/>
                  </a:lnTo>
                  <a:cubicBezTo>
                    <a:pt x="248" y="9"/>
                    <a:pt x="226" y="19"/>
                    <a:pt x="206" y="33"/>
                  </a:cubicBezTo>
                  <a:cubicBezTo>
                    <a:pt x="160" y="53"/>
                    <a:pt x="122" y="83"/>
                    <a:pt x="91" y="124"/>
                  </a:cubicBezTo>
                  <a:cubicBezTo>
                    <a:pt x="71" y="152"/>
                    <a:pt x="54" y="180"/>
                    <a:pt x="39" y="211"/>
                  </a:cubicBezTo>
                  <a:cubicBezTo>
                    <a:pt x="14" y="268"/>
                    <a:pt x="0" y="343"/>
                    <a:pt x="10" y="404"/>
                  </a:cubicBezTo>
                  <a:cubicBezTo>
                    <a:pt x="15" y="440"/>
                    <a:pt x="22" y="475"/>
                    <a:pt x="34" y="508"/>
                  </a:cubicBezTo>
                  <a:cubicBezTo>
                    <a:pt x="60" y="577"/>
                    <a:pt x="98" y="626"/>
                    <a:pt x="154" y="673"/>
                  </a:cubicBezTo>
                  <a:cubicBezTo>
                    <a:pt x="169" y="685"/>
                    <a:pt x="182" y="697"/>
                    <a:pt x="197" y="709"/>
                  </a:cubicBezTo>
                  <a:cubicBezTo>
                    <a:pt x="217" y="725"/>
                    <a:pt x="234" y="735"/>
                    <a:pt x="258" y="750"/>
                  </a:cubicBezTo>
                  <a:cubicBezTo>
                    <a:pt x="285" y="765"/>
                    <a:pt x="294" y="774"/>
                    <a:pt x="319" y="781"/>
                  </a:cubicBezTo>
                  <a:lnTo>
                    <a:pt x="369" y="796"/>
                  </a:lnTo>
                  <a:cubicBezTo>
                    <a:pt x="408" y="812"/>
                    <a:pt x="447" y="820"/>
                    <a:pt x="489" y="820"/>
                  </a:cubicBezTo>
                  <a:cubicBezTo>
                    <a:pt x="500" y="820"/>
                    <a:pt x="510" y="820"/>
                    <a:pt x="521" y="819"/>
                  </a:cubicBezTo>
                  <a:cubicBezTo>
                    <a:pt x="548" y="817"/>
                    <a:pt x="573" y="809"/>
                    <a:pt x="596" y="799"/>
                  </a:cubicBezTo>
                  <a:cubicBezTo>
                    <a:pt x="544" y="783"/>
                    <a:pt x="494" y="764"/>
                    <a:pt x="447" y="739"/>
                  </a:cubicBezTo>
                  <a:cubicBezTo>
                    <a:pt x="335" y="680"/>
                    <a:pt x="237" y="581"/>
                    <a:pt x="206" y="459"/>
                  </a:cubicBezTo>
                  <a:cubicBezTo>
                    <a:pt x="191" y="398"/>
                    <a:pt x="193" y="334"/>
                    <a:pt x="200" y="271"/>
                  </a:cubicBezTo>
                  <a:cubicBezTo>
                    <a:pt x="211" y="178"/>
                    <a:pt x="236" y="87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7"/>
            <p:cNvSpPr/>
            <p:nvPr/>
          </p:nvSpPr>
          <p:spPr>
            <a:xfrm>
              <a:off x="5826067" y="-1239776"/>
              <a:ext cx="50760" cy="78037"/>
            </a:xfrm>
            <a:custGeom>
              <a:avLst/>
              <a:gdLst/>
              <a:ahLst/>
              <a:cxnLst/>
              <a:rect l="l" t="t" r="r" b="b"/>
              <a:pathLst>
                <a:path w="763" h="1173" extrusionOk="0">
                  <a:moveTo>
                    <a:pt x="651" y="0"/>
                  </a:moveTo>
                  <a:cubicBezTo>
                    <a:pt x="222" y="66"/>
                    <a:pt x="0" y="677"/>
                    <a:pt x="268" y="1013"/>
                  </a:cubicBezTo>
                  <a:cubicBezTo>
                    <a:pt x="311" y="1067"/>
                    <a:pt x="366" y="1107"/>
                    <a:pt x="432" y="1133"/>
                  </a:cubicBezTo>
                  <a:cubicBezTo>
                    <a:pt x="473" y="1144"/>
                    <a:pt x="515" y="1157"/>
                    <a:pt x="557" y="1168"/>
                  </a:cubicBezTo>
                  <a:cubicBezTo>
                    <a:pt x="578" y="1171"/>
                    <a:pt x="599" y="1173"/>
                    <a:pt x="620" y="1173"/>
                  </a:cubicBezTo>
                  <a:cubicBezTo>
                    <a:pt x="668" y="1173"/>
                    <a:pt x="715" y="1165"/>
                    <a:pt x="762" y="1153"/>
                  </a:cubicBezTo>
                  <a:cubicBezTo>
                    <a:pt x="612" y="1041"/>
                    <a:pt x="506" y="860"/>
                    <a:pt x="481" y="671"/>
                  </a:cubicBezTo>
                  <a:cubicBezTo>
                    <a:pt x="449" y="437"/>
                    <a:pt x="525" y="202"/>
                    <a:pt x="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7"/>
            <p:cNvSpPr/>
            <p:nvPr/>
          </p:nvSpPr>
          <p:spPr>
            <a:xfrm>
              <a:off x="5742708" y="-1398311"/>
              <a:ext cx="62469" cy="97197"/>
            </a:xfrm>
            <a:custGeom>
              <a:avLst/>
              <a:gdLst/>
              <a:ahLst/>
              <a:cxnLst/>
              <a:rect l="l" t="t" r="r" b="b"/>
              <a:pathLst>
                <a:path w="939" h="1461" extrusionOk="0">
                  <a:moveTo>
                    <a:pt x="531" y="0"/>
                  </a:moveTo>
                  <a:lnTo>
                    <a:pt x="531" y="0"/>
                  </a:lnTo>
                  <a:cubicBezTo>
                    <a:pt x="420" y="21"/>
                    <a:pt x="315" y="70"/>
                    <a:pt x="227" y="158"/>
                  </a:cubicBezTo>
                  <a:cubicBezTo>
                    <a:pt x="71" y="313"/>
                    <a:pt x="1" y="543"/>
                    <a:pt x="19" y="762"/>
                  </a:cubicBezTo>
                  <a:cubicBezTo>
                    <a:pt x="44" y="1060"/>
                    <a:pt x="184" y="1326"/>
                    <a:pt x="464" y="1433"/>
                  </a:cubicBezTo>
                  <a:cubicBezTo>
                    <a:pt x="513" y="1452"/>
                    <a:pt x="562" y="1460"/>
                    <a:pt x="610" y="1460"/>
                  </a:cubicBezTo>
                  <a:cubicBezTo>
                    <a:pt x="726" y="1460"/>
                    <a:pt x="837" y="1410"/>
                    <a:pt x="938" y="1333"/>
                  </a:cubicBezTo>
                  <a:cubicBezTo>
                    <a:pt x="667" y="1262"/>
                    <a:pt x="437" y="1029"/>
                    <a:pt x="372" y="752"/>
                  </a:cubicBezTo>
                  <a:cubicBezTo>
                    <a:pt x="313" y="494"/>
                    <a:pt x="382" y="22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7"/>
            <p:cNvSpPr/>
            <p:nvPr/>
          </p:nvSpPr>
          <p:spPr>
            <a:xfrm>
              <a:off x="5923596" y="-1394585"/>
              <a:ext cx="13572" cy="57014"/>
            </a:xfrm>
            <a:custGeom>
              <a:avLst/>
              <a:gdLst/>
              <a:ahLst/>
              <a:cxnLst/>
              <a:rect l="l" t="t" r="r" b="b"/>
              <a:pathLst>
                <a:path w="204" h="857" extrusionOk="0">
                  <a:moveTo>
                    <a:pt x="175" y="1"/>
                  </a:moveTo>
                  <a:lnTo>
                    <a:pt x="175" y="1"/>
                  </a:lnTo>
                  <a:cubicBezTo>
                    <a:pt x="128" y="48"/>
                    <a:pt x="89" y="102"/>
                    <a:pt x="66" y="162"/>
                  </a:cubicBezTo>
                  <a:cubicBezTo>
                    <a:pt x="46" y="213"/>
                    <a:pt x="31" y="269"/>
                    <a:pt x="19" y="321"/>
                  </a:cubicBezTo>
                  <a:cubicBezTo>
                    <a:pt x="15" y="336"/>
                    <a:pt x="12" y="350"/>
                    <a:pt x="10" y="366"/>
                  </a:cubicBezTo>
                  <a:cubicBezTo>
                    <a:pt x="5" y="414"/>
                    <a:pt x="1" y="483"/>
                    <a:pt x="5" y="522"/>
                  </a:cubicBezTo>
                  <a:cubicBezTo>
                    <a:pt x="15" y="617"/>
                    <a:pt x="61" y="705"/>
                    <a:pt x="113" y="785"/>
                  </a:cubicBezTo>
                  <a:cubicBezTo>
                    <a:pt x="135" y="809"/>
                    <a:pt x="158" y="832"/>
                    <a:pt x="180" y="856"/>
                  </a:cubicBezTo>
                  <a:cubicBezTo>
                    <a:pt x="181" y="856"/>
                    <a:pt x="182" y="857"/>
                    <a:pt x="182" y="857"/>
                  </a:cubicBezTo>
                  <a:cubicBezTo>
                    <a:pt x="165" y="715"/>
                    <a:pt x="173" y="573"/>
                    <a:pt x="204" y="437"/>
                  </a:cubicBezTo>
                  <a:cubicBezTo>
                    <a:pt x="152" y="298"/>
                    <a:pt x="145" y="145"/>
                    <a:pt x="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7"/>
            <p:cNvSpPr/>
            <p:nvPr/>
          </p:nvSpPr>
          <p:spPr>
            <a:xfrm>
              <a:off x="5563816" y="-1209572"/>
              <a:ext cx="266" cy="333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cubicBezTo>
                    <a:pt x="4" y="1"/>
                    <a:pt x="3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lnTo>
                    <a:pt x="2" y="2"/>
                  </a:lnTo>
                  <a:cubicBezTo>
                    <a:pt x="3" y="2"/>
                    <a:pt x="3" y="1"/>
                    <a:pt x="4" y="1"/>
                  </a:cubicBezTo>
                  <a:close/>
                  <a:moveTo>
                    <a:pt x="2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2" y="4"/>
                    <a:pt x="2" y="3"/>
                    <a:pt x="2" y="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7"/>
            <p:cNvSpPr/>
            <p:nvPr/>
          </p:nvSpPr>
          <p:spPr>
            <a:xfrm>
              <a:off x="5560556" y="-1210703"/>
              <a:ext cx="25280" cy="25347"/>
            </a:xfrm>
            <a:custGeom>
              <a:avLst/>
              <a:gdLst/>
              <a:ahLst/>
              <a:cxnLst/>
              <a:rect l="l" t="t" r="r" b="b"/>
              <a:pathLst>
                <a:path w="380" h="381" extrusionOk="0">
                  <a:moveTo>
                    <a:pt x="77" y="5"/>
                  </a:moveTo>
                  <a:lnTo>
                    <a:pt x="76" y="5"/>
                  </a:lnTo>
                  <a:cubicBezTo>
                    <a:pt x="77" y="5"/>
                    <a:pt x="77" y="5"/>
                    <a:pt x="77" y="5"/>
                  </a:cubicBezTo>
                  <a:close/>
                  <a:moveTo>
                    <a:pt x="125" y="0"/>
                  </a:moveTo>
                  <a:cubicBezTo>
                    <a:pt x="121" y="0"/>
                    <a:pt x="117" y="1"/>
                    <a:pt x="114" y="1"/>
                  </a:cubicBezTo>
                  <a:cubicBezTo>
                    <a:pt x="112" y="1"/>
                    <a:pt x="111" y="1"/>
                    <a:pt x="109" y="1"/>
                  </a:cubicBezTo>
                  <a:cubicBezTo>
                    <a:pt x="103" y="1"/>
                    <a:pt x="96" y="2"/>
                    <a:pt x="90" y="3"/>
                  </a:cubicBezTo>
                  <a:cubicBezTo>
                    <a:pt x="88" y="3"/>
                    <a:pt x="86" y="3"/>
                    <a:pt x="84" y="3"/>
                  </a:cubicBezTo>
                  <a:cubicBezTo>
                    <a:pt x="82" y="3"/>
                    <a:pt x="80" y="3"/>
                    <a:pt x="78" y="4"/>
                  </a:cubicBezTo>
                  <a:cubicBezTo>
                    <a:pt x="78" y="5"/>
                    <a:pt x="77" y="5"/>
                    <a:pt x="77" y="5"/>
                  </a:cubicBezTo>
                  <a:lnTo>
                    <a:pt x="77" y="5"/>
                  </a:lnTo>
                  <a:lnTo>
                    <a:pt x="88" y="4"/>
                  </a:lnTo>
                  <a:lnTo>
                    <a:pt x="88" y="4"/>
                  </a:lnTo>
                  <a:cubicBezTo>
                    <a:pt x="76" y="6"/>
                    <a:pt x="65" y="8"/>
                    <a:pt x="55" y="17"/>
                  </a:cubicBezTo>
                  <a:cubicBezTo>
                    <a:pt x="53" y="18"/>
                    <a:pt x="51" y="20"/>
                    <a:pt x="49" y="22"/>
                  </a:cubicBezTo>
                  <a:cubicBezTo>
                    <a:pt x="30" y="36"/>
                    <a:pt x="16" y="57"/>
                    <a:pt x="10" y="80"/>
                  </a:cubicBezTo>
                  <a:cubicBezTo>
                    <a:pt x="4" y="102"/>
                    <a:pt x="1" y="132"/>
                    <a:pt x="12" y="153"/>
                  </a:cubicBezTo>
                  <a:cubicBezTo>
                    <a:pt x="25" y="177"/>
                    <a:pt x="38" y="202"/>
                    <a:pt x="53" y="224"/>
                  </a:cubicBezTo>
                  <a:cubicBezTo>
                    <a:pt x="65" y="240"/>
                    <a:pt x="79" y="254"/>
                    <a:pt x="93" y="270"/>
                  </a:cubicBezTo>
                  <a:lnTo>
                    <a:pt x="133" y="315"/>
                  </a:lnTo>
                  <a:cubicBezTo>
                    <a:pt x="139" y="322"/>
                    <a:pt x="146" y="331"/>
                    <a:pt x="154" y="338"/>
                  </a:cubicBezTo>
                  <a:cubicBezTo>
                    <a:pt x="170" y="356"/>
                    <a:pt x="188" y="368"/>
                    <a:pt x="213" y="376"/>
                  </a:cubicBezTo>
                  <a:cubicBezTo>
                    <a:pt x="225" y="379"/>
                    <a:pt x="238" y="381"/>
                    <a:pt x="250" y="381"/>
                  </a:cubicBezTo>
                  <a:cubicBezTo>
                    <a:pt x="276" y="381"/>
                    <a:pt x="302" y="373"/>
                    <a:pt x="323" y="358"/>
                  </a:cubicBezTo>
                  <a:cubicBezTo>
                    <a:pt x="351" y="338"/>
                    <a:pt x="366" y="306"/>
                    <a:pt x="372" y="274"/>
                  </a:cubicBezTo>
                  <a:cubicBezTo>
                    <a:pt x="380" y="235"/>
                    <a:pt x="364" y="197"/>
                    <a:pt x="339" y="168"/>
                  </a:cubicBezTo>
                  <a:cubicBezTo>
                    <a:pt x="325" y="154"/>
                    <a:pt x="312" y="139"/>
                    <a:pt x="298" y="124"/>
                  </a:cubicBezTo>
                  <a:cubicBezTo>
                    <a:pt x="277" y="102"/>
                    <a:pt x="258" y="77"/>
                    <a:pt x="235" y="57"/>
                  </a:cubicBezTo>
                  <a:cubicBezTo>
                    <a:pt x="222" y="45"/>
                    <a:pt x="205" y="34"/>
                    <a:pt x="191" y="22"/>
                  </a:cubicBezTo>
                  <a:cubicBezTo>
                    <a:pt x="173" y="6"/>
                    <a:pt x="149" y="0"/>
                    <a:pt x="125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7"/>
            <p:cNvSpPr/>
            <p:nvPr/>
          </p:nvSpPr>
          <p:spPr>
            <a:xfrm>
              <a:off x="5562751" y="-1209306"/>
              <a:ext cx="1131" cy="1064"/>
            </a:xfrm>
            <a:custGeom>
              <a:avLst/>
              <a:gdLst/>
              <a:ahLst/>
              <a:cxnLst/>
              <a:rect l="l" t="t" r="r" b="b"/>
              <a:pathLst>
                <a:path w="17" h="16" extrusionOk="0">
                  <a:moveTo>
                    <a:pt x="16" y="1"/>
                  </a:moveTo>
                  <a:cubicBezTo>
                    <a:pt x="11" y="5"/>
                    <a:pt x="5" y="10"/>
                    <a:pt x="0" y="15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5622759" y="-1335842"/>
              <a:ext cx="13106" cy="14170"/>
            </a:xfrm>
            <a:custGeom>
              <a:avLst/>
              <a:gdLst/>
              <a:ahLst/>
              <a:cxnLst/>
              <a:rect l="l" t="t" r="r" b="b"/>
              <a:pathLst>
                <a:path w="197" h="213" extrusionOk="0">
                  <a:moveTo>
                    <a:pt x="171" y="80"/>
                  </a:moveTo>
                  <a:lnTo>
                    <a:pt x="171" y="80"/>
                  </a:lnTo>
                  <a:cubicBezTo>
                    <a:pt x="171" y="80"/>
                    <a:pt x="172" y="81"/>
                    <a:pt x="172" y="82"/>
                  </a:cubicBezTo>
                  <a:lnTo>
                    <a:pt x="172" y="82"/>
                  </a:lnTo>
                  <a:cubicBezTo>
                    <a:pt x="172" y="81"/>
                    <a:pt x="171" y="81"/>
                    <a:pt x="171" y="80"/>
                  </a:cubicBezTo>
                  <a:close/>
                  <a:moveTo>
                    <a:pt x="86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50" y="9"/>
                    <a:pt x="40" y="17"/>
                    <a:pt x="32" y="26"/>
                  </a:cubicBezTo>
                  <a:cubicBezTo>
                    <a:pt x="30" y="28"/>
                    <a:pt x="28" y="31"/>
                    <a:pt x="25" y="35"/>
                  </a:cubicBezTo>
                  <a:cubicBezTo>
                    <a:pt x="20" y="42"/>
                    <a:pt x="14" y="51"/>
                    <a:pt x="11" y="61"/>
                  </a:cubicBezTo>
                  <a:cubicBezTo>
                    <a:pt x="8" y="71"/>
                    <a:pt x="3" y="81"/>
                    <a:pt x="2" y="91"/>
                  </a:cubicBezTo>
                  <a:cubicBezTo>
                    <a:pt x="2" y="92"/>
                    <a:pt x="2" y="93"/>
                    <a:pt x="2" y="94"/>
                  </a:cubicBezTo>
                  <a:cubicBezTo>
                    <a:pt x="0" y="111"/>
                    <a:pt x="0" y="115"/>
                    <a:pt x="5" y="129"/>
                  </a:cubicBezTo>
                  <a:cubicBezTo>
                    <a:pt x="7" y="141"/>
                    <a:pt x="10" y="152"/>
                    <a:pt x="19" y="161"/>
                  </a:cubicBezTo>
                  <a:cubicBezTo>
                    <a:pt x="19" y="162"/>
                    <a:pt x="20" y="163"/>
                    <a:pt x="21" y="163"/>
                  </a:cubicBezTo>
                  <a:cubicBezTo>
                    <a:pt x="29" y="172"/>
                    <a:pt x="36" y="181"/>
                    <a:pt x="45" y="188"/>
                  </a:cubicBezTo>
                  <a:cubicBezTo>
                    <a:pt x="53" y="194"/>
                    <a:pt x="61" y="198"/>
                    <a:pt x="68" y="202"/>
                  </a:cubicBezTo>
                  <a:cubicBezTo>
                    <a:pt x="70" y="203"/>
                    <a:pt x="73" y="204"/>
                    <a:pt x="75" y="205"/>
                  </a:cubicBezTo>
                  <a:cubicBezTo>
                    <a:pt x="86" y="210"/>
                    <a:pt x="98" y="213"/>
                    <a:pt x="109" y="213"/>
                  </a:cubicBezTo>
                  <a:cubicBezTo>
                    <a:pt x="114" y="213"/>
                    <a:pt x="119" y="212"/>
                    <a:pt x="124" y="211"/>
                  </a:cubicBezTo>
                  <a:cubicBezTo>
                    <a:pt x="133" y="209"/>
                    <a:pt x="143" y="207"/>
                    <a:pt x="151" y="204"/>
                  </a:cubicBezTo>
                  <a:cubicBezTo>
                    <a:pt x="163" y="199"/>
                    <a:pt x="172" y="193"/>
                    <a:pt x="179" y="183"/>
                  </a:cubicBezTo>
                  <a:cubicBezTo>
                    <a:pt x="186" y="176"/>
                    <a:pt x="190" y="167"/>
                    <a:pt x="192" y="159"/>
                  </a:cubicBezTo>
                  <a:cubicBezTo>
                    <a:pt x="195" y="151"/>
                    <a:pt x="196" y="142"/>
                    <a:pt x="194" y="133"/>
                  </a:cubicBezTo>
                  <a:cubicBezTo>
                    <a:pt x="193" y="125"/>
                    <a:pt x="190" y="117"/>
                    <a:pt x="186" y="109"/>
                  </a:cubicBezTo>
                  <a:cubicBezTo>
                    <a:pt x="186" y="110"/>
                    <a:pt x="186" y="110"/>
                    <a:pt x="186" y="111"/>
                  </a:cubicBezTo>
                  <a:cubicBezTo>
                    <a:pt x="185" y="109"/>
                    <a:pt x="185" y="108"/>
                    <a:pt x="185" y="107"/>
                  </a:cubicBezTo>
                  <a:cubicBezTo>
                    <a:pt x="183" y="105"/>
                    <a:pt x="183" y="103"/>
                    <a:pt x="182" y="102"/>
                  </a:cubicBezTo>
                  <a:cubicBezTo>
                    <a:pt x="181" y="102"/>
                    <a:pt x="181" y="100"/>
                    <a:pt x="181" y="100"/>
                  </a:cubicBezTo>
                  <a:cubicBezTo>
                    <a:pt x="179" y="96"/>
                    <a:pt x="177" y="92"/>
                    <a:pt x="174" y="87"/>
                  </a:cubicBezTo>
                  <a:cubicBezTo>
                    <a:pt x="173" y="85"/>
                    <a:pt x="173" y="84"/>
                    <a:pt x="172" y="82"/>
                  </a:cubicBezTo>
                  <a:lnTo>
                    <a:pt x="172" y="82"/>
                  </a:lnTo>
                  <a:cubicBezTo>
                    <a:pt x="172" y="83"/>
                    <a:pt x="172" y="84"/>
                    <a:pt x="172" y="85"/>
                  </a:cubicBezTo>
                  <a:cubicBezTo>
                    <a:pt x="171" y="83"/>
                    <a:pt x="171" y="82"/>
                    <a:pt x="170" y="81"/>
                  </a:cubicBezTo>
                  <a:cubicBezTo>
                    <a:pt x="168" y="76"/>
                    <a:pt x="168" y="71"/>
                    <a:pt x="166" y="67"/>
                  </a:cubicBezTo>
                  <a:cubicBezTo>
                    <a:pt x="165" y="64"/>
                    <a:pt x="163" y="60"/>
                    <a:pt x="159" y="58"/>
                  </a:cubicBezTo>
                  <a:cubicBezTo>
                    <a:pt x="158" y="54"/>
                    <a:pt x="150" y="47"/>
                    <a:pt x="146" y="43"/>
                  </a:cubicBezTo>
                  <a:cubicBezTo>
                    <a:pt x="142" y="32"/>
                    <a:pt x="135" y="23"/>
                    <a:pt x="126" y="16"/>
                  </a:cubicBezTo>
                  <a:cubicBezTo>
                    <a:pt x="116" y="8"/>
                    <a:pt x="106" y="3"/>
                    <a:pt x="95" y="1"/>
                  </a:cubicBezTo>
                  <a:cubicBezTo>
                    <a:pt x="92" y="1"/>
                    <a:pt x="89" y="1"/>
                    <a:pt x="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7"/>
            <p:cNvSpPr/>
            <p:nvPr/>
          </p:nvSpPr>
          <p:spPr>
            <a:xfrm>
              <a:off x="5794333" y="-1381746"/>
              <a:ext cx="21621" cy="26012"/>
            </a:xfrm>
            <a:custGeom>
              <a:avLst/>
              <a:gdLst/>
              <a:ahLst/>
              <a:cxnLst/>
              <a:rect l="l" t="t" r="r" b="b"/>
              <a:pathLst>
                <a:path w="325" h="391" extrusionOk="0">
                  <a:moveTo>
                    <a:pt x="107" y="0"/>
                  </a:moveTo>
                  <a:cubicBezTo>
                    <a:pt x="105" y="0"/>
                    <a:pt x="102" y="0"/>
                    <a:pt x="99" y="0"/>
                  </a:cubicBezTo>
                  <a:cubicBezTo>
                    <a:pt x="84" y="1"/>
                    <a:pt x="70" y="7"/>
                    <a:pt x="58" y="14"/>
                  </a:cubicBezTo>
                  <a:cubicBezTo>
                    <a:pt x="44" y="20"/>
                    <a:pt x="34" y="29"/>
                    <a:pt x="24" y="41"/>
                  </a:cubicBezTo>
                  <a:cubicBezTo>
                    <a:pt x="12" y="57"/>
                    <a:pt x="4" y="75"/>
                    <a:pt x="1" y="94"/>
                  </a:cubicBezTo>
                  <a:cubicBezTo>
                    <a:pt x="1" y="106"/>
                    <a:pt x="0" y="118"/>
                    <a:pt x="0" y="129"/>
                  </a:cubicBezTo>
                  <a:cubicBezTo>
                    <a:pt x="0" y="151"/>
                    <a:pt x="4" y="171"/>
                    <a:pt x="13" y="192"/>
                  </a:cubicBezTo>
                  <a:cubicBezTo>
                    <a:pt x="19" y="206"/>
                    <a:pt x="25" y="221"/>
                    <a:pt x="32" y="237"/>
                  </a:cubicBezTo>
                  <a:cubicBezTo>
                    <a:pt x="42" y="261"/>
                    <a:pt x="51" y="284"/>
                    <a:pt x="67" y="306"/>
                  </a:cubicBezTo>
                  <a:cubicBezTo>
                    <a:pt x="89" y="335"/>
                    <a:pt x="109" y="366"/>
                    <a:pt x="146" y="380"/>
                  </a:cubicBezTo>
                  <a:cubicBezTo>
                    <a:pt x="161" y="387"/>
                    <a:pt x="176" y="391"/>
                    <a:pt x="192" y="391"/>
                  </a:cubicBezTo>
                  <a:cubicBezTo>
                    <a:pt x="198" y="391"/>
                    <a:pt x="203" y="390"/>
                    <a:pt x="208" y="390"/>
                  </a:cubicBezTo>
                  <a:cubicBezTo>
                    <a:pt x="225" y="389"/>
                    <a:pt x="240" y="383"/>
                    <a:pt x="253" y="375"/>
                  </a:cubicBezTo>
                  <a:cubicBezTo>
                    <a:pt x="269" y="368"/>
                    <a:pt x="282" y="358"/>
                    <a:pt x="292" y="345"/>
                  </a:cubicBezTo>
                  <a:cubicBezTo>
                    <a:pt x="306" y="327"/>
                    <a:pt x="314" y="307"/>
                    <a:pt x="318" y="285"/>
                  </a:cubicBezTo>
                  <a:cubicBezTo>
                    <a:pt x="325" y="248"/>
                    <a:pt x="311" y="216"/>
                    <a:pt x="298" y="182"/>
                  </a:cubicBezTo>
                  <a:cubicBezTo>
                    <a:pt x="289" y="157"/>
                    <a:pt x="274" y="135"/>
                    <a:pt x="260" y="113"/>
                  </a:cubicBezTo>
                  <a:cubicBezTo>
                    <a:pt x="250" y="101"/>
                    <a:pt x="241" y="88"/>
                    <a:pt x="233" y="76"/>
                  </a:cubicBezTo>
                  <a:cubicBezTo>
                    <a:pt x="222" y="61"/>
                    <a:pt x="212" y="47"/>
                    <a:pt x="198" y="36"/>
                  </a:cubicBezTo>
                  <a:cubicBezTo>
                    <a:pt x="185" y="26"/>
                    <a:pt x="168" y="18"/>
                    <a:pt x="154" y="9"/>
                  </a:cubicBezTo>
                  <a:cubicBezTo>
                    <a:pt x="139" y="3"/>
                    <a:pt x="123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/>
            <p:cNvSpPr/>
            <p:nvPr/>
          </p:nvSpPr>
          <p:spPr>
            <a:xfrm>
              <a:off x="5798259" y="-1347683"/>
              <a:ext cx="14636" cy="14902"/>
            </a:xfrm>
            <a:custGeom>
              <a:avLst/>
              <a:gdLst/>
              <a:ahLst/>
              <a:cxnLst/>
              <a:rect l="l" t="t" r="r" b="b"/>
              <a:pathLst>
                <a:path w="220" h="224" extrusionOk="0">
                  <a:moveTo>
                    <a:pt x="125" y="0"/>
                  </a:moveTo>
                  <a:cubicBezTo>
                    <a:pt x="109" y="0"/>
                    <a:pt x="93" y="4"/>
                    <a:pt x="79" y="12"/>
                  </a:cubicBezTo>
                  <a:lnTo>
                    <a:pt x="79" y="12"/>
                  </a:lnTo>
                  <a:lnTo>
                    <a:pt x="82" y="10"/>
                  </a:lnTo>
                  <a:lnTo>
                    <a:pt x="82" y="10"/>
                  </a:lnTo>
                  <a:cubicBezTo>
                    <a:pt x="81" y="10"/>
                    <a:pt x="79" y="11"/>
                    <a:pt x="78" y="12"/>
                  </a:cubicBezTo>
                  <a:lnTo>
                    <a:pt x="78" y="12"/>
                  </a:lnTo>
                  <a:cubicBezTo>
                    <a:pt x="75" y="14"/>
                    <a:pt x="72" y="15"/>
                    <a:pt x="70" y="17"/>
                  </a:cubicBezTo>
                  <a:lnTo>
                    <a:pt x="76" y="13"/>
                  </a:lnTo>
                  <a:lnTo>
                    <a:pt x="76" y="13"/>
                  </a:lnTo>
                  <a:cubicBezTo>
                    <a:pt x="74" y="14"/>
                    <a:pt x="72" y="16"/>
                    <a:pt x="70" y="17"/>
                  </a:cubicBezTo>
                  <a:cubicBezTo>
                    <a:pt x="69" y="17"/>
                    <a:pt x="67" y="17"/>
                    <a:pt x="66" y="18"/>
                  </a:cubicBezTo>
                  <a:cubicBezTo>
                    <a:pt x="64" y="19"/>
                    <a:pt x="62" y="21"/>
                    <a:pt x="59" y="22"/>
                  </a:cubicBezTo>
                  <a:lnTo>
                    <a:pt x="57" y="23"/>
                  </a:lnTo>
                  <a:cubicBezTo>
                    <a:pt x="46" y="31"/>
                    <a:pt x="37" y="44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lnTo>
                    <a:pt x="30" y="57"/>
                  </a:lnTo>
                  <a:cubicBezTo>
                    <a:pt x="27" y="60"/>
                    <a:pt x="24" y="64"/>
                    <a:pt x="21" y="68"/>
                  </a:cubicBezTo>
                  <a:cubicBezTo>
                    <a:pt x="17" y="75"/>
                    <a:pt x="12" y="83"/>
                    <a:pt x="8" y="90"/>
                  </a:cubicBezTo>
                  <a:cubicBezTo>
                    <a:pt x="6" y="98"/>
                    <a:pt x="4" y="106"/>
                    <a:pt x="1" y="114"/>
                  </a:cubicBezTo>
                  <a:cubicBezTo>
                    <a:pt x="1" y="122"/>
                    <a:pt x="1" y="130"/>
                    <a:pt x="1" y="138"/>
                  </a:cubicBezTo>
                  <a:cubicBezTo>
                    <a:pt x="2" y="151"/>
                    <a:pt x="5" y="162"/>
                    <a:pt x="12" y="173"/>
                  </a:cubicBezTo>
                  <a:cubicBezTo>
                    <a:pt x="15" y="181"/>
                    <a:pt x="21" y="187"/>
                    <a:pt x="27" y="193"/>
                  </a:cubicBezTo>
                  <a:cubicBezTo>
                    <a:pt x="32" y="200"/>
                    <a:pt x="38" y="205"/>
                    <a:pt x="47" y="208"/>
                  </a:cubicBezTo>
                  <a:cubicBezTo>
                    <a:pt x="53" y="214"/>
                    <a:pt x="60" y="217"/>
                    <a:pt x="69" y="219"/>
                  </a:cubicBezTo>
                  <a:cubicBezTo>
                    <a:pt x="77" y="222"/>
                    <a:pt x="85" y="223"/>
                    <a:pt x="93" y="223"/>
                  </a:cubicBezTo>
                  <a:cubicBezTo>
                    <a:pt x="97" y="223"/>
                    <a:pt x="101" y="223"/>
                    <a:pt x="105" y="222"/>
                  </a:cubicBezTo>
                  <a:cubicBezTo>
                    <a:pt x="112" y="222"/>
                    <a:pt x="124" y="219"/>
                    <a:pt x="131" y="217"/>
                  </a:cubicBezTo>
                  <a:cubicBezTo>
                    <a:pt x="132" y="216"/>
                    <a:pt x="133" y="216"/>
                    <a:pt x="134" y="216"/>
                  </a:cubicBezTo>
                  <a:cubicBezTo>
                    <a:pt x="135" y="215"/>
                    <a:pt x="137" y="214"/>
                    <a:pt x="139" y="213"/>
                  </a:cubicBezTo>
                  <a:cubicBezTo>
                    <a:pt x="149" y="207"/>
                    <a:pt x="161" y="202"/>
                    <a:pt x="170" y="195"/>
                  </a:cubicBezTo>
                  <a:cubicBezTo>
                    <a:pt x="172" y="194"/>
                    <a:pt x="174" y="193"/>
                    <a:pt x="176" y="192"/>
                  </a:cubicBezTo>
                  <a:cubicBezTo>
                    <a:pt x="177" y="191"/>
                    <a:pt x="177" y="191"/>
                    <a:pt x="178" y="190"/>
                  </a:cubicBezTo>
                  <a:cubicBezTo>
                    <a:pt x="184" y="183"/>
                    <a:pt x="191" y="177"/>
                    <a:pt x="198" y="171"/>
                  </a:cubicBezTo>
                  <a:cubicBezTo>
                    <a:pt x="207" y="160"/>
                    <a:pt x="213" y="148"/>
                    <a:pt x="215" y="134"/>
                  </a:cubicBezTo>
                  <a:cubicBezTo>
                    <a:pt x="219" y="125"/>
                    <a:pt x="220" y="125"/>
                    <a:pt x="220" y="119"/>
                  </a:cubicBezTo>
                  <a:cubicBezTo>
                    <a:pt x="220" y="110"/>
                    <a:pt x="220" y="101"/>
                    <a:pt x="220" y="92"/>
                  </a:cubicBezTo>
                  <a:cubicBezTo>
                    <a:pt x="220" y="90"/>
                    <a:pt x="220" y="88"/>
                    <a:pt x="220" y="86"/>
                  </a:cubicBezTo>
                  <a:cubicBezTo>
                    <a:pt x="216" y="52"/>
                    <a:pt x="192" y="21"/>
                    <a:pt x="162" y="7"/>
                  </a:cubicBezTo>
                  <a:cubicBezTo>
                    <a:pt x="150" y="3"/>
                    <a:pt x="138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7"/>
            <p:cNvSpPr/>
            <p:nvPr/>
          </p:nvSpPr>
          <p:spPr>
            <a:xfrm>
              <a:off x="5885277" y="-1217822"/>
              <a:ext cx="14237" cy="19360"/>
            </a:xfrm>
            <a:custGeom>
              <a:avLst/>
              <a:gdLst/>
              <a:ahLst/>
              <a:cxnLst/>
              <a:rect l="l" t="t" r="r" b="b"/>
              <a:pathLst>
                <a:path w="214" h="291" extrusionOk="0">
                  <a:moveTo>
                    <a:pt x="1" y="137"/>
                  </a:moveTo>
                  <a:cubicBezTo>
                    <a:pt x="1" y="138"/>
                    <a:pt x="1" y="139"/>
                    <a:pt x="1" y="139"/>
                  </a:cubicBezTo>
                  <a:lnTo>
                    <a:pt x="1" y="139"/>
                  </a:lnTo>
                  <a:cubicBezTo>
                    <a:pt x="1" y="139"/>
                    <a:pt x="1" y="138"/>
                    <a:pt x="1" y="137"/>
                  </a:cubicBezTo>
                  <a:close/>
                  <a:moveTo>
                    <a:pt x="89" y="0"/>
                  </a:moveTo>
                  <a:cubicBezTo>
                    <a:pt x="86" y="0"/>
                    <a:pt x="82" y="1"/>
                    <a:pt x="79" y="1"/>
                  </a:cubicBezTo>
                  <a:cubicBezTo>
                    <a:pt x="63" y="2"/>
                    <a:pt x="50" y="7"/>
                    <a:pt x="38" y="16"/>
                  </a:cubicBezTo>
                  <a:cubicBezTo>
                    <a:pt x="25" y="25"/>
                    <a:pt x="16" y="37"/>
                    <a:pt x="9" y="51"/>
                  </a:cubicBezTo>
                  <a:cubicBezTo>
                    <a:pt x="4" y="64"/>
                    <a:pt x="2" y="76"/>
                    <a:pt x="3" y="89"/>
                  </a:cubicBezTo>
                  <a:lnTo>
                    <a:pt x="3" y="89"/>
                  </a:lnTo>
                  <a:cubicBezTo>
                    <a:pt x="3" y="91"/>
                    <a:pt x="3" y="93"/>
                    <a:pt x="2" y="95"/>
                  </a:cubicBezTo>
                  <a:cubicBezTo>
                    <a:pt x="1" y="98"/>
                    <a:pt x="1" y="102"/>
                    <a:pt x="0" y="104"/>
                  </a:cubicBezTo>
                  <a:lnTo>
                    <a:pt x="0" y="131"/>
                  </a:lnTo>
                  <a:cubicBezTo>
                    <a:pt x="0" y="134"/>
                    <a:pt x="1" y="137"/>
                    <a:pt x="2" y="140"/>
                  </a:cubicBezTo>
                  <a:cubicBezTo>
                    <a:pt x="2" y="140"/>
                    <a:pt x="2" y="140"/>
                    <a:pt x="1" y="139"/>
                  </a:cubicBezTo>
                  <a:lnTo>
                    <a:pt x="1" y="139"/>
                  </a:lnTo>
                  <a:cubicBezTo>
                    <a:pt x="3" y="146"/>
                    <a:pt x="4" y="151"/>
                    <a:pt x="4" y="158"/>
                  </a:cubicBezTo>
                  <a:cubicBezTo>
                    <a:pt x="5" y="161"/>
                    <a:pt x="5" y="165"/>
                    <a:pt x="5" y="169"/>
                  </a:cubicBezTo>
                  <a:cubicBezTo>
                    <a:pt x="5" y="170"/>
                    <a:pt x="5" y="171"/>
                    <a:pt x="5" y="172"/>
                  </a:cubicBezTo>
                  <a:lnTo>
                    <a:pt x="12" y="198"/>
                  </a:lnTo>
                  <a:cubicBezTo>
                    <a:pt x="13" y="199"/>
                    <a:pt x="13" y="200"/>
                    <a:pt x="14" y="202"/>
                  </a:cubicBezTo>
                  <a:cubicBezTo>
                    <a:pt x="17" y="207"/>
                    <a:pt x="19" y="214"/>
                    <a:pt x="20" y="219"/>
                  </a:cubicBezTo>
                  <a:cubicBezTo>
                    <a:pt x="21" y="222"/>
                    <a:pt x="22" y="225"/>
                    <a:pt x="23" y="227"/>
                  </a:cubicBezTo>
                  <a:cubicBezTo>
                    <a:pt x="24" y="230"/>
                    <a:pt x="26" y="233"/>
                    <a:pt x="27" y="236"/>
                  </a:cubicBezTo>
                  <a:cubicBezTo>
                    <a:pt x="30" y="242"/>
                    <a:pt x="32" y="247"/>
                    <a:pt x="35" y="253"/>
                  </a:cubicBezTo>
                  <a:cubicBezTo>
                    <a:pt x="37" y="257"/>
                    <a:pt x="40" y="262"/>
                    <a:pt x="42" y="267"/>
                  </a:cubicBezTo>
                  <a:cubicBezTo>
                    <a:pt x="46" y="273"/>
                    <a:pt x="52" y="278"/>
                    <a:pt x="59" y="282"/>
                  </a:cubicBezTo>
                  <a:cubicBezTo>
                    <a:pt x="67" y="287"/>
                    <a:pt x="77" y="291"/>
                    <a:pt x="87" y="291"/>
                  </a:cubicBezTo>
                  <a:cubicBezTo>
                    <a:pt x="90" y="291"/>
                    <a:pt x="93" y="291"/>
                    <a:pt x="95" y="290"/>
                  </a:cubicBezTo>
                  <a:cubicBezTo>
                    <a:pt x="116" y="286"/>
                    <a:pt x="137" y="279"/>
                    <a:pt x="155" y="267"/>
                  </a:cubicBezTo>
                  <a:cubicBezTo>
                    <a:pt x="165" y="260"/>
                    <a:pt x="176" y="248"/>
                    <a:pt x="183" y="238"/>
                  </a:cubicBezTo>
                  <a:cubicBezTo>
                    <a:pt x="197" y="217"/>
                    <a:pt x="208" y="199"/>
                    <a:pt x="211" y="174"/>
                  </a:cubicBezTo>
                  <a:cubicBezTo>
                    <a:pt x="214" y="160"/>
                    <a:pt x="212" y="142"/>
                    <a:pt x="210" y="128"/>
                  </a:cubicBezTo>
                  <a:cubicBezTo>
                    <a:pt x="207" y="104"/>
                    <a:pt x="202" y="81"/>
                    <a:pt x="187" y="61"/>
                  </a:cubicBezTo>
                  <a:cubicBezTo>
                    <a:pt x="172" y="37"/>
                    <a:pt x="146" y="21"/>
                    <a:pt x="120" y="7"/>
                  </a:cubicBezTo>
                  <a:cubicBezTo>
                    <a:pt x="110" y="3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7"/>
            <p:cNvSpPr/>
            <p:nvPr/>
          </p:nvSpPr>
          <p:spPr>
            <a:xfrm>
              <a:off x="5743972" y="-1119627"/>
              <a:ext cx="23817" cy="25746"/>
            </a:xfrm>
            <a:custGeom>
              <a:avLst/>
              <a:gdLst/>
              <a:ahLst/>
              <a:cxnLst/>
              <a:rect l="l" t="t" r="r" b="b"/>
              <a:pathLst>
                <a:path w="358" h="387" extrusionOk="0">
                  <a:moveTo>
                    <a:pt x="97" y="1"/>
                  </a:moveTo>
                  <a:cubicBezTo>
                    <a:pt x="54" y="1"/>
                    <a:pt x="11" y="29"/>
                    <a:pt x="5" y="73"/>
                  </a:cubicBezTo>
                  <a:cubicBezTo>
                    <a:pt x="0" y="98"/>
                    <a:pt x="5" y="118"/>
                    <a:pt x="15" y="140"/>
                  </a:cubicBezTo>
                  <a:cubicBezTo>
                    <a:pt x="18" y="146"/>
                    <a:pt x="20" y="151"/>
                    <a:pt x="22" y="158"/>
                  </a:cubicBezTo>
                  <a:cubicBezTo>
                    <a:pt x="29" y="172"/>
                    <a:pt x="37" y="184"/>
                    <a:pt x="48" y="195"/>
                  </a:cubicBezTo>
                  <a:cubicBezTo>
                    <a:pt x="66" y="216"/>
                    <a:pt x="82" y="240"/>
                    <a:pt x="97" y="266"/>
                  </a:cubicBezTo>
                  <a:cubicBezTo>
                    <a:pt x="92" y="256"/>
                    <a:pt x="86" y="247"/>
                    <a:pt x="81" y="237"/>
                  </a:cubicBezTo>
                  <a:lnTo>
                    <a:pt x="81" y="237"/>
                  </a:lnTo>
                  <a:cubicBezTo>
                    <a:pt x="90" y="254"/>
                    <a:pt x="100" y="271"/>
                    <a:pt x="108" y="288"/>
                  </a:cubicBezTo>
                  <a:cubicBezTo>
                    <a:pt x="116" y="302"/>
                    <a:pt x="122" y="318"/>
                    <a:pt x="130" y="329"/>
                  </a:cubicBezTo>
                  <a:cubicBezTo>
                    <a:pt x="153" y="361"/>
                    <a:pt x="183" y="377"/>
                    <a:pt x="220" y="385"/>
                  </a:cubicBezTo>
                  <a:cubicBezTo>
                    <a:pt x="226" y="386"/>
                    <a:pt x="231" y="386"/>
                    <a:pt x="237" y="386"/>
                  </a:cubicBezTo>
                  <a:cubicBezTo>
                    <a:pt x="270" y="386"/>
                    <a:pt x="304" y="369"/>
                    <a:pt x="325" y="344"/>
                  </a:cubicBezTo>
                  <a:cubicBezTo>
                    <a:pt x="339" y="326"/>
                    <a:pt x="344" y="314"/>
                    <a:pt x="349" y="295"/>
                  </a:cubicBezTo>
                  <a:cubicBezTo>
                    <a:pt x="357" y="266"/>
                    <a:pt x="355" y="237"/>
                    <a:pt x="345" y="209"/>
                  </a:cubicBezTo>
                  <a:cubicBezTo>
                    <a:pt x="340" y="197"/>
                    <a:pt x="334" y="185"/>
                    <a:pt x="328" y="175"/>
                  </a:cubicBezTo>
                  <a:cubicBezTo>
                    <a:pt x="318" y="154"/>
                    <a:pt x="308" y="135"/>
                    <a:pt x="294" y="118"/>
                  </a:cubicBezTo>
                  <a:cubicBezTo>
                    <a:pt x="279" y="101"/>
                    <a:pt x="263" y="85"/>
                    <a:pt x="247" y="70"/>
                  </a:cubicBezTo>
                  <a:cubicBezTo>
                    <a:pt x="239" y="61"/>
                    <a:pt x="230" y="53"/>
                    <a:pt x="220" y="46"/>
                  </a:cubicBezTo>
                  <a:cubicBezTo>
                    <a:pt x="216" y="42"/>
                    <a:pt x="211" y="37"/>
                    <a:pt x="206" y="34"/>
                  </a:cubicBezTo>
                  <a:cubicBezTo>
                    <a:pt x="185" y="20"/>
                    <a:pt x="167" y="10"/>
                    <a:pt x="143" y="5"/>
                  </a:cubicBezTo>
                  <a:cubicBezTo>
                    <a:pt x="128" y="3"/>
                    <a:pt x="114" y="1"/>
                    <a:pt x="99" y="1"/>
                  </a:cubicBezTo>
                  <a:cubicBezTo>
                    <a:pt x="98" y="1"/>
                    <a:pt x="97" y="1"/>
                    <a:pt x="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7"/>
            <p:cNvSpPr/>
            <p:nvPr/>
          </p:nvSpPr>
          <p:spPr>
            <a:xfrm>
              <a:off x="5582643" y="-974929"/>
              <a:ext cx="14703" cy="16965"/>
            </a:xfrm>
            <a:custGeom>
              <a:avLst/>
              <a:gdLst/>
              <a:ahLst/>
              <a:cxnLst/>
              <a:rect l="l" t="t" r="r" b="b"/>
              <a:pathLst>
                <a:path w="221" h="255" extrusionOk="0">
                  <a:moveTo>
                    <a:pt x="89" y="1"/>
                  </a:moveTo>
                  <a:cubicBezTo>
                    <a:pt x="77" y="2"/>
                    <a:pt x="65" y="6"/>
                    <a:pt x="54" y="13"/>
                  </a:cubicBezTo>
                  <a:cubicBezTo>
                    <a:pt x="45" y="16"/>
                    <a:pt x="39" y="22"/>
                    <a:pt x="33" y="28"/>
                  </a:cubicBezTo>
                  <a:cubicBezTo>
                    <a:pt x="26" y="33"/>
                    <a:pt x="20" y="40"/>
                    <a:pt x="17" y="49"/>
                  </a:cubicBezTo>
                  <a:cubicBezTo>
                    <a:pt x="11" y="55"/>
                    <a:pt x="8" y="63"/>
                    <a:pt x="7" y="72"/>
                  </a:cubicBezTo>
                  <a:cubicBezTo>
                    <a:pt x="2" y="84"/>
                    <a:pt x="0" y="96"/>
                    <a:pt x="3" y="109"/>
                  </a:cubicBezTo>
                  <a:cubicBezTo>
                    <a:pt x="5" y="117"/>
                    <a:pt x="5" y="123"/>
                    <a:pt x="5" y="130"/>
                  </a:cubicBezTo>
                  <a:cubicBezTo>
                    <a:pt x="5" y="131"/>
                    <a:pt x="5" y="134"/>
                    <a:pt x="5" y="135"/>
                  </a:cubicBezTo>
                  <a:cubicBezTo>
                    <a:pt x="6" y="144"/>
                    <a:pt x="8" y="152"/>
                    <a:pt x="11" y="161"/>
                  </a:cubicBezTo>
                  <a:cubicBezTo>
                    <a:pt x="12" y="163"/>
                    <a:pt x="13" y="165"/>
                    <a:pt x="13" y="167"/>
                  </a:cubicBezTo>
                  <a:cubicBezTo>
                    <a:pt x="14" y="169"/>
                    <a:pt x="15" y="171"/>
                    <a:pt x="15" y="173"/>
                  </a:cubicBezTo>
                  <a:cubicBezTo>
                    <a:pt x="16" y="178"/>
                    <a:pt x="17" y="183"/>
                    <a:pt x="18" y="186"/>
                  </a:cubicBezTo>
                  <a:cubicBezTo>
                    <a:pt x="22" y="199"/>
                    <a:pt x="30" y="210"/>
                    <a:pt x="40" y="219"/>
                  </a:cubicBezTo>
                  <a:cubicBezTo>
                    <a:pt x="43" y="224"/>
                    <a:pt x="47" y="228"/>
                    <a:pt x="51" y="230"/>
                  </a:cubicBezTo>
                  <a:cubicBezTo>
                    <a:pt x="53" y="232"/>
                    <a:pt x="55" y="233"/>
                    <a:pt x="57" y="234"/>
                  </a:cubicBezTo>
                  <a:cubicBezTo>
                    <a:pt x="64" y="239"/>
                    <a:pt x="72" y="243"/>
                    <a:pt x="78" y="248"/>
                  </a:cubicBezTo>
                  <a:cubicBezTo>
                    <a:pt x="88" y="252"/>
                    <a:pt x="97" y="254"/>
                    <a:pt x="107" y="254"/>
                  </a:cubicBezTo>
                  <a:cubicBezTo>
                    <a:pt x="109" y="254"/>
                    <a:pt x="111" y="254"/>
                    <a:pt x="114" y="254"/>
                  </a:cubicBezTo>
                  <a:cubicBezTo>
                    <a:pt x="115" y="254"/>
                    <a:pt x="118" y="254"/>
                    <a:pt x="120" y="254"/>
                  </a:cubicBezTo>
                  <a:cubicBezTo>
                    <a:pt x="125" y="254"/>
                    <a:pt x="131" y="253"/>
                    <a:pt x="137" y="252"/>
                  </a:cubicBezTo>
                  <a:cubicBezTo>
                    <a:pt x="148" y="250"/>
                    <a:pt x="160" y="246"/>
                    <a:pt x="169" y="237"/>
                  </a:cubicBezTo>
                  <a:cubicBezTo>
                    <a:pt x="171" y="236"/>
                    <a:pt x="172" y="236"/>
                    <a:pt x="174" y="235"/>
                  </a:cubicBezTo>
                  <a:cubicBezTo>
                    <a:pt x="174" y="234"/>
                    <a:pt x="175" y="234"/>
                    <a:pt x="176" y="233"/>
                  </a:cubicBezTo>
                  <a:cubicBezTo>
                    <a:pt x="183" y="227"/>
                    <a:pt x="190" y="220"/>
                    <a:pt x="196" y="214"/>
                  </a:cubicBezTo>
                  <a:cubicBezTo>
                    <a:pt x="201" y="206"/>
                    <a:pt x="207" y="197"/>
                    <a:pt x="211" y="190"/>
                  </a:cubicBezTo>
                  <a:cubicBezTo>
                    <a:pt x="213" y="186"/>
                    <a:pt x="218" y="171"/>
                    <a:pt x="218" y="163"/>
                  </a:cubicBezTo>
                  <a:cubicBezTo>
                    <a:pt x="219" y="148"/>
                    <a:pt x="220" y="133"/>
                    <a:pt x="218" y="119"/>
                  </a:cubicBezTo>
                  <a:cubicBezTo>
                    <a:pt x="218" y="117"/>
                    <a:pt x="218" y="116"/>
                    <a:pt x="218" y="115"/>
                  </a:cubicBezTo>
                  <a:cubicBezTo>
                    <a:pt x="218" y="114"/>
                    <a:pt x="218" y="113"/>
                    <a:pt x="218" y="112"/>
                  </a:cubicBezTo>
                  <a:cubicBezTo>
                    <a:pt x="217" y="107"/>
                    <a:pt x="216" y="102"/>
                    <a:pt x="214" y="98"/>
                  </a:cubicBezTo>
                  <a:cubicBezTo>
                    <a:pt x="213" y="89"/>
                    <a:pt x="210" y="80"/>
                    <a:pt x="205" y="72"/>
                  </a:cubicBezTo>
                  <a:cubicBezTo>
                    <a:pt x="200" y="64"/>
                    <a:pt x="198" y="59"/>
                    <a:pt x="193" y="54"/>
                  </a:cubicBezTo>
                  <a:cubicBezTo>
                    <a:pt x="185" y="45"/>
                    <a:pt x="177" y="36"/>
                    <a:pt x="169" y="28"/>
                  </a:cubicBezTo>
                  <a:cubicBezTo>
                    <a:pt x="167" y="26"/>
                    <a:pt x="164" y="24"/>
                    <a:pt x="162" y="23"/>
                  </a:cubicBezTo>
                  <a:cubicBezTo>
                    <a:pt x="154" y="17"/>
                    <a:pt x="147" y="13"/>
                    <a:pt x="140" y="9"/>
                  </a:cubicBezTo>
                  <a:cubicBezTo>
                    <a:pt x="131" y="6"/>
                    <a:pt x="123" y="4"/>
                    <a:pt x="115" y="2"/>
                  </a:cubicBezTo>
                  <a:cubicBezTo>
                    <a:pt x="106" y="2"/>
                    <a:pt x="98" y="2"/>
                    <a:pt x="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7"/>
            <p:cNvSpPr/>
            <p:nvPr/>
          </p:nvSpPr>
          <p:spPr>
            <a:xfrm>
              <a:off x="5705719" y="-826307"/>
              <a:ext cx="11908" cy="13172"/>
            </a:xfrm>
            <a:custGeom>
              <a:avLst/>
              <a:gdLst/>
              <a:ahLst/>
              <a:cxnLst/>
              <a:rect l="l" t="t" r="r" b="b"/>
              <a:pathLst>
                <a:path w="179" h="198" extrusionOk="0">
                  <a:moveTo>
                    <a:pt x="73" y="1"/>
                  </a:moveTo>
                  <a:cubicBezTo>
                    <a:pt x="71" y="1"/>
                    <a:pt x="69" y="1"/>
                    <a:pt x="67" y="1"/>
                  </a:cubicBezTo>
                  <a:cubicBezTo>
                    <a:pt x="57" y="2"/>
                    <a:pt x="49" y="5"/>
                    <a:pt x="42" y="10"/>
                  </a:cubicBezTo>
                  <a:cubicBezTo>
                    <a:pt x="32" y="14"/>
                    <a:pt x="26" y="19"/>
                    <a:pt x="20" y="27"/>
                  </a:cubicBezTo>
                  <a:cubicBezTo>
                    <a:pt x="12" y="37"/>
                    <a:pt x="7" y="48"/>
                    <a:pt x="5" y="61"/>
                  </a:cubicBezTo>
                  <a:cubicBezTo>
                    <a:pt x="5" y="64"/>
                    <a:pt x="4" y="68"/>
                    <a:pt x="3" y="71"/>
                  </a:cubicBezTo>
                  <a:cubicBezTo>
                    <a:pt x="3" y="72"/>
                    <a:pt x="3" y="74"/>
                    <a:pt x="2" y="75"/>
                  </a:cubicBezTo>
                  <a:cubicBezTo>
                    <a:pt x="2" y="77"/>
                    <a:pt x="2" y="78"/>
                    <a:pt x="2" y="79"/>
                  </a:cubicBezTo>
                  <a:lnTo>
                    <a:pt x="1" y="100"/>
                  </a:lnTo>
                  <a:cubicBezTo>
                    <a:pt x="2" y="107"/>
                    <a:pt x="3" y="114"/>
                    <a:pt x="6" y="122"/>
                  </a:cubicBezTo>
                  <a:cubicBezTo>
                    <a:pt x="9" y="129"/>
                    <a:pt x="13" y="136"/>
                    <a:pt x="17" y="145"/>
                  </a:cubicBezTo>
                  <a:cubicBezTo>
                    <a:pt x="20" y="155"/>
                    <a:pt x="26" y="163"/>
                    <a:pt x="34" y="171"/>
                  </a:cubicBezTo>
                  <a:cubicBezTo>
                    <a:pt x="42" y="180"/>
                    <a:pt x="50" y="186"/>
                    <a:pt x="62" y="191"/>
                  </a:cubicBezTo>
                  <a:cubicBezTo>
                    <a:pt x="69" y="195"/>
                    <a:pt x="78" y="197"/>
                    <a:pt x="87" y="197"/>
                  </a:cubicBezTo>
                  <a:cubicBezTo>
                    <a:pt x="89" y="197"/>
                    <a:pt x="91" y="197"/>
                    <a:pt x="93" y="197"/>
                  </a:cubicBezTo>
                  <a:cubicBezTo>
                    <a:pt x="95" y="197"/>
                    <a:pt x="98" y="197"/>
                    <a:pt x="100" y="197"/>
                  </a:cubicBezTo>
                  <a:cubicBezTo>
                    <a:pt x="108" y="197"/>
                    <a:pt x="116" y="196"/>
                    <a:pt x="124" y="192"/>
                  </a:cubicBezTo>
                  <a:cubicBezTo>
                    <a:pt x="131" y="188"/>
                    <a:pt x="137" y="185"/>
                    <a:pt x="143" y="182"/>
                  </a:cubicBezTo>
                  <a:cubicBezTo>
                    <a:pt x="155" y="173"/>
                    <a:pt x="164" y="161"/>
                    <a:pt x="170" y="148"/>
                  </a:cubicBezTo>
                  <a:cubicBezTo>
                    <a:pt x="173" y="140"/>
                    <a:pt x="175" y="133"/>
                    <a:pt x="177" y="127"/>
                  </a:cubicBezTo>
                  <a:cubicBezTo>
                    <a:pt x="179" y="112"/>
                    <a:pt x="178" y="98"/>
                    <a:pt x="173" y="85"/>
                  </a:cubicBezTo>
                  <a:cubicBezTo>
                    <a:pt x="167" y="73"/>
                    <a:pt x="162" y="63"/>
                    <a:pt x="157" y="52"/>
                  </a:cubicBezTo>
                  <a:cubicBezTo>
                    <a:pt x="153" y="42"/>
                    <a:pt x="145" y="34"/>
                    <a:pt x="136" y="27"/>
                  </a:cubicBezTo>
                  <a:cubicBezTo>
                    <a:pt x="131" y="21"/>
                    <a:pt x="124" y="18"/>
                    <a:pt x="116" y="15"/>
                  </a:cubicBezTo>
                  <a:cubicBezTo>
                    <a:pt x="116" y="15"/>
                    <a:pt x="115" y="14"/>
                    <a:pt x="115" y="14"/>
                  </a:cubicBezTo>
                  <a:cubicBezTo>
                    <a:pt x="113" y="13"/>
                    <a:pt x="112" y="13"/>
                    <a:pt x="111" y="12"/>
                  </a:cubicBezTo>
                  <a:cubicBezTo>
                    <a:pt x="108" y="10"/>
                    <a:pt x="104" y="8"/>
                    <a:pt x="102" y="6"/>
                  </a:cubicBezTo>
                  <a:cubicBezTo>
                    <a:pt x="93" y="3"/>
                    <a:pt x="83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7"/>
            <p:cNvSpPr/>
            <p:nvPr/>
          </p:nvSpPr>
          <p:spPr>
            <a:xfrm>
              <a:off x="5811631" y="-928427"/>
              <a:ext cx="18495" cy="22686"/>
            </a:xfrm>
            <a:custGeom>
              <a:avLst/>
              <a:gdLst/>
              <a:ahLst/>
              <a:cxnLst/>
              <a:rect l="l" t="t" r="r" b="b"/>
              <a:pathLst>
                <a:path w="278" h="341" extrusionOk="0">
                  <a:moveTo>
                    <a:pt x="106" y="1"/>
                  </a:moveTo>
                  <a:cubicBezTo>
                    <a:pt x="98" y="1"/>
                    <a:pt x="89" y="2"/>
                    <a:pt x="81" y="5"/>
                  </a:cubicBezTo>
                  <a:cubicBezTo>
                    <a:pt x="68" y="7"/>
                    <a:pt x="56" y="12"/>
                    <a:pt x="46" y="21"/>
                  </a:cubicBezTo>
                  <a:cubicBezTo>
                    <a:pt x="25" y="36"/>
                    <a:pt x="6" y="60"/>
                    <a:pt x="5" y="88"/>
                  </a:cubicBezTo>
                  <a:cubicBezTo>
                    <a:pt x="4" y="101"/>
                    <a:pt x="1" y="116"/>
                    <a:pt x="3" y="131"/>
                  </a:cubicBezTo>
                  <a:cubicBezTo>
                    <a:pt x="5" y="148"/>
                    <a:pt x="11" y="162"/>
                    <a:pt x="16" y="179"/>
                  </a:cubicBezTo>
                  <a:cubicBezTo>
                    <a:pt x="20" y="185"/>
                    <a:pt x="21" y="192"/>
                    <a:pt x="24" y="199"/>
                  </a:cubicBezTo>
                  <a:cubicBezTo>
                    <a:pt x="28" y="210"/>
                    <a:pt x="35" y="222"/>
                    <a:pt x="43" y="232"/>
                  </a:cubicBezTo>
                  <a:cubicBezTo>
                    <a:pt x="49" y="247"/>
                    <a:pt x="54" y="261"/>
                    <a:pt x="64" y="274"/>
                  </a:cubicBezTo>
                  <a:cubicBezTo>
                    <a:pt x="67" y="278"/>
                    <a:pt x="70" y="283"/>
                    <a:pt x="73" y="288"/>
                  </a:cubicBezTo>
                  <a:cubicBezTo>
                    <a:pt x="83" y="304"/>
                    <a:pt x="101" y="317"/>
                    <a:pt x="119" y="326"/>
                  </a:cubicBezTo>
                  <a:cubicBezTo>
                    <a:pt x="133" y="335"/>
                    <a:pt x="147" y="341"/>
                    <a:pt x="164" y="341"/>
                  </a:cubicBezTo>
                  <a:cubicBezTo>
                    <a:pt x="165" y="341"/>
                    <a:pt x="166" y="341"/>
                    <a:pt x="168" y="341"/>
                  </a:cubicBezTo>
                  <a:cubicBezTo>
                    <a:pt x="193" y="341"/>
                    <a:pt x="219" y="331"/>
                    <a:pt x="234" y="310"/>
                  </a:cubicBezTo>
                  <a:cubicBezTo>
                    <a:pt x="234" y="308"/>
                    <a:pt x="235" y="307"/>
                    <a:pt x="235" y="306"/>
                  </a:cubicBezTo>
                  <a:cubicBezTo>
                    <a:pt x="239" y="303"/>
                    <a:pt x="245" y="302"/>
                    <a:pt x="248" y="298"/>
                  </a:cubicBezTo>
                  <a:cubicBezTo>
                    <a:pt x="259" y="283"/>
                    <a:pt x="268" y="266"/>
                    <a:pt x="270" y="247"/>
                  </a:cubicBezTo>
                  <a:cubicBezTo>
                    <a:pt x="272" y="240"/>
                    <a:pt x="273" y="235"/>
                    <a:pt x="274" y="229"/>
                  </a:cubicBezTo>
                  <a:cubicBezTo>
                    <a:pt x="275" y="226"/>
                    <a:pt x="275" y="223"/>
                    <a:pt x="276" y="220"/>
                  </a:cubicBezTo>
                  <a:cubicBezTo>
                    <a:pt x="277" y="210"/>
                    <a:pt x="277" y="196"/>
                    <a:pt x="276" y="187"/>
                  </a:cubicBezTo>
                  <a:lnTo>
                    <a:pt x="275" y="182"/>
                  </a:lnTo>
                  <a:cubicBezTo>
                    <a:pt x="272" y="160"/>
                    <a:pt x="266" y="138"/>
                    <a:pt x="258" y="116"/>
                  </a:cubicBezTo>
                  <a:cubicBezTo>
                    <a:pt x="248" y="83"/>
                    <a:pt x="225" y="60"/>
                    <a:pt x="201" y="37"/>
                  </a:cubicBezTo>
                  <a:cubicBezTo>
                    <a:pt x="179" y="16"/>
                    <a:pt x="149" y="4"/>
                    <a:pt x="119" y="2"/>
                  </a:cubicBezTo>
                  <a:cubicBezTo>
                    <a:pt x="115" y="1"/>
                    <a:pt x="111" y="1"/>
                    <a:pt x="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7"/>
            <p:cNvSpPr/>
            <p:nvPr/>
          </p:nvSpPr>
          <p:spPr>
            <a:xfrm>
              <a:off x="5881418" y="-783396"/>
              <a:ext cx="20490" cy="21688"/>
            </a:xfrm>
            <a:custGeom>
              <a:avLst/>
              <a:gdLst/>
              <a:ahLst/>
              <a:cxnLst/>
              <a:rect l="l" t="t" r="r" b="b"/>
              <a:pathLst>
                <a:path w="308" h="326" extrusionOk="0">
                  <a:moveTo>
                    <a:pt x="100" y="1"/>
                  </a:moveTo>
                  <a:lnTo>
                    <a:pt x="72" y="7"/>
                  </a:lnTo>
                  <a:lnTo>
                    <a:pt x="47" y="21"/>
                  </a:lnTo>
                  <a:cubicBezTo>
                    <a:pt x="34" y="29"/>
                    <a:pt x="23" y="41"/>
                    <a:pt x="17" y="54"/>
                  </a:cubicBezTo>
                  <a:cubicBezTo>
                    <a:pt x="11" y="63"/>
                    <a:pt x="7" y="71"/>
                    <a:pt x="6" y="81"/>
                  </a:cubicBezTo>
                  <a:cubicBezTo>
                    <a:pt x="2" y="90"/>
                    <a:pt x="0" y="100"/>
                    <a:pt x="2" y="110"/>
                  </a:cubicBezTo>
                  <a:cubicBezTo>
                    <a:pt x="1" y="132"/>
                    <a:pt x="7" y="151"/>
                    <a:pt x="18" y="170"/>
                  </a:cubicBezTo>
                  <a:lnTo>
                    <a:pt x="18" y="170"/>
                  </a:lnTo>
                  <a:cubicBezTo>
                    <a:pt x="19" y="171"/>
                    <a:pt x="19" y="172"/>
                    <a:pt x="19" y="173"/>
                  </a:cubicBezTo>
                  <a:cubicBezTo>
                    <a:pt x="20" y="174"/>
                    <a:pt x="20" y="176"/>
                    <a:pt x="21" y="177"/>
                  </a:cubicBezTo>
                  <a:cubicBezTo>
                    <a:pt x="23" y="179"/>
                    <a:pt x="24" y="181"/>
                    <a:pt x="26" y="183"/>
                  </a:cubicBezTo>
                  <a:lnTo>
                    <a:pt x="26" y="183"/>
                  </a:lnTo>
                  <a:cubicBezTo>
                    <a:pt x="32" y="197"/>
                    <a:pt x="39" y="210"/>
                    <a:pt x="50" y="220"/>
                  </a:cubicBezTo>
                  <a:cubicBezTo>
                    <a:pt x="51" y="220"/>
                    <a:pt x="51" y="221"/>
                    <a:pt x="52" y="221"/>
                  </a:cubicBezTo>
                  <a:cubicBezTo>
                    <a:pt x="59" y="229"/>
                    <a:pt x="66" y="238"/>
                    <a:pt x="73" y="247"/>
                  </a:cubicBezTo>
                  <a:cubicBezTo>
                    <a:pt x="76" y="252"/>
                    <a:pt x="79" y="257"/>
                    <a:pt x="82" y="263"/>
                  </a:cubicBezTo>
                  <a:cubicBezTo>
                    <a:pt x="90" y="274"/>
                    <a:pt x="103" y="284"/>
                    <a:pt x="115" y="295"/>
                  </a:cubicBezTo>
                  <a:cubicBezTo>
                    <a:pt x="116" y="297"/>
                    <a:pt x="118" y="299"/>
                    <a:pt x="120" y="301"/>
                  </a:cubicBezTo>
                  <a:cubicBezTo>
                    <a:pt x="132" y="312"/>
                    <a:pt x="146" y="318"/>
                    <a:pt x="161" y="321"/>
                  </a:cubicBezTo>
                  <a:cubicBezTo>
                    <a:pt x="172" y="324"/>
                    <a:pt x="184" y="326"/>
                    <a:pt x="195" y="326"/>
                  </a:cubicBezTo>
                  <a:cubicBezTo>
                    <a:pt x="208" y="326"/>
                    <a:pt x="221" y="324"/>
                    <a:pt x="233" y="319"/>
                  </a:cubicBezTo>
                  <a:cubicBezTo>
                    <a:pt x="252" y="311"/>
                    <a:pt x="268" y="299"/>
                    <a:pt x="282" y="283"/>
                  </a:cubicBezTo>
                  <a:cubicBezTo>
                    <a:pt x="302" y="260"/>
                    <a:pt x="307" y="229"/>
                    <a:pt x="306" y="199"/>
                  </a:cubicBezTo>
                  <a:cubicBezTo>
                    <a:pt x="306" y="193"/>
                    <a:pt x="306" y="188"/>
                    <a:pt x="305" y="182"/>
                  </a:cubicBezTo>
                  <a:cubicBezTo>
                    <a:pt x="305" y="181"/>
                    <a:pt x="305" y="179"/>
                    <a:pt x="305" y="177"/>
                  </a:cubicBezTo>
                  <a:cubicBezTo>
                    <a:pt x="302" y="166"/>
                    <a:pt x="300" y="157"/>
                    <a:pt x="298" y="146"/>
                  </a:cubicBezTo>
                  <a:cubicBezTo>
                    <a:pt x="292" y="135"/>
                    <a:pt x="285" y="123"/>
                    <a:pt x="280" y="113"/>
                  </a:cubicBezTo>
                  <a:cubicBezTo>
                    <a:pt x="274" y="102"/>
                    <a:pt x="267" y="92"/>
                    <a:pt x="259" y="81"/>
                  </a:cubicBezTo>
                  <a:cubicBezTo>
                    <a:pt x="240" y="56"/>
                    <a:pt x="217" y="31"/>
                    <a:pt x="188" y="19"/>
                  </a:cubicBezTo>
                  <a:cubicBezTo>
                    <a:pt x="169" y="11"/>
                    <a:pt x="148" y="6"/>
                    <a:pt x="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5893326" y="-756253"/>
              <a:ext cx="14037" cy="13838"/>
            </a:xfrm>
            <a:custGeom>
              <a:avLst/>
              <a:gdLst/>
              <a:ahLst/>
              <a:cxnLst/>
              <a:rect l="l" t="t" r="r" b="b"/>
              <a:pathLst>
                <a:path w="211" h="208" extrusionOk="0">
                  <a:moveTo>
                    <a:pt x="105" y="0"/>
                  </a:moveTo>
                  <a:cubicBezTo>
                    <a:pt x="101" y="0"/>
                    <a:pt x="97" y="0"/>
                    <a:pt x="93" y="1"/>
                  </a:cubicBezTo>
                  <a:cubicBezTo>
                    <a:pt x="79" y="2"/>
                    <a:pt x="66" y="6"/>
                    <a:pt x="55" y="14"/>
                  </a:cubicBezTo>
                  <a:cubicBezTo>
                    <a:pt x="51" y="16"/>
                    <a:pt x="46" y="18"/>
                    <a:pt x="43" y="20"/>
                  </a:cubicBezTo>
                  <a:lnTo>
                    <a:pt x="42" y="21"/>
                  </a:lnTo>
                  <a:lnTo>
                    <a:pt x="41" y="22"/>
                  </a:lnTo>
                  <a:cubicBezTo>
                    <a:pt x="29" y="29"/>
                    <a:pt x="15" y="45"/>
                    <a:pt x="10" y="60"/>
                  </a:cubicBezTo>
                  <a:lnTo>
                    <a:pt x="9" y="62"/>
                  </a:lnTo>
                  <a:cubicBezTo>
                    <a:pt x="9" y="62"/>
                    <a:pt x="9" y="63"/>
                    <a:pt x="9" y="63"/>
                  </a:cubicBezTo>
                  <a:cubicBezTo>
                    <a:pt x="6" y="71"/>
                    <a:pt x="4" y="80"/>
                    <a:pt x="1" y="89"/>
                  </a:cubicBezTo>
                  <a:cubicBezTo>
                    <a:pt x="1" y="97"/>
                    <a:pt x="1" y="107"/>
                    <a:pt x="0" y="115"/>
                  </a:cubicBezTo>
                  <a:cubicBezTo>
                    <a:pt x="3" y="123"/>
                    <a:pt x="5" y="132"/>
                    <a:pt x="7" y="141"/>
                  </a:cubicBezTo>
                  <a:cubicBezTo>
                    <a:pt x="11" y="150"/>
                    <a:pt x="15" y="157"/>
                    <a:pt x="20" y="165"/>
                  </a:cubicBezTo>
                  <a:cubicBezTo>
                    <a:pt x="32" y="181"/>
                    <a:pt x="45" y="193"/>
                    <a:pt x="63" y="200"/>
                  </a:cubicBezTo>
                  <a:cubicBezTo>
                    <a:pt x="76" y="205"/>
                    <a:pt x="89" y="208"/>
                    <a:pt x="103" y="208"/>
                  </a:cubicBezTo>
                  <a:cubicBezTo>
                    <a:pt x="107" y="208"/>
                    <a:pt x="111" y="208"/>
                    <a:pt x="116" y="207"/>
                  </a:cubicBezTo>
                  <a:lnTo>
                    <a:pt x="120" y="207"/>
                  </a:lnTo>
                  <a:cubicBezTo>
                    <a:pt x="133" y="206"/>
                    <a:pt x="145" y="202"/>
                    <a:pt x="155" y="195"/>
                  </a:cubicBezTo>
                  <a:cubicBezTo>
                    <a:pt x="168" y="189"/>
                    <a:pt x="178" y="181"/>
                    <a:pt x="187" y="171"/>
                  </a:cubicBezTo>
                  <a:cubicBezTo>
                    <a:pt x="192" y="163"/>
                    <a:pt x="196" y="155"/>
                    <a:pt x="201" y="148"/>
                  </a:cubicBezTo>
                  <a:cubicBezTo>
                    <a:pt x="208" y="131"/>
                    <a:pt x="211" y="114"/>
                    <a:pt x="209" y="97"/>
                  </a:cubicBezTo>
                  <a:cubicBezTo>
                    <a:pt x="209" y="95"/>
                    <a:pt x="208" y="94"/>
                    <a:pt x="208" y="93"/>
                  </a:cubicBezTo>
                  <a:cubicBezTo>
                    <a:pt x="206" y="75"/>
                    <a:pt x="199" y="59"/>
                    <a:pt x="189" y="44"/>
                  </a:cubicBezTo>
                  <a:cubicBezTo>
                    <a:pt x="177" y="28"/>
                    <a:pt x="164" y="17"/>
                    <a:pt x="146" y="9"/>
                  </a:cubicBezTo>
                  <a:cubicBezTo>
                    <a:pt x="142" y="7"/>
                    <a:pt x="137" y="6"/>
                    <a:pt x="132" y="5"/>
                  </a:cubicBezTo>
                  <a:cubicBezTo>
                    <a:pt x="124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7"/>
            <p:cNvSpPr/>
            <p:nvPr/>
          </p:nvSpPr>
          <p:spPr>
            <a:xfrm>
              <a:off x="6067362" y="-845999"/>
              <a:ext cx="17031" cy="19825"/>
            </a:xfrm>
            <a:custGeom>
              <a:avLst/>
              <a:gdLst/>
              <a:ahLst/>
              <a:cxnLst/>
              <a:rect l="l" t="t" r="r" b="b"/>
              <a:pathLst>
                <a:path w="256" h="298" extrusionOk="0">
                  <a:moveTo>
                    <a:pt x="98" y="1"/>
                  </a:moveTo>
                  <a:cubicBezTo>
                    <a:pt x="90" y="3"/>
                    <a:pt x="81" y="5"/>
                    <a:pt x="71" y="7"/>
                  </a:cubicBezTo>
                  <a:cubicBezTo>
                    <a:pt x="63" y="11"/>
                    <a:pt x="54" y="17"/>
                    <a:pt x="47" y="21"/>
                  </a:cubicBezTo>
                  <a:cubicBezTo>
                    <a:pt x="34" y="29"/>
                    <a:pt x="24" y="40"/>
                    <a:pt x="18" y="53"/>
                  </a:cubicBezTo>
                  <a:cubicBezTo>
                    <a:pt x="11" y="61"/>
                    <a:pt x="8" y="70"/>
                    <a:pt x="6" y="79"/>
                  </a:cubicBezTo>
                  <a:cubicBezTo>
                    <a:pt x="3" y="88"/>
                    <a:pt x="1" y="97"/>
                    <a:pt x="2" y="107"/>
                  </a:cubicBezTo>
                  <a:cubicBezTo>
                    <a:pt x="2" y="110"/>
                    <a:pt x="3" y="114"/>
                    <a:pt x="4" y="117"/>
                  </a:cubicBezTo>
                  <a:cubicBezTo>
                    <a:pt x="2" y="128"/>
                    <a:pt x="1" y="137"/>
                    <a:pt x="2" y="155"/>
                  </a:cubicBezTo>
                  <a:cubicBezTo>
                    <a:pt x="2" y="156"/>
                    <a:pt x="2" y="158"/>
                    <a:pt x="2" y="159"/>
                  </a:cubicBezTo>
                  <a:cubicBezTo>
                    <a:pt x="2" y="166"/>
                    <a:pt x="3" y="173"/>
                    <a:pt x="4" y="179"/>
                  </a:cubicBezTo>
                  <a:cubicBezTo>
                    <a:pt x="6" y="191"/>
                    <a:pt x="9" y="204"/>
                    <a:pt x="12" y="217"/>
                  </a:cubicBezTo>
                  <a:cubicBezTo>
                    <a:pt x="21" y="237"/>
                    <a:pt x="33" y="255"/>
                    <a:pt x="51" y="270"/>
                  </a:cubicBezTo>
                  <a:cubicBezTo>
                    <a:pt x="61" y="276"/>
                    <a:pt x="70" y="281"/>
                    <a:pt x="81" y="288"/>
                  </a:cubicBezTo>
                  <a:cubicBezTo>
                    <a:pt x="96" y="294"/>
                    <a:pt x="115" y="298"/>
                    <a:pt x="133" y="298"/>
                  </a:cubicBezTo>
                  <a:cubicBezTo>
                    <a:pt x="136" y="298"/>
                    <a:pt x="140" y="298"/>
                    <a:pt x="143" y="297"/>
                  </a:cubicBezTo>
                  <a:cubicBezTo>
                    <a:pt x="155" y="295"/>
                    <a:pt x="165" y="293"/>
                    <a:pt x="175" y="290"/>
                  </a:cubicBezTo>
                  <a:cubicBezTo>
                    <a:pt x="184" y="286"/>
                    <a:pt x="194" y="281"/>
                    <a:pt x="202" y="275"/>
                  </a:cubicBezTo>
                  <a:cubicBezTo>
                    <a:pt x="213" y="267"/>
                    <a:pt x="219" y="261"/>
                    <a:pt x="224" y="254"/>
                  </a:cubicBezTo>
                  <a:cubicBezTo>
                    <a:pt x="224" y="253"/>
                    <a:pt x="225" y="252"/>
                    <a:pt x="225" y="251"/>
                  </a:cubicBezTo>
                  <a:cubicBezTo>
                    <a:pt x="232" y="244"/>
                    <a:pt x="237" y="235"/>
                    <a:pt x="244" y="222"/>
                  </a:cubicBezTo>
                  <a:cubicBezTo>
                    <a:pt x="247" y="211"/>
                    <a:pt x="250" y="201"/>
                    <a:pt x="253" y="190"/>
                  </a:cubicBezTo>
                  <a:cubicBezTo>
                    <a:pt x="255" y="175"/>
                    <a:pt x="254" y="161"/>
                    <a:pt x="250" y="147"/>
                  </a:cubicBezTo>
                  <a:lnTo>
                    <a:pt x="250" y="147"/>
                  </a:lnTo>
                  <a:cubicBezTo>
                    <a:pt x="250" y="146"/>
                    <a:pt x="250" y="144"/>
                    <a:pt x="250" y="143"/>
                  </a:cubicBezTo>
                  <a:lnTo>
                    <a:pt x="250" y="142"/>
                  </a:lnTo>
                  <a:cubicBezTo>
                    <a:pt x="249" y="138"/>
                    <a:pt x="248" y="135"/>
                    <a:pt x="248" y="131"/>
                  </a:cubicBezTo>
                  <a:cubicBezTo>
                    <a:pt x="247" y="129"/>
                    <a:pt x="247" y="128"/>
                    <a:pt x="247" y="126"/>
                  </a:cubicBezTo>
                  <a:cubicBezTo>
                    <a:pt x="245" y="105"/>
                    <a:pt x="236" y="85"/>
                    <a:pt x="224" y="67"/>
                  </a:cubicBezTo>
                  <a:lnTo>
                    <a:pt x="223" y="65"/>
                  </a:lnTo>
                  <a:cubicBezTo>
                    <a:pt x="222" y="63"/>
                    <a:pt x="221" y="61"/>
                    <a:pt x="219" y="59"/>
                  </a:cubicBezTo>
                  <a:cubicBezTo>
                    <a:pt x="205" y="38"/>
                    <a:pt x="186" y="22"/>
                    <a:pt x="164" y="11"/>
                  </a:cubicBezTo>
                  <a:cubicBezTo>
                    <a:pt x="153" y="6"/>
                    <a:pt x="139" y="2"/>
                    <a:pt x="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7"/>
            <p:cNvSpPr/>
            <p:nvPr/>
          </p:nvSpPr>
          <p:spPr>
            <a:xfrm>
              <a:off x="5990457" y="-1034205"/>
              <a:ext cx="25680" cy="23085"/>
            </a:xfrm>
            <a:custGeom>
              <a:avLst/>
              <a:gdLst/>
              <a:ahLst/>
              <a:cxnLst/>
              <a:rect l="l" t="t" r="r" b="b"/>
              <a:pathLst>
                <a:path w="386" h="347" extrusionOk="0">
                  <a:moveTo>
                    <a:pt x="97" y="0"/>
                  </a:moveTo>
                  <a:cubicBezTo>
                    <a:pt x="86" y="0"/>
                    <a:pt x="76" y="2"/>
                    <a:pt x="66" y="6"/>
                  </a:cubicBezTo>
                  <a:cubicBezTo>
                    <a:pt x="42" y="17"/>
                    <a:pt x="22" y="33"/>
                    <a:pt x="12" y="59"/>
                  </a:cubicBezTo>
                  <a:cubicBezTo>
                    <a:pt x="8" y="70"/>
                    <a:pt x="4" y="83"/>
                    <a:pt x="3" y="95"/>
                  </a:cubicBezTo>
                  <a:cubicBezTo>
                    <a:pt x="0" y="133"/>
                    <a:pt x="10" y="155"/>
                    <a:pt x="28" y="185"/>
                  </a:cubicBezTo>
                  <a:cubicBezTo>
                    <a:pt x="38" y="204"/>
                    <a:pt x="47" y="214"/>
                    <a:pt x="64" y="231"/>
                  </a:cubicBezTo>
                  <a:cubicBezTo>
                    <a:pt x="72" y="240"/>
                    <a:pt x="80" y="247"/>
                    <a:pt x="88" y="255"/>
                  </a:cubicBezTo>
                  <a:cubicBezTo>
                    <a:pt x="96" y="264"/>
                    <a:pt x="104" y="271"/>
                    <a:pt x="112" y="279"/>
                  </a:cubicBezTo>
                  <a:cubicBezTo>
                    <a:pt x="121" y="287"/>
                    <a:pt x="130" y="293"/>
                    <a:pt x="140" y="299"/>
                  </a:cubicBezTo>
                  <a:cubicBezTo>
                    <a:pt x="156" y="311"/>
                    <a:pt x="174" y="325"/>
                    <a:pt x="194" y="334"/>
                  </a:cubicBezTo>
                  <a:cubicBezTo>
                    <a:pt x="212" y="342"/>
                    <a:pt x="231" y="346"/>
                    <a:pt x="250" y="346"/>
                  </a:cubicBezTo>
                  <a:cubicBezTo>
                    <a:pt x="259" y="346"/>
                    <a:pt x="268" y="345"/>
                    <a:pt x="278" y="343"/>
                  </a:cubicBezTo>
                  <a:cubicBezTo>
                    <a:pt x="308" y="338"/>
                    <a:pt x="339" y="326"/>
                    <a:pt x="357" y="300"/>
                  </a:cubicBezTo>
                  <a:cubicBezTo>
                    <a:pt x="375" y="275"/>
                    <a:pt x="386" y="246"/>
                    <a:pt x="382" y="213"/>
                  </a:cubicBezTo>
                  <a:cubicBezTo>
                    <a:pt x="380" y="193"/>
                    <a:pt x="375" y="173"/>
                    <a:pt x="365" y="153"/>
                  </a:cubicBezTo>
                  <a:cubicBezTo>
                    <a:pt x="353" y="132"/>
                    <a:pt x="336" y="115"/>
                    <a:pt x="318" y="100"/>
                  </a:cubicBezTo>
                  <a:cubicBezTo>
                    <a:pt x="296" y="83"/>
                    <a:pt x="274" y="67"/>
                    <a:pt x="249" y="53"/>
                  </a:cubicBezTo>
                  <a:cubicBezTo>
                    <a:pt x="234" y="45"/>
                    <a:pt x="218" y="37"/>
                    <a:pt x="202" y="28"/>
                  </a:cubicBezTo>
                  <a:cubicBezTo>
                    <a:pt x="183" y="17"/>
                    <a:pt x="160" y="13"/>
                    <a:pt x="137" y="7"/>
                  </a:cubicBezTo>
                  <a:lnTo>
                    <a:pt x="137" y="7"/>
                  </a:lnTo>
                  <a:cubicBezTo>
                    <a:pt x="137" y="7"/>
                    <a:pt x="138" y="7"/>
                    <a:pt x="138" y="7"/>
                  </a:cubicBezTo>
                  <a:lnTo>
                    <a:pt x="133" y="6"/>
                  </a:lnTo>
                  <a:lnTo>
                    <a:pt x="133" y="6"/>
                  </a:lnTo>
                  <a:cubicBezTo>
                    <a:pt x="135" y="7"/>
                    <a:pt x="136" y="7"/>
                    <a:pt x="137" y="7"/>
                  </a:cubicBezTo>
                  <a:lnTo>
                    <a:pt x="137" y="7"/>
                  </a:lnTo>
                  <a:cubicBezTo>
                    <a:pt x="136" y="7"/>
                    <a:pt x="134" y="7"/>
                    <a:pt x="133" y="6"/>
                  </a:cubicBezTo>
                  <a:lnTo>
                    <a:pt x="133" y="6"/>
                  </a:lnTo>
                  <a:cubicBezTo>
                    <a:pt x="133" y="6"/>
                    <a:pt x="133" y="6"/>
                    <a:pt x="133" y="6"/>
                  </a:cubicBezTo>
                  <a:cubicBezTo>
                    <a:pt x="131" y="6"/>
                    <a:pt x="128" y="5"/>
                    <a:pt x="125" y="4"/>
                  </a:cubicBezTo>
                  <a:lnTo>
                    <a:pt x="125" y="4"/>
                  </a:lnTo>
                  <a:cubicBezTo>
                    <a:pt x="117" y="2"/>
                    <a:pt x="107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6153782" y="-859437"/>
              <a:ext cx="44573" cy="42445"/>
            </a:xfrm>
            <a:custGeom>
              <a:avLst/>
              <a:gdLst/>
              <a:ahLst/>
              <a:cxnLst/>
              <a:rect l="l" t="t" r="r" b="b"/>
              <a:pathLst>
                <a:path w="670" h="638" extrusionOk="0">
                  <a:moveTo>
                    <a:pt x="442" y="0"/>
                  </a:moveTo>
                  <a:cubicBezTo>
                    <a:pt x="415" y="0"/>
                    <a:pt x="388" y="5"/>
                    <a:pt x="362" y="14"/>
                  </a:cubicBezTo>
                  <a:cubicBezTo>
                    <a:pt x="347" y="19"/>
                    <a:pt x="334" y="24"/>
                    <a:pt x="320" y="31"/>
                  </a:cubicBezTo>
                  <a:cubicBezTo>
                    <a:pt x="292" y="46"/>
                    <a:pt x="263" y="60"/>
                    <a:pt x="237" y="78"/>
                  </a:cubicBezTo>
                  <a:cubicBezTo>
                    <a:pt x="212" y="96"/>
                    <a:pt x="190" y="119"/>
                    <a:pt x="168" y="140"/>
                  </a:cubicBezTo>
                  <a:cubicBezTo>
                    <a:pt x="164" y="144"/>
                    <a:pt x="159" y="150"/>
                    <a:pt x="155" y="155"/>
                  </a:cubicBezTo>
                  <a:cubicBezTo>
                    <a:pt x="147" y="161"/>
                    <a:pt x="142" y="169"/>
                    <a:pt x="139" y="179"/>
                  </a:cubicBezTo>
                  <a:cubicBezTo>
                    <a:pt x="138" y="181"/>
                    <a:pt x="136" y="183"/>
                    <a:pt x="135" y="185"/>
                  </a:cubicBezTo>
                  <a:cubicBezTo>
                    <a:pt x="103" y="204"/>
                    <a:pt x="78" y="230"/>
                    <a:pt x="53" y="256"/>
                  </a:cubicBezTo>
                  <a:cubicBezTo>
                    <a:pt x="43" y="274"/>
                    <a:pt x="31" y="292"/>
                    <a:pt x="21" y="310"/>
                  </a:cubicBezTo>
                  <a:cubicBezTo>
                    <a:pt x="7" y="338"/>
                    <a:pt x="2" y="368"/>
                    <a:pt x="4" y="399"/>
                  </a:cubicBezTo>
                  <a:cubicBezTo>
                    <a:pt x="1" y="419"/>
                    <a:pt x="3" y="438"/>
                    <a:pt x="10" y="458"/>
                  </a:cubicBezTo>
                  <a:cubicBezTo>
                    <a:pt x="14" y="489"/>
                    <a:pt x="27" y="516"/>
                    <a:pt x="46" y="541"/>
                  </a:cubicBezTo>
                  <a:cubicBezTo>
                    <a:pt x="72" y="573"/>
                    <a:pt x="105" y="601"/>
                    <a:pt x="143" y="618"/>
                  </a:cubicBezTo>
                  <a:cubicBezTo>
                    <a:pt x="169" y="630"/>
                    <a:pt x="194" y="637"/>
                    <a:pt x="221" y="637"/>
                  </a:cubicBezTo>
                  <a:cubicBezTo>
                    <a:pt x="224" y="637"/>
                    <a:pt x="228" y="637"/>
                    <a:pt x="232" y="636"/>
                  </a:cubicBezTo>
                  <a:cubicBezTo>
                    <a:pt x="239" y="637"/>
                    <a:pt x="245" y="637"/>
                    <a:pt x="251" y="637"/>
                  </a:cubicBezTo>
                  <a:cubicBezTo>
                    <a:pt x="275" y="637"/>
                    <a:pt x="298" y="633"/>
                    <a:pt x="321" y="623"/>
                  </a:cubicBezTo>
                  <a:cubicBezTo>
                    <a:pt x="363" y="611"/>
                    <a:pt x="401" y="589"/>
                    <a:pt x="439" y="567"/>
                  </a:cubicBezTo>
                  <a:cubicBezTo>
                    <a:pt x="471" y="550"/>
                    <a:pt x="496" y="527"/>
                    <a:pt x="522" y="502"/>
                  </a:cubicBezTo>
                  <a:cubicBezTo>
                    <a:pt x="547" y="478"/>
                    <a:pt x="571" y="455"/>
                    <a:pt x="590" y="426"/>
                  </a:cubicBezTo>
                  <a:cubicBezTo>
                    <a:pt x="604" y="404"/>
                    <a:pt x="617" y="382"/>
                    <a:pt x="630" y="360"/>
                  </a:cubicBezTo>
                  <a:cubicBezTo>
                    <a:pt x="637" y="346"/>
                    <a:pt x="640" y="333"/>
                    <a:pt x="644" y="317"/>
                  </a:cubicBezTo>
                  <a:cubicBezTo>
                    <a:pt x="651" y="296"/>
                    <a:pt x="657" y="275"/>
                    <a:pt x="660" y="252"/>
                  </a:cubicBezTo>
                  <a:cubicBezTo>
                    <a:pt x="670" y="175"/>
                    <a:pt x="641" y="97"/>
                    <a:pt x="580" y="48"/>
                  </a:cubicBezTo>
                  <a:cubicBezTo>
                    <a:pt x="539" y="16"/>
                    <a:pt x="491" y="0"/>
                    <a:pt x="442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6072884" y="-737492"/>
              <a:ext cx="32798" cy="31002"/>
            </a:xfrm>
            <a:custGeom>
              <a:avLst/>
              <a:gdLst/>
              <a:ahLst/>
              <a:cxnLst/>
              <a:rect l="l" t="t" r="r" b="b"/>
              <a:pathLst>
                <a:path w="493" h="466" extrusionOk="0">
                  <a:moveTo>
                    <a:pt x="239" y="0"/>
                  </a:moveTo>
                  <a:cubicBezTo>
                    <a:pt x="231" y="0"/>
                    <a:pt x="221" y="1"/>
                    <a:pt x="209" y="3"/>
                  </a:cubicBezTo>
                  <a:cubicBezTo>
                    <a:pt x="169" y="7"/>
                    <a:pt x="134" y="22"/>
                    <a:pt x="101" y="45"/>
                  </a:cubicBezTo>
                  <a:cubicBezTo>
                    <a:pt x="99" y="46"/>
                    <a:pt x="68" y="74"/>
                    <a:pt x="54" y="90"/>
                  </a:cubicBezTo>
                  <a:cubicBezTo>
                    <a:pt x="33" y="114"/>
                    <a:pt x="21" y="140"/>
                    <a:pt x="14" y="170"/>
                  </a:cubicBezTo>
                  <a:cubicBezTo>
                    <a:pt x="4" y="198"/>
                    <a:pt x="1" y="227"/>
                    <a:pt x="5" y="257"/>
                  </a:cubicBezTo>
                  <a:cubicBezTo>
                    <a:pt x="9" y="276"/>
                    <a:pt x="14" y="295"/>
                    <a:pt x="18" y="314"/>
                  </a:cubicBezTo>
                  <a:cubicBezTo>
                    <a:pt x="33" y="351"/>
                    <a:pt x="57" y="384"/>
                    <a:pt x="89" y="410"/>
                  </a:cubicBezTo>
                  <a:cubicBezTo>
                    <a:pt x="124" y="437"/>
                    <a:pt x="162" y="456"/>
                    <a:pt x="207" y="463"/>
                  </a:cubicBezTo>
                  <a:cubicBezTo>
                    <a:pt x="217" y="465"/>
                    <a:pt x="228" y="465"/>
                    <a:pt x="240" y="465"/>
                  </a:cubicBezTo>
                  <a:cubicBezTo>
                    <a:pt x="272" y="465"/>
                    <a:pt x="308" y="460"/>
                    <a:pt x="333" y="449"/>
                  </a:cubicBezTo>
                  <a:cubicBezTo>
                    <a:pt x="372" y="434"/>
                    <a:pt x="405" y="411"/>
                    <a:pt x="431" y="378"/>
                  </a:cubicBezTo>
                  <a:cubicBezTo>
                    <a:pt x="456" y="346"/>
                    <a:pt x="473" y="309"/>
                    <a:pt x="479" y="267"/>
                  </a:cubicBezTo>
                  <a:cubicBezTo>
                    <a:pt x="493" y="166"/>
                    <a:pt x="446" y="84"/>
                    <a:pt x="341" y="23"/>
                  </a:cubicBezTo>
                  <a:cubicBezTo>
                    <a:pt x="333" y="18"/>
                    <a:pt x="299" y="8"/>
                    <a:pt x="278" y="5"/>
                  </a:cubicBezTo>
                  <a:lnTo>
                    <a:pt x="273" y="5"/>
                  </a:lnTo>
                  <a:cubicBezTo>
                    <a:pt x="261" y="2"/>
                    <a:pt x="252" y="0"/>
                    <a:pt x="239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7"/>
            <p:cNvSpPr/>
            <p:nvPr/>
          </p:nvSpPr>
          <p:spPr>
            <a:xfrm>
              <a:off x="5715099" y="-1233456"/>
              <a:ext cx="55817" cy="45904"/>
            </a:xfrm>
            <a:custGeom>
              <a:avLst/>
              <a:gdLst/>
              <a:ahLst/>
              <a:cxnLst/>
              <a:rect l="l" t="t" r="r" b="b"/>
              <a:pathLst>
                <a:path w="839" h="690" extrusionOk="0">
                  <a:moveTo>
                    <a:pt x="622" y="1"/>
                  </a:moveTo>
                  <a:cubicBezTo>
                    <a:pt x="593" y="1"/>
                    <a:pt x="563" y="7"/>
                    <a:pt x="532" y="18"/>
                  </a:cubicBezTo>
                  <a:cubicBezTo>
                    <a:pt x="509" y="27"/>
                    <a:pt x="487" y="35"/>
                    <a:pt x="465" y="43"/>
                  </a:cubicBezTo>
                  <a:cubicBezTo>
                    <a:pt x="405" y="67"/>
                    <a:pt x="346" y="92"/>
                    <a:pt x="292" y="127"/>
                  </a:cubicBezTo>
                  <a:cubicBezTo>
                    <a:pt x="251" y="153"/>
                    <a:pt x="213" y="182"/>
                    <a:pt x="174" y="210"/>
                  </a:cubicBezTo>
                  <a:cubicBezTo>
                    <a:pt x="155" y="225"/>
                    <a:pt x="135" y="239"/>
                    <a:pt x="117" y="255"/>
                  </a:cubicBezTo>
                  <a:cubicBezTo>
                    <a:pt x="82" y="285"/>
                    <a:pt x="50" y="316"/>
                    <a:pt x="32" y="361"/>
                  </a:cubicBezTo>
                  <a:cubicBezTo>
                    <a:pt x="20" y="387"/>
                    <a:pt x="16" y="414"/>
                    <a:pt x="11" y="442"/>
                  </a:cubicBezTo>
                  <a:cubicBezTo>
                    <a:pt x="0" y="509"/>
                    <a:pt x="24" y="573"/>
                    <a:pt x="69" y="621"/>
                  </a:cubicBezTo>
                  <a:cubicBezTo>
                    <a:pt x="119" y="675"/>
                    <a:pt x="177" y="689"/>
                    <a:pt x="248" y="689"/>
                  </a:cubicBezTo>
                  <a:cubicBezTo>
                    <a:pt x="305" y="688"/>
                    <a:pt x="358" y="668"/>
                    <a:pt x="403" y="634"/>
                  </a:cubicBezTo>
                  <a:cubicBezTo>
                    <a:pt x="422" y="619"/>
                    <a:pt x="440" y="602"/>
                    <a:pt x="459" y="588"/>
                  </a:cubicBezTo>
                  <a:cubicBezTo>
                    <a:pt x="494" y="561"/>
                    <a:pt x="530" y="533"/>
                    <a:pt x="566" y="508"/>
                  </a:cubicBezTo>
                  <a:cubicBezTo>
                    <a:pt x="603" y="482"/>
                    <a:pt x="634" y="450"/>
                    <a:pt x="668" y="420"/>
                  </a:cubicBezTo>
                  <a:cubicBezTo>
                    <a:pt x="687" y="405"/>
                    <a:pt x="704" y="390"/>
                    <a:pt x="723" y="374"/>
                  </a:cubicBezTo>
                  <a:cubicBezTo>
                    <a:pt x="743" y="360"/>
                    <a:pt x="763" y="345"/>
                    <a:pt x="779" y="325"/>
                  </a:cubicBezTo>
                  <a:cubicBezTo>
                    <a:pt x="806" y="292"/>
                    <a:pt x="815" y="257"/>
                    <a:pt x="823" y="216"/>
                  </a:cubicBezTo>
                  <a:cubicBezTo>
                    <a:pt x="838" y="138"/>
                    <a:pt x="786" y="50"/>
                    <a:pt x="714" y="19"/>
                  </a:cubicBezTo>
                  <a:cubicBezTo>
                    <a:pt x="682" y="7"/>
                    <a:pt x="652" y="1"/>
                    <a:pt x="6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7"/>
            <p:cNvSpPr/>
            <p:nvPr/>
          </p:nvSpPr>
          <p:spPr>
            <a:xfrm>
              <a:off x="5954598" y="-774282"/>
              <a:ext cx="35991" cy="31334"/>
            </a:xfrm>
            <a:custGeom>
              <a:avLst/>
              <a:gdLst/>
              <a:ahLst/>
              <a:cxnLst/>
              <a:rect l="l" t="t" r="r" b="b"/>
              <a:pathLst>
                <a:path w="541" h="471" extrusionOk="0">
                  <a:moveTo>
                    <a:pt x="173" y="0"/>
                  </a:moveTo>
                  <a:cubicBezTo>
                    <a:pt x="152" y="0"/>
                    <a:pt x="132" y="4"/>
                    <a:pt x="111" y="11"/>
                  </a:cubicBezTo>
                  <a:cubicBezTo>
                    <a:pt x="89" y="19"/>
                    <a:pt x="72" y="31"/>
                    <a:pt x="56" y="48"/>
                  </a:cubicBezTo>
                  <a:cubicBezTo>
                    <a:pt x="38" y="63"/>
                    <a:pt x="25" y="81"/>
                    <a:pt x="16" y="102"/>
                  </a:cubicBezTo>
                  <a:cubicBezTo>
                    <a:pt x="5" y="131"/>
                    <a:pt x="0" y="159"/>
                    <a:pt x="4" y="189"/>
                  </a:cubicBezTo>
                  <a:cubicBezTo>
                    <a:pt x="8" y="219"/>
                    <a:pt x="14" y="247"/>
                    <a:pt x="22" y="275"/>
                  </a:cubicBezTo>
                  <a:cubicBezTo>
                    <a:pt x="26" y="283"/>
                    <a:pt x="28" y="290"/>
                    <a:pt x="31" y="296"/>
                  </a:cubicBezTo>
                  <a:cubicBezTo>
                    <a:pt x="40" y="324"/>
                    <a:pt x="56" y="347"/>
                    <a:pt x="78" y="366"/>
                  </a:cubicBezTo>
                  <a:cubicBezTo>
                    <a:pt x="84" y="375"/>
                    <a:pt x="93" y="383"/>
                    <a:pt x="100" y="390"/>
                  </a:cubicBezTo>
                  <a:cubicBezTo>
                    <a:pt x="104" y="393"/>
                    <a:pt x="108" y="396"/>
                    <a:pt x="111" y="399"/>
                  </a:cubicBezTo>
                  <a:cubicBezTo>
                    <a:pt x="141" y="416"/>
                    <a:pt x="172" y="437"/>
                    <a:pt x="205" y="451"/>
                  </a:cubicBezTo>
                  <a:cubicBezTo>
                    <a:pt x="233" y="462"/>
                    <a:pt x="265" y="470"/>
                    <a:pt x="296" y="470"/>
                  </a:cubicBezTo>
                  <a:cubicBezTo>
                    <a:pt x="305" y="470"/>
                    <a:pt x="314" y="469"/>
                    <a:pt x="323" y="468"/>
                  </a:cubicBezTo>
                  <a:cubicBezTo>
                    <a:pt x="344" y="465"/>
                    <a:pt x="369" y="457"/>
                    <a:pt x="385" y="453"/>
                  </a:cubicBezTo>
                  <a:cubicBezTo>
                    <a:pt x="410" y="447"/>
                    <a:pt x="432" y="437"/>
                    <a:pt x="452" y="421"/>
                  </a:cubicBezTo>
                  <a:cubicBezTo>
                    <a:pt x="492" y="386"/>
                    <a:pt x="529" y="339"/>
                    <a:pt x="535" y="284"/>
                  </a:cubicBezTo>
                  <a:cubicBezTo>
                    <a:pt x="541" y="231"/>
                    <a:pt x="531" y="175"/>
                    <a:pt x="499" y="132"/>
                  </a:cubicBezTo>
                  <a:cubicBezTo>
                    <a:pt x="480" y="109"/>
                    <a:pt x="459" y="90"/>
                    <a:pt x="435" y="72"/>
                  </a:cubicBezTo>
                  <a:cubicBezTo>
                    <a:pt x="402" y="49"/>
                    <a:pt x="367" y="33"/>
                    <a:pt x="328" y="26"/>
                  </a:cubicBezTo>
                  <a:lnTo>
                    <a:pt x="327" y="26"/>
                  </a:lnTo>
                  <a:cubicBezTo>
                    <a:pt x="325" y="25"/>
                    <a:pt x="323" y="24"/>
                    <a:pt x="321" y="24"/>
                  </a:cubicBezTo>
                  <a:cubicBezTo>
                    <a:pt x="291" y="12"/>
                    <a:pt x="268" y="8"/>
                    <a:pt x="243" y="7"/>
                  </a:cubicBezTo>
                  <a:cubicBezTo>
                    <a:pt x="229" y="7"/>
                    <a:pt x="213" y="6"/>
                    <a:pt x="198" y="2"/>
                  </a:cubicBezTo>
                  <a:cubicBezTo>
                    <a:pt x="190" y="1"/>
                    <a:pt x="18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7"/>
            <p:cNvSpPr/>
            <p:nvPr/>
          </p:nvSpPr>
          <p:spPr>
            <a:xfrm>
              <a:off x="5734392" y="-994355"/>
              <a:ext cx="37522" cy="47567"/>
            </a:xfrm>
            <a:custGeom>
              <a:avLst/>
              <a:gdLst/>
              <a:ahLst/>
              <a:cxnLst/>
              <a:rect l="l" t="t" r="r" b="b"/>
              <a:pathLst>
                <a:path w="564" h="715" extrusionOk="0">
                  <a:moveTo>
                    <a:pt x="407" y="1"/>
                  </a:moveTo>
                  <a:cubicBezTo>
                    <a:pt x="341" y="1"/>
                    <a:pt x="263" y="35"/>
                    <a:pt x="216" y="67"/>
                  </a:cubicBezTo>
                  <a:cubicBezTo>
                    <a:pt x="186" y="85"/>
                    <a:pt x="156" y="122"/>
                    <a:pt x="131" y="150"/>
                  </a:cubicBezTo>
                  <a:cubicBezTo>
                    <a:pt x="113" y="170"/>
                    <a:pt x="97" y="191"/>
                    <a:pt x="82" y="214"/>
                  </a:cubicBezTo>
                  <a:cubicBezTo>
                    <a:pt x="67" y="236"/>
                    <a:pt x="49" y="259"/>
                    <a:pt x="39" y="283"/>
                  </a:cubicBezTo>
                  <a:cubicBezTo>
                    <a:pt x="27" y="308"/>
                    <a:pt x="22" y="338"/>
                    <a:pt x="16" y="365"/>
                  </a:cubicBezTo>
                  <a:cubicBezTo>
                    <a:pt x="11" y="389"/>
                    <a:pt x="7" y="414"/>
                    <a:pt x="5" y="439"/>
                  </a:cubicBezTo>
                  <a:cubicBezTo>
                    <a:pt x="4" y="451"/>
                    <a:pt x="3" y="463"/>
                    <a:pt x="2" y="475"/>
                  </a:cubicBezTo>
                  <a:cubicBezTo>
                    <a:pt x="0" y="531"/>
                    <a:pt x="8" y="570"/>
                    <a:pt x="36" y="617"/>
                  </a:cubicBezTo>
                  <a:cubicBezTo>
                    <a:pt x="46" y="634"/>
                    <a:pt x="58" y="650"/>
                    <a:pt x="69" y="664"/>
                  </a:cubicBezTo>
                  <a:cubicBezTo>
                    <a:pt x="92" y="694"/>
                    <a:pt x="133" y="715"/>
                    <a:pt x="172" y="715"/>
                  </a:cubicBezTo>
                  <a:cubicBezTo>
                    <a:pt x="195" y="715"/>
                    <a:pt x="217" y="708"/>
                    <a:pt x="236" y="691"/>
                  </a:cubicBezTo>
                  <a:cubicBezTo>
                    <a:pt x="261" y="668"/>
                    <a:pt x="292" y="651"/>
                    <a:pt x="314" y="624"/>
                  </a:cubicBezTo>
                  <a:cubicBezTo>
                    <a:pt x="336" y="596"/>
                    <a:pt x="352" y="563"/>
                    <a:pt x="368" y="531"/>
                  </a:cubicBezTo>
                  <a:cubicBezTo>
                    <a:pt x="390" y="498"/>
                    <a:pt x="413" y="465"/>
                    <a:pt x="428" y="428"/>
                  </a:cubicBezTo>
                  <a:cubicBezTo>
                    <a:pt x="440" y="401"/>
                    <a:pt x="453" y="375"/>
                    <a:pt x="467" y="350"/>
                  </a:cubicBezTo>
                  <a:cubicBezTo>
                    <a:pt x="479" y="332"/>
                    <a:pt x="492" y="315"/>
                    <a:pt x="500" y="296"/>
                  </a:cubicBezTo>
                  <a:cubicBezTo>
                    <a:pt x="508" y="279"/>
                    <a:pt x="512" y="260"/>
                    <a:pt x="519" y="243"/>
                  </a:cubicBezTo>
                  <a:cubicBezTo>
                    <a:pt x="528" y="224"/>
                    <a:pt x="537" y="206"/>
                    <a:pt x="543" y="185"/>
                  </a:cubicBezTo>
                  <a:cubicBezTo>
                    <a:pt x="563" y="114"/>
                    <a:pt x="531" y="47"/>
                    <a:pt x="466" y="13"/>
                  </a:cubicBezTo>
                  <a:cubicBezTo>
                    <a:pt x="448" y="4"/>
                    <a:pt x="428" y="1"/>
                    <a:pt x="4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7"/>
            <p:cNvSpPr/>
            <p:nvPr/>
          </p:nvSpPr>
          <p:spPr>
            <a:xfrm>
              <a:off x="5893792" y="-1428781"/>
              <a:ext cx="2994" cy="798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45" y="1"/>
                  </a:moveTo>
                  <a:lnTo>
                    <a:pt x="45" y="1"/>
                  </a:lnTo>
                  <a:cubicBezTo>
                    <a:pt x="43" y="1"/>
                    <a:pt x="42" y="1"/>
                    <a:pt x="41" y="2"/>
                  </a:cubicBezTo>
                  <a:lnTo>
                    <a:pt x="41" y="2"/>
                  </a:lnTo>
                  <a:cubicBezTo>
                    <a:pt x="42" y="1"/>
                    <a:pt x="43" y="1"/>
                    <a:pt x="45" y="1"/>
                  </a:cubicBezTo>
                  <a:close/>
                  <a:moveTo>
                    <a:pt x="41" y="2"/>
                  </a:moveTo>
                  <a:cubicBezTo>
                    <a:pt x="29" y="4"/>
                    <a:pt x="17" y="7"/>
                    <a:pt x="4" y="10"/>
                  </a:cubicBezTo>
                  <a:lnTo>
                    <a:pt x="4" y="10"/>
                  </a:lnTo>
                  <a:cubicBezTo>
                    <a:pt x="8" y="10"/>
                    <a:pt x="12" y="10"/>
                    <a:pt x="15" y="9"/>
                  </a:cubicBezTo>
                  <a:cubicBezTo>
                    <a:pt x="24" y="6"/>
                    <a:pt x="32" y="4"/>
                    <a:pt x="41" y="2"/>
                  </a:cubicBezTo>
                  <a:close/>
                  <a:moveTo>
                    <a:pt x="4" y="10"/>
                  </a:moveTo>
                  <a:cubicBezTo>
                    <a:pt x="3" y="11"/>
                    <a:pt x="2" y="11"/>
                    <a:pt x="1" y="11"/>
                  </a:cubicBezTo>
                  <a:cubicBezTo>
                    <a:pt x="2" y="11"/>
                    <a:pt x="3" y="11"/>
                    <a:pt x="4" y="1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7"/>
            <p:cNvSpPr/>
            <p:nvPr/>
          </p:nvSpPr>
          <p:spPr>
            <a:xfrm>
              <a:off x="5893592" y="-1428049"/>
              <a:ext cx="266" cy="6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7"/>
            <p:cNvSpPr/>
            <p:nvPr/>
          </p:nvSpPr>
          <p:spPr>
            <a:xfrm>
              <a:off x="5879089" y="-1464839"/>
              <a:ext cx="41247" cy="37122"/>
            </a:xfrm>
            <a:custGeom>
              <a:avLst/>
              <a:gdLst/>
              <a:ahLst/>
              <a:cxnLst/>
              <a:rect l="l" t="t" r="r" b="b"/>
              <a:pathLst>
                <a:path w="620" h="558" extrusionOk="0">
                  <a:moveTo>
                    <a:pt x="578" y="256"/>
                  </a:moveTo>
                  <a:cubicBezTo>
                    <a:pt x="577" y="256"/>
                    <a:pt x="577" y="256"/>
                    <a:pt x="577" y="257"/>
                  </a:cubicBezTo>
                  <a:lnTo>
                    <a:pt x="577" y="257"/>
                  </a:lnTo>
                  <a:lnTo>
                    <a:pt x="578" y="256"/>
                  </a:lnTo>
                  <a:close/>
                  <a:moveTo>
                    <a:pt x="365" y="1"/>
                  </a:moveTo>
                  <a:cubicBezTo>
                    <a:pt x="327" y="1"/>
                    <a:pt x="291" y="14"/>
                    <a:pt x="256" y="30"/>
                  </a:cubicBezTo>
                  <a:cubicBezTo>
                    <a:pt x="170" y="70"/>
                    <a:pt x="83" y="121"/>
                    <a:pt x="45" y="213"/>
                  </a:cubicBezTo>
                  <a:cubicBezTo>
                    <a:pt x="30" y="249"/>
                    <a:pt x="19" y="286"/>
                    <a:pt x="10" y="323"/>
                  </a:cubicBezTo>
                  <a:cubicBezTo>
                    <a:pt x="1" y="368"/>
                    <a:pt x="15" y="417"/>
                    <a:pt x="33" y="459"/>
                  </a:cubicBezTo>
                  <a:cubicBezTo>
                    <a:pt x="60" y="522"/>
                    <a:pt x="117" y="557"/>
                    <a:pt x="180" y="557"/>
                  </a:cubicBezTo>
                  <a:cubicBezTo>
                    <a:pt x="194" y="557"/>
                    <a:pt x="208" y="556"/>
                    <a:pt x="222" y="552"/>
                  </a:cubicBezTo>
                  <a:cubicBezTo>
                    <a:pt x="257" y="544"/>
                    <a:pt x="290" y="538"/>
                    <a:pt x="320" y="515"/>
                  </a:cubicBezTo>
                  <a:cubicBezTo>
                    <a:pt x="329" y="509"/>
                    <a:pt x="335" y="503"/>
                    <a:pt x="343" y="497"/>
                  </a:cubicBezTo>
                  <a:cubicBezTo>
                    <a:pt x="374" y="474"/>
                    <a:pt x="400" y="460"/>
                    <a:pt x="427" y="429"/>
                  </a:cubicBezTo>
                  <a:cubicBezTo>
                    <a:pt x="450" y="402"/>
                    <a:pt x="470" y="371"/>
                    <a:pt x="496" y="345"/>
                  </a:cubicBezTo>
                  <a:cubicBezTo>
                    <a:pt x="512" y="331"/>
                    <a:pt x="525" y="317"/>
                    <a:pt x="538" y="300"/>
                  </a:cubicBezTo>
                  <a:cubicBezTo>
                    <a:pt x="550" y="285"/>
                    <a:pt x="563" y="270"/>
                    <a:pt x="577" y="257"/>
                  </a:cubicBezTo>
                  <a:lnTo>
                    <a:pt x="577" y="257"/>
                  </a:lnTo>
                  <a:lnTo>
                    <a:pt x="549" y="283"/>
                  </a:lnTo>
                  <a:lnTo>
                    <a:pt x="549" y="283"/>
                  </a:lnTo>
                  <a:cubicBezTo>
                    <a:pt x="577" y="256"/>
                    <a:pt x="599" y="232"/>
                    <a:pt x="609" y="195"/>
                  </a:cubicBezTo>
                  <a:cubicBezTo>
                    <a:pt x="612" y="184"/>
                    <a:pt x="614" y="178"/>
                    <a:pt x="615" y="167"/>
                  </a:cubicBezTo>
                  <a:cubicBezTo>
                    <a:pt x="617" y="150"/>
                    <a:pt x="619" y="137"/>
                    <a:pt x="613" y="120"/>
                  </a:cubicBezTo>
                  <a:cubicBezTo>
                    <a:pt x="608" y="105"/>
                    <a:pt x="601" y="91"/>
                    <a:pt x="592" y="78"/>
                  </a:cubicBezTo>
                  <a:cubicBezTo>
                    <a:pt x="562" y="34"/>
                    <a:pt x="517" y="13"/>
                    <a:pt x="466" y="6"/>
                  </a:cubicBezTo>
                  <a:cubicBezTo>
                    <a:pt x="432" y="1"/>
                    <a:pt x="399" y="2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7"/>
            <p:cNvSpPr/>
            <p:nvPr/>
          </p:nvSpPr>
          <p:spPr>
            <a:xfrm>
              <a:off x="5506336" y="-1287210"/>
              <a:ext cx="43709" cy="33330"/>
            </a:xfrm>
            <a:custGeom>
              <a:avLst/>
              <a:gdLst/>
              <a:ahLst/>
              <a:cxnLst/>
              <a:rect l="l" t="t" r="r" b="b"/>
              <a:pathLst>
                <a:path w="657" h="501" extrusionOk="0">
                  <a:moveTo>
                    <a:pt x="583" y="209"/>
                  </a:moveTo>
                  <a:lnTo>
                    <a:pt x="576" y="221"/>
                  </a:lnTo>
                  <a:lnTo>
                    <a:pt x="576" y="221"/>
                  </a:lnTo>
                  <a:cubicBezTo>
                    <a:pt x="578" y="217"/>
                    <a:pt x="581" y="213"/>
                    <a:pt x="583" y="209"/>
                  </a:cubicBezTo>
                  <a:close/>
                  <a:moveTo>
                    <a:pt x="574" y="224"/>
                  </a:moveTo>
                  <a:lnTo>
                    <a:pt x="563" y="241"/>
                  </a:lnTo>
                  <a:cubicBezTo>
                    <a:pt x="567" y="236"/>
                    <a:pt x="570" y="230"/>
                    <a:pt x="574" y="224"/>
                  </a:cubicBezTo>
                  <a:close/>
                  <a:moveTo>
                    <a:pt x="426" y="1"/>
                  </a:moveTo>
                  <a:cubicBezTo>
                    <a:pt x="397" y="1"/>
                    <a:pt x="369" y="8"/>
                    <a:pt x="341" y="16"/>
                  </a:cubicBezTo>
                  <a:cubicBezTo>
                    <a:pt x="316" y="23"/>
                    <a:pt x="292" y="30"/>
                    <a:pt x="268" y="38"/>
                  </a:cubicBezTo>
                  <a:cubicBezTo>
                    <a:pt x="246" y="46"/>
                    <a:pt x="224" y="55"/>
                    <a:pt x="203" y="64"/>
                  </a:cubicBezTo>
                  <a:cubicBezTo>
                    <a:pt x="172" y="79"/>
                    <a:pt x="142" y="94"/>
                    <a:pt x="117" y="118"/>
                  </a:cubicBezTo>
                  <a:cubicBezTo>
                    <a:pt x="101" y="132"/>
                    <a:pt x="88" y="145"/>
                    <a:pt x="75" y="162"/>
                  </a:cubicBezTo>
                  <a:cubicBezTo>
                    <a:pt x="49" y="195"/>
                    <a:pt x="23" y="231"/>
                    <a:pt x="11" y="273"/>
                  </a:cubicBezTo>
                  <a:cubicBezTo>
                    <a:pt x="0" y="308"/>
                    <a:pt x="1" y="348"/>
                    <a:pt x="10" y="385"/>
                  </a:cubicBezTo>
                  <a:cubicBezTo>
                    <a:pt x="22" y="439"/>
                    <a:pt x="57" y="488"/>
                    <a:pt x="117" y="496"/>
                  </a:cubicBezTo>
                  <a:cubicBezTo>
                    <a:pt x="129" y="497"/>
                    <a:pt x="143" y="498"/>
                    <a:pt x="155" y="500"/>
                  </a:cubicBezTo>
                  <a:cubicBezTo>
                    <a:pt x="163" y="501"/>
                    <a:pt x="170" y="501"/>
                    <a:pt x="177" y="501"/>
                  </a:cubicBezTo>
                  <a:cubicBezTo>
                    <a:pt x="218" y="501"/>
                    <a:pt x="250" y="488"/>
                    <a:pt x="286" y="468"/>
                  </a:cubicBezTo>
                  <a:lnTo>
                    <a:pt x="286" y="468"/>
                  </a:lnTo>
                  <a:lnTo>
                    <a:pt x="281" y="472"/>
                  </a:lnTo>
                  <a:cubicBezTo>
                    <a:pt x="283" y="471"/>
                    <a:pt x="285" y="469"/>
                    <a:pt x="287" y="468"/>
                  </a:cubicBezTo>
                  <a:cubicBezTo>
                    <a:pt x="290" y="466"/>
                    <a:pt x="292" y="466"/>
                    <a:pt x="296" y="465"/>
                  </a:cubicBezTo>
                  <a:cubicBezTo>
                    <a:pt x="299" y="463"/>
                    <a:pt x="303" y="461"/>
                    <a:pt x="306" y="459"/>
                  </a:cubicBezTo>
                  <a:cubicBezTo>
                    <a:pt x="335" y="443"/>
                    <a:pt x="365" y="429"/>
                    <a:pt x="390" y="406"/>
                  </a:cubicBezTo>
                  <a:cubicBezTo>
                    <a:pt x="401" y="394"/>
                    <a:pt x="414" y="383"/>
                    <a:pt x="425" y="370"/>
                  </a:cubicBezTo>
                  <a:cubicBezTo>
                    <a:pt x="443" y="353"/>
                    <a:pt x="462" y="337"/>
                    <a:pt x="482" y="322"/>
                  </a:cubicBezTo>
                  <a:cubicBezTo>
                    <a:pt x="492" y="314"/>
                    <a:pt x="505" y="305"/>
                    <a:pt x="515" y="297"/>
                  </a:cubicBezTo>
                  <a:cubicBezTo>
                    <a:pt x="543" y="276"/>
                    <a:pt x="558" y="251"/>
                    <a:pt x="574" y="223"/>
                  </a:cubicBezTo>
                  <a:lnTo>
                    <a:pt x="574" y="223"/>
                  </a:lnTo>
                  <a:cubicBezTo>
                    <a:pt x="592" y="196"/>
                    <a:pt x="611" y="170"/>
                    <a:pt x="632" y="146"/>
                  </a:cubicBezTo>
                  <a:cubicBezTo>
                    <a:pt x="657" y="118"/>
                    <a:pt x="642" y="76"/>
                    <a:pt x="611" y="60"/>
                  </a:cubicBezTo>
                  <a:cubicBezTo>
                    <a:pt x="572" y="41"/>
                    <a:pt x="532" y="26"/>
                    <a:pt x="490" y="14"/>
                  </a:cubicBezTo>
                  <a:cubicBezTo>
                    <a:pt x="476" y="10"/>
                    <a:pt x="460" y="4"/>
                    <a:pt x="444" y="2"/>
                  </a:cubicBezTo>
                  <a:cubicBezTo>
                    <a:pt x="438" y="1"/>
                    <a:pt x="432" y="1"/>
                    <a:pt x="4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7"/>
            <p:cNvSpPr/>
            <p:nvPr/>
          </p:nvSpPr>
          <p:spPr>
            <a:xfrm>
              <a:off x="5470078" y="-1037332"/>
              <a:ext cx="39318" cy="66594"/>
            </a:xfrm>
            <a:custGeom>
              <a:avLst/>
              <a:gdLst/>
              <a:ahLst/>
              <a:cxnLst/>
              <a:rect l="l" t="t" r="r" b="b"/>
              <a:pathLst>
                <a:path w="591" h="1001" extrusionOk="0">
                  <a:moveTo>
                    <a:pt x="359" y="0"/>
                  </a:moveTo>
                  <a:cubicBezTo>
                    <a:pt x="354" y="0"/>
                    <a:pt x="349" y="1"/>
                    <a:pt x="343" y="1"/>
                  </a:cubicBezTo>
                  <a:cubicBezTo>
                    <a:pt x="285" y="5"/>
                    <a:pt x="238" y="41"/>
                    <a:pt x="199" y="80"/>
                  </a:cubicBezTo>
                  <a:cubicBezTo>
                    <a:pt x="145" y="137"/>
                    <a:pt x="93" y="200"/>
                    <a:pt x="67" y="274"/>
                  </a:cubicBezTo>
                  <a:cubicBezTo>
                    <a:pt x="41" y="347"/>
                    <a:pt x="20" y="424"/>
                    <a:pt x="8" y="500"/>
                  </a:cubicBezTo>
                  <a:cubicBezTo>
                    <a:pt x="0" y="548"/>
                    <a:pt x="3" y="595"/>
                    <a:pt x="13" y="642"/>
                  </a:cubicBezTo>
                  <a:cubicBezTo>
                    <a:pt x="25" y="706"/>
                    <a:pt x="37" y="768"/>
                    <a:pt x="71" y="824"/>
                  </a:cubicBezTo>
                  <a:cubicBezTo>
                    <a:pt x="105" y="877"/>
                    <a:pt x="150" y="924"/>
                    <a:pt x="194" y="969"/>
                  </a:cubicBezTo>
                  <a:cubicBezTo>
                    <a:pt x="215" y="991"/>
                    <a:pt x="245" y="1001"/>
                    <a:pt x="276" y="1001"/>
                  </a:cubicBezTo>
                  <a:cubicBezTo>
                    <a:pt x="333" y="1001"/>
                    <a:pt x="394" y="967"/>
                    <a:pt x="411" y="916"/>
                  </a:cubicBezTo>
                  <a:cubicBezTo>
                    <a:pt x="423" y="880"/>
                    <a:pt x="438" y="845"/>
                    <a:pt x="454" y="812"/>
                  </a:cubicBezTo>
                  <a:cubicBezTo>
                    <a:pt x="475" y="770"/>
                    <a:pt x="486" y="725"/>
                    <a:pt x="496" y="679"/>
                  </a:cubicBezTo>
                  <a:cubicBezTo>
                    <a:pt x="507" y="650"/>
                    <a:pt x="517" y="620"/>
                    <a:pt x="520" y="590"/>
                  </a:cubicBezTo>
                  <a:cubicBezTo>
                    <a:pt x="522" y="569"/>
                    <a:pt x="524" y="548"/>
                    <a:pt x="528" y="527"/>
                  </a:cubicBezTo>
                  <a:cubicBezTo>
                    <a:pt x="532" y="493"/>
                    <a:pt x="540" y="459"/>
                    <a:pt x="550" y="426"/>
                  </a:cubicBezTo>
                  <a:cubicBezTo>
                    <a:pt x="555" y="408"/>
                    <a:pt x="560" y="390"/>
                    <a:pt x="562" y="372"/>
                  </a:cubicBezTo>
                  <a:cubicBezTo>
                    <a:pt x="564" y="358"/>
                    <a:pt x="565" y="343"/>
                    <a:pt x="566" y="328"/>
                  </a:cubicBezTo>
                  <a:cubicBezTo>
                    <a:pt x="569" y="301"/>
                    <a:pt x="575" y="274"/>
                    <a:pt x="581" y="247"/>
                  </a:cubicBezTo>
                  <a:cubicBezTo>
                    <a:pt x="590" y="203"/>
                    <a:pt x="577" y="153"/>
                    <a:pt x="556" y="114"/>
                  </a:cubicBezTo>
                  <a:cubicBezTo>
                    <a:pt x="533" y="73"/>
                    <a:pt x="497" y="34"/>
                    <a:pt x="452" y="18"/>
                  </a:cubicBezTo>
                  <a:cubicBezTo>
                    <a:pt x="423" y="6"/>
                    <a:pt x="391" y="0"/>
                    <a:pt x="3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7"/>
            <p:cNvSpPr/>
            <p:nvPr/>
          </p:nvSpPr>
          <p:spPr>
            <a:xfrm>
              <a:off x="5567874" y="-828369"/>
              <a:ext cx="24416" cy="28740"/>
            </a:xfrm>
            <a:custGeom>
              <a:avLst/>
              <a:gdLst/>
              <a:ahLst/>
              <a:cxnLst/>
              <a:rect l="l" t="t" r="r" b="b"/>
              <a:pathLst>
                <a:path w="367" h="432" extrusionOk="0">
                  <a:moveTo>
                    <a:pt x="131" y="0"/>
                  </a:moveTo>
                  <a:cubicBezTo>
                    <a:pt x="121" y="0"/>
                    <a:pt x="110" y="1"/>
                    <a:pt x="99" y="4"/>
                  </a:cubicBezTo>
                  <a:cubicBezTo>
                    <a:pt x="49" y="15"/>
                    <a:pt x="13" y="56"/>
                    <a:pt x="4" y="106"/>
                  </a:cubicBezTo>
                  <a:cubicBezTo>
                    <a:pt x="1" y="125"/>
                    <a:pt x="2" y="148"/>
                    <a:pt x="2" y="167"/>
                  </a:cubicBezTo>
                  <a:cubicBezTo>
                    <a:pt x="2" y="176"/>
                    <a:pt x="2" y="185"/>
                    <a:pt x="2" y="194"/>
                  </a:cubicBezTo>
                  <a:cubicBezTo>
                    <a:pt x="4" y="239"/>
                    <a:pt x="13" y="282"/>
                    <a:pt x="42" y="318"/>
                  </a:cubicBezTo>
                  <a:cubicBezTo>
                    <a:pt x="62" y="343"/>
                    <a:pt x="84" y="368"/>
                    <a:pt x="108" y="389"/>
                  </a:cubicBezTo>
                  <a:cubicBezTo>
                    <a:pt x="139" y="415"/>
                    <a:pt x="182" y="424"/>
                    <a:pt x="219" y="430"/>
                  </a:cubicBezTo>
                  <a:cubicBezTo>
                    <a:pt x="225" y="431"/>
                    <a:pt x="230" y="431"/>
                    <a:pt x="236" y="431"/>
                  </a:cubicBezTo>
                  <a:cubicBezTo>
                    <a:pt x="303" y="431"/>
                    <a:pt x="367" y="369"/>
                    <a:pt x="355" y="299"/>
                  </a:cubicBezTo>
                  <a:cubicBezTo>
                    <a:pt x="353" y="291"/>
                    <a:pt x="352" y="282"/>
                    <a:pt x="352" y="274"/>
                  </a:cubicBezTo>
                  <a:cubicBezTo>
                    <a:pt x="351" y="269"/>
                    <a:pt x="351" y="265"/>
                    <a:pt x="351" y="260"/>
                  </a:cubicBezTo>
                  <a:cubicBezTo>
                    <a:pt x="348" y="228"/>
                    <a:pt x="336" y="210"/>
                    <a:pt x="321" y="182"/>
                  </a:cubicBezTo>
                  <a:lnTo>
                    <a:pt x="321" y="182"/>
                  </a:lnTo>
                  <a:lnTo>
                    <a:pt x="340" y="216"/>
                  </a:lnTo>
                  <a:cubicBezTo>
                    <a:pt x="331" y="201"/>
                    <a:pt x="323" y="184"/>
                    <a:pt x="317" y="167"/>
                  </a:cubicBezTo>
                  <a:cubicBezTo>
                    <a:pt x="310" y="151"/>
                    <a:pt x="307" y="138"/>
                    <a:pt x="294" y="121"/>
                  </a:cubicBezTo>
                  <a:cubicBezTo>
                    <a:pt x="284" y="109"/>
                    <a:pt x="272" y="97"/>
                    <a:pt x="259" y="86"/>
                  </a:cubicBezTo>
                  <a:cubicBezTo>
                    <a:pt x="250" y="74"/>
                    <a:pt x="240" y="63"/>
                    <a:pt x="231" y="51"/>
                  </a:cubicBezTo>
                  <a:cubicBezTo>
                    <a:pt x="216" y="34"/>
                    <a:pt x="199" y="19"/>
                    <a:pt x="179" y="9"/>
                  </a:cubicBezTo>
                  <a:cubicBezTo>
                    <a:pt x="164" y="3"/>
                    <a:pt x="148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5778101" y="-715937"/>
              <a:ext cx="36524" cy="26478"/>
            </a:xfrm>
            <a:custGeom>
              <a:avLst/>
              <a:gdLst/>
              <a:ahLst/>
              <a:cxnLst/>
              <a:rect l="l" t="t" r="r" b="b"/>
              <a:pathLst>
                <a:path w="549" h="398" extrusionOk="0">
                  <a:moveTo>
                    <a:pt x="77" y="1"/>
                  </a:moveTo>
                  <a:cubicBezTo>
                    <a:pt x="58" y="1"/>
                    <a:pt x="38" y="9"/>
                    <a:pt x="25" y="21"/>
                  </a:cubicBezTo>
                  <a:cubicBezTo>
                    <a:pt x="3" y="42"/>
                    <a:pt x="0" y="68"/>
                    <a:pt x="8" y="97"/>
                  </a:cubicBezTo>
                  <a:cubicBezTo>
                    <a:pt x="18" y="141"/>
                    <a:pt x="38" y="181"/>
                    <a:pt x="61" y="220"/>
                  </a:cubicBezTo>
                  <a:cubicBezTo>
                    <a:pt x="91" y="272"/>
                    <a:pt x="134" y="323"/>
                    <a:pt x="188" y="351"/>
                  </a:cubicBezTo>
                  <a:cubicBezTo>
                    <a:pt x="205" y="359"/>
                    <a:pt x="223" y="366"/>
                    <a:pt x="241" y="373"/>
                  </a:cubicBezTo>
                  <a:cubicBezTo>
                    <a:pt x="280" y="386"/>
                    <a:pt x="318" y="397"/>
                    <a:pt x="359" y="397"/>
                  </a:cubicBezTo>
                  <a:cubicBezTo>
                    <a:pt x="364" y="397"/>
                    <a:pt x="369" y="397"/>
                    <a:pt x="374" y="397"/>
                  </a:cubicBezTo>
                  <a:cubicBezTo>
                    <a:pt x="438" y="392"/>
                    <a:pt x="506" y="350"/>
                    <a:pt x="531" y="290"/>
                  </a:cubicBezTo>
                  <a:cubicBezTo>
                    <a:pt x="532" y="286"/>
                    <a:pt x="534" y="282"/>
                    <a:pt x="535" y="277"/>
                  </a:cubicBezTo>
                  <a:cubicBezTo>
                    <a:pt x="542" y="257"/>
                    <a:pt x="549" y="237"/>
                    <a:pt x="546" y="216"/>
                  </a:cubicBezTo>
                  <a:cubicBezTo>
                    <a:pt x="542" y="198"/>
                    <a:pt x="537" y="184"/>
                    <a:pt x="529" y="170"/>
                  </a:cubicBezTo>
                  <a:lnTo>
                    <a:pt x="529" y="170"/>
                  </a:lnTo>
                  <a:cubicBezTo>
                    <a:pt x="532" y="175"/>
                    <a:pt x="535" y="179"/>
                    <a:pt x="537" y="184"/>
                  </a:cubicBezTo>
                  <a:cubicBezTo>
                    <a:pt x="522" y="154"/>
                    <a:pt x="510" y="126"/>
                    <a:pt x="482" y="105"/>
                  </a:cubicBezTo>
                  <a:cubicBezTo>
                    <a:pt x="466" y="93"/>
                    <a:pt x="447" y="83"/>
                    <a:pt x="430" y="74"/>
                  </a:cubicBezTo>
                  <a:cubicBezTo>
                    <a:pt x="406" y="64"/>
                    <a:pt x="382" y="60"/>
                    <a:pt x="357" y="58"/>
                  </a:cubicBezTo>
                  <a:lnTo>
                    <a:pt x="357" y="58"/>
                  </a:lnTo>
                  <a:lnTo>
                    <a:pt x="372" y="59"/>
                  </a:lnTo>
                  <a:cubicBezTo>
                    <a:pt x="350" y="58"/>
                    <a:pt x="328" y="56"/>
                    <a:pt x="306" y="52"/>
                  </a:cubicBezTo>
                  <a:cubicBezTo>
                    <a:pt x="295" y="50"/>
                    <a:pt x="285" y="47"/>
                    <a:pt x="276" y="45"/>
                  </a:cubicBezTo>
                  <a:cubicBezTo>
                    <a:pt x="272" y="44"/>
                    <a:pt x="267" y="44"/>
                    <a:pt x="263" y="44"/>
                  </a:cubicBezTo>
                  <a:cubicBezTo>
                    <a:pt x="257" y="44"/>
                    <a:pt x="252" y="44"/>
                    <a:pt x="246" y="45"/>
                  </a:cubicBezTo>
                  <a:cubicBezTo>
                    <a:pt x="218" y="44"/>
                    <a:pt x="191" y="40"/>
                    <a:pt x="163" y="33"/>
                  </a:cubicBezTo>
                  <a:lnTo>
                    <a:pt x="161" y="33"/>
                  </a:lnTo>
                  <a:cubicBezTo>
                    <a:pt x="154" y="30"/>
                    <a:pt x="148" y="28"/>
                    <a:pt x="142" y="26"/>
                  </a:cubicBezTo>
                  <a:cubicBezTo>
                    <a:pt x="128" y="20"/>
                    <a:pt x="114" y="14"/>
                    <a:pt x="102" y="6"/>
                  </a:cubicBezTo>
                  <a:cubicBezTo>
                    <a:pt x="94" y="2"/>
                    <a:pt x="86" y="1"/>
                    <a:pt x="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5670858" y="-1412415"/>
              <a:ext cx="27010" cy="20557"/>
            </a:xfrm>
            <a:custGeom>
              <a:avLst/>
              <a:gdLst/>
              <a:ahLst/>
              <a:cxnLst/>
              <a:rect l="l" t="t" r="r" b="b"/>
              <a:pathLst>
                <a:path w="406" h="309" extrusionOk="0">
                  <a:moveTo>
                    <a:pt x="275" y="0"/>
                  </a:moveTo>
                  <a:cubicBezTo>
                    <a:pt x="272" y="0"/>
                    <a:pt x="268" y="0"/>
                    <a:pt x="264" y="1"/>
                  </a:cubicBezTo>
                  <a:cubicBezTo>
                    <a:pt x="252" y="2"/>
                    <a:pt x="239" y="6"/>
                    <a:pt x="227" y="9"/>
                  </a:cubicBezTo>
                  <a:cubicBezTo>
                    <a:pt x="220" y="10"/>
                    <a:pt x="214" y="12"/>
                    <a:pt x="208" y="14"/>
                  </a:cubicBezTo>
                  <a:cubicBezTo>
                    <a:pt x="194" y="18"/>
                    <a:pt x="182" y="21"/>
                    <a:pt x="168" y="25"/>
                  </a:cubicBezTo>
                  <a:cubicBezTo>
                    <a:pt x="162" y="26"/>
                    <a:pt x="155" y="28"/>
                    <a:pt x="149" y="30"/>
                  </a:cubicBezTo>
                  <a:cubicBezTo>
                    <a:pt x="121" y="40"/>
                    <a:pt x="102" y="58"/>
                    <a:pt x="81" y="78"/>
                  </a:cubicBezTo>
                  <a:cubicBezTo>
                    <a:pt x="58" y="101"/>
                    <a:pt x="30" y="123"/>
                    <a:pt x="17" y="154"/>
                  </a:cubicBezTo>
                  <a:cubicBezTo>
                    <a:pt x="4" y="183"/>
                    <a:pt x="1" y="245"/>
                    <a:pt x="30" y="268"/>
                  </a:cubicBezTo>
                  <a:lnTo>
                    <a:pt x="42" y="278"/>
                  </a:lnTo>
                  <a:cubicBezTo>
                    <a:pt x="66" y="297"/>
                    <a:pt x="92" y="308"/>
                    <a:pt x="121" y="308"/>
                  </a:cubicBezTo>
                  <a:cubicBezTo>
                    <a:pt x="126" y="308"/>
                    <a:pt x="131" y="308"/>
                    <a:pt x="136" y="307"/>
                  </a:cubicBezTo>
                  <a:cubicBezTo>
                    <a:pt x="159" y="304"/>
                    <a:pt x="183" y="301"/>
                    <a:pt x="206" y="297"/>
                  </a:cubicBezTo>
                  <a:cubicBezTo>
                    <a:pt x="234" y="292"/>
                    <a:pt x="256" y="284"/>
                    <a:pt x="280" y="267"/>
                  </a:cubicBezTo>
                  <a:cubicBezTo>
                    <a:pt x="285" y="262"/>
                    <a:pt x="290" y="258"/>
                    <a:pt x="296" y="254"/>
                  </a:cubicBezTo>
                  <a:lnTo>
                    <a:pt x="323" y="232"/>
                  </a:lnTo>
                  <a:cubicBezTo>
                    <a:pt x="347" y="213"/>
                    <a:pt x="374" y="194"/>
                    <a:pt x="385" y="164"/>
                  </a:cubicBezTo>
                  <a:cubicBezTo>
                    <a:pt x="389" y="155"/>
                    <a:pt x="392" y="145"/>
                    <a:pt x="395" y="135"/>
                  </a:cubicBezTo>
                  <a:cubicBezTo>
                    <a:pt x="401" y="113"/>
                    <a:pt x="406" y="90"/>
                    <a:pt x="396" y="68"/>
                  </a:cubicBezTo>
                  <a:cubicBezTo>
                    <a:pt x="387" y="47"/>
                    <a:pt x="371" y="25"/>
                    <a:pt x="348" y="18"/>
                  </a:cubicBezTo>
                  <a:cubicBezTo>
                    <a:pt x="340" y="14"/>
                    <a:pt x="331" y="12"/>
                    <a:pt x="324" y="9"/>
                  </a:cubicBezTo>
                  <a:cubicBezTo>
                    <a:pt x="308" y="4"/>
                    <a:pt x="292" y="0"/>
                    <a:pt x="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7"/>
            <p:cNvSpPr/>
            <p:nvPr/>
          </p:nvSpPr>
          <p:spPr>
            <a:xfrm>
              <a:off x="5852811" y="-989233"/>
              <a:ext cx="67392" cy="85022"/>
            </a:xfrm>
            <a:custGeom>
              <a:avLst/>
              <a:gdLst/>
              <a:ahLst/>
              <a:cxnLst/>
              <a:rect l="l" t="t" r="r" b="b"/>
              <a:pathLst>
                <a:path w="1013" h="1278" extrusionOk="0">
                  <a:moveTo>
                    <a:pt x="366" y="1"/>
                  </a:moveTo>
                  <a:cubicBezTo>
                    <a:pt x="353" y="1"/>
                    <a:pt x="341" y="1"/>
                    <a:pt x="329" y="3"/>
                  </a:cubicBezTo>
                  <a:cubicBezTo>
                    <a:pt x="177" y="26"/>
                    <a:pt x="48" y="139"/>
                    <a:pt x="25" y="295"/>
                  </a:cubicBezTo>
                  <a:cubicBezTo>
                    <a:pt x="0" y="466"/>
                    <a:pt x="19" y="635"/>
                    <a:pt x="69" y="800"/>
                  </a:cubicBezTo>
                  <a:cubicBezTo>
                    <a:pt x="86" y="851"/>
                    <a:pt x="116" y="899"/>
                    <a:pt x="143" y="945"/>
                  </a:cubicBezTo>
                  <a:cubicBezTo>
                    <a:pt x="157" y="970"/>
                    <a:pt x="173" y="993"/>
                    <a:pt x="190" y="1016"/>
                  </a:cubicBezTo>
                  <a:cubicBezTo>
                    <a:pt x="208" y="1041"/>
                    <a:pt x="227" y="1064"/>
                    <a:pt x="248" y="1087"/>
                  </a:cubicBezTo>
                  <a:cubicBezTo>
                    <a:pt x="268" y="1108"/>
                    <a:pt x="289" y="1136"/>
                    <a:pt x="312" y="1154"/>
                  </a:cubicBezTo>
                  <a:cubicBezTo>
                    <a:pt x="353" y="1186"/>
                    <a:pt x="406" y="1210"/>
                    <a:pt x="458" y="1218"/>
                  </a:cubicBezTo>
                  <a:cubicBezTo>
                    <a:pt x="461" y="1218"/>
                    <a:pt x="465" y="1218"/>
                    <a:pt x="469" y="1218"/>
                  </a:cubicBezTo>
                  <a:cubicBezTo>
                    <a:pt x="471" y="1218"/>
                    <a:pt x="473" y="1218"/>
                    <a:pt x="474" y="1218"/>
                  </a:cubicBezTo>
                  <a:cubicBezTo>
                    <a:pt x="479" y="1220"/>
                    <a:pt x="482" y="1224"/>
                    <a:pt x="486" y="1226"/>
                  </a:cubicBezTo>
                  <a:cubicBezTo>
                    <a:pt x="523" y="1253"/>
                    <a:pt x="565" y="1269"/>
                    <a:pt x="612" y="1274"/>
                  </a:cubicBezTo>
                  <a:cubicBezTo>
                    <a:pt x="627" y="1276"/>
                    <a:pt x="643" y="1277"/>
                    <a:pt x="659" y="1277"/>
                  </a:cubicBezTo>
                  <a:cubicBezTo>
                    <a:pt x="731" y="1277"/>
                    <a:pt x="811" y="1255"/>
                    <a:pt x="865" y="1212"/>
                  </a:cubicBezTo>
                  <a:cubicBezTo>
                    <a:pt x="936" y="1155"/>
                    <a:pt x="995" y="1076"/>
                    <a:pt x="1005" y="983"/>
                  </a:cubicBezTo>
                  <a:cubicBezTo>
                    <a:pt x="1013" y="909"/>
                    <a:pt x="998" y="839"/>
                    <a:pt x="965" y="775"/>
                  </a:cubicBezTo>
                  <a:lnTo>
                    <a:pt x="965" y="775"/>
                  </a:lnTo>
                  <a:cubicBezTo>
                    <a:pt x="967" y="777"/>
                    <a:pt x="968" y="780"/>
                    <a:pt x="969" y="782"/>
                  </a:cubicBezTo>
                  <a:cubicBezTo>
                    <a:pt x="946" y="738"/>
                    <a:pt x="928" y="692"/>
                    <a:pt x="905" y="647"/>
                  </a:cubicBezTo>
                  <a:lnTo>
                    <a:pt x="833" y="508"/>
                  </a:lnTo>
                  <a:cubicBezTo>
                    <a:pt x="785" y="412"/>
                    <a:pt x="736" y="318"/>
                    <a:pt x="688" y="223"/>
                  </a:cubicBezTo>
                  <a:lnTo>
                    <a:pt x="645" y="144"/>
                  </a:lnTo>
                  <a:cubicBezTo>
                    <a:pt x="619" y="105"/>
                    <a:pt x="584" y="74"/>
                    <a:pt x="542" y="53"/>
                  </a:cubicBezTo>
                  <a:cubicBezTo>
                    <a:pt x="490" y="22"/>
                    <a:pt x="428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7"/>
            <p:cNvSpPr/>
            <p:nvPr/>
          </p:nvSpPr>
          <p:spPr>
            <a:xfrm>
              <a:off x="5946948" y="-935079"/>
              <a:ext cx="29339" cy="27077"/>
            </a:xfrm>
            <a:custGeom>
              <a:avLst/>
              <a:gdLst/>
              <a:ahLst/>
              <a:cxnLst/>
              <a:rect l="l" t="t" r="r" b="b"/>
              <a:pathLst>
                <a:path w="441" h="407" extrusionOk="0">
                  <a:moveTo>
                    <a:pt x="200" y="1"/>
                  </a:moveTo>
                  <a:cubicBezTo>
                    <a:pt x="184" y="1"/>
                    <a:pt x="169" y="3"/>
                    <a:pt x="153" y="8"/>
                  </a:cubicBezTo>
                  <a:cubicBezTo>
                    <a:pt x="128" y="12"/>
                    <a:pt x="104" y="22"/>
                    <a:pt x="83" y="39"/>
                  </a:cubicBezTo>
                  <a:cubicBezTo>
                    <a:pt x="59" y="55"/>
                    <a:pt x="42" y="75"/>
                    <a:pt x="30" y="99"/>
                  </a:cubicBezTo>
                  <a:cubicBezTo>
                    <a:pt x="14" y="121"/>
                    <a:pt x="5" y="145"/>
                    <a:pt x="1" y="172"/>
                  </a:cubicBezTo>
                  <a:cubicBezTo>
                    <a:pt x="1" y="189"/>
                    <a:pt x="1" y="206"/>
                    <a:pt x="0" y="223"/>
                  </a:cubicBezTo>
                  <a:cubicBezTo>
                    <a:pt x="5" y="259"/>
                    <a:pt x="17" y="290"/>
                    <a:pt x="37" y="318"/>
                  </a:cubicBezTo>
                  <a:cubicBezTo>
                    <a:pt x="50" y="332"/>
                    <a:pt x="62" y="345"/>
                    <a:pt x="75" y="358"/>
                  </a:cubicBezTo>
                  <a:cubicBezTo>
                    <a:pt x="103" y="380"/>
                    <a:pt x="134" y="395"/>
                    <a:pt x="171" y="400"/>
                  </a:cubicBezTo>
                  <a:cubicBezTo>
                    <a:pt x="177" y="401"/>
                    <a:pt x="185" y="402"/>
                    <a:pt x="191" y="403"/>
                  </a:cubicBezTo>
                  <a:cubicBezTo>
                    <a:pt x="195" y="403"/>
                    <a:pt x="198" y="404"/>
                    <a:pt x="201" y="404"/>
                  </a:cubicBezTo>
                  <a:cubicBezTo>
                    <a:pt x="212" y="406"/>
                    <a:pt x="222" y="406"/>
                    <a:pt x="232" y="406"/>
                  </a:cubicBezTo>
                  <a:cubicBezTo>
                    <a:pt x="275" y="406"/>
                    <a:pt x="315" y="394"/>
                    <a:pt x="351" y="369"/>
                  </a:cubicBezTo>
                  <a:cubicBezTo>
                    <a:pt x="393" y="339"/>
                    <a:pt x="426" y="288"/>
                    <a:pt x="434" y="236"/>
                  </a:cubicBezTo>
                  <a:cubicBezTo>
                    <a:pt x="441" y="186"/>
                    <a:pt x="425" y="129"/>
                    <a:pt x="397" y="89"/>
                  </a:cubicBezTo>
                  <a:cubicBezTo>
                    <a:pt x="364" y="44"/>
                    <a:pt x="315" y="16"/>
                    <a:pt x="261" y="8"/>
                  </a:cubicBezTo>
                  <a:cubicBezTo>
                    <a:pt x="258" y="7"/>
                    <a:pt x="254" y="7"/>
                    <a:pt x="250" y="6"/>
                  </a:cubicBezTo>
                  <a:cubicBezTo>
                    <a:pt x="243" y="4"/>
                    <a:pt x="237" y="4"/>
                    <a:pt x="230" y="3"/>
                  </a:cubicBezTo>
                  <a:cubicBezTo>
                    <a:pt x="220" y="1"/>
                    <a:pt x="210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/>
            <p:cNvSpPr/>
            <p:nvPr/>
          </p:nvSpPr>
          <p:spPr>
            <a:xfrm>
              <a:off x="6007820" y="-1406294"/>
              <a:ext cx="57945" cy="63933"/>
            </a:xfrm>
            <a:custGeom>
              <a:avLst/>
              <a:gdLst/>
              <a:ahLst/>
              <a:cxnLst/>
              <a:rect l="l" t="t" r="r" b="b"/>
              <a:pathLst>
                <a:path w="871" h="961" extrusionOk="0">
                  <a:moveTo>
                    <a:pt x="483" y="1"/>
                  </a:moveTo>
                  <a:cubicBezTo>
                    <a:pt x="438" y="1"/>
                    <a:pt x="394" y="9"/>
                    <a:pt x="351" y="26"/>
                  </a:cubicBezTo>
                  <a:cubicBezTo>
                    <a:pt x="317" y="39"/>
                    <a:pt x="285" y="57"/>
                    <a:pt x="255" y="78"/>
                  </a:cubicBezTo>
                  <a:cubicBezTo>
                    <a:pt x="245" y="87"/>
                    <a:pt x="235" y="96"/>
                    <a:pt x="224" y="106"/>
                  </a:cubicBezTo>
                  <a:cubicBezTo>
                    <a:pt x="151" y="173"/>
                    <a:pt x="83" y="233"/>
                    <a:pt x="42" y="326"/>
                  </a:cubicBezTo>
                  <a:cubicBezTo>
                    <a:pt x="3" y="414"/>
                    <a:pt x="0" y="511"/>
                    <a:pt x="5" y="605"/>
                  </a:cubicBezTo>
                  <a:cubicBezTo>
                    <a:pt x="8" y="667"/>
                    <a:pt x="43" y="747"/>
                    <a:pt x="80" y="796"/>
                  </a:cubicBezTo>
                  <a:cubicBezTo>
                    <a:pt x="120" y="854"/>
                    <a:pt x="179" y="900"/>
                    <a:pt x="244" y="928"/>
                  </a:cubicBezTo>
                  <a:cubicBezTo>
                    <a:pt x="245" y="929"/>
                    <a:pt x="247" y="930"/>
                    <a:pt x="248" y="931"/>
                  </a:cubicBezTo>
                  <a:cubicBezTo>
                    <a:pt x="295" y="951"/>
                    <a:pt x="343" y="960"/>
                    <a:pt x="393" y="960"/>
                  </a:cubicBezTo>
                  <a:cubicBezTo>
                    <a:pt x="406" y="960"/>
                    <a:pt x="418" y="960"/>
                    <a:pt x="431" y="959"/>
                  </a:cubicBezTo>
                  <a:cubicBezTo>
                    <a:pt x="431" y="959"/>
                    <a:pt x="432" y="959"/>
                    <a:pt x="432" y="957"/>
                  </a:cubicBezTo>
                  <a:cubicBezTo>
                    <a:pt x="434" y="957"/>
                    <a:pt x="437" y="957"/>
                    <a:pt x="439" y="956"/>
                  </a:cubicBezTo>
                  <a:cubicBezTo>
                    <a:pt x="507" y="949"/>
                    <a:pt x="569" y="925"/>
                    <a:pt x="625" y="885"/>
                  </a:cubicBezTo>
                  <a:cubicBezTo>
                    <a:pt x="640" y="873"/>
                    <a:pt x="653" y="859"/>
                    <a:pt x="667" y="846"/>
                  </a:cubicBezTo>
                  <a:cubicBezTo>
                    <a:pt x="709" y="812"/>
                    <a:pt x="740" y="770"/>
                    <a:pt x="760" y="719"/>
                  </a:cubicBezTo>
                  <a:cubicBezTo>
                    <a:pt x="761" y="716"/>
                    <a:pt x="762" y="714"/>
                    <a:pt x="763" y="712"/>
                  </a:cubicBezTo>
                  <a:cubicBezTo>
                    <a:pt x="774" y="694"/>
                    <a:pt x="785" y="677"/>
                    <a:pt x="795" y="659"/>
                  </a:cubicBezTo>
                  <a:cubicBezTo>
                    <a:pt x="801" y="640"/>
                    <a:pt x="807" y="622"/>
                    <a:pt x="811" y="602"/>
                  </a:cubicBezTo>
                  <a:cubicBezTo>
                    <a:pt x="821" y="569"/>
                    <a:pt x="825" y="563"/>
                    <a:pt x="828" y="539"/>
                  </a:cubicBezTo>
                  <a:cubicBezTo>
                    <a:pt x="829" y="530"/>
                    <a:pt x="831" y="523"/>
                    <a:pt x="832" y="516"/>
                  </a:cubicBezTo>
                  <a:cubicBezTo>
                    <a:pt x="865" y="426"/>
                    <a:pt x="871" y="335"/>
                    <a:pt x="836" y="243"/>
                  </a:cubicBezTo>
                  <a:cubicBezTo>
                    <a:pt x="802" y="153"/>
                    <a:pt x="727" y="66"/>
                    <a:pt x="635" y="32"/>
                  </a:cubicBezTo>
                  <a:cubicBezTo>
                    <a:pt x="605" y="21"/>
                    <a:pt x="573" y="11"/>
                    <a:pt x="540" y="5"/>
                  </a:cubicBezTo>
                  <a:cubicBezTo>
                    <a:pt x="521" y="2"/>
                    <a:pt x="502" y="1"/>
                    <a:pt x="4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7"/>
            <p:cNvSpPr/>
            <p:nvPr/>
          </p:nvSpPr>
          <p:spPr>
            <a:xfrm>
              <a:off x="6000170" y="-1280690"/>
              <a:ext cx="29339" cy="33796"/>
            </a:xfrm>
            <a:custGeom>
              <a:avLst/>
              <a:gdLst/>
              <a:ahLst/>
              <a:cxnLst/>
              <a:rect l="l" t="t" r="r" b="b"/>
              <a:pathLst>
                <a:path w="441" h="508" extrusionOk="0">
                  <a:moveTo>
                    <a:pt x="227" y="0"/>
                  </a:moveTo>
                  <a:cubicBezTo>
                    <a:pt x="211" y="0"/>
                    <a:pt x="195" y="4"/>
                    <a:pt x="181" y="16"/>
                  </a:cubicBezTo>
                  <a:cubicBezTo>
                    <a:pt x="178" y="18"/>
                    <a:pt x="175" y="20"/>
                    <a:pt x="172" y="22"/>
                  </a:cubicBezTo>
                  <a:cubicBezTo>
                    <a:pt x="137" y="34"/>
                    <a:pt x="104" y="56"/>
                    <a:pt x="82" y="86"/>
                  </a:cubicBezTo>
                  <a:cubicBezTo>
                    <a:pt x="76" y="93"/>
                    <a:pt x="72" y="103"/>
                    <a:pt x="67" y="111"/>
                  </a:cubicBezTo>
                  <a:cubicBezTo>
                    <a:pt x="66" y="113"/>
                    <a:pt x="65" y="115"/>
                    <a:pt x="63" y="117"/>
                  </a:cubicBezTo>
                  <a:cubicBezTo>
                    <a:pt x="38" y="154"/>
                    <a:pt x="18" y="187"/>
                    <a:pt x="10" y="232"/>
                  </a:cubicBezTo>
                  <a:cubicBezTo>
                    <a:pt x="9" y="239"/>
                    <a:pt x="8" y="245"/>
                    <a:pt x="7" y="251"/>
                  </a:cubicBezTo>
                  <a:cubicBezTo>
                    <a:pt x="3" y="275"/>
                    <a:pt x="1" y="296"/>
                    <a:pt x="3" y="323"/>
                  </a:cubicBezTo>
                  <a:cubicBezTo>
                    <a:pt x="9" y="397"/>
                    <a:pt x="61" y="463"/>
                    <a:pt x="127" y="491"/>
                  </a:cubicBezTo>
                  <a:cubicBezTo>
                    <a:pt x="152" y="502"/>
                    <a:pt x="180" y="507"/>
                    <a:pt x="208" y="507"/>
                  </a:cubicBezTo>
                  <a:cubicBezTo>
                    <a:pt x="251" y="507"/>
                    <a:pt x="294" y="494"/>
                    <a:pt x="330" y="469"/>
                  </a:cubicBezTo>
                  <a:cubicBezTo>
                    <a:pt x="338" y="463"/>
                    <a:pt x="346" y="456"/>
                    <a:pt x="353" y="448"/>
                  </a:cubicBezTo>
                  <a:cubicBezTo>
                    <a:pt x="361" y="443"/>
                    <a:pt x="368" y="435"/>
                    <a:pt x="374" y="427"/>
                  </a:cubicBezTo>
                  <a:cubicBezTo>
                    <a:pt x="375" y="425"/>
                    <a:pt x="377" y="423"/>
                    <a:pt x="378" y="421"/>
                  </a:cubicBezTo>
                  <a:cubicBezTo>
                    <a:pt x="390" y="401"/>
                    <a:pt x="403" y="381"/>
                    <a:pt x="414" y="361"/>
                  </a:cubicBezTo>
                  <a:cubicBezTo>
                    <a:pt x="415" y="359"/>
                    <a:pt x="416" y="356"/>
                    <a:pt x="419" y="354"/>
                  </a:cubicBezTo>
                  <a:lnTo>
                    <a:pt x="421" y="350"/>
                  </a:lnTo>
                  <a:cubicBezTo>
                    <a:pt x="426" y="332"/>
                    <a:pt x="431" y="314"/>
                    <a:pt x="436" y="296"/>
                  </a:cubicBezTo>
                  <a:cubicBezTo>
                    <a:pt x="441" y="274"/>
                    <a:pt x="438" y="251"/>
                    <a:pt x="437" y="228"/>
                  </a:cubicBezTo>
                  <a:cubicBezTo>
                    <a:pt x="436" y="218"/>
                    <a:pt x="435" y="208"/>
                    <a:pt x="434" y="198"/>
                  </a:cubicBezTo>
                  <a:cubicBezTo>
                    <a:pt x="428" y="160"/>
                    <a:pt x="419" y="126"/>
                    <a:pt x="397" y="94"/>
                  </a:cubicBezTo>
                  <a:cubicBezTo>
                    <a:pt x="384" y="77"/>
                    <a:pt x="371" y="62"/>
                    <a:pt x="355" y="51"/>
                  </a:cubicBezTo>
                  <a:cubicBezTo>
                    <a:pt x="334" y="38"/>
                    <a:pt x="313" y="24"/>
                    <a:pt x="290" y="15"/>
                  </a:cubicBezTo>
                  <a:cubicBezTo>
                    <a:pt x="271" y="7"/>
                    <a:pt x="249" y="0"/>
                    <a:pt x="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7"/>
            <p:cNvSpPr/>
            <p:nvPr/>
          </p:nvSpPr>
          <p:spPr>
            <a:xfrm>
              <a:off x="6085458" y="-1237514"/>
              <a:ext cx="25014" cy="25480"/>
            </a:xfrm>
            <a:custGeom>
              <a:avLst/>
              <a:gdLst/>
              <a:ahLst/>
              <a:cxnLst/>
              <a:rect l="l" t="t" r="r" b="b"/>
              <a:pathLst>
                <a:path w="376" h="383" extrusionOk="0">
                  <a:moveTo>
                    <a:pt x="157" y="1"/>
                  </a:moveTo>
                  <a:cubicBezTo>
                    <a:pt x="134" y="2"/>
                    <a:pt x="112" y="9"/>
                    <a:pt x="93" y="22"/>
                  </a:cubicBezTo>
                  <a:cubicBezTo>
                    <a:pt x="79" y="28"/>
                    <a:pt x="66" y="36"/>
                    <a:pt x="56" y="49"/>
                  </a:cubicBezTo>
                  <a:cubicBezTo>
                    <a:pt x="37" y="64"/>
                    <a:pt x="23" y="84"/>
                    <a:pt x="15" y="106"/>
                  </a:cubicBezTo>
                  <a:cubicBezTo>
                    <a:pt x="12" y="111"/>
                    <a:pt x="2" y="146"/>
                    <a:pt x="1" y="152"/>
                  </a:cubicBezTo>
                  <a:cubicBezTo>
                    <a:pt x="1" y="167"/>
                    <a:pt x="0" y="182"/>
                    <a:pt x="0" y="198"/>
                  </a:cubicBezTo>
                  <a:lnTo>
                    <a:pt x="0" y="200"/>
                  </a:lnTo>
                  <a:cubicBezTo>
                    <a:pt x="3" y="216"/>
                    <a:pt x="8" y="233"/>
                    <a:pt x="13" y="250"/>
                  </a:cubicBezTo>
                  <a:cubicBezTo>
                    <a:pt x="13" y="253"/>
                    <a:pt x="14" y="255"/>
                    <a:pt x="15" y="258"/>
                  </a:cubicBezTo>
                  <a:cubicBezTo>
                    <a:pt x="15" y="259"/>
                    <a:pt x="16" y="260"/>
                    <a:pt x="16" y="263"/>
                  </a:cubicBezTo>
                  <a:lnTo>
                    <a:pt x="39" y="304"/>
                  </a:lnTo>
                  <a:cubicBezTo>
                    <a:pt x="53" y="326"/>
                    <a:pt x="72" y="342"/>
                    <a:pt x="94" y="354"/>
                  </a:cubicBezTo>
                  <a:cubicBezTo>
                    <a:pt x="121" y="370"/>
                    <a:pt x="110" y="365"/>
                    <a:pt x="140" y="373"/>
                  </a:cubicBezTo>
                  <a:cubicBezTo>
                    <a:pt x="153" y="378"/>
                    <a:pt x="157" y="380"/>
                    <a:pt x="165" y="381"/>
                  </a:cubicBezTo>
                  <a:lnTo>
                    <a:pt x="173" y="381"/>
                  </a:lnTo>
                  <a:cubicBezTo>
                    <a:pt x="185" y="382"/>
                    <a:pt x="198" y="382"/>
                    <a:pt x="212" y="382"/>
                  </a:cubicBezTo>
                  <a:cubicBezTo>
                    <a:pt x="217" y="382"/>
                    <a:pt x="223" y="382"/>
                    <a:pt x="228" y="382"/>
                  </a:cubicBezTo>
                  <a:cubicBezTo>
                    <a:pt x="250" y="380"/>
                    <a:pt x="270" y="373"/>
                    <a:pt x="288" y="362"/>
                  </a:cubicBezTo>
                  <a:cubicBezTo>
                    <a:pt x="308" y="353"/>
                    <a:pt x="324" y="339"/>
                    <a:pt x="338" y="321"/>
                  </a:cubicBezTo>
                  <a:cubicBezTo>
                    <a:pt x="346" y="309"/>
                    <a:pt x="354" y="296"/>
                    <a:pt x="361" y="283"/>
                  </a:cubicBezTo>
                  <a:cubicBezTo>
                    <a:pt x="372" y="257"/>
                    <a:pt x="376" y="231"/>
                    <a:pt x="374" y="204"/>
                  </a:cubicBezTo>
                  <a:lnTo>
                    <a:pt x="374" y="204"/>
                  </a:lnTo>
                  <a:cubicBezTo>
                    <a:pt x="374" y="203"/>
                    <a:pt x="374" y="202"/>
                    <a:pt x="374" y="201"/>
                  </a:cubicBezTo>
                  <a:cubicBezTo>
                    <a:pt x="374" y="201"/>
                    <a:pt x="374" y="201"/>
                    <a:pt x="374" y="200"/>
                  </a:cubicBezTo>
                  <a:cubicBezTo>
                    <a:pt x="374" y="199"/>
                    <a:pt x="374" y="198"/>
                    <a:pt x="374" y="197"/>
                  </a:cubicBezTo>
                  <a:cubicBezTo>
                    <a:pt x="374" y="175"/>
                    <a:pt x="372" y="154"/>
                    <a:pt x="363" y="130"/>
                  </a:cubicBezTo>
                  <a:cubicBezTo>
                    <a:pt x="355" y="106"/>
                    <a:pt x="341" y="86"/>
                    <a:pt x="322" y="69"/>
                  </a:cubicBezTo>
                  <a:cubicBezTo>
                    <a:pt x="318" y="62"/>
                    <a:pt x="311" y="55"/>
                    <a:pt x="304" y="50"/>
                  </a:cubicBezTo>
                  <a:cubicBezTo>
                    <a:pt x="273" y="28"/>
                    <a:pt x="242" y="2"/>
                    <a:pt x="202" y="2"/>
                  </a:cubicBezTo>
                  <a:cubicBezTo>
                    <a:pt x="187" y="1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7"/>
            <p:cNvSpPr/>
            <p:nvPr/>
          </p:nvSpPr>
          <p:spPr>
            <a:xfrm>
              <a:off x="6067229" y="-1081640"/>
              <a:ext cx="57280" cy="58544"/>
            </a:xfrm>
            <a:custGeom>
              <a:avLst/>
              <a:gdLst/>
              <a:ahLst/>
              <a:cxnLst/>
              <a:rect l="l" t="t" r="r" b="b"/>
              <a:pathLst>
                <a:path w="861" h="880" extrusionOk="0">
                  <a:moveTo>
                    <a:pt x="269" y="0"/>
                  </a:moveTo>
                  <a:cubicBezTo>
                    <a:pt x="238" y="0"/>
                    <a:pt x="202" y="8"/>
                    <a:pt x="179" y="28"/>
                  </a:cubicBezTo>
                  <a:cubicBezTo>
                    <a:pt x="109" y="89"/>
                    <a:pt x="51" y="160"/>
                    <a:pt x="24" y="252"/>
                  </a:cubicBezTo>
                  <a:cubicBezTo>
                    <a:pt x="1" y="336"/>
                    <a:pt x="2" y="427"/>
                    <a:pt x="22" y="512"/>
                  </a:cubicBezTo>
                  <a:cubicBezTo>
                    <a:pt x="45" y="607"/>
                    <a:pt x="90" y="697"/>
                    <a:pt x="170" y="759"/>
                  </a:cubicBezTo>
                  <a:cubicBezTo>
                    <a:pt x="186" y="772"/>
                    <a:pt x="203" y="782"/>
                    <a:pt x="220" y="792"/>
                  </a:cubicBezTo>
                  <a:cubicBezTo>
                    <a:pt x="259" y="828"/>
                    <a:pt x="305" y="850"/>
                    <a:pt x="358" y="861"/>
                  </a:cubicBezTo>
                  <a:cubicBezTo>
                    <a:pt x="391" y="873"/>
                    <a:pt x="426" y="879"/>
                    <a:pt x="462" y="879"/>
                  </a:cubicBezTo>
                  <a:cubicBezTo>
                    <a:pt x="477" y="879"/>
                    <a:pt x="491" y="878"/>
                    <a:pt x="506" y="876"/>
                  </a:cubicBezTo>
                  <a:cubicBezTo>
                    <a:pt x="538" y="869"/>
                    <a:pt x="571" y="861"/>
                    <a:pt x="603" y="853"/>
                  </a:cubicBezTo>
                  <a:cubicBezTo>
                    <a:pt x="653" y="835"/>
                    <a:pt x="696" y="807"/>
                    <a:pt x="730" y="768"/>
                  </a:cubicBezTo>
                  <a:cubicBezTo>
                    <a:pt x="759" y="747"/>
                    <a:pt x="781" y="720"/>
                    <a:pt x="795" y="688"/>
                  </a:cubicBezTo>
                  <a:cubicBezTo>
                    <a:pt x="826" y="646"/>
                    <a:pt x="844" y="598"/>
                    <a:pt x="850" y="545"/>
                  </a:cubicBezTo>
                  <a:cubicBezTo>
                    <a:pt x="860" y="445"/>
                    <a:pt x="842" y="342"/>
                    <a:pt x="781" y="260"/>
                  </a:cubicBezTo>
                  <a:cubicBezTo>
                    <a:pt x="746" y="214"/>
                    <a:pt x="724" y="170"/>
                    <a:pt x="673" y="133"/>
                  </a:cubicBezTo>
                  <a:cubicBezTo>
                    <a:pt x="632" y="104"/>
                    <a:pt x="590" y="71"/>
                    <a:pt x="541" y="57"/>
                  </a:cubicBezTo>
                  <a:cubicBezTo>
                    <a:pt x="524" y="51"/>
                    <a:pt x="508" y="46"/>
                    <a:pt x="493" y="40"/>
                  </a:cubicBezTo>
                  <a:cubicBezTo>
                    <a:pt x="489" y="38"/>
                    <a:pt x="484" y="36"/>
                    <a:pt x="480" y="35"/>
                  </a:cubicBezTo>
                  <a:cubicBezTo>
                    <a:pt x="445" y="19"/>
                    <a:pt x="408" y="13"/>
                    <a:pt x="370" y="10"/>
                  </a:cubicBezTo>
                  <a:cubicBezTo>
                    <a:pt x="346" y="10"/>
                    <a:pt x="322" y="8"/>
                    <a:pt x="298" y="1"/>
                  </a:cubicBezTo>
                  <a:lnTo>
                    <a:pt x="298" y="1"/>
                  </a:lnTo>
                  <a:lnTo>
                    <a:pt x="327" y="10"/>
                  </a:lnTo>
                  <a:lnTo>
                    <a:pt x="326" y="10"/>
                  </a:lnTo>
                  <a:cubicBezTo>
                    <a:pt x="310" y="4"/>
                    <a:pt x="293" y="0"/>
                    <a:pt x="275" y="0"/>
                  </a:cubicBezTo>
                  <a:cubicBezTo>
                    <a:pt x="273" y="0"/>
                    <a:pt x="271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7"/>
            <p:cNvSpPr/>
            <p:nvPr/>
          </p:nvSpPr>
          <p:spPr>
            <a:xfrm>
              <a:off x="6173141" y="-1068800"/>
              <a:ext cx="27942" cy="30004"/>
            </a:xfrm>
            <a:custGeom>
              <a:avLst/>
              <a:gdLst/>
              <a:ahLst/>
              <a:cxnLst/>
              <a:rect l="l" t="t" r="r" b="b"/>
              <a:pathLst>
                <a:path w="420" h="451" extrusionOk="0">
                  <a:moveTo>
                    <a:pt x="205" y="0"/>
                  </a:moveTo>
                  <a:cubicBezTo>
                    <a:pt x="189" y="0"/>
                    <a:pt x="173" y="3"/>
                    <a:pt x="157" y="8"/>
                  </a:cubicBezTo>
                  <a:cubicBezTo>
                    <a:pt x="140" y="10"/>
                    <a:pt x="123" y="15"/>
                    <a:pt x="110" y="26"/>
                  </a:cubicBezTo>
                  <a:cubicBezTo>
                    <a:pt x="84" y="36"/>
                    <a:pt x="64" y="53"/>
                    <a:pt x="47" y="75"/>
                  </a:cubicBezTo>
                  <a:cubicBezTo>
                    <a:pt x="38" y="91"/>
                    <a:pt x="29" y="107"/>
                    <a:pt x="20" y="121"/>
                  </a:cubicBezTo>
                  <a:cubicBezTo>
                    <a:pt x="6" y="154"/>
                    <a:pt x="1" y="188"/>
                    <a:pt x="4" y="223"/>
                  </a:cubicBezTo>
                  <a:cubicBezTo>
                    <a:pt x="5" y="229"/>
                    <a:pt x="6" y="235"/>
                    <a:pt x="7" y="243"/>
                  </a:cubicBezTo>
                  <a:cubicBezTo>
                    <a:pt x="9" y="256"/>
                    <a:pt x="12" y="270"/>
                    <a:pt x="15" y="284"/>
                  </a:cubicBezTo>
                  <a:cubicBezTo>
                    <a:pt x="16" y="294"/>
                    <a:pt x="19" y="303"/>
                    <a:pt x="23" y="312"/>
                  </a:cubicBezTo>
                  <a:cubicBezTo>
                    <a:pt x="36" y="346"/>
                    <a:pt x="57" y="374"/>
                    <a:pt x="86" y="397"/>
                  </a:cubicBezTo>
                  <a:cubicBezTo>
                    <a:pt x="88" y="400"/>
                    <a:pt x="90" y="401"/>
                    <a:pt x="92" y="403"/>
                  </a:cubicBezTo>
                  <a:cubicBezTo>
                    <a:pt x="110" y="414"/>
                    <a:pt x="127" y="428"/>
                    <a:pt x="146" y="435"/>
                  </a:cubicBezTo>
                  <a:cubicBezTo>
                    <a:pt x="162" y="439"/>
                    <a:pt x="178" y="444"/>
                    <a:pt x="192" y="449"/>
                  </a:cubicBezTo>
                  <a:cubicBezTo>
                    <a:pt x="201" y="450"/>
                    <a:pt x="209" y="451"/>
                    <a:pt x="217" y="451"/>
                  </a:cubicBezTo>
                  <a:cubicBezTo>
                    <a:pt x="233" y="451"/>
                    <a:pt x="248" y="448"/>
                    <a:pt x="263" y="444"/>
                  </a:cubicBezTo>
                  <a:cubicBezTo>
                    <a:pt x="279" y="442"/>
                    <a:pt x="294" y="436"/>
                    <a:pt x="307" y="427"/>
                  </a:cubicBezTo>
                  <a:cubicBezTo>
                    <a:pt x="330" y="417"/>
                    <a:pt x="349" y="402"/>
                    <a:pt x="364" y="381"/>
                  </a:cubicBezTo>
                  <a:cubicBezTo>
                    <a:pt x="378" y="365"/>
                    <a:pt x="387" y="345"/>
                    <a:pt x="396" y="326"/>
                  </a:cubicBezTo>
                  <a:cubicBezTo>
                    <a:pt x="398" y="324"/>
                    <a:pt x="400" y="322"/>
                    <a:pt x="401" y="320"/>
                  </a:cubicBezTo>
                  <a:cubicBezTo>
                    <a:pt x="414" y="287"/>
                    <a:pt x="419" y="253"/>
                    <a:pt x="416" y="217"/>
                  </a:cubicBezTo>
                  <a:cubicBezTo>
                    <a:pt x="415" y="207"/>
                    <a:pt x="413" y="199"/>
                    <a:pt x="410" y="189"/>
                  </a:cubicBezTo>
                  <a:cubicBezTo>
                    <a:pt x="406" y="175"/>
                    <a:pt x="403" y="162"/>
                    <a:pt x="397" y="148"/>
                  </a:cubicBezTo>
                  <a:cubicBezTo>
                    <a:pt x="395" y="142"/>
                    <a:pt x="393" y="136"/>
                    <a:pt x="391" y="130"/>
                  </a:cubicBezTo>
                  <a:cubicBezTo>
                    <a:pt x="383" y="103"/>
                    <a:pt x="368" y="82"/>
                    <a:pt x="348" y="65"/>
                  </a:cubicBezTo>
                  <a:cubicBezTo>
                    <a:pt x="330" y="43"/>
                    <a:pt x="310" y="27"/>
                    <a:pt x="283" y="18"/>
                  </a:cubicBezTo>
                  <a:cubicBezTo>
                    <a:pt x="267" y="12"/>
                    <a:pt x="250" y="7"/>
                    <a:pt x="233" y="3"/>
                  </a:cubicBezTo>
                  <a:cubicBezTo>
                    <a:pt x="224" y="1"/>
                    <a:pt x="214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7"/>
            <p:cNvSpPr/>
            <p:nvPr/>
          </p:nvSpPr>
          <p:spPr>
            <a:xfrm>
              <a:off x="6190638" y="-967545"/>
              <a:ext cx="43243" cy="42910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289" y="1"/>
                  </a:moveTo>
                  <a:lnTo>
                    <a:pt x="209" y="19"/>
                  </a:lnTo>
                  <a:cubicBezTo>
                    <a:pt x="168" y="34"/>
                    <a:pt x="132" y="57"/>
                    <a:pt x="104" y="88"/>
                  </a:cubicBezTo>
                  <a:cubicBezTo>
                    <a:pt x="80" y="106"/>
                    <a:pt x="62" y="128"/>
                    <a:pt x="51" y="155"/>
                  </a:cubicBezTo>
                  <a:cubicBezTo>
                    <a:pt x="33" y="179"/>
                    <a:pt x="21" y="204"/>
                    <a:pt x="17" y="233"/>
                  </a:cubicBezTo>
                  <a:cubicBezTo>
                    <a:pt x="6" y="259"/>
                    <a:pt x="2" y="286"/>
                    <a:pt x="5" y="315"/>
                  </a:cubicBezTo>
                  <a:cubicBezTo>
                    <a:pt x="0" y="356"/>
                    <a:pt x="7" y="396"/>
                    <a:pt x="23" y="436"/>
                  </a:cubicBezTo>
                  <a:cubicBezTo>
                    <a:pt x="23" y="436"/>
                    <a:pt x="23" y="436"/>
                    <a:pt x="23" y="437"/>
                  </a:cubicBezTo>
                  <a:cubicBezTo>
                    <a:pt x="38" y="479"/>
                    <a:pt x="61" y="513"/>
                    <a:pt x="93" y="542"/>
                  </a:cubicBezTo>
                  <a:cubicBezTo>
                    <a:pt x="121" y="576"/>
                    <a:pt x="155" y="601"/>
                    <a:pt x="197" y="618"/>
                  </a:cubicBezTo>
                  <a:cubicBezTo>
                    <a:pt x="223" y="625"/>
                    <a:pt x="251" y="633"/>
                    <a:pt x="278" y="641"/>
                  </a:cubicBezTo>
                  <a:cubicBezTo>
                    <a:pt x="294" y="643"/>
                    <a:pt x="309" y="644"/>
                    <a:pt x="325" y="644"/>
                  </a:cubicBezTo>
                  <a:cubicBezTo>
                    <a:pt x="364" y="644"/>
                    <a:pt x="403" y="638"/>
                    <a:pt x="440" y="623"/>
                  </a:cubicBezTo>
                  <a:cubicBezTo>
                    <a:pt x="508" y="593"/>
                    <a:pt x="503" y="594"/>
                    <a:pt x="546" y="553"/>
                  </a:cubicBezTo>
                  <a:cubicBezTo>
                    <a:pt x="579" y="527"/>
                    <a:pt x="604" y="492"/>
                    <a:pt x="620" y="451"/>
                  </a:cubicBezTo>
                  <a:cubicBezTo>
                    <a:pt x="621" y="451"/>
                    <a:pt x="621" y="450"/>
                    <a:pt x="621" y="450"/>
                  </a:cubicBezTo>
                  <a:cubicBezTo>
                    <a:pt x="640" y="411"/>
                    <a:pt x="647" y="370"/>
                    <a:pt x="645" y="328"/>
                  </a:cubicBezTo>
                  <a:cubicBezTo>
                    <a:pt x="649" y="286"/>
                    <a:pt x="643" y="245"/>
                    <a:pt x="626" y="207"/>
                  </a:cubicBezTo>
                  <a:cubicBezTo>
                    <a:pt x="613" y="182"/>
                    <a:pt x="600" y="158"/>
                    <a:pt x="587" y="132"/>
                  </a:cubicBezTo>
                  <a:cubicBezTo>
                    <a:pt x="552" y="85"/>
                    <a:pt x="507" y="49"/>
                    <a:pt x="453" y="26"/>
                  </a:cubicBezTo>
                  <a:cubicBezTo>
                    <a:pt x="453" y="25"/>
                    <a:pt x="453" y="25"/>
                    <a:pt x="452" y="25"/>
                  </a:cubicBezTo>
                  <a:cubicBezTo>
                    <a:pt x="425" y="17"/>
                    <a:pt x="398" y="9"/>
                    <a:pt x="372" y="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7"/>
            <p:cNvSpPr/>
            <p:nvPr/>
          </p:nvSpPr>
          <p:spPr>
            <a:xfrm>
              <a:off x="6186912" y="-1208308"/>
              <a:ext cx="32865" cy="35792"/>
            </a:xfrm>
            <a:custGeom>
              <a:avLst/>
              <a:gdLst/>
              <a:ahLst/>
              <a:cxnLst/>
              <a:rect l="l" t="t" r="r" b="b"/>
              <a:pathLst>
                <a:path w="494" h="538" extrusionOk="0">
                  <a:moveTo>
                    <a:pt x="236" y="0"/>
                  </a:moveTo>
                  <a:cubicBezTo>
                    <a:pt x="218" y="0"/>
                    <a:pt x="200" y="5"/>
                    <a:pt x="182" y="12"/>
                  </a:cubicBezTo>
                  <a:lnTo>
                    <a:pt x="178" y="12"/>
                  </a:lnTo>
                  <a:cubicBezTo>
                    <a:pt x="175" y="13"/>
                    <a:pt x="172" y="14"/>
                    <a:pt x="168" y="15"/>
                  </a:cubicBezTo>
                  <a:cubicBezTo>
                    <a:pt x="148" y="22"/>
                    <a:pt x="128" y="33"/>
                    <a:pt x="108" y="45"/>
                  </a:cubicBezTo>
                  <a:cubicBezTo>
                    <a:pt x="91" y="61"/>
                    <a:pt x="75" y="77"/>
                    <a:pt x="60" y="93"/>
                  </a:cubicBezTo>
                  <a:cubicBezTo>
                    <a:pt x="31" y="127"/>
                    <a:pt x="15" y="166"/>
                    <a:pt x="7" y="210"/>
                  </a:cubicBezTo>
                  <a:cubicBezTo>
                    <a:pt x="7" y="217"/>
                    <a:pt x="7" y="225"/>
                    <a:pt x="7" y="233"/>
                  </a:cubicBezTo>
                  <a:cubicBezTo>
                    <a:pt x="6" y="261"/>
                    <a:pt x="1" y="289"/>
                    <a:pt x="4" y="319"/>
                  </a:cubicBezTo>
                  <a:cubicBezTo>
                    <a:pt x="8" y="358"/>
                    <a:pt x="18" y="377"/>
                    <a:pt x="34" y="409"/>
                  </a:cubicBezTo>
                  <a:cubicBezTo>
                    <a:pt x="54" y="446"/>
                    <a:pt x="55" y="447"/>
                    <a:pt x="94" y="484"/>
                  </a:cubicBezTo>
                  <a:cubicBezTo>
                    <a:pt x="95" y="485"/>
                    <a:pt x="96" y="485"/>
                    <a:pt x="97" y="486"/>
                  </a:cubicBezTo>
                  <a:cubicBezTo>
                    <a:pt x="99" y="488"/>
                    <a:pt x="103" y="492"/>
                    <a:pt x="105" y="493"/>
                  </a:cubicBezTo>
                  <a:cubicBezTo>
                    <a:pt x="120" y="503"/>
                    <a:pt x="136" y="512"/>
                    <a:pt x="152" y="522"/>
                  </a:cubicBezTo>
                  <a:lnTo>
                    <a:pt x="204" y="536"/>
                  </a:lnTo>
                  <a:cubicBezTo>
                    <a:pt x="208" y="537"/>
                    <a:pt x="230" y="538"/>
                    <a:pt x="245" y="538"/>
                  </a:cubicBezTo>
                  <a:cubicBezTo>
                    <a:pt x="252" y="538"/>
                    <a:pt x="257" y="538"/>
                    <a:pt x="258" y="537"/>
                  </a:cubicBezTo>
                  <a:lnTo>
                    <a:pt x="262" y="537"/>
                  </a:lnTo>
                  <a:cubicBezTo>
                    <a:pt x="280" y="534"/>
                    <a:pt x="301" y="528"/>
                    <a:pt x="321" y="523"/>
                  </a:cubicBezTo>
                  <a:cubicBezTo>
                    <a:pt x="323" y="522"/>
                    <a:pt x="325" y="522"/>
                    <a:pt x="328" y="521"/>
                  </a:cubicBezTo>
                  <a:cubicBezTo>
                    <a:pt x="339" y="517"/>
                    <a:pt x="340" y="515"/>
                    <a:pt x="358" y="505"/>
                  </a:cubicBezTo>
                  <a:cubicBezTo>
                    <a:pt x="378" y="498"/>
                    <a:pt x="395" y="485"/>
                    <a:pt x="408" y="468"/>
                  </a:cubicBezTo>
                  <a:cubicBezTo>
                    <a:pt x="419" y="462"/>
                    <a:pt x="426" y="455"/>
                    <a:pt x="433" y="445"/>
                  </a:cubicBezTo>
                  <a:cubicBezTo>
                    <a:pt x="438" y="436"/>
                    <a:pt x="445" y="426"/>
                    <a:pt x="450" y="416"/>
                  </a:cubicBezTo>
                  <a:cubicBezTo>
                    <a:pt x="464" y="399"/>
                    <a:pt x="472" y="379"/>
                    <a:pt x="475" y="358"/>
                  </a:cubicBezTo>
                  <a:cubicBezTo>
                    <a:pt x="478" y="347"/>
                    <a:pt x="481" y="335"/>
                    <a:pt x="485" y="324"/>
                  </a:cubicBezTo>
                  <a:cubicBezTo>
                    <a:pt x="487" y="319"/>
                    <a:pt x="488" y="314"/>
                    <a:pt x="489" y="310"/>
                  </a:cubicBezTo>
                  <a:cubicBezTo>
                    <a:pt x="490" y="302"/>
                    <a:pt x="492" y="293"/>
                    <a:pt x="493" y="285"/>
                  </a:cubicBezTo>
                  <a:cubicBezTo>
                    <a:pt x="493" y="284"/>
                    <a:pt x="493" y="283"/>
                    <a:pt x="493" y="282"/>
                  </a:cubicBezTo>
                  <a:cubicBezTo>
                    <a:pt x="493" y="261"/>
                    <a:pt x="494" y="240"/>
                    <a:pt x="494" y="220"/>
                  </a:cubicBezTo>
                  <a:cubicBezTo>
                    <a:pt x="489" y="199"/>
                    <a:pt x="485" y="179"/>
                    <a:pt x="479" y="158"/>
                  </a:cubicBezTo>
                  <a:cubicBezTo>
                    <a:pt x="469" y="140"/>
                    <a:pt x="459" y="122"/>
                    <a:pt x="449" y="103"/>
                  </a:cubicBezTo>
                  <a:cubicBezTo>
                    <a:pt x="444" y="95"/>
                    <a:pt x="410" y="60"/>
                    <a:pt x="403" y="54"/>
                  </a:cubicBezTo>
                  <a:cubicBezTo>
                    <a:pt x="384" y="42"/>
                    <a:pt x="365" y="31"/>
                    <a:pt x="346" y="20"/>
                  </a:cubicBezTo>
                  <a:cubicBezTo>
                    <a:pt x="326" y="14"/>
                    <a:pt x="307" y="9"/>
                    <a:pt x="287" y="3"/>
                  </a:cubicBezTo>
                  <a:lnTo>
                    <a:pt x="283" y="3"/>
                  </a:lnTo>
                  <a:cubicBezTo>
                    <a:pt x="281" y="1"/>
                    <a:pt x="280" y="1"/>
                    <a:pt x="279" y="1"/>
                  </a:cubicBezTo>
                  <a:lnTo>
                    <a:pt x="277" y="1"/>
                  </a:lnTo>
                  <a:cubicBezTo>
                    <a:pt x="273" y="1"/>
                    <a:pt x="269" y="1"/>
                    <a:pt x="265" y="1"/>
                  </a:cubicBezTo>
                  <a:cubicBezTo>
                    <a:pt x="261" y="1"/>
                    <a:pt x="256" y="1"/>
                    <a:pt x="252" y="1"/>
                  </a:cubicBezTo>
                  <a:cubicBezTo>
                    <a:pt x="247" y="1"/>
                    <a:pt x="242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7"/>
            <p:cNvSpPr/>
            <p:nvPr/>
          </p:nvSpPr>
          <p:spPr>
            <a:xfrm>
              <a:off x="6003030" y="-1178637"/>
              <a:ext cx="38253" cy="40914"/>
            </a:xfrm>
            <a:custGeom>
              <a:avLst/>
              <a:gdLst/>
              <a:ahLst/>
              <a:cxnLst/>
              <a:rect l="l" t="t" r="r" b="b"/>
              <a:pathLst>
                <a:path w="575" h="615" extrusionOk="0">
                  <a:moveTo>
                    <a:pt x="253" y="1"/>
                  </a:moveTo>
                  <a:cubicBezTo>
                    <a:pt x="236" y="1"/>
                    <a:pt x="220" y="3"/>
                    <a:pt x="204" y="9"/>
                  </a:cubicBezTo>
                  <a:cubicBezTo>
                    <a:pt x="186" y="11"/>
                    <a:pt x="169" y="17"/>
                    <a:pt x="155" y="27"/>
                  </a:cubicBezTo>
                  <a:cubicBezTo>
                    <a:pt x="129" y="39"/>
                    <a:pt x="108" y="56"/>
                    <a:pt x="91" y="79"/>
                  </a:cubicBezTo>
                  <a:cubicBezTo>
                    <a:pt x="69" y="108"/>
                    <a:pt x="43" y="139"/>
                    <a:pt x="30" y="173"/>
                  </a:cubicBezTo>
                  <a:cubicBezTo>
                    <a:pt x="26" y="184"/>
                    <a:pt x="23" y="196"/>
                    <a:pt x="20" y="207"/>
                  </a:cubicBezTo>
                  <a:cubicBezTo>
                    <a:pt x="15" y="220"/>
                    <a:pt x="11" y="232"/>
                    <a:pt x="10" y="244"/>
                  </a:cubicBezTo>
                  <a:cubicBezTo>
                    <a:pt x="9" y="247"/>
                    <a:pt x="9" y="250"/>
                    <a:pt x="8" y="252"/>
                  </a:cubicBezTo>
                  <a:cubicBezTo>
                    <a:pt x="4" y="282"/>
                    <a:pt x="1" y="308"/>
                    <a:pt x="5" y="339"/>
                  </a:cubicBezTo>
                  <a:cubicBezTo>
                    <a:pt x="10" y="362"/>
                    <a:pt x="17" y="386"/>
                    <a:pt x="22" y="409"/>
                  </a:cubicBezTo>
                  <a:cubicBezTo>
                    <a:pt x="25" y="422"/>
                    <a:pt x="31" y="435"/>
                    <a:pt x="41" y="445"/>
                  </a:cubicBezTo>
                  <a:cubicBezTo>
                    <a:pt x="48" y="459"/>
                    <a:pt x="54" y="471"/>
                    <a:pt x="62" y="484"/>
                  </a:cubicBezTo>
                  <a:lnTo>
                    <a:pt x="72" y="502"/>
                  </a:lnTo>
                  <a:cubicBezTo>
                    <a:pt x="90" y="519"/>
                    <a:pt x="107" y="537"/>
                    <a:pt x="123" y="555"/>
                  </a:cubicBezTo>
                  <a:cubicBezTo>
                    <a:pt x="152" y="580"/>
                    <a:pt x="184" y="596"/>
                    <a:pt x="221" y="603"/>
                  </a:cubicBezTo>
                  <a:cubicBezTo>
                    <a:pt x="238" y="611"/>
                    <a:pt x="257" y="614"/>
                    <a:pt x="277" y="614"/>
                  </a:cubicBezTo>
                  <a:cubicBezTo>
                    <a:pt x="281" y="614"/>
                    <a:pt x="286" y="614"/>
                    <a:pt x="291" y="614"/>
                  </a:cubicBezTo>
                  <a:cubicBezTo>
                    <a:pt x="299" y="615"/>
                    <a:pt x="307" y="615"/>
                    <a:pt x="314" y="615"/>
                  </a:cubicBezTo>
                  <a:cubicBezTo>
                    <a:pt x="342" y="615"/>
                    <a:pt x="368" y="609"/>
                    <a:pt x="394" y="598"/>
                  </a:cubicBezTo>
                  <a:cubicBezTo>
                    <a:pt x="415" y="586"/>
                    <a:pt x="436" y="575"/>
                    <a:pt x="457" y="564"/>
                  </a:cubicBezTo>
                  <a:cubicBezTo>
                    <a:pt x="475" y="547"/>
                    <a:pt x="493" y="530"/>
                    <a:pt x="511" y="513"/>
                  </a:cubicBezTo>
                  <a:cubicBezTo>
                    <a:pt x="536" y="485"/>
                    <a:pt x="551" y="451"/>
                    <a:pt x="559" y="416"/>
                  </a:cubicBezTo>
                  <a:cubicBezTo>
                    <a:pt x="571" y="381"/>
                    <a:pt x="574" y="347"/>
                    <a:pt x="569" y="310"/>
                  </a:cubicBezTo>
                  <a:cubicBezTo>
                    <a:pt x="569" y="305"/>
                    <a:pt x="568" y="299"/>
                    <a:pt x="568" y="292"/>
                  </a:cubicBezTo>
                  <a:cubicBezTo>
                    <a:pt x="567" y="289"/>
                    <a:pt x="567" y="285"/>
                    <a:pt x="567" y="282"/>
                  </a:cubicBezTo>
                  <a:cubicBezTo>
                    <a:pt x="561" y="259"/>
                    <a:pt x="556" y="235"/>
                    <a:pt x="550" y="212"/>
                  </a:cubicBezTo>
                  <a:cubicBezTo>
                    <a:pt x="545" y="199"/>
                    <a:pt x="539" y="188"/>
                    <a:pt x="532" y="176"/>
                  </a:cubicBezTo>
                  <a:cubicBezTo>
                    <a:pt x="516" y="142"/>
                    <a:pt x="493" y="112"/>
                    <a:pt x="461" y="89"/>
                  </a:cubicBezTo>
                  <a:cubicBezTo>
                    <a:pt x="461" y="88"/>
                    <a:pt x="460" y="88"/>
                    <a:pt x="459" y="87"/>
                  </a:cubicBezTo>
                  <a:lnTo>
                    <a:pt x="454" y="82"/>
                  </a:lnTo>
                  <a:cubicBezTo>
                    <a:pt x="450" y="78"/>
                    <a:pt x="446" y="74"/>
                    <a:pt x="442" y="69"/>
                  </a:cubicBezTo>
                  <a:lnTo>
                    <a:pt x="381" y="33"/>
                  </a:lnTo>
                  <a:cubicBezTo>
                    <a:pt x="380" y="33"/>
                    <a:pt x="378" y="32"/>
                    <a:pt x="377" y="32"/>
                  </a:cubicBezTo>
                  <a:cubicBezTo>
                    <a:pt x="375" y="32"/>
                    <a:pt x="373" y="31"/>
                    <a:pt x="371" y="30"/>
                  </a:cubicBezTo>
                  <a:cubicBezTo>
                    <a:pt x="367" y="29"/>
                    <a:pt x="363" y="27"/>
                    <a:pt x="359" y="26"/>
                  </a:cubicBezTo>
                  <a:cubicBezTo>
                    <a:pt x="350" y="23"/>
                    <a:pt x="342" y="21"/>
                    <a:pt x="334" y="18"/>
                  </a:cubicBezTo>
                  <a:cubicBezTo>
                    <a:pt x="316" y="14"/>
                    <a:pt x="299" y="9"/>
                    <a:pt x="282" y="3"/>
                  </a:cubicBezTo>
                  <a:cubicBezTo>
                    <a:pt x="272" y="1"/>
                    <a:pt x="263" y="1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7"/>
            <p:cNvSpPr/>
            <p:nvPr/>
          </p:nvSpPr>
          <p:spPr>
            <a:xfrm>
              <a:off x="6077474" y="-1443949"/>
              <a:ext cx="22220" cy="25946"/>
            </a:xfrm>
            <a:custGeom>
              <a:avLst/>
              <a:gdLst/>
              <a:ahLst/>
              <a:cxnLst/>
              <a:rect l="l" t="t" r="r" b="b"/>
              <a:pathLst>
                <a:path w="334" h="390" extrusionOk="0">
                  <a:moveTo>
                    <a:pt x="184" y="0"/>
                  </a:moveTo>
                  <a:cubicBezTo>
                    <a:pt x="182" y="0"/>
                    <a:pt x="180" y="1"/>
                    <a:pt x="179" y="1"/>
                  </a:cubicBezTo>
                  <a:cubicBezTo>
                    <a:pt x="162" y="1"/>
                    <a:pt x="142" y="4"/>
                    <a:pt x="129" y="15"/>
                  </a:cubicBezTo>
                  <a:cubicBezTo>
                    <a:pt x="119" y="25"/>
                    <a:pt x="107" y="32"/>
                    <a:pt x="96" y="38"/>
                  </a:cubicBezTo>
                  <a:cubicBezTo>
                    <a:pt x="89" y="43"/>
                    <a:pt x="83" y="49"/>
                    <a:pt x="77" y="54"/>
                  </a:cubicBezTo>
                  <a:cubicBezTo>
                    <a:pt x="67" y="62"/>
                    <a:pt x="52" y="75"/>
                    <a:pt x="44" y="85"/>
                  </a:cubicBezTo>
                  <a:cubicBezTo>
                    <a:pt x="37" y="92"/>
                    <a:pt x="33" y="98"/>
                    <a:pt x="30" y="106"/>
                  </a:cubicBezTo>
                  <a:cubicBezTo>
                    <a:pt x="17" y="124"/>
                    <a:pt x="9" y="144"/>
                    <a:pt x="7" y="166"/>
                  </a:cubicBezTo>
                  <a:cubicBezTo>
                    <a:pt x="6" y="172"/>
                    <a:pt x="7" y="179"/>
                    <a:pt x="7" y="185"/>
                  </a:cubicBezTo>
                  <a:cubicBezTo>
                    <a:pt x="6" y="209"/>
                    <a:pt x="1" y="235"/>
                    <a:pt x="4" y="258"/>
                  </a:cubicBezTo>
                  <a:cubicBezTo>
                    <a:pt x="10" y="299"/>
                    <a:pt x="30" y="337"/>
                    <a:pt x="64" y="361"/>
                  </a:cubicBezTo>
                  <a:cubicBezTo>
                    <a:pt x="87" y="377"/>
                    <a:pt x="99" y="382"/>
                    <a:pt x="127" y="388"/>
                  </a:cubicBezTo>
                  <a:cubicBezTo>
                    <a:pt x="131" y="389"/>
                    <a:pt x="133" y="389"/>
                    <a:pt x="136" y="389"/>
                  </a:cubicBezTo>
                  <a:cubicBezTo>
                    <a:pt x="139" y="389"/>
                    <a:pt x="142" y="389"/>
                    <a:pt x="148" y="389"/>
                  </a:cubicBezTo>
                  <a:cubicBezTo>
                    <a:pt x="152" y="389"/>
                    <a:pt x="156" y="390"/>
                    <a:pt x="160" y="390"/>
                  </a:cubicBezTo>
                  <a:cubicBezTo>
                    <a:pt x="175" y="390"/>
                    <a:pt x="190" y="386"/>
                    <a:pt x="204" y="381"/>
                  </a:cubicBezTo>
                  <a:cubicBezTo>
                    <a:pt x="218" y="376"/>
                    <a:pt x="230" y="370"/>
                    <a:pt x="239" y="360"/>
                  </a:cubicBezTo>
                  <a:cubicBezTo>
                    <a:pt x="256" y="348"/>
                    <a:pt x="268" y="336"/>
                    <a:pt x="278" y="320"/>
                  </a:cubicBezTo>
                  <a:cubicBezTo>
                    <a:pt x="282" y="315"/>
                    <a:pt x="285" y="309"/>
                    <a:pt x="290" y="304"/>
                  </a:cubicBezTo>
                  <a:cubicBezTo>
                    <a:pt x="307" y="277"/>
                    <a:pt x="327" y="249"/>
                    <a:pt x="330" y="214"/>
                  </a:cubicBezTo>
                  <a:cubicBezTo>
                    <a:pt x="334" y="184"/>
                    <a:pt x="331" y="150"/>
                    <a:pt x="318" y="123"/>
                  </a:cubicBezTo>
                  <a:cubicBezTo>
                    <a:pt x="309" y="106"/>
                    <a:pt x="301" y="91"/>
                    <a:pt x="293" y="76"/>
                  </a:cubicBezTo>
                  <a:cubicBezTo>
                    <a:pt x="285" y="65"/>
                    <a:pt x="273" y="54"/>
                    <a:pt x="263" y="45"/>
                  </a:cubicBezTo>
                  <a:cubicBezTo>
                    <a:pt x="262" y="44"/>
                    <a:pt x="260" y="41"/>
                    <a:pt x="259" y="40"/>
                  </a:cubicBezTo>
                  <a:cubicBezTo>
                    <a:pt x="256" y="38"/>
                    <a:pt x="254" y="36"/>
                    <a:pt x="251" y="33"/>
                  </a:cubicBezTo>
                  <a:cubicBezTo>
                    <a:pt x="244" y="28"/>
                    <a:pt x="236" y="23"/>
                    <a:pt x="229" y="18"/>
                  </a:cubicBezTo>
                  <a:lnTo>
                    <a:pt x="210" y="7"/>
                  </a:lnTo>
                  <a:cubicBezTo>
                    <a:pt x="201" y="3"/>
                    <a:pt x="193" y="0"/>
                    <a:pt x="1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7"/>
            <p:cNvSpPr/>
            <p:nvPr/>
          </p:nvSpPr>
          <p:spPr>
            <a:xfrm>
              <a:off x="6261423" y="-953641"/>
              <a:ext cx="24615" cy="23218"/>
            </a:xfrm>
            <a:custGeom>
              <a:avLst/>
              <a:gdLst/>
              <a:ahLst/>
              <a:cxnLst/>
              <a:rect l="l" t="t" r="r" b="b"/>
              <a:pathLst>
                <a:path w="370" h="349" extrusionOk="0">
                  <a:moveTo>
                    <a:pt x="187" y="1"/>
                  </a:moveTo>
                  <a:cubicBezTo>
                    <a:pt x="151" y="1"/>
                    <a:pt x="112" y="13"/>
                    <a:pt x="85" y="34"/>
                  </a:cubicBezTo>
                  <a:cubicBezTo>
                    <a:pt x="71" y="44"/>
                    <a:pt x="54" y="63"/>
                    <a:pt x="41" y="75"/>
                  </a:cubicBezTo>
                  <a:cubicBezTo>
                    <a:pt x="22" y="99"/>
                    <a:pt x="10" y="126"/>
                    <a:pt x="5" y="156"/>
                  </a:cubicBezTo>
                  <a:cubicBezTo>
                    <a:pt x="1" y="185"/>
                    <a:pt x="4" y="213"/>
                    <a:pt x="14" y="241"/>
                  </a:cubicBezTo>
                  <a:cubicBezTo>
                    <a:pt x="26" y="269"/>
                    <a:pt x="43" y="293"/>
                    <a:pt x="67" y="312"/>
                  </a:cubicBezTo>
                  <a:cubicBezTo>
                    <a:pt x="90" y="331"/>
                    <a:pt x="117" y="342"/>
                    <a:pt x="146" y="347"/>
                  </a:cubicBezTo>
                  <a:lnTo>
                    <a:pt x="156" y="347"/>
                  </a:lnTo>
                  <a:cubicBezTo>
                    <a:pt x="167" y="348"/>
                    <a:pt x="178" y="349"/>
                    <a:pt x="188" y="349"/>
                  </a:cubicBezTo>
                  <a:cubicBezTo>
                    <a:pt x="208" y="349"/>
                    <a:pt x="226" y="346"/>
                    <a:pt x="248" y="338"/>
                  </a:cubicBezTo>
                  <a:cubicBezTo>
                    <a:pt x="277" y="327"/>
                    <a:pt x="304" y="308"/>
                    <a:pt x="324" y="283"/>
                  </a:cubicBezTo>
                  <a:cubicBezTo>
                    <a:pt x="345" y="256"/>
                    <a:pt x="354" y="231"/>
                    <a:pt x="361" y="198"/>
                  </a:cubicBezTo>
                  <a:cubicBezTo>
                    <a:pt x="362" y="192"/>
                    <a:pt x="363" y="186"/>
                    <a:pt x="364" y="180"/>
                  </a:cubicBezTo>
                  <a:cubicBezTo>
                    <a:pt x="365" y="174"/>
                    <a:pt x="365" y="168"/>
                    <a:pt x="366" y="162"/>
                  </a:cubicBezTo>
                  <a:cubicBezTo>
                    <a:pt x="366" y="159"/>
                    <a:pt x="367" y="156"/>
                    <a:pt x="367" y="154"/>
                  </a:cubicBezTo>
                  <a:cubicBezTo>
                    <a:pt x="367" y="152"/>
                    <a:pt x="367" y="150"/>
                    <a:pt x="367" y="148"/>
                  </a:cubicBezTo>
                  <a:cubicBezTo>
                    <a:pt x="369" y="135"/>
                    <a:pt x="368" y="121"/>
                    <a:pt x="363" y="109"/>
                  </a:cubicBezTo>
                  <a:cubicBezTo>
                    <a:pt x="358" y="96"/>
                    <a:pt x="350" y="85"/>
                    <a:pt x="339" y="76"/>
                  </a:cubicBezTo>
                  <a:cubicBezTo>
                    <a:pt x="331" y="68"/>
                    <a:pt x="322" y="58"/>
                    <a:pt x="312" y="51"/>
                  </a:cubicBezTo>
                  <a:cubicBezTo>
                    <a:pt x="308" y="47"/>
                    <a:pt x="303" y="44"/>
                    <a:pt x="298" y="40"/>
                  </a:cubicBezTo>
                  <a:cubicBezTo>
                    <a:pt x="286" y="30"/>
                    <a:pt x="272" y="22"/>
                    <a:pt x="257" y="15"/>
                  </a:cubicBezTo>
                  <a:cubicBezTo>
                    <a:pt x="243" y="11"/>
                    <a:pt x="228" y="7"/>
                    <a:pt x="214" y="3"/>
                  </a:cubicBezTo>
                  <a:cubicBezTo>
                    <a:pt x="206" y="1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7"/>
            <p:cNvSpPr/>
            <p:nvPr/>
          </p:nvSpPr>
          <p:spPr>
            <a:xfrm>
              <a:off x="6210396" y="-1319210"/>
              <a:ext cx="31135" cy="35659"/>
            </a:xfrm>
            <a:custGeom>
              <a:avLst/>
              <a:gdLst/>
              <a:ahLst/>
              <a:cxnLst/>
              <a:rect l="l" t="t" r="r" b="b"/>
              <a:pathLst>
                <a:path w="468" h="536" extrusionOk="0">
                  <a:moveTo>
                    <a:pt x="222" y="1"/>
                  </a:moveTo>
                  <a:cubicBezTo>
                    <a:pt x="222" y="1"/>
                    <a:pt x="221" y="1"/>
                    <a:pt x="220" y="1"/>
                  </a:cubicBezTo>
                  <a:cubicBezTo>
                    <a:pt x="211" y="1"/>
                    <a:pt x="202" y="3"/>
                    <a:pt x="192" y="7"/>
                  </a:cubicBezTo>
                  <a:cubicBezTo>
                    <a:pt x="164" y="12"/>
                    <a:pt x="139" y="22"/>
                    <a:pt x="116" y="41"/>
                  </a:cubicBezTo>
                  <a:cubicBezTo>
                    <a:pt x="71" y="72"/>
                    <a:pt x="51" y="111"/>
                    <a:pt x="24" y="158"/>
                  </a:cubicBezTo>
                  <a:cubicBezTo>
                    <a:pt x="22" y="161"/>
                    <a:pt x="21" y="164"/>
                    <a:pt x="18" y="168"/>
                  </a:cubicBezTo>
                  <a:cubicBezTo>
                    <a:pt x="13" y="186"/>
                    <a:pt x="8" y="206"/>
                    <a:pt x="2" y="225"/>
                  </a:cubicBezTo>
                  <a:cubicBezTo>
                    <a:pt x="2" y="247"/>
                    <a:pt x="1" y="268"/>
                    <a:pt x="1" y="289"/>
                  </a:cubicBezTo>
                  <a:cubicBezTo>
                    <a:pt x="2" y="295"/>
                    <a:pt x="3" y="303"/>
                    <a:pt x="5" y="309"/>
                  </a:cubicBezTo>
                  <a:cubicBezTo>
                    <a:pt x="10" y="332"/>
                    <a:pt x="15" y="357"/>
                    <a:pt x="23" y="380"/>
                  </a:cubicBezTo>
                  <a:cubicBezTo>
                    <a:pt x="23" y="383"/>
                    <a:pt x="25" y="387"/>
                    <a:pt x="26" y="391"/>
                  </a:cubicBezTo>
                  <a:cubicBezTo>
                    <a:pt x="37" y="424"/>
                    <a:pt x="52" y="442"/>
                    <a:pt x="74" y="465"/>
                  </a:cubicBezTo>
                  <a:cubicBezTo>
                    <a:pt x="93" y="488"/>
                    <a:pt x="116" y="506"/>
                    <a:pt x="144" y="516"/>
                  </a:cubicBezTo>
                  <a:cubicBezTo>
                    <a:pt x="153" y="520"/>
                    <a:pt x="163" y="523"/>
                    <a:pt x="173" y="525"/>
                  </a:cubicBezTo>
                  <a:cubicBezTo>
                    <a:pt x="178" y="526"/>
                    <a:pt x="192" y="531"/>
                    <a:pt x="202" y="533"/>
                  </a:cubicBezTo>
                  <a:cubicBezTo>
                    <a:pt x="204" y="533"/>
                    <a:pt x="206" y="534"/>
                    <a:pt x="208" y="534"/>
                  </a:cubicBezTo>
                  <a:cubicBezTo>
                    <a:pt x="218" y="535"/>
                    <a:pt x="228" y="536"/>
                    <a:pt x="238" y="536"/>
                  </a:cubicBezTo>
                  <a:cubicBezTo>
                    <a:pt x="259" y="536"/>
                    <a:pt x="280" y="533"/>
                    <a:pt x="300" y="527"/>
                  </a:cubicBezTo>
                  <a:cubicBezTo>
                    <a:pt x="318" y="520"/>
                    <a:pt x="330" y="509"/>
                    <a:pt x="346" y="500"/>
                  </a:cubicBezTo>
                  <a:cubicBezTo>
                    <a:pt x="350" y="498"/>
                    <a:pt x="355" y="496"/>
                    <a:pt x="360" y="493"/>
                  </a:cubicBezTo>
                  <a:cubicBezTo>
                    <a:pt x="392" y="469"/>
                    <a:pt x="417" y="439"/>
                    <a:pt x="433" y="402"/>
                  </a:cubicBezTo>
                  <a:cubicBezTo>
                    <a:pt x="436" y="394"/>
                    <a:pt x="438" y="384"/>
                    <a:pt x="440" y="375"/>
                  </a:cubicBezTo>
                  <a:cubicBezTo>
                    <a:pt x="449" y="350"/>
                    <a:pt x="459" y="325"/>
                    <a:pt x="464" y="297"/>
                  </a:cubicBezTo>
                  <a:cubicBezTo>
                    <a:pt x="467" y="287"/>
                    <a:pt x="467" y="276"/>
                    <a:pt x="465" y="264"/>
                  </a:cubicBezTo>
                  <a:cubicBezTo>
                    <a:pt x="467" y="253"/>
                    <a:pt x="467" y="242"/>
                    <a:pt x="465" y="230"/>
                  </a:cubicBezTo>
                  <a:cubicBezTo>
                    <a:pt x="465" y="228"/>
                    <a:pt x="464" y="226"/>
                    <a:pt x="464" y="224"/>
                  </a:cubicBezTo>
                  <a:cubicBezTo>
                    <a:pt x="463" y="218"/>
                    <a:pt x="462" y="212"/>
                    <a:pt x="461" y="204"/>
                  </a:cubicBezTo>
                  <a:cubicBezTo>
                    <a:pt x="461" y="202"/>
                    <a:pt x="461" y="199"/>
                    <a:pt x="460" y="196"/>
                  </a:cubicBezTo>
                  <a:cubicBezTo>
                    <a:pt x="456" y="178"/>
                    <a:pt x="452" y="159"/>
                    <a:pt x="448" y="141"/>
                  </a:cubicBezTo>
                  <a:cubicBezTo>
                    <a:pt x="443" y="132"/>
                    <a:pt x="438" y="124"/>
                    <a:pt x="433" y="114"/>
                  </a:cubicBezTo>
                  <a:cubicBezTo>
                    <a:pt x="426" y="95"/>
                    <a:pt x="414" y="81"/>
                    <a:pt x="399" y="68"/>
                  </a:cubicBezTo>
                  <a:cubicBezTo>
                    <a:pt x="393" y="60"/>
                    <a:pt x="387" y="52"/>
                    <a:pt x="379" y="46"/>
                  </a:cubicBezTo>
                  <a:cubicBezTo>
                    <a:pt x="377" y="45"/>
                    <a:pt x="376" y="45"/>
                    <a:pt x="375" y="44"/>
                  </a:cubicBezTo>
                  <a:cubicBezTo>
                    <a:pt x="374" y="43"/>
                    <a:pt x="372" y="42"/>
                    <a:pt x="371" y="40"/>
                  </a:cubicBezTo>
                  <a:lnTo>
                    <a:pt x="371" y="40"/>
                  </a:lnTo>
                  <a:cubicBezTo>
                    <a:pt x="365" y="34"/>
                    <a:pt x="357" y="29"/>
                    <a:pt x="348" y="25"/>
                  </a:cubicBezTo>
                  <a:cubicBezTo>
                    <a:pt x="332" y="14"/>
                    <a:pt x="315" y="6"/>
                    <a:pt x="295" y="4"/>
                  </a:cubicBezTo>
                  <a:cubicBezTo>
                    <a:pt x="291" y="3"/>
                    <a:pt x="286" y="2"/>
                    <a:pt x="281" y="2"/>
                  </a:cubicBezTo>
                  <a:cubicBezTo>
                    <a:pt x="272" y="1"/>
                    <a:pt x="263" y="1"/>
                    <a:pt x="253" y="1"/>
                  </a:cubicBezTo>
                  <a:cubicBezTo>
                    <a:pt x="244" y="1"/>
                    <a:pt x="235" y="1"/>
                    <a:pt x="226" y="1"/>
                  </a:cubicBezTo>
                  <a:cubicBezTo>
                    <a:pt x="224" y="1"/>
                    <a:pt x="223" y="1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748;p55">
            <a:extLst>
              <a:ext uri="{FF2B5EF4-FFF2-40B4-BE49-F238E27FC236}">
                <a16:creationId xmlns:a16="http://schemas.microsoft.com/office/drawing/2014/main" id="{D990365A-832A-BAC1-A469-D14287EDBFDA}"/>
              </a:ext>
            </a:extLst>
          </p:cNvPr>
          <p:cNvGrpSpPr/>
          <p:nvPr/>
        </p:nvGrpSpPr>
        <p:grpSpPr>
          <a:xfrm rot="1848534">
            <a:off x="6586589" y="2505249"/>
            <a:ext cx="2697639" cy="2224478"/>
            <a:chOff x="1382891" y="1957553"/>
            <a:chExt cx="215970" cy="171877"/>
          </a:xfrm>
        </p:grpSpPr>
        <p:sp>
          <p:nvSpPr>
            <p:cNvPr id="3" name="Google Shape;1749;p55">
              <a:extLst>
                <a:ext uri="{FF2B5EF4-FFF2-40B4-BE49-F238E27FC236}">
                  <a16:creationId xmlns:a16="http://schemas.microsoft.com/office/drawing/2014/main" id="{A1069AD8-662B-7E3B-450D-4E7A8AA3A388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50;p55">
              <a:extLst>
                <a:ext uri="{FF2B5EF4-FFF2-40B4-BE49-F238E27FC236}">
                  <a16:creationId xmlns:a16="http://schemas.microsoft.com/office/drawing/2014/main" id="{CE426B9D-D2FB-FD98-40EB-25EE6E500985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51;p55">
              <a:extLst>
                <a:ext uri="{FF2B5EF4-FFF2-40B4-BE49-F238E27FC236}">
                  <a16:creationId xmlns:a16="http://schemas.microsoft.com/office/drawing/2014/main" id="{C2366592-C857-3B60-C1AF-A86021F067D9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52;p55">
              <a:extLst>
                <a:ext uri="{FF2B5EF4-FFF2-40B4-BE49-F238E27FC236}">
                  <a16:creationId xmlns:a16="http://schemas.microsoft.com/office/drawing/2014/main" id="{408821EC-62B0-85D3-D06F-E6F7A7F95BFF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53;p55">
              <a:extLst>
                <a:ext uri="{FF2B5EF4-FFF2-40B4-BE49-F238E27FC236}">
                  <a16:creationId xmlns:a16="http://schemas.microsoft.com/office/drawing/2014/main" id="{6538435D-AC27-107B-37E6-A324519D9E99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54;p55">
              <a:extLst>
                <a:ext uri="{FF2B5EF4-FFF2-40B4-BE49-F238E27FC236}">
                  <a16:creationId xmlns:a16="http://schemas.microsoft.com/office/drawing/2014/main" id="{8503B03A-7283-E8A3-B0FF-882C5F449E87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55;p55">
              <a:extLst>
                <a:ext uri="{FF2B5EF4-FFF2-40B4-BE49-F238E27FC236}">
                  <a16:creationId xmlns:a16="http://schemas.microsoft.com/office/drawing/2014/main" id="{FE07C431-9716-9CAB-B7FF-AED769702838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56;p55">
              <a:extLst>
                <a:ext uri="{FF2B5EF4-FFF2-40B4-BE49-F238E27FC236}">
                  <a16:creationId xmlns:a16="http://schemas.microsoft.com/office/drawing/2014/main" id="{9B8D6361-A40C-B36E-A8FE-3BF272F73E47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57;p55">
              <a:extLst>
                <a:ext uri="{FF2B5EF4-FFF2-40B4-BE49-F238E27FC236}">
                  <a16:creationId xmlns:a16="http://schemas.microsoft.com/office/drawing/2014/main" id="{1610C3C9-40E4-B34F-2226-2CB464F08FF8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58;p55">
              <a:extLst>
                <a:ext uri="{FF2B5EF4-FFF2-40B4-BE49-F238E27FC236}">
                  <a16:creationId xmlns:a16="http://schemas.microsoft.com/office/drawing/2014/main" id="{C1344081-2338-DDC2-28B4-FF89EDB17820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59;p55">
              <a:extLst>
                <a:ext uri="{FF2B5EF4-FFF2-40B4-BE49-F238E27FC236}">
                  <a16:creationId xmlns:a16="http://schemas.microsoft.com/office/drawing/2014/main" id="{0B38D5B2-C78A-BED2-2628-0B0BEEF4507C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60;p55">
              <a:extLst>
                <a:ext uri="{FF2B5EF4-FFF2-40B4-BE49-F238E27FC236}">
                  <a16:creationId xmlns:a16="http://schemas.microsoft.com/office/drawing/2014/main" id="{DB9E7B81-F0D1-0B57-11EB-1B849C412CE3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61;p55">
              <a:extLst>
                <a:ext uri="{FF2B5EF4-FFF2-40B4-BE49-F238E27FC236}">
                  <a16:creationId xmlns:a16="http://schemas.microsoft.com/office/drawing/2014/main" id="{A5F76795-39F7-564E-7135-A3F50BB72E7D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62;p55">
              <a:extLst>
                <a:ext uri="{FF2B5EF4-FFF2-40B4-BE49-F238E27FC236}">
                  <a16:creationId xmlns:a16="http://schemas.microsoft.com/office/drawing/2014/main" id="{EE1CE3D8-917B-F97E-AC58-A3B912E8F5F2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63;p55">
              <a:extLst>
                <a:ext uri="{FF2B5EF4-FFF2-40B4-BE49-F238E27FC236}">
                  <a16:creationId xmlns:a16="http://schemas.microsoft.com/office/drawing/2014/main" id="{FDCBB983-17E1-7F72-70AD-87680FD7994C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64;p55">
              <a:extLst>
                <a:ext uri="{FF2B5EF4-FFF2-40B4-BE49-F238E27FC236}">
                  <a16:creationId xmlns:a16="http://schemas.microsoft.com/office/drawing/2014/main" id="{A90F694E-1855-31FE-6D15-75C1AED112C7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390;p49">
            <a:extLst>
              <a:ext uri="{FF2B5EF4-FFF2-40B4-BE49-F238E27FC236}">
                <a16:creationId xmlns:a16="http://schemas.microsoft.com/office/drawing/2014/main" id="{A00DECB6-2165-B998-4BF3-2AE97E82DBA6}"/>
              </a:ext>
            </a:extLst>
          </p:cNvPr>
          <p:cNvGrpSpPr/>
          <p:nvPr/>
        </p:nvGrpSpPr>
        <p:grpSpPr>
          <a:xfrm rot="16528743">
            <a:off x="4515595" y="3835131"/>
            <a:ext cx="2163790" cy="2199780"/>
            <a:chOff x="4797030" y="968261"/>
            <a:chExt cx="420955" cy="409597"/>
          </a:xfrm>
        </p:grpSpPr>
        <p:sp>
          <p:nvSpPr>
            <p:cNvPr id="20" name="Google Shape;1391;p49">
              <a:extLst>
                <a:ext uri="{FF2B5EF4-FFF2-40B4-BE49-F238E27FC236}">
                  <a16:creationId xmlns:a16="http://schemas.microsoft.com/office/drawing/2014/main" id="{ACA0509E-EF92-1071-51D3-9C2117774974}"/>
                </a:ext>
              </a:extLst>
            </p:cNvPr>
            <p:cNvSpPr/>
            <p:nvPr/>
          </p:nvSpPr>
          <p:spPr>
            <a:xfrm>
              <a:off x="4797030" y="968261"/>
              <a:ext cx="420955" cy="409597"/>
            </a:xfrm>
            <a:custGeom>
              <a:avLst/>
              <a:gdLst/>
              <a:ahLst/>
              <a:cxnLst/>
              <a:rect l="l" t="t" r="r" b="b"/>
              <a:pathLst>
                <a:path w="13490" h="13126" extrusionOk="0">
                  <a:moveTo>
                    <a:pt x="6277" y="1"/>
                  </a:moveTo>
                  <a:cubicBezTo>
                    <a:pt x="6156" y="1"/>
                    <a:pt x="6036" y="10"/>
                    <a:pt x="5916" y="28"/>
                  </a:cubicBezTo>
                  <a:cubicBezTo>
                    <a:pt x="5865" y="25"/>
                    <a:pt x="5813" y="23"/>
                    <a:pt x="5762" y="23"/>
                  </a:cubicBezTo>
                  <a:cubicBezTo>
                    <a:pt x="5421" y="23"/>
                    <a:pt x="5081" y="102"/>
                    <a:pt x="4774" y="261"/>
                  </a:cubicBezTo>
                  <a:cubicBezTo>
                    <a:pt x="4450" y="430"/>
                    <a:pt x="4197" y="702"/>
                    <a:pt x="3881" y="883"/>
                  </a:cubicBezTo>
                  <a:cubicBezTo>
                    <a:pt x="3595" y="1047"/>
                    <a:pt x="3271" y="1135"/>
                    <a:pt x="2970" y="1262"/>
                  </a:cubicBezTo>
                  <a:cubicBezTo>
                    <a:pt x="2663" y="1392"/>
                    <a:pt x="2365" y="1554"/>
                    <a:pt x="2143" y="1810"/>
                  </a:cubicBezTo>
                  <a:cubicBezTo>
                    <a:pt x="1899" y="2091"/>
                    <a:pt x="1772" y="2441"/>
                    <a:pt x="1587" y="2759"/>
                  </a:cubicBezTo>
                  <a:cubicBezTo>
                    <a:pt x="1257" y="3329"/>
                    <a:pt x="570" y="3627"/>
                    <a:pt x="394" y="4299"/>
                  </a:cubicBezTo>
                  <a:cubicBezTo>
                    <a:pt x="298" y="4665"/>
                    <a:pt x="442" y="5012"/>
                    <a:pt x="452" y="5378"/>
                  </a:cubicBezTo>
                  <a:cubicBezTo>
                    <a:pt x="462" y="5768"/>
                    <a:pt x="314" y="6150"/>
                    <a:pt x="201" y="6517"/>
                  </a:cubicBezTo>
                  <a:cubicBezTo>
                    <a:pt x="86" y="6895"/>
                    <a:pt x="1" y="7276"/>
                    <a:pt x="22" y="7674"/>
                  </a:cubicBezTo>
                  <a:cubicBezTo>
                    <a:pt x="42" y="8056"/>
                    <a:pt x="142" y="8433"/>
                    <a:pt x="269" y="8793"/>
                  </a:cubicBezTo>
                  <a:cubicBezTo>
                    <a:pt x="497" y="9443"/>
                    <a:pt x="750" y="10165"/>
                    <a:pt x="1227" y="10678"/>
                  </a:cubicBezTo>
                  <a:cubicBezTo>
                    <a:pt x="1484" y="10952"/>
                    <a:pt x="1838" y="11087"/>
                    <a:pt x="2115" y="11334"/>
                  </a:cubicBezTo>
                  <a:cubicBezTo>
                    <a:pt x="2414" y="11601"/>
                    <a:pt x="2719" y="11848"/>
                    <a:pt x="3061" y="12059"/>
                  </a:cubicBezTo>
                  <a:cubicBezTo>
                    <a:pt x="3397" y="12266"/>
                    <a:pt x="3750" y="12444"/>
                    <a:pt x="4106" y="12615"/>
                  </a:cubicBezTo>
                  <a:cubicBezTo>
                    <a:pt x="4467" y="12789"/>
                    <a:pt x="4832" y="12979"/>
                    <a:pt x="5222" y="13075"/>
                  </a:cubicBezTo>
                  <a:cubicBezTo>
                    <a:pt x="5370" y="13112"/>
                    <a:pt x="5520" y="13125"/>
                    <a:pt x="5672" y="13125"/>
                  </a:cubicBezTo>
                  <a:cubicBezTo>
                    <a:pt x="6099" y="13125"/>
                    <a:pt x="6540" y="13020"/>
                    <a:pt x="6973" y="13020"/>
                  </a:cubicBezTo>
                  <a:cubicBezTo>
                    <a:pt x="6988" y="13020"/>
                    <a:pt x="7002" y="13020"/>
                    <a:pt x="7017" y="13020"/>
                  </a:cubicBezTo>
                  <a:cubicBezTo>
                    <a:pt x="7379" y="13026"/>
                    <a:pt x="7679" y="13049"/>
                    <a:pt x="7975" y="13049"/>
                  </a:cubicBezTo>
                  <a:cubicBezTo>
                    <a:pt x="8316" y="13049"/>
                    <a:pt x="8653" y="13018"/>
                    <a:pt x="9074" y="12895"/>
                  </a:cubicBezTo>
                  <a:cubicBezTo>
                    <a:pt x="9912" y="12650"/>
                    <a:pt x="11066" y="12243"/>
                    <a:pt x="11602" y="11509"/>
                  </a:cubicBezTo>
                  <a:cubicBezTo>
                    <a:pt x="11842" y="11183"/>
                    <a:pt x="12048" y="10831"/>
                    <a:pt x="12266" y="10491"/>
                  </a:cubicBezTo>
                  <a:cubicBezTo>
                    <a:pt x="12483" y="10153"/>
                    <a:pt x="12734" y="9819"/>
                    <a:pt x="12912" y="9459"/>
                  </a:cubicBezTo>
                  <a:cubicBezTo>
                    <a:pt x="13000" y="9282"/>
                    <a:pt x="13060" y="9092"/>
                    <a:pt x="13058" y="8893"/>
                  </a:cubicBezTo>
                  <a:cubicBezTo>
                    <a:pt x="13057" y="8697"/>
                    <a:pt x="12975" y="8523"/>
                    <a:pt x="12951" y="8332"/>
                  </a:cubicBezTo>
                  <a:cubicBezTo>
                    <a:pt x="12912" y="8007"/>
                    <a:pt x="13217" y="7692"/>
                    <a:pt x="13336" y="7407"/>
                  </a:cubicBezTo>
                  <a:cubicBezTo>
                    <a:pt x="13489" y="7038"/>
                    <a:pt x="13454" y="6668"/>
                    <a:pt x="13408" y="6299"/>
                  </a:cubicBezTo>
                  <a:lnTo>
                    <a:pt x="13408" y="6299"/>
                  </a:lnTo>
                  <a:cubicBezTo>
                    <a:pt x="13095" y="6596"/>
                    <a:pt x="12743" y="6794"/>
                    <a:pt x="12362" y="6794"/>
                  </a:cubicBezTo>
                  <a:cubicBezTo>
                    <a:pt x="12246" y="6794"/>
                    <a:pt x="12127" y="6776"/>
                    <a:pt x="12005" y="6736"/>
                  </a:cubicBezTo>
                  <a:cubicBezTo>
                    <a:pt x="11604" y="7064"/>
                    <a:pt x="11088" y="7302"/>
                    <a:pt x="10629" y="7302"/>
                  </a:cubicBezTo>
                  <a:cubicBezTo>
                    <a:pt x="10270" y="7302"/>
                    <a:pt x="9946" y="7157"/>
                    <a:pt x="9737" y="6796"/>
                  </a:cubicBezTo>
                  <a:cubicBezTo>
                    <a:pt x="9681" y="6800"/>
                    <a:pt x="9625" y="6803"/>
                    <a:pt x="9568" y="6803"/>
                  </a:cubicBezTo>
                  <a:cubicBezTo>
                    <a:pt x="8851" y="6803"/>
                    <a:pt x="8117" y="6425"/>
                    <a:pt x="7997" y="5747"/>
                  </a:cubicBezTo>
                  <a:cubicBezTo>
                    <a:pt x="7489" y="5565"/>
                    <a:pt x="7129" y="5153"/>
                    <a:pt x="7115" y="4653"/>
                  </a:cubicBezTo>
                  <a:cubicBezTo>
                    <a:pt x="5720" y="4173"/>
                    <a:pt x="5503" y="2192"/>
                    <a:pt x="6491" y="1153"/>
                  </a:cubicBezTo>
                  <a:cubicBezTo>
                    <a:pt x="6259" y="801"/>
                    <a:pt x="6200" y="376"/>
                    <a:pt x="6382" y="3"/>
                  </a:cubicBezTo>
                  <a:cubicBezTo>
                    <a:pt x="6347" y="2"/>
                    <a:pt x="6312" y="1"/>
                    <a:pt x="6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92;p49">
              <a:extLst>
                <a:ext uri="{FF2B5EF4-FFF2-40B4-BE49-F238E27FC236}">
                  <a16:creationId xmlns:a16="http://schemas.microsoft.com/office/drawing/2014/main" id="{2744C265-0DB0-5A62-3F7E-BB878BB91844}"/>
                </a:ext>
              </a:extLst>
            </p:cNvPr>
            <p:cNvSpPr/>
            <p:nvPr/>
          </p:nvSpPr>
          <p:spPr>
            <a:xfrm>
              <a:off x="4797030" y="978996"/>
              <a:ext cx="406664" cy="398862"/>
            </a:xfrm>
            <a:custGeom>
              <a:avLst/>
              <a:gdLst/>
              <a:ahLst/>
              <a:cxnLst/>
              <a:rect l="l" t="t" r="r" b="b"/>
              <a:pathLst>
                <a:path w="13032" h="12782" extrusionOk="0">
                  <a:moveTo>
                    <a:pt x="4639" y="0"/>
                  </a:moveTo>
                  <a:lnTo>
                    <a:pt x="4639" y="0"/>
                  </a:lnTo>
                  <a:cubicBezTo>
                    <a:pt x="4378" y="167"/>
                    <a:pt x="4151" y="385"/>
                    <a:pt x="3880" y="539"/>
                  </a:cubicBezTo>
                  <a:cubicBezTo>
                    <a:pt x="3595" y="703"/>
                    <a:pt x="3271" y="791"/>
                    <a:pt x="2970" y="918"/>
                  </a:cubicBezTo>
                  <a:cubicBezTo>
                    <a:pt x="2662" y="1048"/>
                    <a:pt x="2365" y="1210"/>
                    <a:pt x="2143" y="1466"/>
                  </a:cubicBezTo>
                  <a:cubicBezTo>
                    <a:pt x="1899" y="1747"/>
                    <a:pt x="1772" y="2097"/>
                    <a:pt x="1587" y="2415"/>
                  </a:cubicBezTo>
                  <a:cubicBezTo>
                    <a:pt x="1257" y="2985"/>
                    <a:pt x="570" y="3283"/>
                    <a:pt x="394" y="3955"/>
                  </a:cubicBezTo>
                  <a:cubicBezTo>
                    <a:pt x="298" y="4321"/>
                    <a:pt x="442" y="4669"/>
                    <a:pt x="452" y="5034"/>
                  </a:cubicBezTo>
                  <a:cubicBezTo>
                    <a:pt x="462" y="5424"/>
                    <a:pt x="313" y="5806"/>
                    <a:pt x="201" y="6173"/>
                  </a:cubicBezTo>
                  <a:cubicBezTo>
                    <a:pt x="86" y="6550"/>
                    <a:pt x="1" y="6932"/>
                    <a:pt x="21" y="7330"/>
                  </a:cubicBezTo>
                  <a:cubicBezTo>
                    <a:pt x="42" y="7712"/>
                    <a:pt x="142" y="8089"/>
                    <a:pt x="269" y="8449"/>
                  </a:cubicBezTo>
                  <a:cubicBezTo>
                    <a:pt x="497" y="9099"/>
                    <a:pt x="750" y="9821"/>
                    <a:pt x="1227" y="10334"/>
                  </a:cubicBezTo>
                  <a:cubicBezTo>
                    <a:pt x="1484" y="10608"/>
                    <a:pt x="1838" y="10743"/>
                    <a:pt x="2115" y="10990"/>
                  </a:cubicBezTo>
                  <a:cubicBezTo>
                    <a:pt x="2414" y="11257"/>
                    <a:pt x="2719" y="11504"/>
                    <a:pt x="3061" y="11715"/>
                  </a:cubicBezTo>
                  <a:cubicBezTo>
                    <a:pt x="3397" y="11922"/>
                    <a:pt x="3750" y="12100"/>
                    <a:pt x="4106" y="12271"/>
                  </a:cubicBezTo>
                  <a:cubicBezTo>
                    <a:pt x="4467" y="12445"/>
                    <a:pt x="4832" y="12635"/>
                    <a:pt x="5222" y="12731"/>
                  </a:cubicBezTo>
                  <a:cubicBezTo>
                    <a:pt x="5370" y="12768"/>
                    <a:pt x="5520" y="12781"/>
                    <a:pt x="5672" y="12781"/>
                  </a:cubicBezTo>
                  <a:cubicBezTo>
                    <a:pt x="6098" y="12781"/>
                    <a:pt x="6539" y="12676"/>
                    <a:pt x="6973" y="12676"/>
                  </a:cubicBezTo>
                  <a:cubicBezTo>
                    <a:pt x="6987" y="12676"/>
                    <a:pt x="7002" y="12676"/>
                    <a:pt x="7017" y="12676"/>
                  </a:cubicBezTo>
                  <a:cubicBezTo>
                    <a:pt x="7379" y="12682"/>
                    <a:pt x="7679" y="12705"/>
                    <a:pt x="7975" y="12705"/>
                  </a:cubicBezTo>
                  <a:cubicBezTo>
                    <a:pt x="8316" y="12705"/>
                    <a:pt x="8653" y="12674"/>
                    <a:pt x="9074" y="12551"/>
                  </a:cubicBezTo>
                  <a:cubicBezTo>
                    <a:pt x="9912" y="12306"/>
                    <a:pt x="11066" y="11899"/>
                    <a:pt x="11602" y="11165"/>
                  </a:cubicBezTo>
                  <a:cubicBezTo>
                    <a:pt x="11842" y="10839"/>
                    <a:pt x="12048" y="10487"/>
                    <a:pt x="12266" y="10147"/>
                  </a:cubicBezTo>
                  <a:cubicBezTo>
                    <a:pt x="12483" y="9808"/>
                    <a:pt x="12734" y="9475"/>
                    <a:pt x="12912" y="9115"/>
                  </a:cubicBezTo>
                  <a:cubicBezTo>
                    <a:pt x="12965" y="9009"/>
                    <a:pt x="13006" y="8897"/>
                    <a:pt x="13031" y="8781"/>
                  </a:cubicBezTo>
                  <a:lnTo>
                    <a:pt x="13031" y="8781"/>
                  </a:lnTo>
                  <a:cubicBezTo>
                    <a:pt x="12408" y="9371"/>
                    <a:pt x="11757" y="9896"/>
                    <a:pt x="10936" y="10092"/>
                  </a:cubicBezTo>
                  <a:cubicBezTo>
                    <a:pt x="10665" y="10157"/>
                    <a:pt x="10388" y="10181"/>
                    <a:pt x="10110" y="10181"/>
                  </a:cubicBezTo>
                  <a:cubicBezTo>
                    <a:pt x="9804" y="10181"/>
                    <a:pt x="9497" y="10152"/>
                    <a:pt x="9194" y="10114"/>
                  </a:cubicBezTo>
                  <a:cubicBezTo>
                    <a:pt x="8540" y="10032"/>
                    <a:pt x="7888" y="9913"/>
                    <a:pt x="7262" y="9706"/>
                  </a:cubicBezTo>
                  <a:cubicBezTo>
                    <a:pt x="6985" y="9615"/>
                    <a:pt x="6705" y="9501"/>
                    <a:pt x="6498" y="9295"/>
                  </a:cubicBezTo>
                  <a:cubicBezTo>
                    <a:pt x="6340" y="9137"/>
                    <a:pt x="6233" y="8936"/>
                    <a:pt x="6096" y="8761"/>
                  </a:cubicBezTo>
                  <a:cubicBezTo>
                    <a:pt x="5503" y="8001"/>
                    <a:pt x="4369" y="7769"/>
                    <a:pt x="3886" y="6935"/>
                  </a:cubicBezTo>
                  <a:cubicBezTo>
                    <a:pt x="3364" y="6036"/>
                    <a:pt x="3834" y="4915"/>
                    <a:pt x="3896" y="3878"/>
                  </a:cubicBezTo>
                  <a:cubicBezTo>
                    <a:pt x="3933" y="3248"/>
                    <a:pt x="3811" y="2615"/>
                    <a:pt x="3856" y="1985"/>
                  </a:cubicBezTo>
                  <a:cubicBezTo>
                    <a:pt x="3908" y="1264"/>
                    <a:pt x="4191" y="566"/>
                    <a:pt x="4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93;p49">
              <a:extLst>
                <a:ext uri="{FF2B5EF4-FFF2-40B4-BE49-F238E27FC236}">
                  <a16:creationId xmlns:a16="http://schemas.microsoft.com/office/drawing/2014/main" id="{1AB314E2-C967-D2A2-3360-20A70FCB734D}"/>
                </a:ext>
              </a:extLst>
            </p:cNvPr>
            <p:cNvSpPr/>
            <p:nvPr/>
          </p:nvSpPr>
          <p:spPr>
            <a:xfrm>
              <a:off x="4797030" y="1003179"/>
              <a:ext cx="370809" cy="374678"/>
            </a:xfrm>
            <a:custGeom>
              <a:avLst/>
              <a:gdLst/>
              <a:ahLst/>
              <a:cxnLst/>
              <a:rect l="l" t="t" r="r" b="b"/>
              <a:pathLst>
                <a:path w="11883" h="12007" extrusionOk="0">
                  <a:moveTo>
                    <a:pt x="3342" y="1"/>
                  </a:moveTo>
                  <a:lnTo>
                    <a:pt x="3342" y="1"/>
                  </a:lnTo>
                  <a:cubicBezTo>
                    <a:pt x="3217" y="46"/>
                    <a:pt x="3091" y="92"/>
                    <a:pt x="2970" y="143"/>
                  </a:cubicBezTo>
                  <a:cubicBezTo>
                    <a:pt x="2662" y="273"/>
                    <a:pt x="2365" y="435"/>
                    <a:pt x="2143" y="691"/>
                  </a:cubicBezTo>
                  <a:cubicBezTo>
                    <a:pt x="1899" y="972"/>
                    <a:pt x="1772" y="1322"/>
                    <a:pt x="1587" y="1640"/>
                  </a:cubicBezTo>
                  <a:cubicBezTo>
                    <a:pt x="1257" y="2210"/>
                    <a:pt x="570" y="2508"/>
                    <a:pt x="394" y="3180"/>
                  </a:cubicBezTo>
                  <a:cubicBezTo>
                    <a:pt x="298" y="3546"/>
                    <a:pt x="442" y="3894"/>
                    <a:pt x="452" y="4259"/>
                  </a:cubicBezTo>
                  <a:cubicBezTo>
                    <a:pt x="462" y="4649"/>
                    <a:pt x="314" y="5031"/>
                    <a:pt x="201" y="5398"/>
                  </a:cubicBezTo>
                  <a:cubicBezTo>
                    <a:pt x="86" y="5775"/>
                    <a:pt x="1" y="6157"/>
                    <a:pt x="22" y="6555"/>
                  </a:cubicBezTo>
                  <a:cubicBezTo>
                    <a:pt x="42" y="6937"/>
                    <a:pt x="142" y="7314"/>
                    <a:pt x="269" y="7674"/>
                  </a:cubicBezTo>
                  <a:cubicBezTo>
                    <a:pt x="497" y="8324"/>
                    <a:pt x="750" y="9046"/>
                    <a:pt x="1227" y="9559"/>
                  </a:cubicBezTo>
                  <a:cubicBezTo>
                    <a:pt x="1484" y="9833"/>
                    <a:pt x="1838" y="9968"/>
                    <a:pt x="2115" y="10215"/>
                  </a:cubicBezTo>
                  <a:cubicBezTo>
                    <a:pt x="2414" y="10482"/>
                    <a:pt x="2719" y="10729"/>
                    <a:pt x="3061" y="10940"/>
                  </a:cubicBezTo>
                  <a:cubicBezTo>
                    <a:pt x="3397" y="11148"/>
                    <a:pt x="3750" y="11325"/>
                    <a:pt x="4106" y="11497"/>
                  </a:cubicBezTo>
                  <a:cubicBezTo>
                    <a:pt x="4467" y="11670"/>
                    <a:pt x="4832" y="11860"/>
                    <a:pt x="5222" y="11956"/>
                  </a:cubicBezTo>
                  <a:cubicBezTo>
                    <a:pt x="5370" y="11993"/>
                    <a:pt x="5520" y="12006"/>
                    <a:pt x="5672" y="12006"/>
                  </a:cubicBezTo>
                  <a:cubicBezTo>
                    <a:pt x="6099" y="12006"/>
                    <a:pt x="6540" y="11901"/>
                    <a:pt x="6973" y="11901"/>
                  </a:cubicBezTo>
                  <a:cubicBezTo>
                    <a:pt x="6988" y="11901"/>
                    <a:pt x="7002" y="11901"/>
                    <a:pt x="7017" y="11901"/>
                  </a:cubicBezTo>
                  <a:cubicBezTo>
                    <a:pt x="7379" y="11907"/>
                    <a:pt x="7679" y="11930"/>
                    <a:pt x="7975" y="11930"/>
                  </a:cubicBezTo>
                  <a:cubicBezTo>
                    <a:pt x="8316" y="11930"/>
                    <a:pt x="8653" y="11899"/>
                    <a:pt x="9074" y="11776"/>
                  </a:cubicBezTo>
                  <a:cubicBezTo>
                    <a:pt x="9912" y="11533"/>
                    <a:pt x="11066" y="11124"/>
                    <a:pt x="11602" y="10390"/>
                  </a:cubicBezTo>
                  <a:cubicBezTo>
                    <a:pt x="11701" y="10256"/>
                    <a:pt x="11793" y="10117"/>
                    <a:pt x="11883" y="9977"/>
                  </a:cubicBezTo>
                  <a:lnTo>
                    <a:pt x="11883" y="9977"/>
                  </a:lnTo>
                  <a:cubicBezTo>
                    <a:pt x="11047" y="10437"/>
                    <a:pt x="10086" y="10617"/>
                    <a:pt x="9144" y="10786"/>
                  </a:cubicBezTo>
                  <a:cubicBezTo>
                    <a:pt x="8290" y="10939"/>
                    <a:pt x="7423" y="11092"/>
                    <a:pt x="6560" y="11092"/>
                  </a:cubicBezTo>
                  <a:cubicBezTo>
                    <a:pt x="6237" y="11092"/>
                    <a:pt x="5916" y="11070"/>
                    <a:pt x="5596" y="11020"/>
                  </a:cubicBezTo>
                  <a:cubicBezTo>
                    <a:pt x="5126" y="10944"/>
                    <a:pt x="4632" y="10784"/>
                    <a:pt x="4349" y="10402"/>
                  </a:cubicBezTo>
                  <a:cubicBezTo>
                    <a:pt x="4251" y="10269"/>
                    <a:pt x="4182" y="10114"/>
                    <a:pt x="4064" y="10000"/>
                  </a:cubicBezTo>
                  <a:cubicBezTo>
                    <a:pt x="3904" y="9845"/>
                    <a:pt x="3678" y="9785"/>
                    <a:pt x="3471" y="9702"/>
                  </a:cubicBezTo>
                  <a:cubicBezTo>
                    <a:pt x="2704" y="9395"/>
                    <a:pt x="2110" y="8691"/>
                    <a:pt x="1936" y="7883"/>
                  </a:cubicBezTo>
                  <a:cubicBezTo>
                    <a:pt x="1879" y="7618"/>
                    <a:pt x="1865" y="7343"/>
                    <a:pt x="1780" y="7085"/>
                  </a:cubicBezTo>
                  <a:cubicBezTo>
                    <a:pt x="1661" y="6723"/>
                    <a:pt x="1411" y="6418"/>
                    <a:pt x="1271" y="6063"/>
                  </a:cubicBezTo>
                  <a:cubicBezTo>
                    <a:pt x="1032" y="5450"/>
                    <a:pt x="1148" y="4759"/>
                    <a:pt x="1320" y="4123"/>
                  </a:cubicBezTo>
                  <a:cubicBezTo>
                    <a:pt x="1719" y="2635"/>
                    <a:pt x="2413" y="1230"/>
                    <a:pt x="334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94;p49">
              <a:extLst>
                <a:ext uri="{FF2B5EF4-FFF2-40B4-BE49-F238E27FC236}">
                  <a16:creationId xmlns:a16="http://schemas.microsoft.com/office/drawing/2014/main" id="{80DA13B9-5572-C5B5-98CE-DBBA3EA469EB}"/>
                </a:ext>
              </a:extLst>
            </p:cNvPr>
            <p:cNvSpPr/>
            <p:nvPr/>
          </p:nvSpPr>
          <p:spPr>
            <a:xfrm>
              <a:off x="4901505" y="1022589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1" y="0"/>
                    <a:pt x="1431" y="22"/>
                    <a:pt x="1346" y="57"/>
                  </a:cubicBezTo>
                  <a:cubicBezTo>
                    <a:pt x="1112" y="139"/>
                    <a:pt x="889" y="309"/>
                    <a:pt x="718" y="459"/>
                  </a:cubicBezTo>
                  <a:cubicBezTo>
                    <a:pt x="494" y="653"/>
                    <a:pt x="301" y="903"/>
                    <a:pt x="171" y="1169"/>
                  </a:cubicBezTo>
                  <a:cubicBezTo>
                    <a:pt x="62" y="1394"/>
                    <a:pt x="1" y="1634"/>
                    <a:pt x="48" y="1884"/>
                  </a:cubicBezTo>
                  <a:cubicBezTo>
                    <a:pt x="96" y="2135"/>
                    <a:pt x="253" y="2364"/>
                    <a:pt x="486" y="2478"/>
                  </a:cubicBezTo>
                  <a:cubicBezTo>
                    <a:pt x="597" y="2532"/>
                    <a:pt x="706" y="2555"/>
                    <a:pt x="813" y="2555"/>
                  </a:cubicBezTo>
                  <a:cubicBezTo>
                    <a:pt x="1150" y="2555"/>
                    <a:pt x="1461" y="2323"/>
                    <a:pt x="1690" y="2071"/>
                  </a:cubicBezTo>
                  <a:cubicBezTo>
                    <a:pt x="1916" y="1823"/>
                    <a:pt x="2087" y="1533"/>
                    <a:pt x="2200" y="1218"/>
                  </a:cubicBezTo>
                  <a:cubicBezTo>
                    <a:pt x="2282" y="991"/>
                    <a:pt x="2336" y="769"/>
                    <a:pt x="2273" y="526"/>
                  </a:cubicBezTo>
                  <a:cubicBezTo>
                    <a:pt x="2206" y="268"/>
                    <a:pt x="1994" y="69"/>
                    <a:pt x="1734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95;p49">
              <a:extLst>
                <a:ext uri="{FF2B5EF4-FFF2-40B4-BE49-F238E27FC236}">
                  <a16:creationId xmlns:a16="http://schemas.microsoft.com/office/drawing/2014/main" id="{06C566B8-6739-2433-94AA-DFEC8B98CD89}"/>
                </a:ext>
              </a:extLst>
            </p:cNvPr>
            <p:cNvSpPr/>
            <p:nvPr/>
          </p:nvSpPr>
          <p:spPr>
            <a:xfrm>
              <a:off x="4956831" y="1136487"/>
              <a:ext cx="61318" cy="62441"/>
            </a:xfrm>
            <a:custGeom>
              <a:avLst/>
              <a:gdLst/>
              <a:ahLst/>
              <a:cxnLst/>
              <a:rect l="l" t="t" r="r" b="b"/>
              <a:pathLst>
                <a:path w="1965" h="2001" extrusionOk="0">
                  <a:moveTo>
                    <a:pt x="1286" y="1"/>
                  </a:moveTo>
                  <a:cubicBezTo>
                    <a:pt x="1223" y="1"/>
                    <a:pt x="1160" y="9"/>
                    <a:pt x="1098" y="26"/>
                  </a:cubicBezTo>
                  <a:cubicBezTo>
                    <a:pt x="1027" y="46"/>
                    <a:pt x="960" y="81"/>
                    <a:pt x="895" y="121"/>
                  </a:cubicBezTo>
                  <a:cubicBezTo>
                    <a:pt x="888" y="123"/>
                    <a:pt x="882" y="124"/>
                    <a:pt x="876" y="127"/>
                  </a:cubicBezTo>
                  <a:cubicBezTo>
                    <a:pt x="767" y="168"/>
                    <a:pt x="661" y="216"/>
                    <a:pt x="570" y="289"/>
                  </a:cubicBezTo>
                  <a:cubicBezTo>
                    <a:pt x="481" y="361"/>
                    <a:pt x="389" y="435"/>
                    <a:pt x="316" y="523"/>
                  </a:cubicBezTo>
                  <a:cubicBezTo>
                    <a:pt x="135" y="739"/>
                    <a:pt x="1" y="1005"/>
                    <a:pt x="1" y="1293"/>
                  </a:cubicBezTo>
                  <a:cubicBezTo>
                    <a:pt x="2" y="1483"/>
                    <a:pt x="97" y="1687"/>
                    <a:pt x="244" y="1810"/>
                  </a:cubicBezTo>
                  <a:cubicBezTo>
                    <a:pt x="397" y="1937"/>
                    <a:pt x="582" y="2000"/>
                    <a:pt x="780" y="2000"/>
                  </a:cubicBezTo>
                  <a:cubicBezTo>
                    <a:pt x="783" y="2000"/>
                    <a:pt x="787" y="2000"/>
                    <a:pt x="790" y="2000"/>
                  </a:cubicBezTo>
                  <a:cubicBezTo>
                    <a:pt x="946" y="1998"/>
                    <a:pt x="1106" y="1933"/>
                    <a:pt x="1236" y="1851"/>
                  </a:cubicBezTo>
                  <a:cubicBezTo>
                    <a:pt x="1340" y="1785"/>
                    <a:pt x="1436" y="1696"/>
                    <a:pt x="1528" y="1616"/>
                  </a:cubicBezTo>
                  <a:cubicBezTo>
                    <a:pt x="1593" y="1561"/>
                    <a:pt x="1654" y="1502"/>
                    <a:pt x="1706" y="1434"/>
                  </a:cubicBezTo>
                  <a:cubicBezTo>
                    <a:pt x="1813" y="1294"/>
                    <a:pt x="1873" y="1181"/>
                    <a:pt x="1927" y="1013"/>
                  </a:cubicBezTo>
                  <a:cubicBezTo>
                    <a:pt x="1945" y="956"/>
                    <a:pt x="1950" y="899"/>
                    <a:pt x="1955" y="839"/>
                  </a:cubicBezTo>
                  <a:cubicBezTo>
                    <a:pt x="1959" y="776"/>
                    <a:pt x="1964" y="718"/>
                    <a:pt x="1954" y="656"/>
                  </a:cubicBezTo>
                  <a:cubicBezTo>
                    <a:pt x="1923" y="470"/>
                    <a:pt x="1860" y="301"/>
                    <a:pt x="1718" y="168"/>
                  </a:cubicBezTo>
                  <a:cubicBezTo>
                    <a:pt x="1598" y="55"/>
                    <a:pt x="1444" y="1"/>
                    <a:pt x="128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96;p49">
              <a:extLst>
                <a:ext uri="{FF2B5EF4-FFF2-40B4-BE49-F238E27FC236}">
                  <a16:creationId xmlns:a16="http://schemas.microsoft.com/office/drawing/2014/main" id="{97B4C2CB-4B9B-4944-1EFB-F2FDA4C67ED9}"/>
                </a:ext>
              </a:extLst>
            </p:cNvPr>
            <p:cNvSpPr/>
            <p:nvPr/>
          </p:nvSpPr>
          <p:spPr>
            <a:xfrm>
              <a:off x="5046639" y="1270138"/>
              <a:ext cx="45310" cy="40161"/>
            </a:xfrm>
            <a:custGeom>
              <a:avLst/>
              <a:gdLst/>
              <a:ahLst/>
              <a:cxnLst/>
              <a:rect l="l" t="t" r="r" b="b"/>
              <a:pathLst>
                <a:path w="1452" h="1287" extrusionOk="0">
                  <a:moveTo>
                    <a:pt x="946" y="1"/>
                  </a:moveTo>
                  <a:cubicBezTo>
                    <a:pt x="919" y="1"/>
                    <a:pt x="892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1"/>
                  </a:cubicBezTo>
                  <a:cubicBezTo>
                    <a:pt x="648" y="24"/>
                    <a:pt x="636" y="27"/>
                    <a:pt x="625" y="30"/>
                  </a:cubicBezTo>
                  <a:cubicBezTo>
                    <a:pt x="549" y="52"/>
                    <a:pt x="476" y="88"/>
                    <a:pt x="409" y="127"/>
                  </a:cubicBezTo>
                  <a:cubicBezTo>
                    <a:pt x="341" y="165"/>
                    <a:pt x="279" y="220"/>
                    <a:pt x="224" y="273"/>
                  </a:cubicBezTo>
                  <a:cubicBezTo>
                    <a:pt x="167" y="326"/>
                    <a:pt x="120" y="396"/>
                    <a:pt x="81" y="461"/>
                  </a:cubicBezTo>
                  <a:cubicBezTo>
                    <a:pt x="53" y="508"/>
                    <a:pt x="38" y="563"/>
                    <a:pt x="22" y="613"/>
                  </a:cubicBezTo>
                  <a:cubicBezTo>
                    <a:pt x="4" y="667"/>
                    <a:pt x="3" y="724"/>
                    <a:pt x="1" y="780"/>
                  </a:cubicBezTo>
                  <a:cubicBezTo>
                    <a:pt x="1" y="789"/>
                    <a:pt x="1" y="798"/>
                    <a:pt x="2" y="809"/>
                  </a:cubicBezTo>
                  <a:cubicBezTo>
                    <a:pt x="5" y="847"/>
                    <a:pt x="14" y="897"/>
                    <a:pt x="26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8" y="1248"/>
                    <a:pt x="400" y="1286"/>
                    <a:pt x="536" y="1286"/>
                  </a:cubicBezTo>
                  <a:cubicBezTo>
                    <a:pt x="634" y="1286"/>
                    <a:pt x="735" y="1266"/>
                    <a:pt x="828" y="1235"/>
                  </a:cubicBezTo>
                  <a:cubicBezTo>
                    <a:pt x="989" y="1182"/>
                    <a:pt x="1128" y="1094"/>
                    <a:pt x="1254" y="980"/>
                  </a:cubicBezTo>
                  <a:cubicBezTo>
                    <a:pt x="1272" y="963"/>
                    <a:pt x="1287" y="944"/>
                    <a:pt x="1302" y="925"/>
                  </a:cubicBezTo>
                  <a:cubicBezTo>
                    <a:pt x="1336" y="879"/>
                    <a:pt x="1373" y="833"/>
                    <a:pt x="1394" y="780"/>
                  </a:cubicBezTo>
                  <a:cubicBezTo>
                    <a:pt x="1414" y="729"/>
                    <a:pt x="1437" y="679"/>
                    <a:pt x="1442" y="625"/>
                  </a:cubicBezTo>
                  <a:cubicBezTo>
                    <a:pt x="1452" y="527"/>
                    <a:pt x="1452" y="464"/>
                    <a:pt x="1428" y="367"/>
                  </a:cubicBezTo>
                  <a:cubicBezTo>
                    <a:pt x="1415" y="319"/>
                    <a:pt x="1391" y="270"/>
                    <a:pt x="1365" y="227"/>
                  </a:cubicBezTo>
                  <a:cubicBezTo>
                    <a:pt x="1322" y="157"/>
                    <a:pt x="1255" y="98"/>
                    <a:pt x="1183" y="60"/>
                  </a:cubicBezTo>
                  <a:cubicBezTo>
                    <a:pt x="1107" y="18"/>
                    <a:pt x="1027" y="1"/>
                    <a:pt x="946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97;p49">
              <a:extLst>
                <a:ext uri="{FF2B5EF4-FFF2-40B4-BE49-F238E27FC236}">
                  <a16:creationId xmlns:a16="http://schemas.microsoft.com/office/drawing/2014/main" id="{53C3C397-E68C-B2BB-8E59-B8646EE17B6E}"/>
                </a:ext>
              </a:extLst>
            </p:cNvPr>
            <p:cNvSpPr/>
            <p:nvPr/>
          </p:nvSpPr>
          <p:spPr>
            <a:xfrm>
              <a:off x="5044673" y="1176430"/>
              <a:ext cx="51051" cy="45840"/>
            </a:xfrm>
            <a:custGeom>
              <a:avLst/>
              <a:gdLst/>
              <a:ahLst/>
              <a:cxnLst/>
              <a:rect l="l" t="t" r="r" b="b"/>
              <a:pathLst>
                <a:path w="1636" h="1469" extrusionOk="0">
                  <a:moveTo>
                    <a:pt x="914" y="0"/>
                  </a:moveTo>
                  <a:cubicBezTo>
                    <a:pt x="852" y="2"/>
                    <a:pt x="797" y="16"/>
                    <a:pt x="719" y="31"/>
                  </a:cubicBezTo>
                  <a:cubicBezTo>
                    <a:pt x="668" y="40"/>
                    <a:pt x="615" y="46"/>
                    <a:pt x="565" y="64"/>
                  </a:cubicBezTo>
                  <a:cubicBezTo>
                    <a:pt x="525" y="78"/>
                    <a:pt x="487" y="98"/>
                    <a:pt x="448" y="115"/>
                  </a:cubicBezTo>
                  <a:cubicBezTo>
                    <a:pt x="411" y="133"/>
                    <a:pt x="370" y="150"/>
                    <a:pt x="336" y="174"/>
                  </a:cubicBezTo>
                  <a:cubicBezTo>
                    <a:pt x="228" y="252"/>
                    <a:pt x="126" y="349"/>
                    <a:pt x="73" y="474"/>
                  </a:cubicBezTo>
                  <a:cubicBezTo>
                    <a:pt x="17" y="611"/>
                    <a:pt x="4" y="662"/>
                    <a:pt x="1" y="809"/>
                  </a:cubicBezTo>
                  <a:cubicBezTo>
                    <a:pt x="0" y="873"/>
                    <a:pt x="12" y="941"/>
                    <a:pt x="33" y="1000"/>
                  </a:cubicBezTo>
                  <a:cubicBezTo>
                    <a:pt x="93" y="1167"/>
                    <a:pt x="202" y="1303"/>
                    <a:pt x="361" y="1389"/>
                  </a:cubicBezTo>
                  <a:cubicBezTo>
                    <a:pt x="468" y="1446"/>
                    <a:pt x="585" y="1468"/>
                    <a:pt x="703" y="1468"/>
                  </a:cubicBezTo>
                  <a:cubicBezTo>
                    <a:pt x="803" y="1468"/>
                    <a:pt x="904" y="1452"/>
                    <a:pt x="1000" y="1427"/>
                  </a:cubicBezTo>
                  <a:cubicBezTo>
                    <a:pt x="1020" y="1421"/>
                    <a:pt x="1038" y="1411"/>
                    <a:pt x="1057" y="1403"/>
                  </a:cubicBezTo>
                  <a:cubicBezTo>
                    <a:pt x="1115" y="1376"/>
                    <a:pt x="1172" y="1350"/>
                    <a:pt x="1228" y="1320"/>
                  </a:cubicBezTo>
                  <a:cubicBezTo>
                    <a:pt x="1300" y="1280"/>
                    <a:pt x="1367" y="1223"/>
                    <a:pt x="1425" y="1164"/>
                  </a:cubicBezTo>
                  <a:cubicBezTo>
                    <a:pt x="1528" y="1059"/>
                    <a:pt x="1599" y="909"/>
                    <a:pt x="1619" y="762"/>
                  </a:cubicBezTo>
                  <a:cubicBezTo>
                    <a:pt x="1633" y="654"/>
                    <a:pt x="1636" y="552"/>
                    <a:pt x="1597" y="446"/>
                  </a:cubicBezTo>
                  <a:cubicBezTo>
                    <a:pt x="1581" y="397"/>
                    <a:pt x="1559" y="347"/>
                    <a:pt x="1528" y="304"/>
                  </a:cubicBezTo>
                  <a:cubicBezTo>
                    <a:pt x="1467" y="216"/>
                    <a:pt x="1415" y="174"/>
                    <a:pt x="1326" y="117"/>
                  </a:cubicBezTo>
                  <a:cubicBezTo>
                    <a:pt x="1316" y="111"/>
                    <a:pt x="1304" y="107"/>
                    <a:pt x="1294" y="103"/>
                  </a:cubicBezTo>
                  <a:cubicBezTo>
                    <a:pt x="1163" y="81"/>
                    <a:pt x="1035" y="47"/>
                    <a:pt x="91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98;p49">
              <a:extLst>
                <a:ext uri="{FF2B5EF4-FFF2-40B4-BE49-F238E27FC236}">
                  <a16:creationId xmlns:a16="http://schemas.microsoft.com/office/drawing/2014/main" id="{8E89AC52-4B64-2C64-115D-C0F2D565E5DD}"/>
                </a:ext>
              </a:extLst>
            </p:cNvPr>
            <p:cNvSpPr/>
            <p:nvPr/>
          </p:nvSpPr>
          <p:spPr>
            <a:xfrm>
              <a:off x="5128615" y="1221084"/>
              <a:ext cx="44748" cy="52580"/>
            </a:xfrm>
            <a:custGeom>
              <a:avLst/>
              <a:gdLst/>
              <a:ahLst/>
              <a:cxnLst/>
              <a:rect l="l" t="t" r="r" b="b"/>
              <a:pathLst>
                <a:path w="1434" h="1685" extrusionOk="0">
                  <a:moveTo>
                    <a:pt x="776" y="1"/>
                  </a:moveTo>
                  <a:cubicBezTo>
                    <a:pt x="708" y="1"/>
                    <a:pt x="642" y="12"/>
                    <a:pt x="576" y="33"/>
                  </a:cubicBezTo>
                  <a:cubicBezTo>
                    <a:pt x="573" y="34"/>
                    <a:pt x="571" y="35"/>
                    <a:pt x="569" y="35"/>
                  </a:cubicBezTo>
                  <a:cubicBezTo>
                    <a:pt x="519" y="60"/>
                    <a:pt x="469" y="84"/>
                    <a:pt x="420" y="108"/>
                  </a:cubicBezTo>
                  <a:cubicBezTo>
                    <a:pt x="414" y="111"/>
                    <a:pt x="409" y="115"/>
                    <a:pt x="404" y="119"/>
                  </a:cubicBezTo>
                  <a:cubicBezTo>
                    <a:pt x="354" y="158"/>
                    <a:pt x="301" y="199"/>
                    <a:pt x="256" y="243"/>
                  </a:cubicBezTo>
                  <a:cubicBezTo>
                    <a:pt x="204" y="294"/>
                    <a:pt x="160" y="365"/>
                    <a:pt x="126" y="433"/>
                  </a:cubicBezTo>
                  <a:cubicBezTo>
                    <a:pt x="91" y="504"/>
                    <a:pt x="68" y="582"/>
                    <a:pt x="43" y="655"/>
                  </a:cubicBezTo>
                  <a:cubicBezTo>
                    <a:pt x="34" y="678"/>
                    <a:pt x="28" y="701"/>
                    <a:pt x="23" y="725"/>
                  </a:cubicBezTo>
                  <a:cubicBezTo>
                    <a:pt x="16" y="763"/>
                    <a:pt x="15" y="801"/>
                    <a:pt x="11" y="840"/>
                  </a:cubicBezTo>
                  <a:cubicBezTo>
                    <a:pt x="7" y="893"/>
                    <a:pt x="1" y="917"/>
                    <a:pt x="8" y="959"/>
                  </a:cubicBezTo>
                  <a:cubicBezTo>
                    <a:pt x="21" y="1031"/>
                    <a:pt x="30" y="1107"/>
                    <a:pt x="53" y="1177"/>
                  </a:cubicBezTo>
                  <a:cubicBezTo>
                    <a:pt x="56" y="1188"/>
                    <a:pt x="61" y="1197"/>
                    <a:pt x="64" y="1207"/>
                  </a:cubicBezTo>
                  <a:cubicBezTo>
                    <a:pt x="87" y="1262"/>
                    <a:pt x="113" y="1321"/>
                    <a:pt x="142" y="1372"/>
                  </a:cubicBezTo>
                  <a:cubicBezTo>
                    <a:pt x="145" y="1376"/>
                    <a:pt x="148" y="1380"/>
                    <a:pt x="151" y="1385"/>
                  </a:cubicBezTo>
                  <a:lnTo>
                    <a:pt x="250" y="1503"/>
                  </a:lnTo>
                  <a:cubicBezTo>
                    <a:pt x="251" y="1504"/>
                    <a:pt x="253" y="1506"/>
                    <a:pt x="254" y="1508"/>
                  </a:cubicBezTo>
                  <a:cubicBezTo>
                    <a:pt x="262" y="1516"/>
                    <a:pt x="270" y="1524"/>
                    <a:pt x="278" y="1531"/>
                  </a:cubicBezTo>
                  <a:cubicBezTo>
                    <a:pt x="356" y="1601"/>
                    <a:pt x="446" y="1647"/>
                    <a:pt x="547" y="1669"/>
                  </a:cubicBezTo>
                  <a:cubicBezTo>
                    <a:pt x="586" y="1679"/>
                    <a:pt x="623" y="1684"/>
                    <a:pt x="661" y="1684"/>
                  </a:cubicBezTo>
                  <a:cubicBezTo>
                    <a:pt x="699" y="1684"/>
                    <a:pt x="737" y="1679"/>
                    <a:pt x="775" y="1668"/>
                  </a:cubicBezTo>
                  <a:cubicBezTo>
                    <a:pt x="850" y="1660"/>
                    <a:pt x="919" y="1635"/>
                    <a:pt x="982" y="1591"/>
                  </a:cubicBezTo>
                  <a:cubicBezTo>
                    <a:pt x="1067" y="1535"/>
                    <a:pt x="1133" y="1462"/>
                    <a:pt x="1181" y="1372"/>
                  </a:cubicBezTo>
                  <a:cubicBezTo>
                    <a:pt x="1191" y="1349"/>
                    <a:pt x="1201" y="1326"/>
                    <a:pt x="1211" y="1303"/>
                  </a:cubicBezTo>
                  <a:cubicBezTo>
                    <a:pt x="1221" y="1287"/>
                    <a:pt x="1233" y="1273"/>
                    <a:pt x="1243" y="1257"/>
                  </a:cubicBezTo>
                  <a:cubicBezTo>
                    <a:pt x="1256" y="1239"/>
                    <a:pt x="1266" y="1220"/>
                    <a:pt x="1277" y="1200"/>
                  </a:cubicBezTo>
                  <a:cubicBezTo>
                    <a:pt x="1286" y="1182"/>
                    <a:pt x="1295" y="1163"/>
                    <a:pt x="1302" y="1144"/>
                  </a:cubicBezTo>
                  <a:cubicBezTo>
                    <a:pt x="1325" y="1082"/>
                    <a:pt x="1350" y="1020"/>
                    <a:pt x="1367" y="957"/>
                  </a:cubicBezTo>
                  <a:cubicBezTo>
                    <a:pt x="1375" y="926"/>
                    <a:pt x="1378" y="895"/>
                    <a:pt x="1383" y="862"/>
                  </a:cubicBezTo>
                  <a:cubicBezTo>
                    <a:pt x="1392" y="837"/>
                    <a:pt x="1400" y="811"/>
                    <a:pt x="1410" y="784"/>
                  </a:cubicBezTo>
                  <a:cubicBezTo>
                    <a:pt x="1434" y="670"/>
                    <a:pt x="1429" y="558"/>
                    <a:pt x="1392" y="447"/>
                  </a:cubicBezTo>
                  <a:cubicBezTo>
                    <a:pt x="1356" y="339"/>
                    <a:pt x="1297" y="247"/>
                    <a:pt x="1214" y="170"/>
                  </a:cubicBezTo>
                  <a:cubicBezTo>
                    <a:pt x="1128" y="92"/>
                    <a:pt x="1028" y="41"/>
                    <a:pt x="914" y="16"/>
                  </a:cubicBezTo>
                  <a:cubicBezTo>
                    <a:pt x="867" y="6"/>
                    <a:pt x="821" y="1"/>
                    <a:pt x="77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99;p49">
              <a:extLst>
                <a:ext uri="{FF2B5EF4-FFF2-40B4-BE49-F238E27FC236}">
                  <a16:creationId xmlns:a16="http://schemas.microsoft.com/office/drawing/2014/main" id="{E9F07611-9CD8-A7B8-481F-6141B1F67BBE}"/>
                </a:ext>
              </a:extLst>
            </p:cNvPr>
            <p:cNvSpPr/>
            <p:nvPr/>
          </p:nvSpPr>
          <p:spPr>
            <a:xfrm>
              <a:off x="5188528" y="1179363"/>
              <a:ext cx="12513" cy="7021"/>
            </a:xfrm>
            <a:custGeom>
              <a:avLst/>
              <a:gdLst/>
              <a:ahLst/>
              <a:cxnLst/>
              <a:rect l="l" t="t" r="r" b="b"/>
              <a:pathLst>
                <a:path w="401" h="225" extrusionOk="0">
                  <a:moveTo>
                    <a:pt x="400" y="0"/>
                  </a:moveTo>
                  <a:lnTo>
                    <a:pt x="0" y="125"/>
                  </a:lnTo>
                  <a:cubicBezTo>
                    <a:pt x="49" y="194"/>
                    <a:pt x="112" y="225"/>
                    <a:pt x="174" y="225"/>
                  </a:cubicBezTo>
                  <a:cubicBezTo>
                    <a:pt x="279" y="225"/>
                    <a:pt x="380" y="136"/>
                    <a:pt x="40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00;p49">
              <a:extLst>
                <a:ext uri="{FF2B5EF4-FFF2-40B4-BE49-F238E27FC236}">
                  <a16:creationId xmlns:a16="http://schemas.microsoft.com/office/drawing/2014/main" id="{DAF7B45D-79DD-F949-9FA1-5570410B77DD}"/>
                </a:ext>
              </a:extLst>
            </p:cNvPr>
            <p:cNvSpPr/>
            <p:nvPr/>
          </p:nvSpPr>
          <p:spPr>
            <a:xfrm>
              <a:off x="4908089" y="1016878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0" y="0"/>
                    <a:pt x="1431" y="22"/>
                    <a:pt x="1345" y="58"/>
                  </a:cubicBezTo>
                  <a:cubicBezTo>
                    <a:pt x="1112" y="139"/>
                    <a:pt x="889" y="309"/>
                    <a:pt x="717" y="459"/>
                  </a:cubicBezTo>
                  <a:cubicBezTo>
                    <a:pt x="493" y="654"/>
                    <a:pt x="301" y="903"/>
                    <a:pt x="171" y="1169"/>
                  </a:cubicBezTo>
                  <a:cubicBezTo>
                    <a:pt x="61" y="1394"/>
                    <a:pt x="0" y="1634"/>
                    <a:pt x="47" y="1883"/>
                  </a:cubicBezTo>
                  <a:cubicBezTo>
                    <a:pt x="95" y="2135"/>
                    <a:pt x="252" y="2364"/>
                    <a:pt x="486" y="2478"/>
                  </a:cubicBezTo>
                  <a:cubicBezTo>
                    <a:pt x="596" y="2532"/>
                    <a:pt x="706" y="2555"/>
                    <a:pt x="813" y="2555"/>
                  </a:cubicBezTo>
                  <a:cubicBezTo>
                    <a:pt x="1149" y="2555"/>
                    <a:pt x="1460" y="2323"/>
                    <a:pt x="1689" y="2071"/>
                  </a:cubicBezTo>
                  <a:cubicBezTo>
                    <a:pt x="1916" y="1823"/>
                    <a:pt x="2086" y="1533"/>
                    <a:pt x="2200" y="1218"/>
                  </a:cubicBezTo>
                  <a:cubicBezTo>
                    <a:pt x="2282" y="991"/>
                    <a:pt x="2335" y="769"/>
                    <a:pt x="2272" y="527"/>
                  </a:cubicBezTo>
                  <a:cubicBezTo>
                    <a:pt x="2205" y="267"/>
                    <a:pt x="1993" y="69"/>
                    <a:pt x="1733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01;p49">
              <a:extLst>
                <a:ext uri="{FF2B5EF4-FFF2-40B4-BE49-F238E27FC236}">
                  <a16:creationId xmlns:a16="http://schemas.microsoft.com/office/drawing/2014/main" id="{3C89E8F1-A842-C0AC-558B-6C0BB1C8D5FA}"/>
                </a:ext>
              </a:extLst>
            </p:cNvPr>
            <p:cNvSpPr/>
            <p:nvPr/>
          </p:nvSpPr>
          <p:spPr>
            <a:xfrm>
              <a:off x="4855041" y="1125004"/>
              <a:ext cx="35730" cy="45809"/>
            </a:xfrm>
            <a:custGeom>
              <a:avLst/>
              <a:gdLst/>
              <a:ahLst/>
              <a:cxnLst/>
              <a:rect l="l" t="t" r="r" b="b"/>
              <a:pathLst>
                <a:path w="1145" h="1468" extrusionOk="0">
                  <a:moveTo>
                    <a:pt x="513" y="1"/>
                  </a:moveTo>
                  <a:cubicBezTo>
                    <a:pt x="503" y="1"/>
                    <a:pt x="492" y="1"/>
                    <a:pt x="482" y="2"/>
                  </a:cubicBezTo>
                  <a:cubicBezTo>
                    <a:pt x="334" y="14"/>
                    <a:pt x="200" y="96"/>
                    <a:pt x="131" y="229"/>
                  </a:cubicBezTo>
                  <a:cubicBezTo>
                    <a:pt x="97" y="297"/>
                    <a:pt x="81" y="376"/>
                    <a:pt x="72" y="452"/>
                  </a:cubicBezTo>
                  <a:cubicBezTo>
                    <a:pt x="58" y="499"/>
                    <a:pt x="45" y="547"/>
                    <a:pt x="34" y="595"/>
                  </a:cubicBezTo>
                  <a:cubicBezTo>
                    <a:pt x="3" y="741"/>
                    <a:pt x="1" y="886"/>
                    <a:pt x="39" y="1030"/>
                  </a:cubicBezTo>
                  <a:cubicBezTo>
                    <a:pt x="82" y="1188"/>
                    <a:pt x="195" y="1316"/>
                    <a:pt x="334" y="1397"/>
                  </a:cubicBezTo>
                  <a:cubicBezTo>
                    <a:pt x="373" y="1419"/>
                    <a:pt x="418" y="1433"/>
                    <a:pt x="459" y="1446"/>
                  </a:cubicBezTo>
                  <a:cubicBezTo>
                    <a:pt x="478" y="1452"/>
                    <a:pt x="497" y="1457"/>
                    <a:pt x="517" y="1460"/>
                  </a:cubicBezTo>
                  <a:cubicBezTo>
                    <a:pt x="547" y="1463"/>
                    <a:pt x="581" y="1468"/>
                    <a:pt x="615" y="1468"/>
                  </a:cubicBezTo>
                  <a:cubicBezTo>
                    <a:pt x="630" y="1468"/>
                    <a:pt x="644" y="1467"/>
                    <a:pt x="658" y="1465"/>
                  </a:cubicBezTo>
                  <a:cubicBezTo>
                    <a:pt x="738" y="1454"/>
                    <a:pt x="790" y="1437"/>
                    <a:pt x="864" y="1399"/>
                  </a:cubicBezTo>
                  <a:cubicBezTo>
                    <a:pt x="1001" y="1328"/>
                    <a:pt x="1099" y="1173"/>
                    <a:pt x="1123" y="1021"/>
                  </a:cubicBezTo>
                  <a:cubicBezTo>
                    <a:pt x="1144" y="882"/>
                    <a:pt x="1130" y="749"/>
                    <a:pt x="1089" y="614"/>
                  </a:cubicBezTo>
                  <a:cubicBezTo>
                    <a:pt x="1074" y="567"/>
                    <a:pt x="1058" y="520"/>
                    <a:pt x="1039" y="474"/>
                  </a:cubicBezTo>
                  <a:cubicBezTo>
                    <a:pt x="1009" y="403"/>
                    <a:pt x="980" y="328"/>
                    <a:pt x="938" y="265"/>
                  </a:cubicBezTo>
                  <a:cubicBezTo>
                    <a:pt x="847" y="124"/>
                    <a:pt x="687" y="1"/>
                    <a:pt x="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02;p49">
              <a:extLst>
                <a:ext uri="{FF2B5EF4-FFF2-40B4-BE49-F238E27FC236}">
                  <a16:creationId xmlns:a16="http://schemas.microsoft.com/office/drawing/2014/main" id="{26C2FF33-D8F3-3595-F81D-E13F993E2DB4}"/>
                </a:ext>
              </a:extLst>
            </p:cNvPr>
            <p:cNvSpPr/>
            <p:nvPr/>
          </p:nvSpPr>
          <p:spPr>
            <a:xfrm>
              <a:off x="4963416" y="1130808"/>
              <a:ext cx="61287" cy="62410"/>
            </a:xfrm>
            <a:custGeom>
              <a:avLst/>
              <a:gdLst/>
              <a:ahLst/>
              <a:cxnLst/>
              <a:rect l="l" t="t" r="r" b="b"/>
              <a:pathLst>
                <a:path w="1964" h="2000" extrusionOk="0">
                  <a:moveTo>
                    <a:pt x="1287" y="0"/>
                  </a:moveTo>
                  <a:cubicBezTo>
                    <a:pt x="1223" y="0"/>
                    <a:pt x="1159" y="9"/>
                    <a:pt x="1097" y="26"/>
                  </a:cubicBezTo>
                  <a:cubicBezTo>
                    <a:pt x="1026" y="45"/>
                    <a:pt x="959" y="81"/>
                    <a:pt x="894" y="119"/>
                  </a:cubicBezTo>
                  <a:cubicBezTo>
                    <a:pt x="888" y="121"/>
                    <a:pt x="881" y="124"/>
                    <a:pt x="875" y="126"/>
                  </a:cubicBezTo>
                  <a:cubicBezTo>
                    <a:pt x="766" y="166"/>
                    <a:pt x="661" y="216"/>
                    <a:pt x="570" y="289"/>
                  </a:cubicBezTo>
                  <a:cubicBezTo>
                    <a:pt x="481" y="360"/>
                    <a:pt x="388" y="434"/>
                    <a:pt x="315" y="522"/>
                  </a:cubicBezTo>
                  <a:cubicBezTo>
                    <a:pt x="135" y="739"/>
                    <a:pt x="0" y="1004"/>
                    <a:pt x="0" y="1292"/>
                  </a:cubicBezTo>
                  <a:cubicBezTo>
                    <a:pt x="1" y="1482"/>
                    <a:pt x="96" y="1686"/>
                    <a:pt x="243" y="1809"/>
                  </a:cubicBezTo>
                  <a:cubicBezTo>
                    <a:pt x="395" y="1936"/>
                    <a:pt x="578" y="1999"/>
                    <a:pt x="775" y="1999"/>
                  </a:cubicBezTo>
                  <a:cubicBezTo>
                    <a:pt x="780" y="1999"/>
                    <a:pt x="785" y="1999"/>
                    <a:pt x="789" y="1999"/>
                  </a:cubicBezTo>
                  <a:cubicBezTo>
                    <a:pt x="945" y="1997"/>
                    <a:pt x="1105" y="1932"/>
                    <a:pt x="1235" y="1849"/>
                  </a:cubicBezTo>
                  <a:cubicBezTo>
                    <a:pt x="1340" y="1783"/>
                    <a:pt x="1435" y="1695"/>
                    <a:pt x="1527" y="1615"/>
                  </a:cubicBezTo>
                  <a:cubicBezTo>
                    <a:pt x="1592" y="1560"/>
                    <a:pt x="1654" y="1501"/>
                    <a:pt x="1705" y="1433"/>
                  </a:cubicBezTo>
                  <a:cubicBezTo>
                    <a:pt x="1812" y="1294"/>
                    <a:pt x="1873" y="1180"/>
                    <a:pt x="1926" y="1012"/>
                  </a:cubicBezTo>
                  <a:cubicBezTo>
                    <a:pt x="1945" y="956"/>
                    <a:pt x="1949" y="898"/>
                    <a:pt x="1954" y="838"/>
                  </a:cubicBezTo>
                  <a:cubicBezTo>
                    <a:pt x="1958" y="776"/>
                    <a:pt x="1964" y="717"/>
                    <a:pt x="1953" y="655"/>
                  </a:cubicBezTo>
                  <a:cubicBezTo>
                    <a:pt x="1923" y="469"/>
                    <a:pt x="1859" y="299"/>
                    <a:pt x="1718" y="166"/>
                  </a:cubicBezTo>
                  <a:cubicBezTo>
                    <a:pt x="1598" y="55"/>
                    <a:pt x="1444" y="0"/>
                    <a:pt x="12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03;p49">
              <a:extLst>
                <a:ext uri="{FF2B5EF4-FFF2-40B4-BE49-F238E27FC236}">
                  <a16:creationId xmlns:a16="http://schemas.microsoft.com/office/drawing/2014/main" id="{F5A87E66-DB7B-5C2B-E7B0-76767BDC52AE}"/>
                </a:ext>
              </a:extLst>
            </p:cNvPr>
            <p:cNvSpPr/>
            <p:nvPr/>
          </p:nvSpPr>
          <p:spPr>
            <a:xfrm>
              <a:off x="4933240" y="1250167"/>
              <a:ext cx="54172" cy="70867"/>
            </a:xfrm>
            <a:custGeom>
              <a:avLst/>
              <a:gdLst/>
              <a:ahLst/>
              <a:cxnLst/>
              <a:rect l="l" t="t" r="r" b="b"/>
              <a:pathLst>
                <a:path w="1736" h="2271" extrusionOk="0">
                  <a:moveTo>
                    <a:pt x="912" y="1"/>
                  </a:moveTo>
                  <a:cubicBezTo>
                    <a:pt x="788" y="1"/>
                    <a:pt x="663" y="34"/>
                    <a:pt x="563" y="106"/>
                  </a:cubicBezTo>
                  <a:cubicBezTo>
                    <a:pt x="444" y="193"/>
                    <a:pt x="352" y="280"/>
                    <a:pt x="276" y="410"/>
                  </a:cubicBezTo>
                  <a:cubicBezTo>
                    <a:pt x="261" y="437"/>
                    <a:pt x="245" y="465"/>
                    <a:pt x="230" y="492"/>
                  </a:cubicBezTo>
                  <a:cubicBezTo>
                    <a:pt x="169" y="611"/>
                    <a:pt x="126" y="732"/>
                    <a:pt x="82" y="858"/>
                  </a:cubicBezTo>
                  <a:cubicBezTo>
                    <a:pt x="0" y="1088"/>
                    <a:pt x="21" y="1309"/>
                    <a:pt x="69" y="1541"/>
                  </a:cubicBezTo>
                  <a:cubicBezTo>
                    <a:pt x="81" y="1597"/>
                    <a:pt x="97" y="1648"/>
                    <a:pt x="122" y="1699"/>
                  </a:cubicBezTo>
                  <a:cubicBezTo>
                    <a:pt x="155" y="1769"/>
                    <a:pt x="182" y="1839"/>
                    <a:pt x="231" y="1899"/>
                  </a:cubicBezTo>
                  <a:cubicBezTo>
                    <a:pt x="280" y="1959"/>
                    <a:pt x="331" y="2028"/>
                    <a:pt x="392" y="2077"/>
                  </a:cubicBezTo>
                  <a:cubicBezTo>
                    <a:pt x="526" y="2189"/>
                    <a:pt x="694" y="2271"/>
                    <a:pt x="872" y="2271"/>
                  </a:cubicBezTo>
                  <a:cubicBezTo>
                    <a:pt x="896" y="2271"/>
                    <a:pt x="920" y="2269"/>
                    <a:pt x="944" y="2266"/>
                  </a:cubicBezTo>
                  <a:cubicBezTo>
                    <a:pt x="1135" y="2242"/>
                    <a:pt x="1301" y="2164"/>
                    <a:pt x="1436" y="2024"/>
                  </a:cubicBezTo>
                  <a:cubicBezTo>
                    <a:pt x="1499" y="1958"/>
                    <a:pt x="1554" y="1877"/>
                    <a:pt x="1590" y="1792"/>
                  </a:cubicBezTo>
                  <a:cubicBezTo>
                    <a:pt x="1633" y="1689"/>
                    <a:pt x="1675" y="1572"/>
                    <a:pt x="1696" y="1460"/>
                  </a:cubicBezTo>
                  <a:cubicBezTo>
                    <a:pt x="1735" y="1239"/>
                    <a:pt x="1724" y="1037"/>
                    <a:pt x="1676" y="818"/>
                  </a:cubicBezTo>
                  <a:cubicBezTo>
                    <a:pt x="1656" y="727"/>
                    <a:pt x="1616" y="642"/>
                    <a:pt x="1568" y="561"/>
                  </a:cubicBezTo>
                  <a:cubicBezTo>
                    <a:pt x="1553" y="469"/>
                    <a:pt x="1526" y="382"/>
                    <a:pt x="1475" y="303"/>
                  </a:cubicBezTo>
                  <a:cubicBezTo>
                    <a:pt x="1411" y="206"/>
                    <a:pt x="1328" y="130"/>
                    <a:pt x="1226" y="76"/>
                  </a:cubicBezTo>
                  <a:cubicBezTo>
                    <a:pt x="1132" y="27"/>
                    <a:pt x="1022" y="1"/>
                    <a:pt x="9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04;p49">
              <a:extLst>
                <a:ext uri="{FF2B5EF4-FFF2-40B4-BE49-F238E27FC236}">
                  <a16:creationId xmlns:a16="http://schemas.microsoft.com/office/drawing/2014/main" id="{A7A43592-42AD-3202-629A-37F5D6A622FF}"/>
                </a:ext>
              </a:extLst>
            </p:cNvPr>
            <p:cNvSpPr/>
            <p:nvPr/>
          </p:nvSpPr>
          <p:spPr>
            <a:xfrm>
              <a:off x="5053224" y="1264428"/>
              <a:ext cx="45278" cy="40161"/>
            </a:xfrm>
            <a:custGeom>
              <a:avLst/>
              <a:gdLst/>
              <a:ahLst/>
              <a:cxnLst/>
              <a:rect l="l" t="t" r="r" b="b"/>
              <a:pathLst>
                <a:path w="1451" h="1287" extrusionOk="0">
                  <a:moveTo>
                    <a:pt x="945" y="1"/>
                  </a:moveTo>
                  <a:cubicBezTo>
                    <a:pt x="918" y="1"/>
                    <a:pt x="891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2"/>
                  </a:cubicBezTo>
                  <a:cubicBezTo>
                    <a:pt x="647" y="24"/>
                    <a:pt x="636" y="27"/>
                    <a:pt x="624" y="30"/>
                  </a:cubicBezTo>
                  <a:cubicBezTo>
                    <a:pt x="549" y="52"/>
                    <a:pt x="476" y="89"/>
                    <a:pt x="409" y="127"/>
                  </a:cubicBezTo>
                  <a:cubicBezTo>
                    <a:pt x="341" y="165"/>
                    <a:pt x="279" y="220"/>
                    <a:pt x="223" y="273"/>
                  </a:cubicBezTo>
                  <a:cubicBezTo>
                    <a:pt x="167" y="326"/>
                    <a:pt x="120" y="395"/>
                    <a:pt x="80" y="462"/>
                  </a:cubicBezTo>
                  <a:cubicBezTo>
                    <a:pt x="53" y="508"/>
                    <a:pt x="37" y="563"/>
                    <a:pt x="21" y="614"/>
                  </a:cubicBezTo>
                  <a:cubicBezTo>
                    <a:pt x="4" y="666"/>
                    <a:pt x="2" y="724"/>
                    <a:pt x="0" y="779"/>
                  </a:cubicBezTo>
                  <a:cubicBezTo>
                    <a:pt x="0" y="790"/>
                    <a:pt x="0" y="799"/>
                    <a:pt x="1" y="809"/>
                  </a:cubicBezTo>
                  <a:cubicBezTo>
                    <a:pt x="5" y="846"/>
                    <a:pt x="13" y="897"/>
                    <a:pt x="25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7" y="1249"/>
                    <a:pt x="400" y="1287"/>
                    <a:pt x="536" y="1287"/>
                  </a:cubicBezTo>
                  <a:cubicBezTo>
                    <a:pt x="634" y="1287"/>
                    <a:pt x="734" y="1267"/>
                    <a:pt x="827" y="1236"/>
                  </a:cubicBezTo>
                  <a:cubicBezTo>
                    <a:pt x="988" y="1181"/>
                    <a:pt x="1128" y="1093"/>
                    <a:pt x="1253" y="979"/>
                  </a:cubicBezTo>
                  <a:cubicBezTo>
                    <a:pt x="1271" y="963"/>
                    <a:pt x="1287" y="945"/>
                    <a:pt x="1302" y="925"/>
                  </a:cubicBezTo>
                  <a:cubicBezTo>
                    <a:pt x="1336" y="880"/>
                    <a:pt x="1372" y="833"/>
                    <a:pt x="1393" y="779"/>
                  </a:cubicBezTo>
                  <a:cubicBezTo>
                    <a:pt x="1413" y="730"/>
                    <a:pt x="1436" y="679"/>
                    <a:pt x="1442" y="626"/>
                  </a:cubicBezTo>
                  <a:cubicBezTo>
                    <a:pt x="1451" y="527"/>
                    <a:pt x="1451" y="463"/>
                    <a:pt x="1427" y="368"/>
                  </a:cubicBezTo>
                  <a:cubicBezTo>
                    <a:pt x="1414" y="319"/>
                    <a:pt x="1390" y="270"/>
                    <a:pt x="1364" y="228"/>
                  </a:cubicBezTo>
                  <a:cubicBezTo>
                    <a:pt x="1321" y="158"/>
                    <a:pt x="1254" y="99"/>
                    <a:pt x="1182" y="59"/>
                  </a:cubicBezTo>
                  <a:cubicBezTo>
                    <a:pt x="1106" y="18"/>
                    <a:pt x="1026" y="1"/>
                    <a:pt x="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05;p49">
              <a:extLst>
                <a:ext uri="{FF2B5EF4-FFF2-40B4-BE49-F238E27FC236}">
                  <a16:creationId xmlns:a16="http://schemas.microsoft.com/office/drawing/2014/main" id="{6924A8C2-2513-B0C9-4D0C-9B7D4018DAD5}"/>
                </a:ext>
              </a:extLst>
            </p:cNvPr>
            <p:cNvSpPr/>
            <p:nvPr/>
          </p:nvSpPr>
          <p:spPr>
            <a:xfrm>
              <a:off x="4877290" y="1219118"/>
              <a:ext cx="34232" cy="36728"/>
            </a:xfrm>
            <a:custGeom>
              <a:avLst/>
              <a:gdLst/>
              <a:ahLst/>
              <a:cxnLst/>
              <a:rect l="l" t="t" r="r" b="b"/>
              <a:pathLst>
                <a:path w="1097" h="1177" extrusionOk="0">
                  <a:moveTo>
                    <a:pt x="618" y="1"/>
                  </a:moveTo>
                  <a:cubicBezTo>
                    <a:pt x="610" y="1"/>
                    <a:pt x="602" y="1"/>
                    <a:pt x="594" y="1"/>
                  </a:cubicBezTo>
                  <a:cubicBezTo>
                    <a:pt x="553" y="8"/>
                    <a:pt x="513" y="16"/>
                    <a:pt x="473" y="24"/>
                  </a:cubicBezTo>
                  <a:cubicBezTo>
                    <a:pt x="396" y="50"/>
                    <a:pt x="329" y="93"/>
                    <a:pt x="272" y="153"/>
                  </a:cubicBezTo>
                  <a:cubicBezTo>
                    <a:pt x="248" y="177"/>
                    <a:pt x="224" y="203"/>
                    <a:pt x="204" y="231"/>
                  </a:cubicBezTo>
                  <a:cubicBezTo>
                    <a:pt x="170" y="277"/>
                    <a:pt x="136" y="324"/>
                    <a:pt x="106" y="372"/>
                  </a:cubicBezTo>
                  <a:cubicBezTo>
                    <a:pt x="96" y="387"/>
                    <a:pt x="87" y="403"/>
                    <a:pt x="79" y="419"/>
                  </a:cubicBezTo>
                  <a:cubicBezTo>
                    <a:pt x="75" y="427"/>
                    <a:pt x="70" y="434"/>
                    <a:pt x="67" y="443"/>
                  </a:cubicBezTo>
                  <a:cubicBezTo>
                    <a:pt x="65" y="446"/>
                    <a:pt x="63" y="450"/>
                    <a:pt x="61" y="454"/>
                  </a:cubicBezTo>
                  <a:cubicBezTo>
                    <a:pt x="61" y="455"/>
                    <a:pt x="60" y="457"/>
                    <a:pt x="59" y="459"/>
                  </a:cubicBezTo>
                  <a:cubicBezTo>
                    <a:pt x="25" y="518"/>
                    <a:pt x="9" y="581"/>
                    <a:pt x="10" y="648"/>
                  </a:cubicBezTo>
                  <a:cubicBezTo>
                    <a:pt x="0" y="691"/>
                    <a:pt x="2" y="734"/>
                    <a:pt x="16" y="776"/>
                  </a:cubicBezTo>
                  <a:cubicBezTo>
                    <a:pt x="16" y="800"/>
                    <a:pt x="21" y="822"/>
                    <a:pt x="30" y="842"/>
                  </a:cubicBezTo>
                  <a:cubicBezTo>
                    <a:pt x="47" y="879"/>
                    <a:pt x="65" y="917"/>
                    <a:pt x="83" y="955"/>
                  </a:cubicBezTo>
                  <a:cubicBezTo>
                    <a:pt x="116" y="1009"/>
                    <a:pt x="158" y="1052"/>
                    <a:pt x="211" y="1083"/>
                  </a:cubicBezTo>
                  <a:lnTo>
                    <a:pt x="211" y="1083"/>
                  </a:lnTo>
                  <a:cubicBezTo>
                    <a:pt x="230" y="1097"/>
                    <a:pt x="260" y="1118"/>
                    <a:pt x="268" y="1123"/>
                  </a:cubicBezTo>
                  <a:cubicBezTo>
                    <a:pt x="347" y="1168"/>
                    <a:pt x="376" y="1165"/>
                    <a:pt x="451" y="1171"/>
                  </a:cubicBezTo>
                  <a:cubicBezTo>
                    <a:pt x="450" y="1171"/>
                    <a:pt x="450" y="1171"/>
                    <a:pt x="449" y="1171"/>
                  </a:cubicBezTo>
                  <a:lnTo>
                    <a:pt x="449" y="1171"/>
                  </a:lnTo>
                  <a:cubicBezTo>
                    <a:pt x="446" y="1171"/>
                    <a:pt x="499" y="1176"/>
                    <a:pt x="517" y="1176"/>
                  </a:cubicBezTo>
                  <a:cubicBezTo>
                    <a:pt x="606" y="1174"/>
                    <a:pt x="632" y="1158"/>
                    <a:pt x="699" y="1126"/>
                  </a:cubicBezTo>
                  <a:cubicBezTo>
                    <a:pt x="720" y="1118"/>
                    <a:pt x="740" y="1108"/>
                    <a:pt x="759" y="1097"/>
                  </a:cubicBezTo>
                  <a:cubicBezTo>
                    <a:pt x="792" y="1070"/>
                    <a:pt x="823" y="1044"/>
                    <a:pt x="855" y="1016"/>
                  </a:cubicBezTo>
                  <a:cubicBezTo>
                    <a:pt x="879" y="982"/>
                    <a:pt x="904" y="947"/>
                    <a:pt x="928" y="912"/>
                  </a:cubicBezTo>
                  <a:cubicBezTo>
                    <a:pt x="940" y="884"/>
                    <a:pt x="950" y="855"/>
                    <a:pt x="958" y="827"/>
                  </a:cubicBezTo>
                  <a:cubicBezTo>
                    <a:pt x="970" y="799"/>
                    <a:pt x="984" y="771"/>
                    <a:pt x="1000" y="745"/>
                  </a:cubicBezTo>
                  <a:cubicBezTo>
                    <a:pt x="1026" y="711"/>
                    <a:pt x="1047" y="672"/>
                    <a:pt x="1058" y="629"/>
                  </a:cubicBezTo>
                  <a:cubicBezTo>
                    <a:pt x="1086" y="572"/>
                    <a:pt x="1096" y="510"/>
                    <a:pt x="1090" y="444"/>
                  </a:cubicBezTo>
                  <a:cubicBezTo>
                    <a:pt x="1089" y="381"/>
                    <a:pt x="1072" y="324"/>
                    <a:pt x="1042" y="270"/>
                  </a:cubicBezTo>
                  <a:cubicBezTo>
                    <a:pt x="1020" y="213"/>
                    <a:pt x="985" y="164"/>
                    <a:pt x="938" y="124"/>
                  </a:cubicBezTo>
                  <a:cubicBezTo>
                    <a:pt x="905" y="101"/>
                    <a:pt x="871" y="78"/>
                    <a:pt x="838" y="53"/>
                  </a:cubicBezTo>
                  <a:cubicBezTo>
                    <a:pt x="768" y="18"/>
                    <a:pt x="695" y="1"/>
                    <a:pt x="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06;p49">
              <a:extLst>
                <a:ext uri="{FF2B5EF4-FFF2-40B4-BE49-F238E27FC236}">
                  <a16:creationId xmlns:a16="http://schemas.microsoft.com/office/drawing/2014/main" id="{FCFCD332-066E-1516-1786-CD2C0CB51EEA}"/>
                </a:ext>
              </a:extLst>
            </p:cNvPr>
            <p:cNvSpPr/>
            <p:nvPr/>
          </p:nvSpPr>
          <p:spPr>
            <a:xfrm>
              <a:off x="5051226" y="1173590"/>
              <a:ext cx="51083" cy="42969"/>
            </a:xfrm>
            <a:custGeom>
              <a:avLst/>
              <a:gdLst/>
              <a:ahLst/>
              <a:cxnLst/>
              <a:rect l="l" t="t" r="r" b="b"/>
              <a:pathLst>
                <a:path w="1637" h="1377" extrusionOk="0">
                  <a:moveTo>
                    <a:pt x="503" y="0"/>
                  </a:moveTo>
                  <a:cubicBezTo>
                    <a:pt x="485" y="9"/>
                    <a:pt x="467" y="15"/>
                    <a:pt x="450" y="24"/>
                  </a:cubicBezTo>
                  <a:cubicBezTo>
                    <a:pt x="413" y="41"/>
                    <a:pt x="371" y="58"/>
                    <a:pt x="336" y="82"/>
                  </a:cubicBezTo>
                  <a:cubicBezTo>
                    <a:pt x="230" y="160"/>
                    <a:pt x="126" y="257"/>
                    <a:pt x="74" y="382"/>
                  </a:cubicBezTo>
                  <a:cubicBezTo>
                    <a:pt x="17" y="519"/>
                    <a:pt x="5" y="569"/>
                    <a:pt x="2" y="717"/>
                  </a:cubicBezTo>
                  <a:cubicBezTo>
                    <a:pt x="1" y="781"/>
                    <a:pt x="13" y="849"/>
                    <a:pt x="34" y="908"/>
                  </a:cubicBezTo>
                  <a:cubicBezTo>
                    <a:pt x="95" y="1075"/>
                    <a:pt x="204" y="1211"/>
                    <a:pt x="363" y="1297"/>
                  </a:cubicBezTo>
                  <a:cubicBezTo>
                    <a:pt x="469" y="1354"/>
                    <a:pt x="586" y="1377"/>
                    <a:pt x="704" y="1377"/>
                  </a:cubicBezTo>
                  <a:cubicBezTo>
                    <a:pt x="804" y="1377"/>
                    <a:pt x="904" y="1360"/>
                    <a:pt x="1000" y="1335"/>
                  </a:cubicBezTo>
                  <a:cubicBezTo>
                    <a:pt x="1021" y="1329"/>
                    <a:pt x="1040" y="1319"/>
                    <a:pt x="1059" y="1310"/>
                  </a:cubicBezTo>
                  <a:cubicBezTo>
                    <a:pt x="1115" y="1284"/>
                    <a:pt x="1174" y="1258"/>
                    <a:pt x="1229" y="1228"/>
                  </a:cubicBezTo>
                  <a:cubicBezTo>
                    <a:pt x="1301" y="1188"/>
                    <a:pt x="1368" y="1130"/>
                    <a:pt x="1425" y="1073"/>
                  </a:cubicBezTo>
                  <a:cubicBezTo>
                    <a:pt x="1529" y="967"/>
                    <a:pt x="1601" y="816"/>
                    <a:pt x="1620" y="670"/>
                  </a:cubicBezTo>
                  <a:cubicBezTo>
                    <a:pt x="1634" y="562"/>
                    <a:pt x="1636" y="460"/>
                    <a:pt x="1599" y="354"/>
                  </a:cubicBezTo>
                  <a:cubicBezTo>
                    <a:pt x="1582" y="307"/>
                    <a:pt x="1560" y="261"/>
                    <a:pt x="1532" y="219"/>
                  </a:cubicBezTo>
                  <a:cubicBezTo>
                    <a:pt x="1496" y="221"/>
                    <a:pt x="1460" y="222"/>
                    <a:pt x="1424" y="222"/>
                  </a:cubicBezTo>
                  <a:cubicBezTo>
                    <a:pt x="1101" y="222"/>
                    <a:pt x="775" y="146"/>
                    <a:pt x="5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7;p49">
              <a:extLst>
                <a:ext uri="{FF2B5EF4-FFF2-40B4-BE49-F238E27FC236}">
                  <a16:creationId xmlns:a16="http://schemas.microsoft.com/office/drawing/2014/main" id="{EC2AA3EF-09DC-72DA-785E-80F8FBAD6A90}"/>
                </a:ext>
              </a:extLst>
            </p:cNvPr>
            <p:cNvSpPr/>
            <p:nvPr/>
          </p:nvSpPr>
          <p:spPr>
            <a:xfrm>
              <a:off x="5135199" y="1215405"/>
              <a:ext cx="44748" cy="52549"/>
            </a:xfrm>
            <a:custGeom>
              <a:avLst/>
              <a:gdLst/>
              <a:ahLst/>
              <a:cxnLst/>
              <a:rect l="l" t="t" r="r" b="b"/>
              <a:pathLst>
                <a:path w="1434" h="1684" extrusionOk="0">
                  <a:moveTo>
                    <a:pt x="777" y="0"/>
                  </a:moveTo>
                  <a:cubicBezTo>
                    <a:pt x="709" y="0"/>
                    <a:pt x="642" y="11"/>
                    <a:pt x="575" y="32"/>
                  </a:cubicBezTo>
                  <a:cubicBezTo>
                    <a:pt x="573" y="33"/>
                    <a:pt x="571" y="34"/>
                    <a:pt x="569" y="35"/>
                  </a:cubicBezTo>
                  <a:cubicBezTo>
                    <a:pt x="518" y="59"/>
                    <a:pt x="468" y="82"/>
                    <a:pt x="419" y="107"/>
                  </a:cubicBezTo>
                  <a:cubicBezTo>
                    <a:pt x="414" y="111"/>
                    <a:pt x="409" y="115"/>
                    <a:pt x="403" y="118"/>
                  </a:cubicBezTo>
                  <a:cubicBezTo>
                    <a:pt x="353" y="157"/>
                    <a:pt x="301" y="198"/>
                    <a:pt x="256" y="242"/>
                  </a:cubicBezTo>
                  <a:cubicBezTo>
                    <a:pt x="203" y="293"/>
                    <a:pt x="159" y="365"/>
                    <a:pt x="125" y="433"/>
                  </a:cubicBezTo>
                  <a:cubicBezTo>
                    <a:pt x="89" y="503"/>
                    <a:pt x="67" y="581"/>
                    <a:pt x="41" y="655"/>
                  </a:cubicBezTo>
                  <a:cubicBezTo>
                    <a:pt x="34" y="678"/>
                    <a:pt x="28" y="701"/>
                    <a:pt x="22" y="724"/>
                  </a:cubicBezTo>
                  <a:cubicBezTo>
                    <a:pt x="15" y="763"/>
                    <a:pt x="14" y="799"/>
                    <a:pt x="11" y="839"/>
                  </a:cubicBezTo>
                  <a:cubicBezTo>
                    <a:pt x="7" y="892"/>
                    <a:pt x="0" y="916"/>
                    <a:pt x="8" y="958"/>
                  </a:cubicBezTo>
                  <a:cubicBezTo>
                    <a:pt x="20" y="1031"/>
                    <a:pt x="30" y="1107"/>
                    <a:pt x="53" y="1177"/>
                  </a:cubicBezTo>
                  <a:cubicBezTo>
                    <a:pt x="56" y="1187"/>
                    <a:pt x="60" y="1196"/>
                    <a:pt x="63" y="1205"/>
                  </a:cubicBezTo>
                  <a:cubicBezTo>
                    <a:pt x="86" y="1261"/>
                    <a:pt x="112" y="1320"/>
                    <a:pt x="142" y="1372"/>
                  </a:cubicBezTo>
                  <a:cubicBezTo>
                    <a:pt x="145" y="1376"/>
                    <a:pt x="147" y="1380"/>
                    <a:pt x="150" y="1384"/>
                  </a:cubicBezTo>
                  <a:lnTo>
                    <a:pt x="249" y="1502"/>
                  </a:lnTo>
                  <a:cubicBezTo>
                    <a:pt x="250" y="1504"/>
                    <a:pt x="252" y="1505"/>
                    <a:pt x="254" y="1507"/>
                  </a:cubicBezTo>
                  <a:cubicBezTo>
                    <a:pt x="261" y="1515"/>
                    <a:pt x="269" y="1523"/>
                    <a:pt x="278" y="1531"/>
                  </a:cubicBezTo>
                  <a:cubicBezTo>
                    <a:pt x="355" y="1600"/>
                    <a:pt x="444" y="1647"/>
                    <a:pt x="547" y="1669"/>
                  </a:cubicBezTo>
                  <a:cubicBezTo>
                    <a:pt x="584" y="1679"/>
                    <a:pt x="621" y="1683"/>
                    <a:pt x="657" y="1683"/>
                  </a:cubicBezTo>
                  <a:cubicBezTo>
                    <a:pt x="697" y="1683"/>
                    <a:pt x="736" y="1678"/>
                    <a:pt x="775" y="1667"/>
                  </a:cubicBezTo>
                  <a:cubicBezTo>
                    <a:pt x="849" y="1660"/>
                    <a:pt x="918" y="1634"/>
                    <a:pt x="981" y="1590"/>
                  </a:cubicBezTo>
                  <a:cubicBezTo>
                    <a:pt x="1067" y="1534"/>
                    <a:pt x="1133" y="1462"/>
                    <a:pt x="1180" y="1372"/>
                  </a:cubicBezTo>
                  <a:cubicBezTo>
                    <a:pt x="1189" y="1348"/>
                    <a:pt x="1201" y="1326"/>
                    <a:pt x="1210" y="1302"/>
                  </a:cubicBezTo>
                  <a:cubicBezTo>
                    <a:pt x="1221" y="1287"/>
                    <a:pt x="1232" y="1271"/>
                    <a:pt x="1243" y="1257"/>
                  </a:cubicBezTo>
                  <a:cubicBezTo>
                    <a:pt x="1254" y="1238"/>
                    <a:pt x="1266" y="1219"/>
                    <a:pt x="1276" y="1199"/>
                  </a:cubicBezTo>
                  <a:cubicBezTo>
                    <a:pt x="1286" y="1180"/>
                    <a:pt x="1293" y="1162"/>
                    <a:pt x="1301" y="1143"/>
                  </a:cubicBezTo>
                  <a:cubicBezTo>
                    <a:pt x="1324" y="1081"/>
                    <a:pt x="1349" y="1019"/>
                    <a:pt x="1366" y="956"/>
                  </a:cubicBezTo>
                  <a:cubicBezTo>
                    <a:pt x="1374" y="925"/>
                    <a:pt x="1378" y="894"/>
                    <a:pt x="1382" y="862"/>
                  </a:cubicBezTo>
                  <a:cubicBezTo>
                    <a:pt x="1391" y="836"/>
                    <a:pt x="1400" y="810"/>
                    <a:pt x="1409" y="784"/>
                  </a:cubicBezTo>
                  <a:cubicBezTo>
                    <a:pt x="1433" y="670"/>
                    <a:pt x="1428" y="557"/>
                    <a:pt x="1391" y="446"/>
                  </a:cubicBezTo>
                  <a:cubicBezTo>
                    <a:pt x="1356" y="339"/>
                    <a:pt x="1296" y="247"/>
                    <a:pt x="1213" y="170"/>
                  </a:cubicBezTo>
                  <a:cubicBezTo>
                    <a:pt x="1127" y="92"/>
                    <a:pt x="1027" y="40"/>
                    <a:pt x="913" y="14"/>
                  </a:cubicBezTo>
                  <a:cubicBezTo>
                    <a:pt x="867" y="5"/>
                    <a:pt x="822" y="0"/>
                    <a:pt x="7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8;p49">
              <a:extLst>
                <a:ext uri="{FF2B5EF4-FFF2-40B4-BE49-F238E27FC236}">
                  <a16:creationId xmlns:a16="http://schemas.microsoft.com/office/drawing/2014/main" id="{D3680FBD-A01D-6F17-295C-4D6C9D82979F}"/>
                </a:ext>
              </a:extLst>
            </p:cNvPr>
            <p:cNvSpPr/>
            <p:nvPr/>
          </p:nvSpPr>
          <p:spPr>
            <a:xfrm>
              <a:off x="4908089" y="1023837"/>
              <a:ext cx="60007" cy="72801"/>
            </a:xfrm>
            <a:custGeom>
              <a:avLst/>
              <a:gdLst/>
              <a:ahLst/>
              <a:cxnLst/>
              <a:rect l="l" t="t" r="r" b="b"/>
              <a:pathLst>
                <a:path w="1923" h="2333" extrusionOk="0">
                  <a:moveTo>
                    <a:pt x="1041" y="0"/>
                  </a:moveTo>
                  <a:lnTo>
                    <a:pt x="1021" y="3"/>
                  </a:lnTo>
                  <a:cubicBezTo>
                    <a:pt x="910" y="76"/>
                    <a:pt x="806" y="158"/>
                    <a:pt x="717" y="236"/>
                  </a:cubicBezTo>
                  <a:cubicBezTo>
                    <a:pt x="493" y="431"/>
                    <a:pt x="301" y="680"/>
                    <a:pt x="171" y="946"/>
                  </a:cubicBezTo>
                  <a:cubicBezTo>
                    <a:pt x="61" y="1171"/>
                    <a:pt x="0" y="1411"/>
                    <a:pt x="47" y="1660"/>
                  </a:cubicBezTo>
                  <a:cubicBezTo>
                    <a:pt x="95" y="1912"/>
                    <a:pt x="252" y="2141"/>
                    <a:pt x="486" y="2255"/>
                  </a:cubicBezTo>
                  <a:cubicBezTo>
                    <a:pt x="596" y="2309"/>
                    <a:pt x="706" y="2332"/>
                    <a:pt x="813" y="2332"/>
                  </a:cubicBezTo>
                  <a:cubicBezTo>
                    <a:pt x="1149" y="2332"/>
                    <a:pt x="1460" y="2100"/>
                    <a:pt x="1689" y="1848"/>
                  </a:cubicBezTo>
                  <a:cubicBezTo>
                    <a:pt x="1776" y="1752"/>
                    <a:pt x="1852" y="1649"/>
                    <a:pt x="1923" y="1542"/>
                  </a:cubicBezTo>
                  <a:lnTo>
                    <a:pt x="1923" y="1542"/>
                  </a:lnTo>
                  <a:cubicBezTo>
                    <a:pt x="1790" y="1630"/>
                    <a:pt x="1650" y="1705"/>
                    <a:pt x="1497" y="1751"/>
                  </a:cubicBezTo>
                  <a:cubicBezTo>
                    <a:pt x="1402" y="1780"/>
                    <a:pt x="1302" y="1794"/>
                    <a:pt x="1201" y="1794"/>
                  </a:cubicBezTo>
                  <a:cubicBezTo>
                    <a:pt x="956" y="1794"/>
                    <a:pt x="714" y="1706"/>
                    <a:pt x="572" y="1511"/>
                  </a:cubicBezTo>
                  <a:cubicBezTo>
                    <a:pt x="401" y="1279"/>
                    <a:pt x="414" y="953"/>
                    <a:pt x="528" y="689"/>
                  </a:cubicBezTo>
                  <a:cubicBezTo>
                    <a:pt x="642" y="425"/>
                    <a:pt x="843" y="210"/>
                    <a:pt x="10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9;p49">
              <a:extLst>
                <a:ext uri="{FF2B5EF4-FFF2-40B4-BE49-F238E27FC236}">
                  <a16:creationId xmlns:a16="http://schemas.microsoft.com/office/drawing/2014/main" id="{A58B9D69-CC38-2AD0-A13A-9C5F0E66B75B}"/>
                </a:ext>
              </a:extLst>
            </p:cNvPr>
            <p:cNvSpPr/>
            <p:nvPr/>
          </p:nvSpPr>
          <p:spPr>
            <a:xfrm>
              <a:off x="5135199" y="1215935"/>
              <a:ext cx="34950" cy="52019"/>
            </a:xfrm>
            <a:custGeom>
              <a:avLst/>
              <a:gdLst/>
              <a:ahLst/>
              <a:cxnLst/>
              <a:rect l="l" t="t" r="r" b="b"/>
              <a:pathLst>
                <a:path w="1120" h="1667" extrusionOk="0">
                  <a:moveTo>
                    <a:pt x="634" y="1"/>
                  </a:moveTo>
                  <a:lnTo>
                    <a:pt x="634" y="1"/>
                  </a:lnTo>
                  <a:cubicBezTo>
                    <a:pt x="615" y="5"/>
                    <a:pt x="595" y="9"/>
                    <a:pt x="575" y="15"/>
                  </a:cubicBezTo>
                  <a:cubicBezTo>
                    <a:pt x="573" y="16"/>
                    <a:pt x="571" y="17"/>
                    <a:pt x="569" y="18"/>
                  </a:cubicBezTo>
                  <a:cubicBezTo>
                    <a:pt x="518" y="42"/>
                    <a:pt x="469" y="65"/>
                    <a:pt x="419" y="90"/>
                  </a:cubicBezTo>
                  <a:cubicBezTo>
                    <a:pt x="414" y="94"/>
                    <a:pt x="409" y="98"/>
                    <a:pt x="403" y="101"/>
                  </a:cubicBezTo>
                  <a:cubicBezTo>
                    <a:pt x="353" y="140"/>
                    <a:pt x="301" y="181"/>
                    <a:pt x="257" y="225"/>
                  </a:cubicBezTo>
                  <a:cubicBezTo>
                    <a:pt x="204" y="276"/>
                    <a:pt x="159" y="348"/>
                    <a:pt x="126" y="416"/>
                  </a:cubicBezTo>
                  <a:cubicBezTo>
                    <a:pt x="90" y="486"/>
                    <a:pt x="67" y="564"/>
                    <a:pt x="42" y="638"/>
                  </a:cubicBezTo>
                  <a:cubicBezTo>
                    <a:pt x="34" y="661"/>
                    <a:pt x="28" y="684"/>
                    <a:pt x="22" y="707"/>
                  </a:cubicBezTo>
                  <a:cubicBezTo>
                    <a:pt x="15" y="746"/>
                    <a:pt x="14" y="782"/>
                    <a:pt x="11" y="822"/>
                  </a:cubicBezTo>
                  <a:cubicBezTo>
                    <a:pt x="7" y="875"/>
                    <a:pt x="0" y="899"/>
                    <a:pt x="8" y="941"/>
                  </a:cubicBezTo>
                  <a:cubicBezTo>
                    <a:pt x="20" y="1014"/>
                    <a:pt x="30" y="1090"/>
                    <a:pt x="53" y="1160"/>
                  </a:cubicBezTo>
                  <a:cubicBezTo>
                    <a:pt x="56" y="1170"/>
                    <a:pt x="60" y="1179"/>
                    <a:pt x="64" y="1188"/>
                  </a:cubicBezTo>
                  <a:cubicBezTo>
                    <a:pt x="87" y="1244"/>
                    <a:pt x="112" y="1303"/>
                    <a:pt x="143" y="1355"/>
                  </a:cubicBezTo>
                  <a:cubicBezTo>
                    <a:pt x="145" y="1359"/>
                    <a:pt x="147" y="1363"/>
                    <a:pt x="150" y="1367"/>
                  </a:cubicBezTo>
                  <a:lnTo>
                    <a:pt x="249" y="1485"/>
                  </a:lnTo>
                  <a:cubicBezTo>
                    <a:pt x="250" y="1487"/>
                    <a:pt x="253" y="1488"/>
                    <a:pt x="254" y="1490"/>
                  </a:cubicBezTo>
                  <a:cubicBezTo>
                    <a:pt x="262" y="1498"/>
                    <a:pt x="269" y="1506"/>
                    <a:pt x="279" y="1514"/>
                  </a:cubicBezTo>
                  <a:cubicBezTo>
                    <a:pt x="355" y="1583"/>
                    <a:pt x="445" y="1630"/>
                    <a:pt x="547" y="1652"/>
                  </a:cubicBezTo>
                  <a:cubicBezTo>
                    <a:pt x="584" y="1662"/>
                    <a:pt x="621" y="1666"/>
                    <a:pt x="657" y="1666"/>
                  </a:cubicBezTo>
                  <a:cubicBezTo>
                    <a:pt x="697" y="1666"/>
                    <a:pt x="736" y="1661"/>
                    <a:pt x="775" y="1650"/>
                  </a:cubicBezTo>
                  <a:cubicBezTo>
                    <a:pt x="849" y="1643"/>
                    <a:pt x="918" y="1617"/>
                    <a:pt x="982" y="1573"/>
                  </a:cubicBezTo>
                  <a:cubicBezTo>
                    <a:pt x="1035" y="1537"/>
                    <a:pt x="1079" y="1492"/>
                    <a:pt x="1119" y="1443"/>
                  </a:cubicBezTo>
                  <a:lnTo>
                    <a:pt x="1119" y="1443"/>
                  </a:lnTo>
                  <a:cubicBezTo>
                    <a:pt x="1087" y="1446"/>
                    <a:pt x="1054" y="1447"/>
                    <a:pt x="1022" y="1447"/>
                  </a:cubicBezTo>
                  <a:cubicBezTo>
                    <a:pt x="898" y="1447"/>
                    <a:pt x="777" y="1423"/>
                    <a:pt x="671" y="1357"/>
                  </a:cubicBezTo>
                  <a:cubicBezTo>
                    <a:pt x="443" y="1214"/>
                    <a:pt x="355" y="913"/>
                    <a:pt x="389" y="646"/>
                  </a:cubicBezTo>
                  <a:cubicBezTo>
                    <a:pt x="418" y="416"/>
                    <a:pt x="522" y="205"/>
                    <a:pt x="6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0;p49">
              <a:extLst>
                <a:ext uri="{FF2B5EF4-FFF2-40B4-BE49-F238E27FC236}">
                  <a16:creationId xmlns:a16="http://schemas.microsoft.com/office/drawing/2014/main" id="{BE162385-A151-8A89-A8C9-F29946F67A9A}"/>
                </a:ext>
              </a:extLst>
            </p:cNvPr>
            <p:cNvSpPr/>
            <p:nvPr/>
          </p:nvSpPr>
          <p:spPr>
            <a:xfrm>
              <a:off x="5051226" y="1173652"/>
              <a:ext cx="41565" cy="42907"/>
            </a:xfrm>
            <a:custGeom>
              <a:avLst/>
              <a:gdLst/>
              <a:ahLst/>
              <a:cxnLst/>
              <a:rect l="l" t="t" r="r" b="b"/>
              <a:pathLst>
                <a:path w="1332" h="1375" extrusionOk="0">
                  <a:moveTo>
                    <a:pt x="498" y="0"/>
                  </a:moveTo>
                  <a:lnTo>
                    <a:pt x="498" y="0"/>
                  </a:lnTo>
                  <a:cubicBezTo>
                    <a:pt x="482" y="8"/>
                    <a:pt x="465" y="14"/>
                    <a:pt x="450" y="22"/>
                  </a:cubicBezTo>
                  <a:cubicBezTo>
                    <a:pt x="413" y="39"/>
                    <a:pt x="371" y="56"/>
                    <a:pt x="336" y="80"/>
                  </a:cubicBezTo>
                  <a:cubicBezTo>
                    <a:pt x="230" y="158"/>
                    <a:pt x="126" y="255"/>
                    <a:pt x="75" y="381"/>
                  </a:cubicBezTo>
                  <a:cubicBezTo>
                    <a:pt x="18" y="517"/>
                    <a:pt x="5" y="567"/>
                    <a:pt x="2" y="716"/>
                  </a:cubicBezTo>
                  <a:cubicBezTo>
                    <a:pt x="1" y="779"/>
                    <a:pt x="13" y="847"/>
                    <a:pt x="34" y="906"/>
                  </a:cubicBezTo>
                  <a:cubicBezTo>
                    <a:pt x="95" y="1074"/>
                    <a:pt x="204" y="1209"/>
                    <a:pt x="363" y="1295"/>
                  </a:cubicBezTo>
                  <a:cubicBezTo>
                    <a:pt x="469" y="1352"/>
                    <a:pt x="586" y="1375"/>
                    <a:pt x="704" y="1375"/>
                  </a:cubicBezTo>
                  <a:cubicBezTo>
                    <a:pt x="804" y="1375"/>
                    <a:pt x="904" y="1358"/>
                    <a:pt x="1000" y="1333"/>
                  </a:cubicBezTo>
                  <a:cubicBezTo>
                    <a:pt x="1021" y="1327"/>
                    <a:pt x="1040" y="1318"/>
                    <a:pt x="1059" y="1308"/>
                  </a:cubicBezTo>
                  <a:cubicBezTo>
                    <a:pt x="1115" y="1282"/>
                    <a:pt x="1174" y="1257"/>
                    <a:pt x="1229" y="1226"/>
                  </a:cubicBezTo>
                  <a:cubicBezTo>
                    <a:pt x="1265" y="1206"/>
                    <a:pt x="1299" y="1182"/>
                    <a:pt x="1332" y="1156"/>
                  </a:cubicBezTo>
                  <a:lnTo>
                    <a:pt x="1332" y="1156"/>
                  </a:lnTo>
                  <a:cubicBezTo>
                    <a:pt x="1289" y="1159"/>
                    <a:pt x="1247" y="1162"/>
                    <a:pt x="1204" y="1162"/>
                  </a:cubicBezTo>
                  <a:cubicBezTo>
                    <a:pt x="1188" y="1162"/>
                    <a:pt x="1171" y="1162"/>
                    <a:pt x="1155" y="1161"/>
                  </a:cubicBezTo>
                  <a:cubicBezTo>
                    <a:pt x="857" y="1143"/>
                    <a:pt x="557" y="987"/>
                    <a:pt x="418" y="723"/>
                  </a:cubicBezTo>
                  <a:cubicBezTo>
                    <a:pt x="297" y="494"/>
                    <a:pt x="327" y="188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11;p49">
              <a:extLst>
                <a:ext uri="{FF2B5EF4-FFF2-40B4-BE49-F238E27FC236}">
                  <a16:creationId xmlns:a16="http://schemas.microsoft.com/office/drawing/2014/main" id="{12EE5A02-C234-E472-B968-A3CD51771077}"/>
                </a:ext>
              </a:extLst>
            </p:cNvPr>
            <p:cNvSpPr/>
            <p:nvPr/>
          </p:nvSpPr>
          <p:spPr>
            <a:xfrm>
              <a:off x="4963416" y="1149562"/>
              <a:ext cx="61006" cy="43656"/>
            </a:xfrm>
            <a:custGeom>
              <a:avLst/>
              <a:gdLst/>
              <a:ahLst/>
              <a:cxnLst/>
              <a:rect l="l" t="t" r="r" b="b"/>
              <a:pathLst>
                <a:path w="1955" h="1399" extrusionOk="0">
                  <a:moveTo>
                    <a:pt x="253" y="1"/>
                  </a:moveTo>
                  <a:cubicBezTo>
                    <a:pt x="105" y="202"/>
                    <a:pt x="0" y="437"/>
                    <a:pt x="1" y="691"/>
                  </a:cubicBezTo>
                  <a:cubicBezTo>
                    <a:pt x="1" y="881"/>
                    <a:pt x="96" y="1086"/>
                    <a:pt x="244" y="1209"/>
                  </a:cubicBezTo>
                  <a:cubicBezTo>
                    <a:pt x="395" y="1335"/>
                    <a:pt x="578" y="1398"/>
                    <a:pt x="775" y="1398"/>
                  </a:cubicBezTo>
                  <a:cubicBezTo>
                    <a:pt x="780" y="1398"/>
                    <a:pt x="785" y="1398"/>
                    <a:pt x="789" y="1398"/>
                  </a:cubicBezTo>
                  <a:cubicBezTo>
                    <a:pt x="945" y="1396"/>
                    <a:pt x="1105" y="1332"/>
                    <a:pt x="1236" y="1248"/>
                  </a:cubicBezTo>
                  <a:cubicBezTo>
                    <a:pt x="1340" y="1182"/>
                    <a:pt x="1435" y="1094"/>
                    <a:pt x="1527" y="1014"/>
                  </a:cubicBezTo>
                  <a:cubicBezTo>
                    <a:pt x="1592" y="959"/>
                    <a:pt x="1654" y="900"/>
                    <a:pt x="1705" y="833"/>
                  </a:cubicBezTo>
                  <a:cubicBezTo>
                    <a:pt x="1812" y="693"/>
                    <a:pt x="1873" y="580"/>
                    <a:pt x="1926" y="412"/>
                  </a:cubicBezTo>
                  <a:cubicBezTo>
                    <a:pt x="1945" y="355"/>
                    <a:pt x="1949" y="297"/>
                    <a:pt x="1954" y="237"/>
                  </a:cubicBezTo>
                  <a:cubicBezTo>
                    <a:pt x="1954" y="233"/>
                    <a:pt x="1954" y="229"/>
                    <a:pt x="1954" y="225"/>
                  </a:cubicBezTo>
                  <a:cubicBezTo>
                    <a:pt x="1768" y="414"/>
                    <a:pt x="1542" y="564"/>
                    <a:pt x="1292" y="656"/>
                  </a:cubicBezTo>
                  <a:cubicBezTo>
                    <a:pt x="1156" y="707"/>
                    <a:pt x="1007" y="739"/>
                    <a:pt x="862" y="739"/>
                  </a:cubicBezTo>
                  <a:cubicBezTo>
                    <a:pt x="719" y="739"/>
                    <a:pt x="580" y="708"/>
                    <a:pt x="460" y="632"/>
                  </a:cubicBezTo>
                  <a:cubicBezTo>
                    <a:pt x="255" y="502"/>
                    <a:pt x="155" y="209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12;p49">
              <a:extLst>
                <a:ext uri="{FF2B5EF4-FFF2-40B4-BE49-F238E27FC236}">
                  <a16:creationId xmlns:a16="http://schemas.microsoft.com/office/drawing/2014/main" id="{D234722B-D87E-ACBF-5226-9E8BD64BE128}"/>
                </a:ext>
              </a:extLst>
            </p:cNvPr>
            <p:cNvSpPr/>
            <p:nvPr/>
          </p:nvSpPr>
          <p:spPr>
            <a:xfrm>
              <a:off x="5053224" y="1280280"/>
              <a:ext cx="45029" cy="24309"/>
            </a:xfrm>
            <a:custGeom>
              <a:avLst/>
              <a:gdLst/>
              <a:ahLst/>
              <a:cxnLst/>
              <a:rect l="l" t="t" r="r" b="b"/>
              <a:pathLst>
                <a:path w="1443" h="779" extrusionOk="0">
                  <a:moveTo>
                    <a:pt x="59" y="0"/>
                  </a:moveTo>
                  <a:cubicBezTo>
                    <a:pt x="44" y="35"/>
                    <a:pt x="32" y="71"/>
                    <a:pt x="20" y="106"/>
                  </a:cubicBezTo>
                  <a:cubicBezTo>
                    <a:pt x="4" y="158"/>
                    <a:pt x="2" y="217"/>
                    <a:pt x="0" y="271"/>
                  </a:cubicBezTo>
                  <a:cubicBezTo>
                    <a:pt x="0" y="282"/>
                    <a:pt x="0" y="291"/>
                    <a:pt x="1" y="301"/>
                  </a:cubicBezTo>
                  <a:cubicBezTo>
                    <a:pt x="5" y="338"/>
                    <a:pt x="13" y="390"/>
                    <a:pt x="24" y="425"/>
                  </a:cubicBezTo>
                  <a:cubicBezTo>
                    <a:pt x="53" y="506"/>
                    <a:pt x="99" y="582"/>
                    <a:pt x="162" y="641"/>
                  </a:cubicBezTo>
                  <a:cubicBezTo>
                    <a:pt x="267" y="741"/>
                    <a:pt x="400" y="779"/>
                    <a:pt x="536" y="779"/>
                  </a:cubicBezTo>
                  <a:cubicBezTo>
                    <a:pt x="634" y="779"/>
                    <a:pt x="734" y="759"/>
                    <a:pt x="827" y="728"/>
                  </a:cubicBezTo>
                  <a:cubicBezTo>
                    <a:pt x="988" y="673"/>
                    <a:pt x="1128" y="585"/>
                    <a:pt x="1252" y="471"/>
                  </a:cubicBezTo>
                  <a:cubicBezTo>
                    <a:pt x="1271" y="455"/>
                    <a:pt x="1287" y="437"/>
                    <a:pt x="1301" y="417"/>
                  </a:cubicBezTo>
                  <a:cubicBezTo>
                    <a:pt x="1336" y="371"/>
                    <a:pt x="1372" y="325"/>
                    <a:pt x="1393" y="271"/>
                  </a:cubicBezTo>
                  <a:cubicBezTo>
                    <a:pt x="1413" y="222"/>
                    <a:pt x="1436" y="171"/>
                    <a:pt x="1442" y="117"/>
                  </a:cubicBezTo>
                  <a:cubicBezTo>
                    <a:pt x="1442" y="110"/>
                    <a:pt x="1443" y="104"/>
                    <a:pt x="1443" y="98"/>
                  </a:cubicBezTo>
                  <a:lnTo>
                    <a:pt x="1443" y="98"/>
                  </a:lnTo>
                  <a:cubicBezTo>
                    <a:pt x="1318" y="175"/>
                    <a:pt x="1189" y="246"/>
                    <a:pt x="1051" y="296"/>
                  </a:cubicBezTo>
                  <a:cubicBezTo>
                    <a:pt x="933" y="337"/>
                    <a:pt x="807" y="363"/>
                    <a:pt x="682" y="363"/>
                  </a:cubicBezTo>
                  <a:cubicBezTo>
                    <a:pt x="575" y="363"/>
                    <a:pt x="470" y="344"/>
                    <a:pt x="372" y="302"/>
                  </a:cubicBezTo>
                  <a:cubicBezTo>
                    <a:pt x="236" y="243"/>
                    <a:pt x="121" y="132"/>
                    <a:pt x="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13;p49">
              <a:extLst>
                <a:ext uri="{FF2B5EF4-FFF2-40B4-BE49-F238E27FC236}">
                  <a16:creationId xmlns:a16="http://schemas.microsoft.com/office/drawing/2014/main" id="{04C3166C-DDE1-F645-205D-BF3750F9DCC2}"/>
                </a:ext>
              </a:extLst>
            </p:cNvPr>
            <p:cNvSpPr/>
            <p:nvPr/>
          </p:nvSpPr>
          <p:spPr>
            <a:xfrm>
              <a:off x="4933240" y="1251290"/>
              <a:ext cx="47151" cy="69743"/>
            </a:xfrm>
            <a:custGeom>
              <a:avLst/>
              <a:gdLst/>
              <a:ahLst/>
              <a:cxnLst/>
              <a:rect l="l" t="t" r="r" b="b"/>
              <a:pathLst>
                <a:path w="1511" h="223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653" y="17"/>
                    <a:pt x="606" y="40"/>
                    <a:pt x="563" y="70"/>
                  </a:cubicBezTo>
                  <a:cubicBezTo>
                    <a:pt x="443" y="157"/>
                    <a:pt x="352" y="244"/>
                    <a:pt x="276" y="374"/>
                  </a:cubicBezTo>
                  <a:cubicBezTo>
                    <a:pt x="261" y="401"/>
                    <a:pt x="245" y="429"/>
                    <a:pt x="230" y="457"/>
                  </a:cubicBezTo>
                  <a:cubicBezTo>
                    <a:pt x="169" y="575"/>
                    <a:pt x="126" y="696"/>
                    <a:pt x="81" y="822"/>
                  </a:cubicBezTo>
                  <a:cubicBezTo>
                    <a:pt x="0" y="1052"/>
                    <a:pt x="21" y="1273"/>
                    <a:pt x="69" y="1505"/>
                  </a:cubicBezTo>
                  <a:cubicBezTo>
                    <a:pt x="81" y="1561"/>
                    <a:pt x="97" y="1612"/>
                    <a:pt x="122" y="1663"/>
                  </a:cubicBezTo>
                  <a:cubicBezTo>
                    <a:pt x="155" y="1733"/>
                    <a:pt x="182" y="1803"/>
                    <a:pt x="231" y="1864"/>
                  </a:cubicBezTo>
                  <a:cubicBezTo>
                    <a:pt x="280" y="1923"/>
                    <a:pt x="330" y="1992"/>
                    <a:pt x="392" y="2041"/>
                  </a:cubicBezTo>
                  <a:cubicBezTo>
                    <a:pt x="526" y="2153"/>
                    <a:pt x="694" y="2235"/>
                    <a:pt x="872" y="2235"/>
                  </a:cubicBezTo>
                  <a:cubicBezTo>
                    <a:pt x="896" y="2235"/>
                    <a:pt x="920" y="2233"/>
                    <a:pt x="944" y="2230"/>
                  </a:cubicBezTo>
                  <a:cubicBezTo>
                    <a:pt x="1135" y="2206"/>
                    <a:pt x="1301" y="2128"/>
                    <a:pt x="1436" y="1988"/>
                  </a:cubicBezTo>
                  <a:cubicBezTo>
                    <a:pt x="1462" y="1959"/>
                    <a:pt x="1487" y="1928"/>
                    <a:pt x="1510" y="1895"/>
                  </a:cubicBezTo>
                  <a:lnTo>
                    <a:pt x="1510" y="1895"/>
                  </a:lnTo>
                  <a:cubicBezTo>
                    <a:pt x="1459" y="1905"/>
                    <a:pt x="1406" y="1910"/>
                    <a:pt x="1353" y="1910"/>
                  </a:cubicBezTo>
                  <a:cubicBezTo>
                    <a:pt x="1251" y="1910"/>
                    <a:pt x="1149" y="1891"/>
                    <a:pt x="1055" y="1851"/>
                  </a:cubicBezTo>
                  <a:cubicBezTo>
                    <a:pt x="706" y="1704"/>
                    <a:pt x="484" y="1328"/>
                    <a:pt x="455" y="949"/>
                  </a:cubicBezTo>
                  <a:cubicBezTo>
                    <a:pt x="430" y="618"/>
                    <a:pt x="535" y="289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14;p49">
              <a:extLst>
                <a:ext uri="{FF2B5EF4-FFF2-40B4-BE49-F238E27FC236}">
                  <a16:creationId xmlns:a16="http://schemas.microsoft.com/office/drawing/2014/main" id="{B333C5B9-1216-E11D-F291-2CCFE5905E5F}"/>
                </a:ext>
              </a:extLst>
            </p:cNvPr>
            <p:cNvSpPr/>
            <p:nvPr/>
          </p:nvSpPr>
          <p:spPr>
            <a:xfrm>
              <a:off x="4877290" y="1224797"/>
              <a:ext cx="28521" cy="31018"/>
            </a:xfrm>
            <a:custGeom>
              <a:avLst/>
              <a:gdLst/>
              <a:ahLst/>
              <a:cxnLst/>
              <a:rect l="l" t="t" r="r" b="b"/>
              <a:pathLst>
                <a:path w="914" h="994" extrusionOk="0">
                  <a:moveTo>
                    <a:pt x="247" y="0"/>
                  </a:moveTo>
                  <a:lnTo>
                    <a:pt x="247" y="0"/>
                  </a:lnTo>
                  <a:cubicBezTo>
                    <a:pt x="233" y="16"/>
                    <a:pt x="217" y="32"/>
                    <a:pt x="203" y="49"/>
                  </a:cubicBezTo>
                  <a:cubicBezTo>
                    <a:pt x="170" y="94"/>
                    <a:pt x="136" y="142"/>
                    <a:pt x="106" y="190"/>
                  </a:cubicBezTo>
                  <a:cubicBezTo>
                    <a:pt x="96" y="205"/>
                    <a:pt x="87" y="221"/>
                    <a:pt x="78" y="237"/>
                  </a:cubicBezTo>
                  <a:cubicBezTo>
                    <a:pt x="75" y="245"/>
                    <a:pt x="70" y="252"/>
                    <a:pt x="66" y="261"/>
                  </a:cubicBezTo>
                  <a:cubicBezTo>
                    <a:pt x="65" y="264"/>
                    <a:pt x="63" y="268"/>
                    <a:pt x="61" y="272"/>
                  </a:cubicBezTo>
                  <a:cubicBezTo>
                    <a:pt x="61" y="273"/>
                    <a:pt x="60" y="275"/>
                    <a:pt x="59" y="277"/>
                  </a:cubicBezTo>
                  <a:cubicBezTo>
                    <a:pt x="25" y="336"/>
                    <a:pt x="9" y="399"/>
                    <a:pt x="10" y="466"/>
                  </a:cubicBezTo>
                  <a:cubicBezTo>
                    <a:pt x="0" y="509"/>
                    <a:pt x="2" y="552"/>
                    <a:pt x="16" y="594"/>
                  </a:cubicBezTo>
                  <a:cubicBezTo>
                    <a:pt x="16" y="617"/>
                    <a:pt x="21" y="640"/>
                    <a:pt x="30" y="660"/>
                  </a:cubicBezTo>
                  <a:cubicBezTo>
                    <a:pt x="47" y="697"/>
                    <a:pt x="65" y="735"/>
                    <a:pt x="83" y="773"/>
                  </a:cubicBezTo>
                  <a:cubicBezTo>
                    <a:pt x="116" y="827"/>
                    <a:pt x="159" y="870"/>
                    <a:pt x="212" y="902"/>
                  </a:cubicBezTo>
                  <a:lnTo>
                    <a:pt x="212" y="902"/>
                  </a:lnTo>
                  <a:cubicBezTo>
                    <a:pt x="231" y="915"/>
                    <a:pt x="260" y="935"/>
                    <a:pt x="268" y="940"/>
                  </a:cubicBezTo>
                  <a:cubicBezTo>
                    <a:pt x="347" y="986"/>
                    <a:pt x="376" y="983"/>
                    <a:pt x="450" y="989"/>
                  </a:cubicBezTo>
                  <a:cubicBezTo>
                    <a:pt x="449" y="989"/>
                    <a:pt x="449" y="989"/>
                    <a:pt x="448" y="989"/>
                  </a:cubicBezTo>
                  <a:lnTo>
                    <a:pt x="448" y="989"/>
                  </a:lnTo>
                  <a:cubicBezTo>
                    <a:pt x="446" y="989"/>
                    <a:pt x="490" y="994"/>
                    <a:pt x="512" y="994"/>
                  </a:cubicBezTo>
                  <a:cubicBezTo>
                    <a:pt x="514" y="994"/>
                    <a:pt x="516" y="994"/>
                    <a:pt x="517" y="993"/>
                  </a:cubicBezTo>
                  <a:cubicBezTo>
                    <a:pt x="606" y="992"/>
                    <a:pt x="632" y="976"/>
                    <a:pt x="699" y="944"/>
                  </a:cubicBezTo>
                  <a:cubicBezTo>
                    <a:pt x="720" y="936"/>
                    <a:pt x="740" y="926"/>
                    <a:pt x="759" y="915"/>
                  </a:cubicBezTo>
                  <a:cubicBezTo>
                    <a:pt x="790" y="888"/>
                    <a:pt x="823" y="862"/>
                    <a:pt x="854" y="834"/>
                  </a:cubicBezTo>
                  <a:cubicBezTo>
                    <a:pt x="874" y="806"/>
                    <a:pt x="894" y="778"/>
                    <a:pt x="914" y="750"/>
                  </a:cubicBezTo>
                  <a:lnTo>
                    <a:pt x="914" y="750"/>
                  </a:lnTo>
                  <a:cubicBezTo>
                    <a:pt x="889" y="752"/>
                    <a:pt x="864" y="754"/>
                    <a:pt x="839" y="754"/>
                  </a:cubicBezTo>
                  <a:cubicBezTo>
                    <a:pt x="689" y="754"/>
                    <a:pt x="539" y="705"/>
                    <a:pt x="428" y="604"/>
                  </a:cubicBezTo>
                  <a:cubicBezTo>
                    <a:pt x="263" y="457"/>
                    <a:pt x="200" y="215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15;p49">
              <a:extLst>
                <a:ext uri="{FF2B5EF4-FFF2-40B4-BE49-F238E27FC236}">
                  <a16:creationId xmlns:a16="http://schemas.microsoft.com/office/drawing/2014/main" id="{1F98D177-1AB5-D327-2806-1AC65E39A08E}"/>
                </a:ext>
              </a:extLst>
            </p:cNvPr>
            <p:cNvSpPr/>
            <p:nvPr/>
          </p:nvSpPr>
          <p:spPr>
            <a:xfrm>
              <a:off x="4855041" y="1125815"/>
              <a:ext cx="33764" cy="44998"/>
            </a:xfrm>
            <a:custGeom>
              <a:avLst/>
              <a:gdLst/>
              <a:ahLst/>
              <a:cxnLst/>
              <a:rect l="l" t="t" r="r" b="b"/>
              <a:pathLst>
                <a:path w="1082" h="1442" extrusionOk="0">
                  <a:moveTo>
                    <a:pt x="369" y="1"/>
                  </a:moveTo>
                  <a:lnTo>
                    <a:pt x="369" y="1"/>
                  </a:lnTo>
                  <a:cubicBezTo>
                    <a:pt x="268" y="37"/>
                    <a:pt x="183" y="106"/>
                    <a:pt x="131" y="203"/>
                  </a:cubicBezTo>
                  <a:cubicBezTo>
                    <a:pt x="97" y="271"/>
                    <a:pt x="81" y="350"/>
                    <a:pt x="72" y="426"/>
                  </a:cubicBezTo>
                  <a:cubicBezTo>
                    <a:pt x="58" y="473"/>
                    <a:pt x="45" y="521"/>
                    <a:pt x="34" y="569"/>
                  </a:cubicBezTo>
                  <a:cubicBezTo>
                    <a:pt x="4" y="715"/>
                    <a:pt x="1" y="860"/>
                    <a:pt x="40" y="1004"/>
                  </a:cubicBezTo>
                  <a:cubicBezTo>
                    <a:pt x="82" y="1162"/>
                    <a:pt x="195" y="1290"/>
                    <a:pt x="335" y="1371"/>
                  </a:cubicBezTo>
                  <a:cubicBezTo>
                    <a:pt x="373" y="1393"/>
                    <a:pt x="418" y="1407"/>
                    <a:pt x="460" y="1420"/>
                  </a:cubicBezTo>
                  <a:cubicBezTo>
                    <a:pt x="479" y="1426"/>
                    <a:pt x="497" y="1431"/>
                    <a:pt x="517" y="1434"/>
                  </a:cubicBezTo>
                  <a:cubicBezTo>
                    <a:pt x="547" y="1437"/>
                    <a:pt x="582" y="1442"/>
                    <a:pt x="616" y="1442"/>
                  </a:cubicBezTo>
                  <a:cubicBezTo>
                    <a:pt x="630" y="1442"/>
                    <a:pt x="644" y="1441"/>
                    <a:pt x="658" y="1439"/>
                  </a:cubicBezTo>
                  <a:cubicBezTo>
                    <a:pt x="738" y="1428"/>
                    <a:pt x="791" y="1411"/>
                    <a:pt x="864" y="1373"/>
                  </a:cubicBezTo>
                  <a:cubicBezTo>
                    <a:pt x="960" y="1323"/>
                    <a:pt x="1036" y="1231"/>
                    <a:pt x="1082" y="1128"/>
                  </a:cubicBezTo>
                  <a:lnTo>
                    <a:pt x="1082" y="1128"/>
                  </a:lnTo>
                  <a:cubicBezTo>
                    <a:pt x="1062" y="1130"/>
                    <a:pt x="1042" y="1131"/>
                    <a:pt x="1022" y="1131"/>
                  </a:cubicBezTo>
                  <a:cubicBezTo>
                    <a:pt x="770" y="1131"/>
                    <a:pt x="517" y="1004"/>
                    <a:pt x="380" y="791"/>
                  </a:cubicBezTo>
                  <a:cubicBezTo>
                    <a:pt x="230" y="558"/>
                    <a:pt x="231" y="240"/>
                    <a:pt x="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16;p49">
              <a:extLst>
                <a:ext uri="{FF2B5EF4-FFF2-40B4-BE49-F238E27FC236}">
                  <a16:creationId xmlns:a16="http://schemas.microsoft.com/office/drawing/2014/main" id="{DEC521FC-34B5-B772-E0A5-7F45924BCF4C}"/>
                </a:ext>
              </a:extLst>
            </p:cNvPr>
            <p:cNvSpPr/>
            <p:nvPr/>
          </p:nvSpPr>
          <p:spPr>
            <a:xfrm>
              <a:off x="4949529" y="1025709"/>
              <a:ext cx="23310" cy="20065"/>
            </a:xfrm>
            <a:custGeom>
              <a:avLst/>
              <a:gdLst/>
              <a:ahLst/>
              <a:cxnLst/>
              <a:rect l="l" t="t" r="r" b="b"/>
              <a:pathLst>
                <a:path w="747" h="643" extrusionOk="0">
                  <a:moveTo>
                    <a:pt x="333" y="574"/>
                  </a:moveTo>
                  <a:lnTo>
                    <a:pt x="333" y="574"/>
                  </a:lnTo>
                  <a:cubicBezTo>
                    <a:pt x="334" y="574"/>
                    <a:pt x="335" y="575"/>
                    <a:pt x="335" y="575"/>
                  </a:cubicBezTo>
                  <a:lnTo>
                    <a:pt x="335" y="575"/>
                  </a:lnTo>
                  <a:cubicBezTo>
                    <a:pt x="335" y="575"/>
                    <a:pt x="334" y="574"/>
                    <a:pt x="333" y="574"/>
                  </a:cubicBezTo>
                  <a:close/>
                  <a:moveTo>
                    <a:pt x="266" y="1"/>
                  </a:moveTo>
                  <a:cubicBezTo>
                    <a:pt x="254" y="1"/>
                    <a:pt x="245" y="4"/>
                    <a:pt x="230" y="6"/>
                  </a:cubicBezTo>
                  <a:cubicBezTo>
                    <a:pt x="212" y="10"/>
                    <a:pt x="203" y="11"/>
                    <a:pt x="189" y="17"/>
                  </a:cubicBezTo>
                  <a:cubicBezTo>
                    <a:pt x="145" y="37"/>
                    <a:pt x="89" y="61"/>
                    <a:pt x="58" y="101"/>
                  </a:cubicBezTo>
                  <a:cubicBezTo>
                    <a:pt x="18" y="152"/>
                    <a:pt x="0" y="204"/>
                    <a:pt x="12" y="268"/>
                  </a:cubicBezTo>
                  <a:cubicBezTo>
                    <a:pt x="23" y="330"/>
                    <a:pt x="59" y="374"/>
                    <a:pt x="112" y="405"/>
                  </a:cubicBezTo>
                  <a:cubicBezTo>
                    <a:pt x="123" y="412"/>
                    <a:pt x="135" y="416"/>
                    <a:pt x="147" y="422"/>
                  </a:cubicBezTo>
                  <a:cubicBezTo>
                    <a:pt x="152" y="426"/>
                    <a:pt x="158" y="430"/>
                    <a:pt x="164" y="433"/>
                  </a:cubicBezTo>
                  <a:cubicBezTo>
                    <a:pt x="173" y="439"/>
                    <a:pt x="184" y="443"/>
                    <a:pt x="194" y="446"/>
                  </a:cubicBezTo>
                  <a:cubicBezTo>
                    <a:pt x="207" y="451"/>
                    <a:pt x="218" y="457"/>
                    <a:pt x="231" y="465"/>
                  </a:cubicBezTo>
                  <a:cubicBezTo>
                    <a:pt x="239" y="472"/>
                    <a:pt x="247" y="480"/>
                    <a:pt x="256" y="488"/>
                  </a:cubicBezTo>
                  <a:cubicBezTo>
                    <a:pt x="258" y="492"/>
                    <a:pt x="262" y="496"/>
                    <a:pt x="264" y="500"/>
                  </a:cubicBezTo>
                  <a:cubicBezTo>
                    <a:pt x="290" y="548"/>
                    <a:pt x="328" y="572"/>
                    <a:pt x="369" y="600"/>
                  </a:cubicBezTo>
                  <a:lnTo>
                    <a:pt x="369" y="600"/>
                  </a:lnTo>
                  <a:cubicBezTo>
                    <a:pt x="393" y="617"/>
                    <a:pt x="417" y="630"/>
                    <a:pt x="449" y="637"/>
                  </a:cubicBezTo>
                  <a:cubicBezTo>
                    <a:pt x="464" y="641"/>
                    <a:pt x="479" y="642"/>
                    <a:pt x="494" y="642"/>
                  </a:cubicBezTo>
                  <a:cubicBezTo>
                    <a:pt x="535" y="642"/>
                    <a:pt x="574" y="630"/>
                    <a:pt x="608" y="608"/>
                  </a:cubicBezTo>
                  <a:cubicBezTo>
                    <a:pt x="671" y="568"/>
                    <a:pt x="700" y="505"/>
                    <a:pt x="716" y="435"/>
                  </a:cubicBezTo>
                  <a:cubicBezTo>
                    <a:pt x="747" y="316"/>
                    <a:pt x="668" y="192"/>
                    <a:pt x="581" y="114"/>
                  </a:cubicBezTo>
                  <a:cubicBezTo>
                    <a:pt x="520" y="60"/>
                    <a:pt x="443" y="20"/>
                    <a:pt x="360" y="8"/>
                  </a:cubicBezTo>
                  <a:cubicBezTo>
                    <a:pt x="331" y="4"/>
                    <a:pt x="302" y="2"/>
                    <a:pt x="271" y="1"/>
                  </a:cubicBezTo>
                  <a:cubicBezTo>
                    <a:pt x="269" y="1"/>
                    <a:pt x="268" y="1"/>
                    <a:pt x="2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17;p49">
              <a:extLst>
                <a:ext uri="{FF2B5EF4-FFF2-40B4-BE49-F238E27FC236}">
                  <a16:creationId xmlns:a16="http://schemas.microsoft.com/office/drawing/2014/main" id="{C4BDEE14-CE6C-05C2-CC4A-ACBA306EE9DB}"/>
                </a:ext>
              </a:extLst>
            </p:cNvPr>
            <p:cNvSpPr/>
            <p:nvPr/>
          </p:nvSpPr>
          <p:spPr>
            <a:xfrm>
              <a:off x="4985758" y="1136643"/>
              <a:ext cx="21563" cy="16819"/>
            </a:xfrm>
            <a:custGeom>
              <a:avLst/>
              <a:gdLst/>
              <a:ahLst/>
              <a:cxnLst/>
              <a:rect l="l" t="t" r="r" b="b"/>
              <a:pathLst>
                <a:path w="691" h="539" extrusionOk="0">
                  <a:moveTo>
                    <a:pt x="471" y="487"/>
                  </a:moveTo>
                  <a:lnTo>
                    <a:pt x="471" y="487"/>
                  </a:lnTo>
                  <a:cubicBezTo>
                    <a:pt x="469" y="487"/>
                    <a:pt x="468" y="488"/>
                    <a:pt x="466" y="488"/>
                  </a:cubicBezTo>
                  <a:lnTo>
                    <a:pt x="466" y="488"/>
                  </a:lnTo>
                  <a:cubicBezTo>
                    <a:pt x="468" y="488"/>
                    <a:pt x="469" y="487"/>
                    <a:pt x="471" y="487"/>
                  </a:cubicBezTo>
                  <a:close/>
                  <a:moveTo>
                    <a:pt x="427" y="1"/>
                  </a:moveTo>
                  <a:cubicBezTo>
                    <a:pt x="420" y="1"/>
                    <a:pt x="414" y="1"/>
                    <a:pt x="407" y="1"/>
                  </a:cubicBezTo>
                  <a:cubicBezTo>
                    <a:pt x="371" y="5"/>
                    <a:pt x="333" y="14"/>
                    <a:pt x="298" y="26"/>
                  </a:cubicBezTo>
                  <a:cubicBezTo>
                    <a:pt x="235" y="46"/>
                    <a:pt x="183" y="85"/>
                    <a:pt x="133" y="127"/>
                  </a:cubicBezTo>
                  <a:cubicBezTo>
                    <a:pt x="96" y="158"/>
                    <a:pt x="76" y="178"/>
                    <a:pt x="49" y="222"/>
                  </a:cubicBezTo>
                  <a:cubicBezTo>
                    <a:pt x="33" y="248"/>
                    <a:pt x="17" y="278"/>
                    <a:pt x="9" y="309"/>
                  </a:cubicBezTo>
                  <a:cubicBezTo>
                    <a:pt x="0" y="349"/>
                    <a:pt x="4" y="412"/>
                    <a:pt x="21" y="455"/>
                  </a:cubicBezTo>
                  <a:cubicBezTo>
                    <a:pt x="23" y="462"/>
                    <a:pt x="26" y="469"/>
                    <a:pt x="30" y="477"/>
                  </a:cubicBezTo>
                  <a:cubicBezTo>
                    <a:pt x="46" y="503"/>
                    <a:pt x="71" y="521"/>
                    <a:pt x="104" y="526"/>
                  </a:cubicBezTo>
                  <a:cubicBezTo>
                    <a:pt x="106" y="526"/>
                    <a:pt x="109" y="526"/>
                    <a:pt x="112" y="527"/>
                  </a:cubicBezTo>
                  <a:cubicBezTo>
                    <a:pt x="115" y="527"/>
                    <a:pt x="117" y="528"/>
                    <a:pt x="120" y="528"/>
                  </a:cubicBezTo>
                  <a:cubicBezTo>
                    <a:pt x="116" y="528"/>
                    <a:pt x="111" y="527"/>
                    <a:pt x="107" y="527"/>
                  </a:cubicBezTo>
                  <a:cubicBezTo>
                    <a:pt x="117" y="528"/>
                    <a:pt x="128" y="529"/>
                    <a:pt x="138" y="531"/>
                  </a:cubicBezTo>
                  <a:cubicBezTo>
                    <a:pt x="156" y="535"/>
                    <a:pt x="175" y="539"/>
                    <a:pt x="193" y="539"/>
                  </a:cubicBezTo>
                  <a:cubicBezTo>
                    <a:pt x="196" y="539"/>
                    <a:pt x="198" y="538"/>
                    <a:pt x="200" y="538"/>
                  </a:cubicBezTo>
                  <a:cubicBezTo>
                    <a:pt x="221" y="537"/>
                    <a:pt x="242" y="532"/>
                    <a:pt x="263" y="528"/>
                  </a:cubicBezTo>
                  <a:cubicBezTo>
                    <a:pt x="283" y="525"/>
                    <a:pt x="303" y="523"/>
                    <a:pt x="322" y="516"/>
                  </a:cubicBezTo>
                  <a:cubicBezTo>
                    <a:pt x="332" y="513"/>
                    <a:pt x="342" y="512"/>
                    <a:pt x="352" y="509"/>
                  </a:cubicBezTo>
                  <a:cubicBezTo>
                    <a:pt x="357" y="509"/>
                    <a:pt x="362" y="508"/>
                    <a:pt x="367" y="507"/>
                  </a:cubicBezTo>
                  <a:cubicBezTo>
                    <a:pt x="384" y="505"/>
                    <a:pt x="400" y="502"/>
                    <a:pt x="416" y="498"/>
                  </a:cubicBezTo>
                  <a:cubicBezTo>
                    <a:pt x="422" y="497"/>
                    <a:pt x="427" y="497"/>
                    <a:pt x="432" y="495"/>
                  </a:cubicBezTo>
                  <a:cubicBezTo>
                    <a:pt x="439" y="494"/>
                    <a:pt x="444" y="492"/>
                    <a:pt x="449" y="491"/>
                  </a:cubicBezTo>
                  <a:cubicBezTo>
                    <a:pt x="451" y="491"/>
                    <a:pt x="453" y="491"/>
                    <a:pt x="455" y="490"/>
                  </a:cubicBezTo>
                  <a:lnTo>
                    <a:pt x="455" y="490"/>
                  </a:lnTo>
                  <a:cubicBezTo>
                    <a:pt x="454" y="491"/>
                    <a:pt x="453" y="491"/>
                    <a:pt x="451" y="491"/>
                  </a:cubicBezTo>
                  <a:cubicBezTo>
                    <a:pt x="489" y="484"/>
                    <a:pt x="520" y="476"/>
                    <a:pt x="558" y="454"/>
                  </a:cubicBezTo>
                  <a:cubicBezTo>
                    <a:pt x="584" y="439"/>
                    <a:pt x="610" y="420"/>
                    <a:pt x="628" y="396"/>
                  </a:cubicBezTo>
                  <a:cubicBezTo>
                    <a:pt x="650" y="374"/>
                    <a:pt x="665" y="348"/>
                    <a:pt x="672" y="319"/>
                  </a:cubicBezTo>
                  <a:cubicBezTo>
                    <a:pt x="686" y="290"/>
                    <a:pt x="691" y="261"/>
                    <a:pt x="688" y="230"/>
                  </a:cubicBezTo>
                  <a:cubicBezTo>
                    <a:pt x="681" y="170"/>
                    <a:pt x="658" y="114"/>
                    <a:pt x="614" y="74"/>
                  </a:cubicBezTo>
                  <a:cubicBezTo>
                    <a:pt x="566" y="30"/>
                    <a:pt x="494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18;p49">
              <a:extLst>
                <a:ext uri="{FF2B5EF4-FFF2-40B4-BE49-F238E27FC236}">
                  <a16:creationId xmlns:a16="http://schemas.microsoft.com/office/drawing/2014/main" id="{F8FE3588-7779-6774-2047-592E7951425D}"/>
                </a:ext>
              </a:extLst>
            </p:cNvPr>
            <p:cNvSpPr/>
            <p:nvPr/>
          </p:nvSpPr>
          <p:spPr>
            <a:xfrm>
              <a:off x="5080622" y="1192126"/>
              <a:ext cx="62" cy="94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0" y="1"/>
                  </a:moveTo>
                  <a:cubicBezTo>
                    <a:pt x="0" y="2"/>
                    <a:pt x="2" y="2"/>
                    <a:pt x="2" y="3"/>
                  </a:cubicBezTo>
                  <a:cubicBezTo>
                    <a:pt x="2" y="2"/>
                    <a:pt x="2" y="2"/>
                    <a:pt x="0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19;p49">
              <a:extLst>
                <a:ext uri="{FF2B5EF4-FFF2-40B4-BE49-F238E27FC236}">
                  <a16:creationId xmlns:a16="http://schemas.microsoft.com/office/drawing/2014/main" id="{E5457410-2499-6BE9-6E2D-C800D7BBB01E}"/>
                </a:ext>
              </a:extLst>
            </p:cNvPr>
            <p:cNvSpPr/>
            <p:nvPr/>
          </p:nvSpPr>
          <p:spPr>
            <a:xfrm>
              <a:off x="5077875" y="1178801"/>
              <a:ext cx="20346" cy="19035"/>
            </a:xfrm>
            <a:custGeom>
              <a:avLst/>
              <a:gdLst/>
              <a:ahLst/>
              <a:cxnLst/>
              <a:rect l="l" t="t" r="r" b="b"/>
              <a:pathLst>
                <a:path w="652" h="610" extrusionOk="0">
                  <a:moveTo>
                    <a:pt x="62" y="372"/>
                  </a:moveTo>
                  <a:lnTo>
                    <a:pt x="66" y="379"/>
                  </a:lnTo>
                  <a:cubicBezTo>
                    <a:pt x="72" y="391"/>
                    <a:pt x="77" y="403"/>
                    <a:pt x="83" y="415"/>
                  </a:cubicBezTo>
                  <a:lnTo>
                    <a:pt x="83" y="415"/>
                  </a:lnTo>
                  <a:cubicBezTo>
                    <a:pt x="76" y="401"/>
                    <a:pt x="69" y="387"/>
                    <a:pt x="62" y="372"/>
                  </a:cubicBezTo>
                  <a:close/>
                  <a:moveTo>
                    <a:pt x="100" y="1"/>
                  </a:moveTo>
                  <a:cubicBezTo>
                    <a:pt x="97" y="3"/>
                    <a:pt x="93" y="4"/>
                    <a:pt x="90" y="6"/>
                  </a:cubicBezTo>
                  <a:lnTo>
                    <a:pt x="52" y="38"/>
                  </a:lnTo>
                  <a:cubicBezTo>
                    <a:pt x="33" y="56"/>
                    <a:pt x="20" y="78"/>
                    <a:pt x="14" y="103"/>
                  </a:cubicBezTo>
                  <a:cubicBezTo>
                    <a:pt x="6" y="119"/>
                    <a:pt x="3" y="136"/>
                    <a:pt x="4" y="153"/>
                  </a:cubicBezTo>
                  <a:cubicBezTo>
                    <a:pt x="3" y="161"/>
                    <a:pt x="6" y="167"/>
                    <a:pt x="6" y="174"/>
                  </a:cubicBezTo>
                  <a:cubicBezTo>
                    <a:pt x="5" y="179"/>
                    <a:pt x="4" y="184"/>
                    <a:pt x="4" y="188"/>
                  </a:cubicBezTo>
                  <a:cubicBezTo>
                    <a:pt x="4" y="187"/>
                    <a:pt x="3" y="186"/>
                    <a:pt x="3" y="185"/>
                  </a:cubicBezTo>
                  <a:lnTo>
                    <a:pt x="3" y="185"/>
                  </a:lnTo>
                  <a:cubicBezTo>
                    <a:pt x="3" y="186"/>
                    <a:pt x="3" y="187"/>
                    <a:pt x="4" y="189"/>
                  </a:cubicBezTo>
                  <a:cubicBezTo>
                    <a:pt x="1" y="248"/>
                    <a:pt x="20" y="305"/>
                    <a:pt x="53" y="356"/>
                  </a:cubicBezTo>
                  <a:cubicBezTo>
                    <a:pt x="56" y="361"/>
                    <a:pt x="58" y="366"/>
                    <a:pt x="61" y="370"/>
                  </a:cubicBezTo>
                  <a:cubicBezTo>
                    <a:pt x="70" y="390"/>
                    <a:pt x="79" y="409"/>
                    <a:pt x="88" y="428"/>
                  </a:cubicBezTo>
                  <a:cubicBezTo>
                    <a:pt x="95" y="440"/>
                    <a:pt x="101" y="453"/>
                    <a:pt x="109" y="463"/>
                  </a:cubicBezTo>
                  <a:cubicBezTo>
                    <a:pt x="111" y="465"/>
                    <a:pt x="114" y="468"/>
                    <a:pt x="115" y="471"/>
                  </a:cubicBezTo>
                  <a:cubicBezTo>
                    <a:pt x="116" y="473"/>
                    <a:pt x="118" y="475"/>
                    <a:pt x="119" y="477"/>
                  </a:cubicBezTo>
                  <a:cubicBezTo>
                    <a:pt x="135" y="496"/>
                    <a:pt x="150" y="513"/>
                    <a:pt x="166" y="532"/>
                  </a:cubicBezTo>
                  <a:cubicBezTo>
                    <a:pt x="181" y="546"/>
                    <a:pt x="213" y="567"/>
                    <a:pt x="230" y="577"/>
                  </a:cubicBezTo>
                  <a:cubicBezTo>
                    <a:pt x="264" y="596"/>
                    <a:pt x="298" y="601"/>
                    <a:pt x="332" y="604"/>
                  </a:cubicBezTo>
                  <a:lnTo>
                    <a:pt x="304" y="602"/>
                  </a:lnTo>
                  <a:lnTo>
                    <a:pt x="304" y="602"/>
                  </a:lnTo>
                  <a:cubicBezTo>
                    <a:pt x="307" y="603"/>
                    <a:pt x="311" y="603"/>
                    <a:pt x="315" y="603"/>
                  </a:cubicBezTo>
                  <a:cubicBezTo>
                    <a:pt x="334" y="608"/>
                    <a:pt x="353" y="610"/>
                    <a:pt x="372" y="610"/>
                  </a:cubicBezTo>
                  <a:cubicBezTo>
                    <a:pt x="399" y="610"/>
                    <a:pt x="425" y="606"/>
                    <a:pt x="452" y="597"/>
                  </a:cubicBezTo>
                  <a:cubicBezTo>
                    <a:pt x="495" y="583"/>
                    <a:pt x="532" y="558"/>
                    <a:pt x="564" y="524"/>
                  </a:cubicBezTo>
                  <a:cubicBezTo>
                    <a:pt x="601" y="485"/>
                    <a:pt x="626" y="438"/>
                    <a:pt x="638" y="385"/>
                  </a:cubicBezTo>
                  <a:cubicBezTo>
                    <a:pt x="652" y="326"/>
                    <a:pt x="645" y="266"/>
                    <a:pt x="624" y="210"/>
                  </a:cubicBezTo>
                  <a:cubicBezTo>
                    <a:pt x="601" y="149"/>
                    <a:pt x="578" y="113"/>
                    <a:pt x="532" y="68"/>
                  </a:cubicBezTo>
                  <a:cubicBezTo>
                    <a:pt x="527" y="62"/>
                    <a:pt x="521" y="58"/>
                    <a:pt x="514" y="54"/>
                  </a:cubicBezTo>
                  <a:cubicBezTo>
                    <a:pt x="375" y="50"/>
                    <a:pt x="235" y="32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20;p49">
              <a:extLst>
                <a:ext uri="{FF2B5EF4-FFF2-40B4-BE49-F238E27FC236}">
                  <a16:creationId xmlns:a16="http://schemas.microsoft.com/office/drawing/2014/main" id="{846EC221-15DA-F32F-92BD-B83779FF756E}"/>
                </a:ext>
              </a:extLst>
            </p:cNvPr>
            <p:cNvSpPr/>
            <p:nvPr/>
          </p:nvSpPr>
          <p:spPr>
            <a:xfrm>
              <a:off x="5161692" y="1222613"/>
              <a:ext cx="16320" cy="19815"/>
            </a:xfrm>
            <a:custGeom>
              <a:avLst/>
              <a:gdLst/>
              <a:ahLst/>
              <a:cxnLst/>
              <a:rect l="l" t="t" r="r" b="b"/>
              <a:pathLst>
                <a:path w="523" h="635" extrusionOk="0">
                  <a:moveTo>
                    <a:pt x="214" y="0"/>
                  </a:moveTo>
                  <a:cubicBezTo>
                    <a:pt x="195" y="0"/>
                    <a:pt x="176" y="3"/>
                    <a:pt x="157" y="11"/>
                  </a:cubicBezTo>
                  <a:cubicBezTo>
                    <a:pt x="140" y="18"/>
                    <a:pt x="124" y="26"/>
                    <a:pt x="107" y="35"/>
                  </a:cubicBezTo>
                  <a:cubicBezTo>
                    <a:pt x="59" y="62"/>
                    <a:pt x="23" y="119"/>
                    <a:pt x="12" y="172"/>
                  </a:cubicBezTo>
                  <a:cubicBezTo>
                    <a:pt x="11" y="178"/>
                    <a:pt x="12" y="184"/>
                    <a:pt x="11" y="191"/>
                  </a:cubicBezTo>
                  <a:cubicBezTo>
                    <a:pt x="11" y="193"/>
                    <a:pt x="11" y="195"/>
                    <a:pt x="11" y="197"/>
                  </a:cubicBezTo>
                  <a:cubicBezTo>
                    <a:pt x="4" y="218"/>
                    <a:pt x="0" y="240"/>
                    <a:pt x="2" y="268"/>
                  </a:cubicBezTo>
                  <a:cubicBezTo>
                    <a:pt x="2" y="272"/>
                    <a:pt x="2" y="276"/>
                    <a:pt x="3" y="281"/>
                  </a:cubicBezTo>
                  <a:cubicBezTo>
                    <a:pt x="3" y="290"/>
                    <a:pt x="4" y="300"/>
                    <a:pt x="4" y="310"/>
                  </a:cubicBezTo>
                  <a:cubicBezTo>
                    <a:pt x="3" y="320"/>
                    <a:pt x="2" y="331"/>
                    <a:pt x="2" y="340"/>
                  </a:cubicBezTo>
                  <a:cubicBezTo>
                    <a:pt x="2" y="365"/>
                    <a:pt x="10" y="390"/>
                    <a:pt x="16" y="416"/>
                  </a:cubicBezTo>
                  <a:cubicBezTo>
                    <a:pt x="22" y="450"/>
                    <a:pt x="26" y="457"/>
                    <a:pt x="52" y="508"/>
                  </a:cubicBezTo>
                  <a:cubicBezTo>
                    <a:pt x="54" y="511"/>
                    <a:pt x="56" y="515"/>
                    <a:pt x="58" y="518"/>
                  </a:cubicBezTo>
                  <a:lnTo>
                    <a:pt x="99" y="567"/>
                  </a:lnTo>
                  <a:cubicBezTo>
                    <a:pt x="116" y="581"/>
                    <a:pt x="134" y="595"/>
                    <a:pt x="154" y="605"/>
                  </a:cubicBezTo>
                  <a:cubicBezTo>
                    <a:pt x="187" y="625"/>
                    <a:pt x="227" y="634"/>
                    <a:pt x="267" y="634"/>
                  </a:cubicBezTo>
                  <a:cubicBezTo>
                    <a:pt x="316" y="634"/>
                    <a:pt x="365" y="620"/>
                    <a:pt x="402" y="594"/>
                  </a:cubicBezTo>
                  <a:cubicBezTo>
                    <a:pt x="411" y="587"/>
                    <a:pt x="420" y="580"/>
                    <a:pt x="428" y="572"/>
                  </a:cubicBezTo>
                  <a:cubicBezTo>
                    <a:pt x="447" y="560"/>
                    <a:pt x="461" y="544"/>
                    <a:pt x="471" y="524"/>
                  </a:cubicBezTo>
                  <a:cubicBezTo>
                    <a:pt x="484" y="508"/>
                    <a:pt x="488" y="505"/>
                    <a:pt x="493" y="491"/>
                  </a:cubicBezTo>
                  <a:cubicBezTo>
                    <a:pt x="501" y="468"/>
                    <a:pt x="513" y="444"/>
                    <a:pt x="518" y="419"/>
                  </a:cubicBezTo>
                  <a:cubicBezTo>
                    <a:pt x="519" y="396"/>
                    <a:pt x="521" y="373"/>
                    <a:pt x="522" y="350"/>
                  </a:cubicBezTo>
                  <a:cubicBezTo>
                    <a:pt x="522" y="349"/>
                    <a:pt x="522" y="348"/>
                    <a:pt x="522" y="345"/>
                  </a:cubicBezTo>
                  <a:cubicBezTo>
                    <a:pt x="522" y="338"/>
                    <a:pt x="522" y="331"/>
                    <a:pt x="521" y="323"/>
                  </a:cubicBezTo>
                  <a:cubicBezTo>
                    <a:pt x="519" y="299"/>
                    <a:pt x="515" y="271"/>
                    <a:pt x="508" y="249"/>
                  </a:cubicBezTo>
                  <a:cubicBezTo>
                    <a:pt x="500" y="226"/>
                    <a:pt x="488" y="205"/>
                    <a:pt x="477" y="183"/>
                  </a:cubicBezTo>
                  <a:cubicBezTo>
                    <a:pt x="471" y="171"/>
                    <a:pt x="465" y="159"/>
                    <a:pt x="458" y="148"/>
                  </a:cubicBezTo>
                  <a:cubicBezTo>
                    <a:pt x="453" y="141"/>
                    <a:pt x="449" y="135"/>
                    <a:pt x="446" y="130"/>
                  </a:cubicBezTo>
                  <a:cubicBezTo>
                    <a:pt x="444" y="128"/>
                    <a:pt x="443" y="126"/>
                    <a:pt x="442" y="125"/>
                  </a:cubicBezTo>
                  <a:cubicBezTo>
                    <a:pt x="428" y="109"/>
                    <a:pt x="416" y="93"/>
                    <a:pt x="402" y="78"/>
                  </a:cubicBezTo>
                  <a:cubicBezTo>
                    <a:pt x="385" y="66"/>
                    <a:pt x="369" y="53"/>
                    <a:pt x="352" y="42"/>
                  </a:cubicBezTo>
                  <a:cubicBezTo>
                    <a:pt x="351" y="42"/>
                    <a:pt x="350" y="42"/>
                    <a:pt x="350" y="41"/>
                  </a:cubicBezTo>
                  <a:cubicBezTo>
                    <a:pt x="341" y="36"/>
                    <a:pt x="334" y="30"/>
                    <a:pt x="326" y="25"/>
                  </a:cubicBezTo>
                  <a:cubicBezTo>
                    <a:pt x="299" y="10"/>
                    <a:pt x="271" y="2"/>
                    <a:pt x="242" y="2"/>
                  </a:cubicBezTo>
                  <a:cubicBezTo>
                    <a:pt x="233" y="1"/>
                    <a:pt x="22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21;p49">
              <a:extLst>
                <a:ext uri="{FF2B5EF4-FFF2-40B4-BE49-F238E27FC236}">
                  <a16:creationId xmlns:a16="http://schemas.microsoft.com/office/drawing/2014/main" id="{B4C79064-2D59-D02F-068E-BD947C78A46E}"/>
                </a:ext>
              </a:extLst>
            </p:cNvPr>
            <p:cNvSpPr/>
            <p:nvPr/>
          </p:nvSpPr>
          <p:spPr>
            <a:xfrm>
              <a:off x="5073850" y="1269733"/>
              <a:ext cx="13605" cy="10953"/>
            </a:xfrm>
            <a:custGeom>
              <a:avLst/>
              <a:gdLst/>
              <a:ahLst/>
              <a:cxnLst/>
              <a:rect l="l" t="t" r="r" b="b"/>
              <a:pathLst>
                <a:path w="436" h="351" extrusionOk="0">
                  <a:moveTo>
                    <a:pt x="221" y="0"/>
                  </a:moveTo>
                  <a:cubicBezTo>
                    <a:pt x="184" y="0"/>
                    <a:pt x="159" y="15"/>
                    <a:pt x="126" y="31"/>
                  </a:cubicBezTo>
                  <a:cubicBezTo>
                    <a:pt x="121" y="34"/>
                    <a:pt x="117" y="36"/>
                    <a:pt x="112" y="39"/>
                  </a:cubicBezTo>
                  <a:cubicBezTo>
                    <a:pt x="84" y="55"/>
                    <a:pt x="57" y="77"/>
                    <a:pt x="38" y="104"/>
                  </a:cubicBezTo>
                  <a:cubicBezTo>
                    <a:pt x="22" y="122"/>
                    <a:pt x="11" y="143"/>
                    <a:pt x="6" y="166"/>
                  </a:cubicBezTo>
                  <a:cubicBezTo>
                    <a:pt x="1" y="190"/>
                    <a:pt x="2" y="213"/>
                    <a:pt x="10" y="236"/>
                  </a:cubicBezTo>
                  <a:cubicBezTo>
                    <a:pt x="24" y="280"/>
                    <a:pt x="64" y="317"/>
                    <a:pt x="110" y="326"/>
                  </a:cubicBezTo>
                  <a:cubicBezTo>
                    <a:pt x="121" y="328"/>
                    <a:pt x="133" y="332"/>
                    <a:pt x="145" y="334"/>
                  </a:cubicBezTo>
                  <a:cubicBezTo>
                    <a:pt x="158" y="336"/>
                    <a:pt x="170" y="339"/>
                    <a:pt x="182" y="344"/>
                  </a:cubicBezTo>
                  <a:cubicBezTo>
                    <a:pt x="185" y="345"/>
                    <a:pt x="188" y="347"/>
                    <a:pt x="191" y="347"/>
                  </a:cubicBezTo>
                  <a:cubicBezTo>
                    <a:pt x="207" y="349"/>
                    <a:pt x="223" y="350"/>
                    <a:pt x="238" y="351"/>
                  </a:cubicBezTo>
                  <a:lnTo>
                    <a:pt x="242" y="351"/>
                  </a:lnTo>
                  <a:lnTo>
                    <a:pt x="249" y="350"/>
                  </a:lnTo>
                  <a:cubicBezTo>
                    <a:pt x="256" y="349"/>
                    <a:pt x="265" y="349"/>
                    <a:pt x="272" y="349"/>
                  </a:cubicBezTo>
                  <a:cubicBezTo>
                    <a:pt x="295" y="348"/>
                    <a:pt x="316" y="343"/>
                    <a:pt x="336" y="331"/>
                  </a:cubicBezTo>
                  <a:cubicBezTo>
                    <a:pt x="357" y="323"/>
                    <a:pt x="374" y="310"/>
                    <a:pt x="389" y="293"/>
                  </a:cubicBezTo>
                  <a:lnTo>
                    <a:pt x="414" y="257"/>
                  </a:lnTo>
                  <a:cubicBezTo>
                    <a:pt x="427" y="236"/>
                    <a:pt x="432" y="214"/>
                    <a:pt x="432" y="191"/>
                  </a:cubicBezTo>
                  <a:cubicBezTo>
                    <a:pt x="435" y="176"/>
                    <a:pt x="434" y="160"/>
                    <a:pt x="429" y="146"/>
                  </a:cubicBezTo>
                  <a:cubicBezTo>
                    <a:pt x="427" y="124"/>
                    <a:pt x="419" y="103"/>
                    <a:pt x="406" y="84"/>
                  </a:cubicBezTo>
                  <a:cubicBezTo>
                    <a:pt x="396" y="74"/>
                    <a:pt x="387" y="62"/>
                    <a:pt x="378" y="51"/>
                  </a:cubicBezTo>
                  <a:cubicBezTo>
                    <a:pt x="356" y="30"/>
                    <a:pt x="328" y="16"/>
                    <a:pt x="298" y="10"/>
                  </a:cubicBezTo>
                  <a:cubicBezTo>
                    <a:pt x="293" y="9"/>
                    <a:pt x="288" y="8"/>
                    <a:pt x="281" y="7"/>
                  </a:cubicBezTo>
                  <a:cubicBezTo>
                    <a:pt x="279" y="6"/>
                    <a:pt x="276" y="6"/>
                    <a:pt x="274" y="5"/>
                  </a:cubicBezTo>
                  <a:cubicBezTo>
                    <a:pt x="256" y="2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422;p49">
              <a:extLst>
                <a:ext uri="{FF2B5EF4-FFF2-40B4-BE49-F238E27FC236}">
                  <a16:creationId xmlns:a16="http://schemas.microsoft.com/office/drawing/2014/main" id="{77D34599-B9E6-36AD-791C-39B3939E0920}"/>
                </a:ext>
              </a:extLst>
            </p:cNvPr>
            <p:cNvSpPr/>
            <p:nvPr/>
          </p:nvSpPr>
          <p:spPr>
            <a:xfrm>
              <a:off x="4961231" y="1260902"/>
              <a:ext cx="17912" cy="21282"/>
            </a:xfrm>
            <a:custGeom>
              <a:avLst/>
              <a:gdLst/>
              <a:ahLst/>
              <a:cxnLst/>
              <a:rect l="l" t="t" r="r" b="b"/>
              <a:pathLst>
                <a:path w="574" h="682" extrusionOk="0">
                  <a:moveTo>
                    <a:pt x="182" y="0"/>
                  </a:moveTo>
                  <a:cubicBezTo>
                    <a:pt x="149" y="0"/>
                    <a:pt x="117" y="9"/>
                    <a:pt x="87" y="28"/>
                  </a:cubicBezTo>
                  <a:cubicBezTo>
                    <a:pt x="60" y="46"/>
                    <a:pt x="39" y="69"/>
                    <a:pt x="24" y="97"/>
                  </a:cubicBezTo>
                  <a:cubicBezTo>
                    <a:pt x="8" y="127"/>
                    <a:pt x="2" y="159"/>
                    <a:pt x="3" y="192"/>
                  </a:cubicBezTo>
                  <a:cubicBezTo>
                    <a:pt x="2" y="207"/>
                    <a:pt x="0" y="223"/>
                    <a:pt x="1" y="236"/>
                  </a:cubicBezTo>
                  <a:cubicBezTo>
                    <a:pt x="2" y="249"/>
                    <a:pt x="6" y="261"/>
                    <a:pt x="8" y="274"/>
                  </a:cubicBezTo>
                  <a:cubicBezTo>
                    <a:pt x="16" y="314"/>
                    <a:pt x="20" y="334"/>
                    <a:pt x="34" y="367"/>
                  </a:cubicBezTo>
                  <a:cubicBezTo>
                    <a:pt x="40" y="381"/>
                    <a:pt x="45" y="395"/>
                    <a:pt x="51" y="409"/>
                  </a:cubicBezTo>
                  <a:cubicBezTo>
                    <a:pt x="92" y="508"/>
                    <a:pt x="161" y="619"/>
                    <a:pt x="267" y="658"/>
                  </a:cubicBezTo>
                  <a:cubicBezTo>
                    <a:pt x="298" y="674"/>
                    <a:pt x="329" y="681"/>
                    <a:pt x="362" y="681"/>
                  </a:cubicBezTo>
                  <a:cubicBezTo>
                    <a:pt x="366" y="681"/>
                    <a:pt x="371" y="681"/>
                    <a:pt x="375" y="681"/>
                  </a:cubicBezTo>
                  <a:cubicBezTo>
                    <a:pt x="403" y="681"/>
                    <a:pt x="428" y="674"/>
                    <a:pt x="452" y="660"/>
                  </a:cubicBezTo>
                  <a:cubicBezTo>
                    <a:pt x="507" y="634"/>
                    <a:pt x="557" y="582"/>
                    <a:pt x="566" y="518"/>
                  </a:cubicBezTo>
                  <a:cubicBezTo>
                    <a:pt x="569" y="490"/>
                    <a:pt x="574" y="455"/>
                    <a:pt x="573" y="425"/>
                  </a:cubicBezTo>
                  <a:cubicBezTo>
                    <a:pt x="572" y="374"/>
                    <a:pt x="547" y="327"/>
                    <a:pt x="527" y="284"/>
                  </a:cubicBezTo>
                  <a:cubicBezTo>
                    <a:pt x="512" y="255"/>
                    <a:pt x="498" y="227"/>
                    <a:pt x="477" y="202"/>
                  </a:cubicBezTo>
                  <a:cubicBezTo>
                    <a:pt x="467" y="190"/>
                    <a:pt x="457" y="178"/>
                    <a:pt x="447" y="166"/>
                  </a:cubicBezTo>
                  <a:cubicBezTo>
                    <a:pt x="427" y="141"/>
                    <a:pt x="408" y="113"/>
                    <a:pt x="384" y="92"/>
                  </a:cubicBezTo>
                  <a:cubicBezTo>
                    <a:pt x="362" y="74"/>
                    <a:pt x="332" y="50"/>
                    <a:pt x="309" y="37"/>
                  </a:cubicBezTo>
                  <a:cubicBezTo>
                    <a:pt x="296" y="31"/>
                    <a:pt x="284" y="26"/>
                    <a:pt x="270" y="20"/>
                  </a:cubicBezTo>
                  <a:cubicBezTo>
                    <a:pt x="241" y="7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23;p49">
              <a:extLst>
                <a:ext uri="{FF2B5EF4-FFF2-40B4-BE49-F238E27FC236}">
                  <a16:creationId xmlns:a16="http://schemas.microsoft.com/office/drawing/2014/main" id="{2CA13881-A31F-44AC-5F4A-84E2BCA1E492}"/>
                </a:ext>
              </a:extLst>
            </p:cNvPr>
            <p:cNvSpPr/>
            <p:nvPr/>
          </p:nvSpPr>
          <p:spPr>
            <a:xfrm>
              <a:off x="4974525" y="1292231"/>
              <a:ext cx="406" cy="374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13" y="0"/>
                  </a:moveTo>
                  <a:cubicBezTo>
                    <a:pt x="11" y="2"/>
                    <a:pt x="9" y="3"/>
                    <a:pt x="7" y="4"/>
                  </a:cubicBezTo>
                  <a:cubicBezTo>
                    <a:pt x="5" y="5"/>
                    <a:pt x="4" y="8"/>
                    <a:pt x="2" y="10"/>
                  </a:cubicBezTo>
                  <a:lnTo>
                    <a:pt x="2" y="10"/>
                  </a:lnTo>
                  <a:cubicBezTo>
                    <a:pt x="6" y="7"/>
                    <a:pt x="9" y="4"/>
                    <a:pt x="13" y="0"/>
                  </a:cubicBezTo>
                  <a:close/>
                  <a:moveTo>
                    <a:pt x="2" y="10"/>
                  </a:moveTo>
                  <a:lnTo>
                    <a:pt x="2" y="10"/>
                  </a:lnTo>
                  <a:cubicBezTo>
                    <a:pt x="2" y="11"/>
                    <a:pt x="1" y="11"/>
                    <a:pt x="0" y="12"/>
                  </a:cubicBezTo>
                  <a:cubicBezTo>
                    <a:pt x="1" y="11"/>
                    <a:pt x="2" y="11"/>
                    <a:pt x="2" y="1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24;p49">
              <a:extLst>
                <a:ext uri="{FF2B5EF4-FFF2-40B4-BE49-F238E27FC236}">
                  <a16:creationId xmlns:a16="http://schemas.microsoft.com/office/drawing/2014/main" id="{33EB1BF8-F907-6922-F619-26E1F33DDEA6}"/>
                </a:ext>
              </a:extLst>
            </p:cNvPr>
            <p:cNvSpPr/>
            <p:nvPr/>
          </p:nvSpPr>
          <p:spPr>
            <a:xfrm>
              <a:off x="4972995" y="1291732"/>
              <a:ext cx="8113" cy="8893"/>
            </a:xfrm>
            <a:custGeom>
              <a:avLst/>
              <a:gdLst/>
              <a:ahLst/>
              <a:cxnLst/>
              <a:rect l="l" t="t" r="r" b="b"/>
              <a:pathLst>
                <a:path w="260" h="285" extrusionOk="0">
                  <a:moveTo>
                    <a:pt x="119" y="1"/>
                  </a:moveTo>
                  <a:cubicBezTo>
                    <a:pt x="112" y="1"/>
                    <a:pt x="104" y="2"/>
                    <a:pt x="97" y="4"/>
                  </a:cubicBezTo>
                  <a:lnTo>
                    <a:pt x="97" y="4"/>
                  </a:lnTo>
                  <a:cubicBezTo>
                    <a:pt x="93" y="4"/>
                    <a:pt x="90" y="5"/>
                    <a:pt x="87" y="6"/>
                  </a:cubicBezTo>
                  <a:lnTo>
                    <a:pt x="84" y="6"/>
                  </a:lnTo>
                  <a:lnTo>
                    <a:pt x="83" y="7"/>
                  </a:lnTo>
                  <a:lnTo>
                    <a:pt x="80" y="7"/>
                  </a:lnTo>
                  <a:cubicBezTo>
                    <a:pt x="68" y="11"/>
                    <a:pt x="57" y="19"/>
                    <a:pt x="48" y="28"/>
                  </a:cubicBezTo>
                  <a:cubicBezTo>
                    <a:pt x="35" y="38"/>
                    <a:pt x="23" y="49"/>
                    <a:pt x="16" y="65"/>
                  </a:cubicBezTo>
                  <a:cubicBezTo>
                    <a:pt x="5" y="83"/>
                    <a:pt x="1" y="104"/>
                    <a:pt x="2" y="126"/>
                  </a:cubicBezTo>
                  <a:cubicBezTo>
                    <a:pt x="3" y="135"/>
                    <a:pt x="4" y="144"/>
                    <a:pt x="5" y="153"/>
                  </a:cubicBezTo>
                  <a:cubicBezTo>
                    <a:pt x="5" y="153"/>
                    <a:pt x="5" y="154"/>
                    <a:pt x="5" y="154"/>
                  </a:cubicBezTo>
                  <a:cubicBezTo>
                    <a:pt x="7" y="165"/>
                    <a:pt x="9" y="176"/>
                    <a:pt x="11" y="186"/>
                  </a:cubicBezTo>
                  <a:cubicBezTo>
                    <a:pt x="16" y="196"/>
                    <a:pt x="21" y="206"/>
                    <a:pt x="25" y="215"/>
                  </a:cubicBezTo>
                  <a:cubicBezTo>
                    <a:pt x="32" y="224"/>
                    <a:pt x="40" y="232"/>
                    <a:pt x="46" y="240"/>
                  </a:cubicBezTo>
                  <a:cubicBezTo>
                    <a:pt x="48" y="241"/>
                    <a:pt x="49" y="244"/>
                    <a:pt x="50" y="245"/>
                  </a:cubicBezTo>
                  <a:cubicBezTo>
                    <a:pt x="53" y="248"/>
                    <a:pt x="56" y="252"/>
                    <a:pt x="61" y="254"/>
                  </a:cubicBezTo>
                  <a:cubicBezTo>
                    <a:pt x="76" y="269"/>
                    <a:pt x="94" y="278"/>
                    <a:pt x="115" y="282"/>
                  </a:cubicBezTo>
                  <a:cubicBezTo>
                    <a:pt x="123" y="284"/>
                    <a:pt x="132" y="285"/>
                    <a:pt x="140" y="285"/>
                  </a:cubicBezTo>
                  <a:cubicBezTo>
                    <a:pt x="152" y="285"/>
                    <a:pt x="165" y="283"/>
                    <a:pt x="177" y="279"/>
                  </a:cubicBezTo>
                  <a:cubicBezTo>
                    <a:pt x="215" y="267"/>
                    <a:pt x="249" y="232"/>
                    <a:pt x="256" y="191"/>
                  </a:cubicBezTo>
                  <a:cubicBezTo>
                    <a:pt x="256" y="191"/>
                    <a:pt x="256" y="191"/>
                    <a:pt x="256" y="190"/>
                  </a:cubicBezTo>
                  <a:cubicBezTo>
                    <a:pt x="257" y="180"/>
                    <a:pt x="258" y="169"/>
                    <a:pt x="259" y="159"/>
                  </a:cubicBezTo>
                  <a:lnTo>
                    <a:pt x="259" y="156"/>
                  </a:lnTo>
                  <a:lnTo>
                    <a:pt x="259" y="148"/>
                  </a:lnTo>
                  <a:lnTo>
                    <a:pt x="259" y="142"/>
                  </a:lnTo>
                  <a:cubicBezTo>
                    <a:pt x="258" y="136"/>
                    <a:pt x="257" y="131"/>
                    <a:pt x="256" y="123"/>
                  </a:cubicBezTo>
                  <a:cubicBezTo>
                    <a:pt x="255" y="113"/>
                    <a:pt x="252" y="102"/>
                    <a:pt x="246" y="93"/>
                  </a:cubicBezTo>
                  <a:cubicBezTo>
                    <a:pt x="244" y="87"/>
                    <a:pt x="242" y="81"/>
                    <a:pt x="237" y="77"/>
                  </a:cubicBezTo>
                  <a:cubicBezTo>
                    <a:pt x="232" y="69"/>
                    <a:pt x="226" y="63"/>
                    <a:pt x="221" y="55"/>
                  </a:cubicBezTo>
                  <a:cubicBezTo>
                    <a:pt x="214" y="47"/>
                    <a:pt x="208" y="39"/>
                    <a:pt x="201" y="31"/>
                  </a:cubicBezTo>
                  <a:cubicBezTo>
                    <a:pt x="189" y="21"/>
                    <a:pt x="176" y="12"/>
                    <a:pt x="161" y="8"/>
                  </a:cubicBezTo>
                  <a:cubicBezTo>
                    <a:pt x="153" y="4"/>
                    <a:pt x="145" y="2"/>
                    <a:pt x="135" y="2"/>
                  </a:cubicBezTo>
                  <a:cubicBezTo>
                    <a:pt x="133" y="2"/>
                    <a:pt x="132" y="2"/>
                    <a:pt x="130" y="2"/>
                  </a:cubicBezTo>
                  <a:cubicBezTo>
                    <a:pt x="126" y="1"/>
                    <a:pt x="122" y="1"/>
                    <a:pt x="119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25;p49">
              <a:extLst>
                <a:ext uri="{FF2B5EF4-FFF2-40B4-BE49-F238E27FC236}">
                  <a16:creationId xmlns:a16="http://schemas.microsoft.com/office/drawing/2014/main" id="{9C659BDC-7FBB-08D7-A6C6-75ADA7CAF0EF}"/>
                </a:ext>
              </a:extLst>
            </p:cNvPr>
            <p:cNvSpPr/>
            <p:nvPr/>
          </p:nvSpPr>
          <p:spPr>
            <a:xfrm>
              <a:off x="4974368" y="1292637"/>
              <a:ext cx="125" cy="94"/>
            </a:xfrm>
            <a:custGeom>
              <a:avLst/>
              <a:gdLst/>
              <a:ahLst/>
              <a:cxnLst/>
              <a:rect l="l" t="t" r="r" b="b"/>
              <a:pathLst>
                <a:path w="4" h="3" extrusionOk="0">
                  <a:moveTo>
                    <a:pt x="3" y="0"/>
                  </a:moveTo>
                  <a:cubicBezTo>
                    <a:pt x="2" y="1"/>
                    <a:pt x="2" y="1"/>
                    <a:pt x="1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26;p49">
              <a:extLst>
                <a:ext uri="{FF2B5EF4-FFF2-40B4-BE49-F238E27FC236}">
                  <a16:creationId xmlns:a16="http://schemas.microsoft.com/office/drawing/2014/main" id="{0B6536F7-764F-2E38-703D-11F621356737}"/>
                </a:ext>
              </a:extLst>
            </p:cNvPr>
            <p:cNvSpPr/>
            <p:nvPr/>
          </p:nvSpPr>
          <p:spPr>
            <a:xfrm>
              <a:off x="4974462" y="129257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27;p49">
              <a:extLst>
                <a:ext uri="{FF2B5EF4-FFF2-40B4-BE49-F238E27FC236}">
                  <a16:creationId xmlns:a16="http://schemas.microsoft.com/office/drawing/2014/main" id="{DB4DC441-6EA0-B230-00B3-A5F9DE4CCC57}"/>
                </a:ext>
              </a:extLst>
            </p:cNvPr>
            <p:cNvSpPr/>
            <p:nvPr/>
          </p:nvSpPr>
          <p:spPr>
            <a:xfrm>
              <a:off x="4893984" y="1225297"/>
              <a:ext cx="14136" cy="13730"/>
            </a:xfrm>
            <a:custGeom>
              <a:avLst/>
              <a:gdLst/>
              <a:ahLst/>
              <a:cxnLst/>
              <a:rect l="l" t="t" r="r" b="b"/>
              <a:pathLst>
                <a:path w="453" h="440" extrusionOk="0">
                  <a:moveTo>
                    <a:pt x="186" y="1"/>
                  </a:moveTo>
                  <a:cubicBezTo>
                    <a:pt x="185" y="1"/>
                    <a:pt x="184" y="2"/>
                    <a:pt x="183" y="2"/>
                  </a:cubicBezTo>
                  <a:cubicBezTo>
                    <a:pt x="167" y="4"/>
                    <a:pt x="150" y="7"/>
                    <a:pt x="133" y="11"/>
                  </a:cubicBezTo>
                  <a:cubicBezTo>
                    <a:pt x="99" y="20"/>
                    <a:pt x="70" y="43"/>
                    <a:pt x="50" y="71"/>
                  </a:cubicBezTo>
                  <a:lnTo>
                    <a:pt x="50" y="71"/>
                  </a:lnTo>
                  <a:cubicBezTo>
                    <a:pt x="52" y="68"/>
                    <a:pt x="55" y="64"/>
                    <a:pt x="58" y="61"/>
                  </a:cubicBezTo>
                  <a:lnTo>
                    <a:pt x="58" y="61"/>
                  </a:lnTo>
                  <a:cubicBezTo>
                    <a:pt x="57" y="62"/>
                    <a:pt x="57" y="62"/>
                    <a:pt x="56" y="63"/>
                  </a:cubicBezTo>
                  <a:cubicBezTo>
                    <a:pt x="26" y="104"/>
                    <a:pt x="30" y="94"/>
                    <a:pt x="17" y="131"/>
                  </a:cubicBezTo>
                  <a:cubicBezTo>
                    <a:pt x="7" y="157"/>
                    <a:pt x="0" y="176"/>
                    <a:pt x="4" y="208"/>
                  </a:cubicBezTo>
                  <a:cubicBezTo>
                    <a:pt x="4" y="210"/>
                    <a:pt x="5" y="211"/>
                    <a:pt x="5" y="212"/>
                  </a:cubicBezTo>
                  <a:cubicBezTo>
                    <a:pt x="8" y="231"/>
                    <a:pt x="12" y="250"/>
                    <a:pt x="16" y="269"/>
                  </a:cubicBezTo>
                  <a:cubicBezTo>
                    <a:pt x="17" y="274"/>
                    <a:pt x="18" y="279"/>
                    <a:pt x="20" y="285"/>
                  </a:cubicBezTo>
                  <a:lnTo>
                    <a:pt x="21" y="287"/>
                  </a:lnTo>
                  <a:cubicBezTo>
                    <a:pt x="27" y="301"/>
                    <a:pt x="38" y="323"/>
                    <a:pt x="45" y="337"/>
                  </a:cubicBezTo>
                  <a:cubicBezTo>
                    <a:pt x="46" y="338"/>
                    <a:pt x="46" y="339"/>
                    <a:pt x="47" y="340"/>
                  </a:cubicBezTo>
                  <a:cubicBezTo>
                    <a:pt x="59" y="354"/>
                    <a:pt x="70" y="367"/>
                    <a:pt x="82" y="381"/>
                  </a:cubicBezTo>
                  <a:cubicBezTo>
                    <a:pt x="95" y="396"/>
                    <a:pt x="110" y="406"/>
                    <a:pt x="127" y="413"/>
                  </a:cubicBezTo>
                  <a:cubicBezTo>
                    <a:pt x="135" y="416"/>
                    <a:pt x="153" y="423"/>
                    <a:pt x="156" y="423"/>
                  </a:cubicBezTo>
                  <a:cubicBezTo>
                    <a:pt x="156" y="423"/>
                    <a:pt x="156" y="423"/>
                    <a:pt x="156" y="423"/>
                  </a:cubicBezTo>
                  <a:cubicBezTo>
                    <a:pt x="163" y="426"/>
                    <a:pt x="175" y="431"/>
                    <a:pt x="185" y="433"/>
                  </a:cubicBezTo>
                  <a:cubicBezTo>
                    <a:pt x="202" y="438"/>
                    <a:pt x="245" y="439"/>
                    <a:pt x="246" y="439"/>
                  </a:cubicBezTo>
                  <a:lnTo>
                    <a:pt x="246" y="439"/>
                  </a:lnTo>
                  <a:cubicBezTo>
                    <a:pt x="267" y="438"/>
                    <a:pt x="288" y="434"/>
                    <a:pt x="307" y="428"/>
                  </a:cubicBezTo>
                  <a:cubicBezTo>
                    <a:pt x="312" y="426"/>
                    <a:pt x="352" y="407"/>
                    <a:pt x="355" y="405"/>
                  </a:cubicBezTo>
                  <a:cubicBezTo>
                    <a:pt x="369" y="393"/>
                    <a:pt x="382" y="382"/>
                    <a:pt x="396" y="371"/>
                  </a:cubicBezTo>
                  <a:cubicBezTo>
                    <a:pt x="405" y="357"/>
                    <a:pt x="416" y="342"/>
                    <a:pt x="426" y="328"/>
                  </a:cubicBezTo>
                  <a:cubicBezTo>
                    <a:pt x="430" y="319"/>
                    <a:pt x="433" y="311"/>
                    <a:pt x="435" y="301"/>
                  </a:cubicBezTo>
                  <a:cubicBezTo>
                    <a:pt x="444" y="285"/>
                    <a:pt x="447" y="267"/>
                    <a:pt x="447" y="249"/>
                  </a:cubicBezTo>
                  <a:cubicBezTo>
                    <a:pt x="449" y="217"/>
                    <a:pt x="452" y="204"/>
                    <a:pt x="439" y="168"/>
                  </a:cubicBezTo>
                  <a:cubicBezTo>
                    <a:pt x="438" y="166"/>
                    <a:pt x="418" y="124"/>
                    <a:pt x="417" y="122"/>
                  </a:cubicBezTo>
                  <a:cubicBezTo>
                    <a:pt x="412" y="115"/>
                    <a:pt x="407" y="108"/>
                    <a:pt x="399" y="102"/>
                  </a:cubicBezTo>
                  <a:cubicBezTo>
                    <a:pt x="392" y="92"/>
                    <a:pt x="379" y="86"/>
                    <a:pt x="369" y="77"/>
                  </a:cubicBezTo>
                  <a:lnTo>
                    <a:pt x="369" y="77"/>
                  </a:lnTo>
                  <a:lnTo>
                    <a:pt x="373" y="81"/>
                  </a:lnTo>
                  <a:cubicBezTo>
                    <a:pt x="371" y="78"/>
                    <a:pt x="367" y="76"/>
                    <a:pt x="365" y="73"/>
                  </a:cubicBezTo>
                  <a:cubicBezTo>
                    <a:pt x="363" y="72"/>
                    <a:pt x="361" y="71"/>
                    <a:pt x="360" y="70"/>
                  </a:cubicBezTo>
                  <a:cubicBezTo>
                    <a:pt x="353" y="65"/>
                    <a:pt x="348" y="56"/>
                    <a:pt x="339" y="52"/>
                  </a:cubicBezTo>
                  <a:cubicBezTo>
                    <a:pt x="338" y="52"/>
                    <a:pt x="334" y="50"/>
                    <a:pt x="329" y="48"/>
                  </a:cubicBezTo>
                  <a:cubicBezTo>
                    <a:pt x="322" y="45"/>
                    <a:pt x="316" y="41"/>
                    <a:pt x="309" y="38"/>
                  </a:cubicBezTo>
                  <a:lnTo>
                    <a:pt x="309" y="38"/>
                  </a:lnTo>
                  <a:lnTo>
                    <a:pt x="315" y="40"/>
                  </a:lnTo>
                  <a:cubicBezTo>
                    <a:pt x="310" y="38"/>
                    <a:pt x="306" y="34"/>
                    <a:pt x="302" y="31"/>
                  </a:cubicBezTo>
                  <a:cubicBezTo>
                    <a:pt x="283" y="20"/>
                    <a:pt x="262" y="10"/>
                    <a:pt x="240" y="5"/>
                  </a:cubicBezTo>
                  <a:cubicBezTo>
                    <a:pt x="222" y="3"/>
                    <a:pt x="204" y="2"/>
                    <a:pt x="186" y="1"/>
                  </a:cubicBezTo>
                  <a:close/>
                  <a:moveTo>
                    <a:pt x="246" y="439"/>
                  </a:moveTo>
                  <a:cubicBezTo>
                    <a:pt x="246" y="439"/>
                    <a:pt x="246" y="439"/>
                    <a:pt x="246" y="439"/>
                  </a:cubicBezTo>
                  <a:cubicBezTo>
                    <a:pt x="246" y="439"/>
                    <a:pt x="247" y="439"/>
                    <a:pt x="246" y="4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28;p49">
              <a:extLst>
                <a:ext uri="{FF2B5EF4-FFF2-40B4-BE49-F238E27FC236}">
                  <a16:creationId xmlns:a16="http://schemas.microsoft.com/office/drawing/2014/main" id="{10377C37-44B2-AC0A-1F95-6ED1310FC599}"/>
                </a:ext>
              </a:extLst>
            </p:cNvPr>
            <p:cNvSpPr/>
            <p:nvPr/>
          </p:nvSpPr>
          <p:spPr>
            <a:xfrm>
              <a:off x="4871673" y="1131245"/>
              <a:ext cx="12794" cy="13730"/>
            </a:xfrm>
            <a:custGeom>
              <a:avLst/>
              <a:gdLst/>
              <a:ahLst/>
              <a:cxnLst/>
              <a:rect l="l" t="t" r="r" b="b"/>
              <a:pathLst>
                <a:path w="410" h="440" extrusionOk="0">
                  <a:moveTo>
                    <a:pt x="154" y="1"/>
                  </a:moveTo>
                  <a:cubicBezTo>
                    <a:pt x="152" y="1"/>
                    <a:pt x="149" y="1"/>
                    <a:pt x="147" y="1"/>
                  </a:cubicBezTo>
                  <a:cubicBezTo>
                    <a:pt x="132" y="2"/>
                    <a:pt x="115" y="5"/>
                    <a:pt x="101" y="11"/>
                  </a:cubicBezTo>
                  <a:cubicBezTo>
                    <a:pt x="67" y="25"/>
                    <a:pt x="40" y="43"/>
                    <a:pt x="23" y="75"/>
                  </a:cubicBezTo>
                  <a:cubicBezTo>
                    <a:pt x="22" y="77"/>
                    <a:pt x="21" y="79"/>
                    <a:pt x="20" y="81"/>
                  </a:cubicBezTo>
                  <a:cubicBezTo>
                    <a:pt x="7" y="109"/>
                    <a:pt x="0" y="138"/>
                    <a:pt x="1" y="168"/>
                  </a:cubicBezTo>
                  <a:cubicBezTo>
                    <a:pt x="1" y="172"/>
                    <a:pt x="1" y="178"/>
                    <a:pt x="1" y="183"/>
                  </a:cubicBezTo>
                  <a:cubicBezTo>
                    <a:pt x="3" y="222"/>
                    <a:pt x="16" y="246"/>
                    <a:pt x="33" y="279"/>
                  </a:cubicBezTo>
                  <a:cubicBezTo>
                    <a:pt x="25" y="266"/>
                    <a:pt x="19" y="252"/>
                    <a:pt x="13" y="238"/>
                  </a:cubicBezTo>
                  <a:lnTo>
                    <a:pt x="13" y="238"/>
                  </a:lnTo>
                  <a:cubicBezTo>
                    <a:pt x="17" y="248"/>
                    <a:pt x="21" y="257"/>
                    <a:pt x="25" y="267"/>
                  </a:cubicBezTo>
                  <a:cubicBezTo>
                    <a:pt x="42" y="302"/>
                    <a:pt x="53" y="325"/>
                    <a:pt x="82" y="352"/>
                  </a:cubicBezTo>
                  <a:cubicBezTo>
                    <a:pt x="86" y="356"/>
                    <a:pt x="90" y="359"/>
                    <a:pt x="94" y="363"/>
                  </a:cubicBezTo>
                  <a:cubicBezTo>
                    <a:pt x="98" y="366"/>
                    <a:pt x="102" y="370"/>
                    <a:pt x="106" y="373"/>
                  </a:cubicBezTo>
                  <a:cubicBezTo>
                    <a:pt x="130" y="394"/>
                    <a:pt x="146" y="403"/>
                    <a:pt x="173" y="413"/>
                  </a:cubicBezTo>
                  <a:cubicBezTo>
                    <a:pt x="180" y="415"/>
                    <a:pt x="188" y="418"/>
                    <a:pt x="195" y="420"/>
                  </a:cubicBezTo>
                  <a:cubicBezTo>
                    <a:pt x="196" y="421"/>
                    <a:pt x="197" y="421"/>
                    <a:pt x="198" y="421"/>
                  </a:cubicBezTo>
                  <a:cubicBezTo>
                    <a:pt x="200" y="423"/>
                    <a:pt x="203" y="424"/>
                    <a:pt x="205" y="425"/>
                  </a:cubicBezTo>
                  <a:cubicBezTo>
                    <a:pt x="241" y="438"/>
                    <a:pt x="233" y="437"/>
                    <a:pt x="262" y="439"/>
                  </a:cubicBezTo>
                  <a:cubicBezTo>
                    <a:pt x="265" y="439"/>
                    <a:pt x="269" y="440"/>
                    <a:pt x="272" y="440"/>
                  </a:cubicBezTo>
                  <a:cubicBezTo>
                    <a:pt x="304" y="440"/>
                    <a:pt x="333" y="431"/>
                    <a:pt x="358" y="410"/>
                  </a:cubicBezTo>
                  <a:cubicBezTo>
                    <a:pt x="381" y="390"/>
                    <a:pt x="396" y="364"/>
                    <a:pt x="403" y="335"/>
                  </a:cubicBezTo>
                  <a:cubicBezTo>
                    <a:pt x="409" y="312"/>
                    <a:pt x="407" y="286"/>
                    <a:pt x="407" y="262"/>
                  </a:cubicBezTo>
                  <a:cubicBezTo>
                    <a:pt x="407" y="257"/>
                    <a:pt x="407" y="251"/>
                    <a:pt x="407" y="246"/>
                  </a:cubicBezTo>
                  <a:cubicBezTo>
                    <a:pt x="407" y="229"/>
                    <a:pt x="402" y="210"/>
                    <a:pt x="399" y="194"/>
                  </a:cubicBezTo>
                  <a:cubicBezTo>
                    <a:pt x="394" y="178"/>
                    <a:pt x="384" y="163"/>
                    <a:pt x="377" y="147"/>
                  </a:cubicBezTo>
                  <a:cubicBezTo>
                    <a:pt x="364" y="121"/>
                    <a:pt x="353" y="95"/>
                    <a:pt x="329" y="76"/>
                  </a:cubicBezTo>
                  <a:cubicBezTo>
                    <a:pt x="312" y="62"/>
                    <a:pt x="294" y="50"/>
                    <a:pt x="277" y="38"/>
                  </a:cubicBezTo>
                  <a:cubicBezTo>
                    <a:pt x="254" y="22"/>
                    <a:pt x="232" y="11"/>
                    <a:pt x="203" y="6"/>
                  </a:cubicBezTo>
                  <a:cubicBezTo>
                    <a:pt x="187" y="3"/>
                    <a:pt x="171" y="1"/>
                    <a:pt x="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29;p49">
              <a:extLst>
                <a:ext uri="{FF2B5EF4-FFF2-40B4-BE49-F238E27FC236}">
                  <a16:creationId xmlns:a16="http://schemas.microsoft.com/office/drawing/2014/main" id="{1C82687E-3E0D-C5FA-C403-C4D736EEF9EF}"/>
                </a:ext>
              </a:extLst>
            </p:cNvPr>
            <p:cNvSpPr/>
            <p:nvPr/>
          </p:nvSpPr>
          <p:spPr>
            <a:xfrm>
              <a:off x="5015185" y="1229790"/>
              <a:ext cx="19066" cy="23747"/>
            </a:xfrm>
            <a:custGeom>
              <a:avLst/>
              <a:gdLst/>
              <a:ahLst/>
              <a:cxnLst/>
              <a:rect l="l" t="t" r="r" b="b"/>
              <a:pathLst>
                <a:path w="611" h="761" extrusionOk="0">
                  <a:moveTo>
                    <a:pt x="520" y="381"/>
                  </a:moveTo>
                  <a:cubicBezTo>
                    <a:pt x="520" y="382"/>
                    <a:pt x="521" y="382"/>
                    <a:pt x="521" y="382"/>
                  </a:cubicBezTo>
                  <a:lnTo>
                    <a:pt x="521" y="382"/>
                  </a:lnTo>
                  <a:cubicBezTo>
                    <a:pt x="521" y="382"/>
                    <a:pt x="520" y="382"/>
                    <a:pt x="520" y="381"/>
                  </a:cubicBezTo>
                  <a:close/>
                  <a:moveTo>
                    <a:pt x="24" y="400"/>
                  </a:moveTo>
                  <a:cubicBezTo>
                    <a:pt x="25" y="404"/>
                    <a:pt x="25" y="408"/>
                    <a:pt x="26" y="412"/>
                  </a:cubicBezTo>
                  <a:cubicBezTo>
                    <a:pt x="25" y="408"/>
                    <a:pt x="25" y="404"/>
                    <a:pt x="24" y="400"/>
                  </a:cubicBezTo>
                  <a:close/>
                  <a:moveTo>
                    <a:pt x="150" y="1"/>
                  </a:moveTo>
                  <a:cubicBezTo>
                    <a:pt x="129" y="1"/>
                    <a:pt x="107" y="8"/>
                    <a:pt x="89" y="18"/>
                  </a:cubicBezTo>
                  <a:cubicBezTo>
                    <a:pt x="45" y="40"/>
                    <a:pt x="30" y="88"/>
                    <a:pt x="18" y="131"/>
                  </a:cubicBezTo>
                  <a:cubicBezTo>
                    <a:pt x="7" y="165"/>
                    <a:pt x="2" y="197"/>
                    <a:pt x="2" y="233"/>
                  </a:cubicBezTo>
                  <a:cubicBezTo>
                    <a:pt x="0" y="282"/>
                    <a:pt x="10" y="329"/>
                    <a:pt x="19" y="377"/>
                  </a:cubicBezTo>
                  <a:lnTo>
                    <a:pt x="19" y="377"/>
                  </a:lnTo>
                  <a:cubicBezTo>
                    <a:pt x="26" y="419"/>
                    <a:pt x="34" y="461"/>
                    <a:pt x="47" y="502"/>
                  </a:cubicBezTo>
                  <a:cubicBezTo>
                    <a:pt x="67" y="559"/>
                    <a:pt x="97" y="600"/>
                    <a:pt x="135" y="645"/>
                  </a:cubicBezTo>
                  <a:cubicBezTo>
                    <a:pt x="162" y="678"/>
                    <a:pt x="181" y="696"/>
                    <a:pt x="221" y="719"/>
                  </a:cubicBezTo>
                  <a:cubicBezTo>
                    <a:pt x="248" y="734"/>
                    <a:pt x="281" y="744"/>
                    <a:pt x="308" y="753"/>
                  </a:cubicBezTo>
                  <a:cubicBezTo>
                    <a:pt x="325" y="758"/>
                    <a:pt x="345" y="761"/>
                    <a:pt x="364" y="761"/>
                  </a:cubicBezTo>
                  <a:cubicBezTo>
                    <a:pt x="419" y="761"/>
                    <a:pt x="477" y="741"/>
                    <a:pt x="519" y="712"/>
                  </a:cubicBezTo>
                  <a:cubicBezTo>
                    <a:pt x="570" y="675"/>
                    <a:pt x="601" y="626"/>
                    <a:pt x="606" y="563"/>
                  </a:cubicBezTo>
                  <a:cubicBezTo>
                    <a:pt x="610" y="506"/>
                    <a:pt x="591" y="443"/>
                    <a:pt x="545" y="405"/>
                  </a:cubicBezTo>
                  <a:cubicBezTo>
                    <a:pt x="536" y="398"/>
                    <a:pt x="528" y="391"/>
                    <a:pt x="521" y="382"/>
                  </a:cubicBezTo>
                  <a:lnTo>
                    <a:pt x="521" y="382"/>
                  </a:lnTo>
                  <a:cubicBezTo>
                    <a:pt x="525" y="387"/>
                    <a:pt x="528" y="391"/>
                    <a:pt x="532" y="396"/>
                  </a:cubicBezTo>
                  <a:lnTo>
                    <a:pt x="532" y="396"/>
                  </a:lnTo>
                  <a:cubicBezTo>
                    <a:pt x="513" y="374"/>
                    <a:pt x="492" y="356"/>
                    <a:pt x="465" y="342"/>
                  </a:cubicBezTo>
                  <a:cubicBezTo>
                    <a:pt x="458" y="338"/>
                    <a:pt x="451" y="335"/>
                    <a:pt x="445" y="332"/>
                  </a:cubicBezTo>
                  <a:cubicBezTo>
                    <a:pt x="442" y="330"/>
                    <a:pt x="439" y="328"/>
                    <a:pt x="435" y="326"/>
                  </a:cubicBezTo>
                  <a:cubicBezTo>
                    <a:pt x="430" y="322"/>
                    <a:pt x="425" y="317"/>
                    <a:pt x="421" y="314"/>
                  </a:cubicBezTo>
                  <a:cubicBezTo>
                    <a:pt x="397" y="293"/>
                    <a:pt x="371" y="276"/>
                    <a:pt x="344" y="257"/>
                  </a:cubicBezTo>
                  <a:lnTo>
                    <a:pt x="344" y="257"/>
                  </a:lnTo>
                  <a:lnTo>
                    <a:pt x="389" y="288"/>
                  </a:lnTo>
                  <a:cubicBezTo>
                    <a:pt x="368" y="274"/>
                    <a:pt x="351" y="257"/>
                    <a:pt x="332" y="239"/>
                  </a:cubicBezTo>
                  <a:cubicBezTo>
                    <a:pt x="318" y="220"/>
                    <a:pt x="306" y="200"/>
                    <a:pt x="295" y="178"/>
                  </a:cubicBezTo>
                  <a:cubicBezTo>
                    <a:pt x="284" y="154"/>
                    <a:pt x="272" y="130"/>
                    <a:pt x="261" y="106"/>
                  </a:cubicBezTo>
                  <a:lnTo>
                    <a:pt x="261" y="106"/>
                  </a:lnTo>
                  <a:cubicBezTo>
                    <a:pt x="266" y="117"/>
                    <a:pt x="271" y="127"/>
                    <a:pt x="276" y="137"/>
                  </a:cubicBezTo>
                  <a:cubicBezTo>
                    <a:pt x="270" y="124"/>
                    <a:pt x="264" y="109"/>
                    <a:pt x="259" y="96"/>
                  </a:cubicBezTo>
                  <a:cubicBezTo>
                    <a:pt x="245" y="58"/>
                    <a:pt x="226" y="35"/>
                    <a:pt x="193" y="13"/>
                  </a:cubicBezTo>
                  <a:cubicBezTo>
                    <a:pt x="179" y="4"/>
                    <a:pt x="165" y="1"/>
                    <a:pt x="15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30;p49">
              <a:extLst>
                <a:ext uri="{FF2B5EF4-FFF2-40B4-BE49-F238E27FC236}">
                  <a16:creationId xmlns:a16="http://schemas.microsoft.com/office/drawing/2014/main" id="{1337D3E6-0CB1-2B66-1358-F453932CE6D7}"/>
                </a:ext>
              </a:extLst>
            </p:cNvPr>
            <p:cNvSpPr/>
            <p:nvPr/>
          </p:nvSpPr>
          <p:spPr>
            <a:xfrm>
              <a:off x="5043456" y="1243520"/>
              <a:ext cx="9830" cy="7832"/>
            </a:xfrm>
            <a:custGeom>
              <a:avLst/>
              <a:gdLst/>
              <a:ahLst/>
              <a:cxnLst/>
              <a:rect l="l" t="t" r="r" b="b"/>
              <a:pathLst>
                <a:path w="315" h="251" extrusionOk="0">
                  <a:moveTo>
                    <a:pt x="87" y="1"/>
                  </a:moveTo>
                  <a:cubicBezTo>
                    <a:pt x="86" y="1"/>
                    <a:pt x="84" y="1"/>
                    <a:pt x="83" y="1"/>
                  </a:cubicBezTo>
                  <a:cubicBezTo>
                    <a:pt x="68" y="3"/>
                    <a:pt x="53" y="7"/>
                    <a:pt x="40" y="16"/>
                  </a:cubicBezTo>
                  <a:cubicBezTo>
                    <a:pt x="21" y="29"/>
                    <a:pt x="11" y="46"/>
                    <a:pt x="5" y="68"/>
                  </a:cubicBezTo>
                  <a:cubicBezTo>
                    <a:pt x="0" y="82"/>
                    <a:pt x="3" y="101"/>
                    <a:pt x="7" y="114"/>
                  </a:cubicBezTo>
                  <a:cubicBezTo>
                    <a:pt x="9" y="122"/>
                    <a:pt x="14" y="131"/>
                    <a:pt x="19" y="139"/>
                  </a:cubicBezTo>
                  <a:cubicBezTo>
                    <a:pt x="21" y="144"/>
                    <a:pt x="25" y="149"/>
                    <a:pt x="28" y="154"/>
                  </a:cubicBezTo>
                  <a:cubicBezTo>
                    <a:pt x="39" y="172"/>
                    <a:pt x="54" y="184"/>
                    <a:pt x="70" y="197"/>
                  </a:cubicBezTo>
                  <a:cubicBezTo>
                    <a:pt x="81" y="205"/>
                    <a:pt x="93" y="213"/>
                    <a:pt x="105" y="221"/>
                  </a:cubicBezTo>
                  <a:cubicBezTo>
                    <a:pt x="118" y="230"/>
                    <a:pt x="131" y="235"/>
                    <a:pt x="146" y="240"/>
                  </a:cubicBezTo>
                  <a:cubicBezTo>
                    <a:pt x="167" y="246"/>
                    <a:pt x="189" y="250"/>
                    <a:pt x="212" y="250"/>
                  </a:cubicBezTo>
                  <a:cubicBezTo>
                    <a:pt x="221" y="249"/>
                    <a:pt x="230" y="247"/>
                    <a:pt x="239" y="245"/>
                  </a:cubicBezTo>
                  <a:cubicBezTo>
                    <a:pt x="254" y="241"/>
                    <a:pt x="265" y="234"/>
                    <a:pt x="275" y="224"/>
                  </a:cubicBezTo>
                  <a:cubicBezTo>
                    <a:pt x="292" y="209"/>
                    <a:pt x="308" y="188"/>
                    <a:pt x="312" y="164"/>
                  </a:cubicBezTo>
                  <a:cubicBezTo>
                    <a:pt x="314" y="145"/>
                    <a:pt x="314" y="127"/>
                    <a:pt x="309" y="108"/>
                  </a:cubicBezTo>
                  <a:cubicBezTo>
                    <a:pt x="301" y="81"/>
                    <a:pt x="279" y="60"/>
                    <a:pt x="256" y="45"/>
                  </a:cubicBezTo>
                  <a:cubicBezTo>
                    <a:pt x="250" y="42"/>
                    <a:pt x="243" y="40"/>
                    <a:pt x="237" y="38"/>
                  </a:cubicBezTo>
                  <a:cubicBezTo>
                    <a:pt x="228" y="33"/>
                    <a:pt x="217" y="29"/>
                    <a:pt x="208" y="26"/>
                  </a:cubicBezTo>
                  <a:cubicBezTo>
                    <a:pt x="191" y="20"/>
                    <a:pt x="174" y="18"/>
                    <a:pt x="157" y="14"/>
                  </a:cubicBezTo>
                  <a:cubicBezTo>
                    <a:pt x="145" y="10"/>
                    <a:pt x="134" y="7"/>
                    <a:pt x="122" y="5"/>
                  </a:cubicBezTo>
                  <a:cubicBezTo>
                    <a:pt x="111" y="4"/>
                    <a:pt x="98" y="1"/>
                    <a:pt x="8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31;p49">
              <a:extLst>
                <a:ext uri="{FF2B5EF4-FFF2-40B4-BE49-F238E27FC236}">
                  <a16:creationId xmlns:a16="http://schemas.microsoft.com/office/drawing/2014/main" id="{6AC4E14F-D54F-A381-166E-CE19F26C1E6E}"/>
                </a:ext>
              </a:extLst>
            </p:cNvPr>
            <p:cNvSpPr/>
            <p:nvPr/>
          </p:nvSpPr>
          <p:spPr>
            <a:xfrm>
              <a:off x="4933584" y="1118451"/>
              <a:ext cx="24340" cy="28428"/>
            </a:xfrm>
            <a:custGeom>
              <a:avLst/>
              <a:gdLst/>
              <a:ahLst/>
              <a:cxnLst/>
              <a:rect l="l" t="t" r="r" b="b"/>
              <a:pathLst>
                <a:path w="780" h="911" extrusionOk="0">
                  <a:moveTo>
                    <a:pt x="747" y="240"/>
                  </a:moveTo>
                  <a:cubicBezTo>
                    <a:pt x="746" y="243"/>
                    <a:pt x="745" y="246"/>
                    <a:pt x="744" y="249"/>
                  </a:cubicBezTo>
                  <a:lnTo>
                    <a:pt x="744" y="249"/>
                  </a:lnTo>
                  <a:cubicBezTo>
                    <a:pt x="745" y="246"/>
                    <a:pt x="746" y="243"/>
                    <a:pt x="747" y="240"/>
                  </a:cubicBezTo>
                  <a:close/>
                  <a:moveTo>
                    <a:pt x="536" y="0"/>
                  </a:moveTo>
                  <a:cubicBezTo>
                    <a:pt x="526" y="0"/>
                    <a:pt x="515" y="1"/>
                    <a:pt x="505" y="3"/>
                  </a:cubicBezTo>
                  <a:cubicBezTo>
                    <a:pt x="445" y="12"/>
                    <a:pt x="415" y="20"/>
                    <a:pt x="363" y="47"/>
                  </a:cubicBezTo>
                  <a:cubicBezTo>
                    <a:pt x="346" y="55"/>
                    <a:pt x="330" y="63"/>
                    <a:pt x="316" y="73"/>
                  </a:cubicBezTo>
                  <a:cubicBezTo>
                    <a:pt x="220" y="131"/>
                    <a:pt x="148" y="223"/>
                    <a:pt x="92" y="319"/>
                  </a:cubicBezTo>
                  <a:cubicBezTo>
                    <a:pt x="63" y="367"/>
                    <a:pt x="46" y="422"/>
                    <a:pt x="31" y="476"/>
                  </a:cubicBezTo>
                  <a:cubicBezTo>
                    <a:pt x="11" y="549"/>
                    <a:pt x="1" y="635"/>
                    <a:pt x="27" y="707"/>
                  </a:cubicBezTo>
                  <a:cubicBezTo>
                    <a:pt x="61" y="798"/>
                    <a:pt x="129" y="882"/>
                    <a:pt x="225" y="906"/>
                  </a:cubicBezTo>
                  <a:cubicBezTo>
                    <a:pt x="239" y="909"/>
                    <a:pt x="254" y="910"/>
                    <a:pt x="268" y="910"/>
                  </a:cubicBezTo>
                  <a:cubicBezTo>
                    <a:pt x="291" y="910"/>
                    <a:pt x="313" y="907"/>
                    <a:pt x="336" y="899"/>
                  </a:cubicBezTo>
                  <a:cubicBezTo>
                    <a:pt x="353" y="892"/>
                    <a:pt x="371" y="884"/>
                    <a:pt x="388" y="874"/>
                  </a:cubicBezTo>
                  <a:cubicBezTo>
                    <a:pt x="411" y="861"/>
                    <a:pt x="430" y="842"/>
                    <a:pt x="443" y="819"/>
                  </a:cubicBezTo>
                  <a:lnTo>
                    <a:pt x="443" y="819"/>
                  </a:lnTo>
                  <a:cubicBezTo>
                    <a:pt x="444" y="818"/>
                    <a:pt x="445" y="817"/>
                    <a:pt x="445" y="817"/>
                  </a:cubicBezTo>
                  <a:cubicBezTo>
                    <a:pt x="446" y="816"/>
                    <a:pt x="446" y="816"/>
                    <a:pt x="448" y="815"/>
                  </a:cubicBezTo>
                  <a:lnTo>
                    <a:pt x="450" y="812"/>
                  </a:lnTo>
                  <a:cubicBezTo>
                    <a:pt x="466" y="791"/>
                    <a:pt x="484" y="770"/>
                    <a:pt x="496" y="746"/>
                  </a:cubicBezTo>
                  <a:cubicBezTo>
                    <a:pt x="512" y="715"/>
                    <a:pt x="523" y="678"/>
                    <a:pt x="531" y="643"/>
                  </a:cubicBezTo>
                  <a:cubicBezTo>
                    <a:pt x="537" y="618"/>
                    <a:pt x="543" y="594"/>
                    <a:pt x="550" y="570"/>
                  </a:cubicBezTo>
                  <a:cubicBezTo>
                    <a:pt x="565" y="530"/>
                    <a:pt x="585" y="493"/>
                    <a:pt x="608" y="458"/>
                  </a:cubicBezTo>
                  <a:cubicBezTo>
                    <a:pt x="641" y="412"/>
                    <a:pt x="678" y="369"/>
                    <a:pt x="710" y="322"/>
                  </a:cubicBezTo>
                  <a:lnTo>
                    <a:pt x="710" y="322"/>
                  </a:lnTo>
                  <a:cubicBezTo>
                    <a:pt x="700" y="337"/>
                    <a:pt x="689" y="352"/>
                    <a:pt x="678" y="368"/>
                  </a:cubicBezTo>
                  <a:cubicBezTo>
                    <a:pt x="688" y="354"/>
                    <a:pt x="699" y="340"/>
                    <a:pt x="709" y="325"/>
                  </a:cubicBezTo>
                  <a:cubicBezTo>
                    <a:pt x="722" y="306"/>
                    <a:pt x="729" y="291"/>
                    <a:pt x="736" y="272"/>
                  </a:cubicBezTo>
                  <a:lnTo>
                    <a:pt x="736" y="272"/>
                  </a:lnTo>
                  <a:cubicBezTo>
                    <a:pt x="739" y="265"/>
                    <a:pt x="742" y="259"/>
                    <a:pt x="745" y="252"/>
                  </a:cubicBezTo>
                  <a:cubicBezTo>
                    <a:pt x="779" y="175"/>
                    <a:pt x="758" y="78"/>
                    <a:pt x="678" y="39"/>
                  </a:cubicBezTo>
                  <a:cubicBezTo>
                    <a:pt x="633" y="17"/>
                    <a:pt x="585" y="0"/>
                    <a:pt x="536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32;p49">
              <a:extLst>
                <a:ext uri="{FF2B5EF4-FFF2-40B4-BE49-F238E27FC236}">
                  <a16:creationId xmlns:a16="http://schemas.microsoft.com/office/drawing/2014/main" id="{72AD4535-47ED-33FD-9B3F-C916EE31059B}"/>
                </a:ext>
              </a:extLst>
            </p:cNvPr>
            <p:cNvSpPr/>
            <p:nvPr/>
          </p:nvSpPr>
          <p:spPr>
            <a:xfrm>
              <a:off x="5143718" y="1182390"/>
              <a:ext cx="22686" cy="14386"/>
            </a:xfrm>
            <a:custGeom>
              <a:avLst/>
              <a:gdLst/>
              <a:ahLst/>
              <a:cxnLst/>
              <a:rect l="l" t="t" r="r" b="b"/>
              <a:pathLst>
                <a:path w="727" h="461" extrusionOk="0">
                  <a:moveTo>
                    <a:pt x="727" y="1"/>
                  </a:moveTo>
                  <a:lnTo>
                    <a:pt x="727" y="1"/>
                  </a:lnTo>
                  <a:cubicBezTo>
                    <a:pt x="502" y="159"/>
                    <a:pt x="252" y="286"/>
                    <a:pt x="1" y="363"/>
                  </a:cubicBezTo>
                  <a:cubicBezTo>
                    <a:pt x="47" y="423"/>
                    <a:pt x="123" y="461"/>
                    <a:pt x="199" y="461"/>
                  </a:cubicBezTo>
                  <a:cubicBezTo>
                    <a:pt x="203" y="461"/>
                    <a:pt x="208" y="460"/>
                    <a:pt x="213" y="460"/>
                  </a:cubicBezTo>
                  <a:cubicBezTo>
                    <a:pt x="342" y="452"/>
                    <a:pt x="439" y="376"/>
                    <a:pt x="531" y="295"/>
                  </a:cubicBezTo>
                  <a:cubicBezTo>
                    <a:pt x="592" y="241"/>
                    <a:pt x="648" y="171"/>
                    <a:pt x="685" y="100"/>
                  </a:cubicBezTo>
                  <a:cubicBezTo>
                    <a:pt x="702" y="69"/>
                    <a:pt x="715" y="34"/>
                    <a:pt x="727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33;p49">
              <a:extLst>
                <a:ext uri="{FF2B5EF4-FFF2-40B4-BE49-F238E27FC236}">
                  <a16:creationId xmlns:a16="http://schemas.microsoft.com/office/drawing/2014/main" id="{95EA044A-1877-C4A2-4AC6-16024EBC4EB6}"/>
                </a:ext>
              </a:extLst>
            </p:cNvPr>
            <p:cNvSpPr/>
            <p:nvPr/>
          </p:nvSpPr>
          <p:spPr>
            <a:xfrm>
              <a:off x="5036872" y="1158830"/>
              <a:ext cx="11639" cy="11952"/>
            </a:xfrm>
            <a:custGeom>
              <a:avLst/>
              <a:gdLst/>
              <a:ahLst/>
              <a:cxnLst/>
              <a:rect l="l" t="t" r="r" b="b"/>
              <a:pathLst>
                <a:path w="373" h="383" extrusionOk="0">
                  <a:moveTo>
                    <a:pt x="259" y="1"/>
                  </a:moveTo>
                  <a:cubicBezTo>
                    <a:pt x="242" y="1"/>
                    <a:pt x="225" y="2"/>
                    <a:pt x="208" y="6"/>
                  </a:cubicBezTo>
                  <a:cubicBezTo>
                    <a:pt x="196" y="9"/>
                    <a:pt x="183" y="16"/>
                    <a:pt x="172" y="21"/>
                  </a:cubicBezTo>
                  <a:cubicBezTo>
                    <a:pt x="152" y="30"/>
                    <a:pt x="131" y="40"/>
                    <a:pt x="111" y="51"/>
                  </a:cubicBezTo>
                  <a:cubicBezTo>
                    <a:pt x="66" y="79"/>
                    <a:pt x="25" y="136"/>
                    <a:pt x="14" y="188"/>
                  </a:cubicBezTo>
                  <a:cubicBezTo>
                    <a:pt x="4" y="229"/>
                    <a:pt x="0" y="274"/>
                    <a:pt x="9" y="315"/>
                  </a:cubicBezTo>
                  <a:cubicBezTo>
                    <a:pt x="17" y="344"/>
                    <a:pt x="43" y="366"/>
                    <a:pt x="70" y="376"/>
                  </a:cubicBezTo>
                  <a:cubicBezTo>
                    <a:pt x="82" y="380"/>
                    <a:pt x="93" y="382"/>
                    <a:pt x="104" y="382"/>
                  </a:cubicBezTo>
                  <a:cubicBezTo>
                    <a:pt x="122" y="382"/>
                    <a:pt x="139" y="377"/>
                    <a:pt x="157" y="367"/>
                  </a:cubicBezTo>
                  <a:cubicBezTo>
                    <a:pt x="175" y="358"/>
                    <a:pt x="189" y="341"/>
                    <a:pt x="206" y="330"/>
                  </a:cubicBezTo>
                  <a:cubicBezTo>
                    <a:pt x="239" y="307"/>
                    <a:pt x="271" y="273"/>
                    <a:pt x="291" y="239"/>
                  </a:cubicBezTo>
                  <a:cubicBezTo>
                    <a:pt x="301" y="221"/>
                    <a:pt x="309" y="201"/>
                    <a:pt x="319" y="182"/>
                  </a:cubicBezTo>
                  <a:cubicBezTo>
                    <a:pt x="323" y="173"/>
                    <a:pt x="330" y="164"/>
                    <a:pt x="334" y="155"/>
                  </a:cubicBezTo>
                  <a:cubicBezTo>
                    <a:pt x="339" y="144"/>
                    <a:pt x="342" y="133"/>
                    <a:pt x="345" y="121"/>
                  </a:cubicBezTo>
                  <a:cubicBezTo>
                    <a:pt x="350" y="111"/>
                    <a:pt x="354" y="102"/>
                    <a:pt x="358" y="92"/>
                  </a:cubicBezTo>
                  <a:cubicBezTo>
                    <a:pt x="373" y="61"/>
                    <a:pt x="358" y="8"/>
                    <a:pt x="316" y="4"/>
                  </a:cubicBezTo>
                  <a:cubicBezTo>
                    <a:pt x="298" y="3"/>
                    <a:pt x="278" y="1"/>
                    <a:pt x="25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34;p49">
              <a:extLst>
                <a:ext uri="{FF2B5EF4-FFF2-40B4-BE49-F238E27FC236}">
                  <a16:creationId xmlns:a16="http://schemas.microsoft.com/office/drawing/2014/main" id="{602BA3FA-D533-182B-609B-1C1F3B3DBD2B}"/>
                </a:ext>
              </a:extLst>
            </p:cNvPr>
            <p:cNvSpPr/>
            <p:nvPr/>
          </p:nvSpPr>
          <p:spPr>
            <a:xfrm>
              <a:off x="4875573" y="1064903"/>
              <a:ext cx="12919" cy="19659"/>
            </a:xfrm>
            <a:custGeom>
              <a:avLst/>
              <a:gdLst/>
              <a:ahLst/>
              <a:cxnLst/>
              <a:rect l="l" t="t" r="r" b="b"/>
              <a:pathLst>
                <a:path w="414" h="630" extrusionOk="0">
                  <a:moveTo>
                    <a:pt x="309" y="1"/>
                  </a:moveTo>
                  <a:cubicBezTo>
                    <a:pt x="264" y="1"/>
                    <a:pt x="226" y="33"/>
                    <a:pt x="191" y="62"/>
                  </a:cubicBezTo>
                  <a:cubicBezTo>
                    <a:pt x="177" y="74"/>
                    <a:pt x="162" y="87"/>
                    <a:pt x="147" y="99"/>
                  </a:cubicBezTo>
                  <a:cubicBezTo>
                    <a:pt x="131" y="114"/>
                    <a:pt x="122" y="128"/>
                    <a:pt x="109" y="148"/>
                  </a:cubicBezTo>
                  <a:cubicBezTo>
                    <a:pt x="97" y="164"/>
                    <a:pt x="87" y="181"/>
                    <a:pt x="76" y="198"/>
                  </a:cubicBezTo>
                  <a:cubicBezTo>
                    <a:pt x="48" y="245"/>
                    <a:pt x="29" y="293"/>
                    <a:pt x="12" y="345"/>
                  </a:cubicBezTo>
                  <a:cubicBezTo>
                    <a:pt x="2" y="379"/>
                    <a:pt x="1" y="412"/>
                    <a:pt x="4" y="447"/>
                  </a:cubicBezTo>
                  <a:cubicBezTo>
                    <a:pt x="6" y="469"/>
                    <a:pt x="9" y="490"/>
                    <a:pt x="17" y="511"/>
                  </a:cubicBezTo>
                  <a:cubicBezTo>
                    <a:pt x="22" y="528"/>
                    <a:pt x="33" y="547"/>
                    <a:pt x="42" y="564"/>
                  </a:cubicBezTo>
                  <a:cubicBezTo>
                    <a:pt x="63" y="605"/>
                    <a:pt x="112" y="626"/>
                    <a:pt x="154" y="629"/>
                  </a:cubicBezTo>
                  <a:cubicBezTo>
                    <a:pt x="159" y="629"/>
                    <a:pt x="163" y="630"/>
                    <a:pt x="168" y="630"/>
                  </a:cubicBezTo>
                  <a:cubicBezTo>
                    <a:pt x="208" y="630"/>
                    <a:pt x="248" y="615"/>
                    <a:pt x="273" y="583"/>
                  </a:cubicBezTo>
                  <a:cubicBezTo>
                    <a:pt x="293" y="560"/>
                    <a:pt x="311" y="536"/>
                    <a:pt x="323" y="508"/>
                  </a:cubicBezTo>
                  <a:cubicBezTo>
                    <a:pt x="338" y="476"/>
                    <a:pt x="348" y="445"/>
                    <a:pt x="355" y="410"/>
                  </a:cubicBezTo>
                  <a:cubicBezTo>
                    <a:pt x="361" y="372"/>
                    <a:pt x="367" y="333"/>
                    <a:pt x="377" y="294"/>
                  </a:cubicBezTo>
                  <a:cubicBezTo>
                    <a:pt x="381" y="273"/>
                    <a:pt x="388" y="253"/>
                    <a:pt x="391" y="233"/>
                  </a:cubicBezTo>
                  <a:cubicBezTo>
                    <a:pt x="393" y="216"/>
                    <a:pt x="395" y="198"/>
                    <a:pt x="399" y="180"/>
                  </a:cubicBezTo>
                  <a:cubicBezTo>
                    <a:pt x="404" y="155"/>
                    <a:pt x="413" y="127"/>
                    <a:pt x="412" y="100"/>
                  </a:cubicBezTo>
                  <a:cubicBezTo>
                    <a:pt x="410" y="55"/>
                    <a:pt x="381" y="19"/>
                    <a:pt x="338" y="5"/>
                  </a:cubicBezTo>
                  <a:cubicBezTo>
                    <a:pt x="328" y="2"/>
                    <a:pt x="319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435;p49">
              <a:extLst>
                <a:ext uri="{FF2B5EF4-FFF2-40B4-BE49-F238E27FC236}">
                  <a16:creationId xmlns:a16="http://schemas.microsoft.com/office/drawing/2014/main" id="{E8BC6FB9-B326-4C6C-A562-2A6FDEEA6241}"/>
                </a:ext>
              </a:extLst>
            </p:cNvPr>
            <p:cNvSpPr/>
            <p:nvPr/>
          </p:nvSpPr>
          <p:spPr>
            <a:xfrm>
              <a:off x="4883749" y="1091458"/>
              <a:ext cx="5711" cy="7645"/>
            </a:xfrm>
            <a:custGeom>
              <a:avLst/>
              <a:gdLst/>
              <a:ahLst/>
              <a:cxnLst/>
              <a:rect l="l" t="t" r="r" b="b"/>
              <a:pathLst>
                <a:path w="183" h="245" extrusionOk="0">
                  <a:moveTo>
                    <a:pt x="116" y="0"/>
                  </a:moveTo>
                  <a:cubicBezTo>
                    <a:pt x="113" y="0"/>
                    <a:pt x="111" y="1"/>
                    <a:pt x="108" y="2"/>
                  </a:cubicBezTo>
                  <a:cubicBezTo>
                    <a:pt x="106" y="2"/>
                    <a:pt x="103" y="1"/>
                    <a:pt x="100" y="1"/>
                  </a:cubicBezTo>
                  <a:cubicBezTo>
                    <a:pt x="88" y="2"/>
                    <a:pt x="78" y="5"/>
                    <a:pt x="69" y="11"/>
                  </a:cubicBezTo>
                  <a:cubicBezTo>
                    <a:pt x="58" y="18"/>
                    <a:pt x="51" y="26"/>
                    <a:pt x="46" y="37"/>
                  </a:cubicBezTo>
                  <a:cubicBezTo>
                    <a:pt x="31" y="57"/>
                    <a:pt x="13" y="77"/>
                    <a:pt x="8" y="102"/>
                  </a:cubicBezTo>
                  <a:cubicBezTo>
                    <a:pt x="7" y="111"/>
                    <a:pt x="5" y="120"/>
                    <a:pt x="4" y="130"/>
                  </a:cubicBezTo>
                  <a:cubicBezTo>
                    <a:pt x="2" y="146"/>
                    <a:pt x="1" y="163"/>
                    <a:pt x="7" y="180"/>
                  </a:cubicBezTo>
                  <a:cubicBezTo>
                    <a:pt x="8" y="184"/>
                    <a:pt x="10" y="188"/>
                    <a:pt x="12" y="192"/>
                  </a:cubicBezTo>
                  <a:cubicBezTo>
                    <a:pt x="16" y="205"/>
                    <a:pt x="22" y="216"/>
                    <a:pt x="32" y="225"/>
                  </a:cubicBezTo>
                  <a:cubicBezTo>
                    <a:pt x="42" y="233"/>
                    <a:pt x="53" y="240"/>
                    <a:pt x="66" y="243"/>
                  </a:cubicBezTo>
                  <a:cubicBezTo>
                    <a:pt x="72" y="244"/>
                    <a:pt x="77" y="244"/>
                    <a:pt x="82" y="244"/>
                  </a:cubicBezTo>
                  <a:cubicBezTo>
                    <a:pt x="90" y="244"/>
                    <a:pt x="98" y="243"/>
                    <a:pt x="105" y="241"/>
                  </a:cubicBezTo>
                  <a:cubicBezTo>
                    <a:pt x="118" y="236"/>
                    <a:pt x="128" y="229"/>
                    <a:pt x="137" y="220"/>
                  </a:cubicBezTo>
                  <a:cubicBezTo>
                    <a:pt x="140" y="218"/>
                    <a:pt x="143" y="214"/>
                    <a:pt x="146" y="211"/>
                  </a:cubicBezTo>
                  <a:cubicBezTo>
                    <a:pt x="158" y="199"/>
                    <a:pt x="165" y="183"/>
                    <a:pt x="170" y="167"/>
                  </a:cubicBezTo>
                  <a:cubicBezTo>
                    <a:pt x="172" y="158"/>
                    <a:pt x="175" y="149"/>
                    <a:pt x="177" y="138"/>
                  </a:cubicBezTo>
                  <a:cubicBezTo>
                    <a:pt x="183" y="114"/>
                    <a:pt x="174" y="88"/>
                    <a:pt x="170" y="64"/>
                  </a:cubicBezTo>
                  <a:cubicBezTo>
                    <a:pt x="170" y="52"/>
                    <a:pt x="166" y="42"/>
                    <a:pt x="160" y="31"/>
                  </a:cubicBezTo>
                  <a:cubicBezTo>
                    <a:pt x="153" y="22"/>
                    <a:pt x="145" y="15"/>
                    <a:pt x="134" y="8"/>
                  </a:cubicBezTo>
                  <a:cubicBezTo>
                    <a:pt x="132" y="7"/>
                    <a:pt x="129" y="7"/>
                    <a:pt x="127" y="6"/>
                  </a:cubicBezTo>
                  <a:cubicBezTo>
                    <a:pt x="124" y="2"/>
                    <a:pt x="120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436;p49">
              <a:extLst>
                <a:ext uri="{FF2B5EF4-FFF2-40B4-BE49-F238E27FC236}">
                  <a16:creationId xmlns:a16="http://schemas.microsoft.com/office/drawing/2014/main" id="{78108D32-3159-702C-2574-77B106CB0AAA}"/>
                </a:ext>
              </a:extLst>
            </p:cNvPr>
            <p:cNvSpPr/>
            <p:nvPr/>
          </p:nvSpPr>
          <p:spPr>
            <a:xfrm>
              <a:off x="4866462" y="1202860"/>
              <a:ext cx="94" cy="62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1"/>
                  </a:moveTo>
                  <a:cubicBezTo>
                    <a:pt x="2" y="1"/>
                    <a:pt x="2" y="1"/>
                    <a:pt x="1" y="2"/>
                  </a:cubicBezTo>
                  <a:cubicBezTo>
                    <a:pt x="2" y="1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437;p49">
              <a:extLst>
                <a:ext uri="{FF2B5EF4-FFF2-40B4-BE49-F238E27FC236}">
                  <a16:creationId xmlns:a16="http://schemas.microsoft.com/office/drawing/2014/main" id="{CF72486F-3FEC-0AE4-68B7-0B731A86200B}"/>
                </a:ext>
              </a:extLst>
            </p:cNvPr>
            <p:cNvSpPr/>
            <p:nvPr/>
          </p:nvSpPr>
          <p:spPr>
            <a:xfrm>
              <a:off x="4862811" y="1201987"/>
              <a:ext cx="13387" cy="14042"/>
            </a:xfrm>
            <a:custGeom>
              <a:avLst/>
              <a:gdLst/>
              <a:ahLst/>
              <a:cxnLst/>
              <a:rect l="l" t="t" r="r" b="b"/>
              <a:pathLst>
                <a:path w="429" h="450" extrusionOk="0">
                  <a:moveTo>
                    <a:pt x="211" y="1"/>
                  </a:moveTo>
                  <a:cubicBezTo>
                    <a:pt x="202" y="1"/>
                    <a:pt x="192" y="2"/>
                    <a:pt x="183" y="5"/>
                  </a:cubicBezTo>
                  <a:cubicBezTo>
                    <a:pt x="160" y="8"/>
                    <a:pt x="139" y="15"/>
                    <a:pt x="120" y="29"/>
                  </a:cubicBezTo>
                  <a:cubicBezTo>
                    <a:pt x="117" y="31"/>
                    <a:pt x="113" y="32"/>
                    <a:pt x="109" y="34"/>
                  </a:cubicBezTo>
                  <a:cubicBezTo>
                    <a:pt x="77" y="52"/>
                    <a:pt x="53" y="84"/>
                    <a:pt x="36" y="117"/>
                  </a:cubicBezTo>
                  <a:cubicBezTo>
                    <a:pt x="11" y="167"/>
                    <a:pt x="1" y="232"/>
                    <a:pt x="22" y="286"/>
                  </a:cubicBezTo>
                  <a:cubicBezTo>
                    <a:pt x="30" y="307"/>
                    <a:pt x="40" y="327"/>
                    <a:pt x="51" y="347"/>
                  </a:cubicBezTo>
                  <a:cubicBezTo>
                    <a:pt x="52" y="350"/>
                    <a:pt x="54" y="352"/>
                    <a:pt x="55" y="355"/>
                  </a:cubicBezTo>
                  <a:cubicBezTo>
                    <a:pt x="66" y="370"/>
                    <a:pt x="77" y="384"/>
                    <a:pt x="90" y="396"/>
                  </a:cubicBezTo>
                  <a:cubicBezTo>
                    <a:pt x="117" y="420"/>
                    <a:pt x="148" y="437"/>
                    <a:pt x="183" y="444"/>
                  </a:cubicBezTo>
                  <a:cubicBezTo>
                    <a:pt x="203" y="447"/>
                    <a:pt x="224" y="450"/>
                    <a:pt x="243" y="450"/>
                  </a:cubicBezTo>
                  <a:lnTo>
                    <a:pt x="248" y="450"/>
                  </a:lnTo>
                  <a:cubicBezTo>
                    <a:pt x="279" y="448"/>
                    <a:pt x="308" y="438"/>
                    <a:pt x="335" y="420"/>
                  </a:cubicBezTo>
                  <a:cubicBezTo>
                    <a:pt x="355" y="407"/>
                    <a:pt x="372" y="389"/>
                    <a:pt x="386" y="368"/>
                  </a:cubicBezTo>
                  <a:cubicBezTo>
                    <a:pt x="393" y="358"/>
                    <a:pt x="398" y="351"/>
                    <a:pt x="401" y="345"/>
                  </a:cubicBezTo>
                  <a:cubicBezTo>
                    <a:pt x="405" y="338"/>
                    <a:pt x="408" y="330"/>
                    <a:pt x="413" y="316"/>
                  </a:cubicBezTo>
                  <a:cubicBezTo>
                    <a:pt x="421" y="299"/>
                    <a:pt x="426" y="281"/>
                    <a:pt x="425" y="263"/>
                  </a:cubicBezTo>
                  <a:cubicBezTo>
                    <a:pt x="428" y="254"/>
                    <a:pt x="429" y="245"/>
                    <a:pt x="427" y="235"/>
                  </a:cubicBezTo>
                  <a:cubicBezTo>
                    <a:pt x="427" y="234"/>
                    <a:pt x="426" y="232"/>
                    <a:pt x="426" y="230"/>
                  </a:cubicBezTo>
                  <a:cubicBezTo>
                    <a:pt x="425" y="225"/>
                    <a:pt x="425" y="219"/>
                    <a:pt x="423" y="213"/>
                  </a:cubicBezTo>
                  <a:cubicBezTo>
                    <a:pt x="423" y="212"/>
                    <a:pt x="423" y="210"/>
                    <a:pt x="423" y="209"/>
                  </a:cubicBezTo>
                  <a:cubicBezTo>
                    <a:pt x="423" y="201"/>
                    <a:pt x="416" y="162"/>
                    <a:pt x="413" y="155"/>
                  </a:cubicBezTo>
                  <a:cubicBezTo>
                    <a:pt x="411" y="145"/>
                    <a:pt x="407" y="137"/>
                    <a:pt x="401" y="129"/>
                  </a:cubicBezTo>
                  <a:cubicBezTo>
                    <a:pt x="396" y="113"/>
                    <a:pt x="387" y="98"/>
                    <a:pt x="374" y="85"/>
                  </a:cubicBezTo>
                  <a:lnTo>
                    <a:pt x="374" y="85"/>
                  </a:lnTo>
                  <a:cubicBezTo>
                    <a:pt x="378" y="92"/>
                    <a:pt x="383" y="97"/>
                    <a:pt x="388" y="102"/>
                  </a:cubicBezTo>
                  <a:cubicBezTo>
                    <a:pt x="383" y="97"/>
                    <a:pt x="378" y="92"/>
                    <a:pt x="373" y="85"/>
                  </a:cubicBezTo>
                  <a:cubicBezTo>
                    <a:pt x="370" y="81"/>
                    <a:pt x="367" y="77"/>
                    <a:pt x="364" y="74"/>
                  </a:cubicBezTo>
                  <a:cubicBezTo>
                    <a:pt x="358" y="67"/>
                    <a:pt x="353" y="59"/>
                    <a:pt x="346" y="53"/>
                  </a:cubicBezTo>
                  <a:cubicBezTo>
                    <a:pt x="322" y="32"/>
                    <a:pt x="317" y="32"/>
                    <a:pt x="300" y="22"/>
                  </a:cubicBezTo>
                  <a:cubicBezTo>
                    <a:pt x="300" y="22"/>
                    <a:pt x="299" y="21"/>
                    <a:pt x="299" y="21"/>
                  </a:cubicBezTo>
                  <a:cubicBezTo>
                    <a:pt x="277" y="8"/>
                    <a:pt x="254" y="3"/>
                    <a:pt x="230" y="3"/>
                  </a:cubicBezTo>
                  <a:cubicBezTo>
                    <a:pt x="224" y="2"/>
                    <a:pt x="217" y="1"/>
                    <a:pt x="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438;p49">
              <a:extLst>
                <a:ext uri="{FF2B5EF4-FFF2-40B4-BE49-F238E27FC236}">
                  <a16:creationId xmlns:a16="http://schemas.microsoft.com/office/drawing/2014/main" id="{E8E28630-2065-4460-D520-FDCC72F304CF}"/>
                </a:ext>
              </a:extLst>
            </p:cNvPr>
            <p:cNvSpPr/>
            <p:nvPr/>
          </p:nvSpPr>
          <p:spPr>
            <a:xfrm>
              <a:off x="4866524" y="1202299"/>
              <a:ext cx="1279" cy="593"/>
            </a:xfrm>
            <a:custGeom>
              <a:avLst/>
              <a:gdLst/>
              <a:ahLst/>
              <a:cxnLst/>
              <a:rect l="l" t="t" r="r" b="b"/>
              <a:pathLst>
                <a:path w="41" h="19" extrusionOk="0">
                  <a:moveTo>
                    <a:pt x="41" y="0"/>
                  </a:moveTo>
                  <a:lnTo>
                    <a:pt x="41" y="0"/>
                  </a:lnTo>
                  <a:cubicBezTo>
                    <a:pt x="27" y="5"/>
                    <a:pt x="14" y="12"/>
                    <a:pt x="1" y="19"/>
                  </a:cubicBezTo>
                  <a:cubicBezTo>
                    <a:pt x="15" y="13"/>
                    <a:pt x="27" y="6"/>
                    <a:pt x="4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439;p49">
              <a:extLst>
                <a:ext uri="{FF2B5EF4-FFF2-40B4-BE49-F238E27FC236}">
                  <a16:creationId xmlns:a16="http://schemas.microsoft.com/office/drawing/2014/main" id="{2427CCF2-4B22-91F8-7C06-05F4747429EA}"/>
                </a:ext>
              </a:extLst>
            </p:cNvPr>
            <p:cNvSpPr/>
            <p:nvPr/>
          </p:nvSpPr>
          <p:spPr>
            <a:xfrm>
              <a:off x="5009911" y="1309956"/>
              <a:ext cx="21594" cy="17631"/>
            </a:xfrm>
            <a:custGeom>
              <a:avLst/>
              <a:gdLst/>
              <a:ahLst/>
              <a:cxnLst/>
              <a:rect l="l" t="t" r="r" b="b"/>
              <a:pathLst>
                <a:path w="692" h="565" extrusionOk="0">
                  <a:moveTo>
                    <a:pt x="427" y="113"/>
                  </a:moveTo>
                  <a:lnTo>
                    <a:pt x="427" y="113"/>
                  </a:lnTo>
                  <a:cubicBezTo>
                    <a:pt x="429" y="113"/>
                    <a:pt x="431" y="114"/>
                    <a:pt x="433" y="115"/>
                  </a:cubicBezTo>
                  <a:cubicBezTo>
                    <a:pt x="431" y="114"/>
                    <a:pt x="429" y="113"/>
                    <a:pt x="427" y="113"/>
                  </a:cubicBezTo>
                  <a:close/>
                  <a:moveTo>
                    <a:pt x="167" y="0"/>
                  </a:moveTo>
                  <a:cubicBezTo>
                    <a:pt x="142" y="0"/>
                    <a:pt x="120" y="4"/>
                    <a:pt x="96" y="15"/>
                  </a:cubicBezTo>
                  <a:cubicBezTo>
                    <a:pt x="67" y="29"/>
                    <a:pt x="32" y="54"/>
                    <a:pt x="20" y="86"/>
                  </a:cubicBezTo>
                  <a:cubicBezTo>
                    <a:pt x="9" y="119"/>
                    <a:pt x="2" y="140"/>
                    <a:pt x="1" y="177"/>
                  </a:cubicBezTo>
                  <a:cubicBezTo>
                    <a:pt x="1" y="181"/>
                    <a:pt x="1" y="184"/>
                    <a:pt x="1" y="188"/>
                  </a:cubicBezTo>
                  <a:cubicBezTo>
                    <a:pt x="1" y="214"/>
                    <a:pt x="6" y="239"/>
                    <a:pt x="15" y="262"/>
                  </a:cubicBezTo>
                  <a:cubicBezTo>
                    <a:pt x="36" y="316"/>
                    <a:pt x="60" y="357"/>
                    <a:pt x="97" y="400"/>
                  </a:cubicBezTo>
                  <a:cubicBezTo>
                    <a:pt x="113" y="417"/>
                    <a:pt x="129" y="434"/>
                    <a:pt x="147" y="450"/>
                  </a:cubicBezTo>
                  <a:cubicBezTo>
                    <a:pt x="177" y="476"/>
                    <a:pt x="212" y="503"/>
                    <a:pt x="248" y="522"/>
                  </a:cubicBezTo>
                  <a:cubicBezTo>
                    <a:pt x="273" y="536"/>
                    <a:pt x="303" y="544"/>
                    <a:pt x="330" y="552"/>
                  </a:cubicBezTo>
                  <a:cubicBezTo>
                    <a:pt x="353" y="560"/>
                    <a:pt x="378" y="564"/>
                    <a:pt x="402" y="564"/>
                  </a:cubicBezTo>
                  <a:cubicBezTo>
                    <a:pt x="407" y="564"/>
                    <a:pt x="412" y="564"/>
                    <a:pt x="417" y="564"/>
                  </a:cubicBezTo>
                  <a:cubicBezTo>
                    <a:pt x="455" y="563"/>
                    <a:pt x="495" y="555"/>
                    <a:pt x="529" y="541"/>
                  </a:cubicBezTo>
                  <a:cubicBezTo>
                    <a:pt x="586" y="519"/>
                    <a:pt x="625" y="484"/>
                    <a:pt x="654" y="432"/>
                  </a:cubicBezTo>
                  <a:cubicBezTo>
                    <a:pt x="660" y="420"/>
                    <a:pt x="666" y="408"/>
                    <a:pt x="674" y="396"/>
                  </a:cubicBezTo>
                  <a:cubicBezTo>
                    <a:pt x="691" y="362"/>
                    <a:pt x="683" y="316"/>
                    <a:pt x="655" y="291"/>
                  </a:cubicBezTo>
                  <a:cubicBezTo>
                    <a:pt x="655" y="291"/>
                    <a:pt x="654" y="291"/>
                    <a:pt x="654" y="290"/>
                  </a:cubicBezTo>
                  <a:cubicBezTo>
                    <a:pt x="648" y="279"/>
                    <a:pt x="643" y="269"/>
                    <a:pt x="638" y="259"/>
                  </a:cubicBezTo>
                  <a:cubicBezTo>
                    <a:pt x="625" y="238"/>
                    <a:pt x="608" y="221"/>
                    <a:pt x="589" y="205"/>
                  </a:cubicBezTo>
                  <a:cubicBezTo>
                    <a:pt x="559" y="182"/>
                    <a:pt x="528" y="154"/>
                    <a:pt x="495" y="140"/>
                  </a:cubicBezTo>
                  <a:cubicBezTo>
                    <a:pt x="461" y="127"/>
                    <a:pt x="429" y="114"/>
                    <a:pt x="396" y="101"/>
                  </a:cubicBezTo>
                  <a:lnTo>
                    <a:pt x="396" y="101"/>
                  </a:lnTo>
                  <a:cubicBezTo>
                    <a:pt x="406" y="105"/>
                    <a:pt x="417" y="109"/>
                    <a:pt x="427" y="113"/>
                  </a:cubicBezTo>
                  <a:lnTo>
                    <a:pt x="427" y="113"/>
                  </a:lnTo>
                  <a:cubicBezTo>
                    <a:pt x="396" y="100"/>
                    <a:pt x="367" y="85"/>
                    <a:pt x="339" y="67"/>
                  </a:cubicBezTo>
                  <a:cubicBezTo>
                    <a:pt x="326" y="58"/>
                    <a:pt x="311" y="52"/>
                    <a:pt x="298" y="44"/>
                  </a:cubicBezTo>
                  <a:cubicBezTo>
                    <a:pt x="271" y="27"/>
                    <a:pt x="244" y="18"/>
                    <a:pt x="214" y="6"/>
                  </a:cubicBezTo>
                  <a:lnTo>
                    <a:pt x="214" y="6"/>
                  </a:lnTo>
                  <a:lnTo>
                    <a:pt x="258" y="22"/>
                  </a:lnTo>
                  <a:cubicBezTo>
                    <a:pt x="239" y="14"/>
                    <a:pt x="220" y="4"/>
                    <a:pt x="199" y="2"/>
                  </a:cubicBezTo>
                  <a:cubicBezTo>
                    <a:pt x="188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440;p49">
              <a:extLst>
                <a:ext uri="{FF2B5EF4-FFF2-40B4-BE49-F238E27FC236}">
                  <a16:creationId xmlns:a16="http://schemas.microsoft.com/office/drawing/2014/main" id="{0AFF38E6-749D-C080-758C-AC69CC0FCEC6}"/>
                </a:ext>
              </a:extLst>
            </p:cNvPr>
            <p:cNvSpPr/>
            <p:nvPr/>
          </p:nvSpPr>
          <p:spPr>
            <a:xfrm>
              <a:off x="5047388" y="1321876"/>
              <a:ext cx="10703" cy="8145"/>
            </a:xfrm>
            <a:custGeom>
              <a:avLst/>
              <a:gdLst/>
              <a:ahLst/>
              <a:cxnLst/>
              <a:rect l="l" t="t" r="r" b="b"/>
              <a:pathLst>
                <a:path w="343" h="261" extrusionOk="0">
                  <a:moveTo>
                    <a:pt x="142" y="2"/>
                  </a:moveTo>
                  <a:cubicBezTo>
                    <a:pt x="150" y="2"/>
                    <a:pt x="158" y="3"/>
                    <a:pt x="166" y="4"/>
                  </a:cubicBezTo>
                  <a:cubicBezTo>
                    <a:pt x="159" y="3"/>
                    <a:pt x="150" y="3"/>
                    <a:pt x="142" y="2"/>
                  </a:cubicBezTo>
                  <a:close/>
                  <a:moveTo>
                    <a:pt x="106" y="1"/>
                  </a:moveTo>
                  <a:cubicBezTo>
                    <a:pt x="106" y="1"/>
                    <a:pt x="107" y="1"/>
                    <a:pt x="108" y="1"/>
                  </a:cubicBezTo>
                  <a:lnTo>
                    <a:pt x="108" y="1"/>
                  </a:lnTo>
                  <a:cubicBezTo>
                    <a:pt x="106" y="1"/>
                    <a:pt x="104" y="1"/>
                    <a:pt x="102" y="1"/>
                  </a:cubicBezTo>
                  <a:cubicBezTo>
                    <a:pt x="75" y="1"/>
                    <a:pt x="50" y="9"/>
                    <a:pt x="31" y="30"/>
                  </a:cubicBezTo>
                  <a:cubicBezTo>
                    <a:pt x="8" y="54"/>
                    <a:pt x="0" y="92"/>
                    <a:pt x="12" y="122"/>
                  </a:cubicBezTo>
                  <a:cubicBezTo>
                    <a:pt x="18" y="141"/>
                    <a:pt x="26" y="159"/>
                    <a:pt x="37" y="176"/>
                  </a:cubicBezTo>
                  <a:cubicBezTo>
                    <a:pt x="51" y="200"/>
                    <a:pt x="81" y="226"/>
                    <a:pt x="106" y="239"/>
                  </a:cubicBezTo>
                  <a:cubicBezTo>
                    <a:pt x="131" y="252"/>
                    <a:pt x="167" y="261"/>
                    <a:pt x="197" y="261"/>
                  </a:cubicBezTo>
                  <a:cubicBezTo>
                    <a:pt x="200" y="261"/>
                    <a:pt x="203" y="261"/>
                    <a:pt x="206" y="260"/>
                  </a:cubicBezTo>
                  <a:cubicBezTo>
                    <a:pt x="225" y="259"/>
                    <a:pt x="238" y="255"/>
                    <a:pt x="253" y="248"/>
                  </a:cubicBezTo>
                  <a:cubicBezTo>
                    <a:pt x="264" y="243"/>
                    <a:pt x="275" y="238"/>
                    <a:pt x="286" y="232"/>
                  </a:cubicBezTo>
                  <a:cubicBezTo>
                    <a:pt x="307" y="222"/>
                    <a:pt x="315" y="205"/>
                    <a:pt x="329" y="186"/>
                  </a:cubicBezTo>
                  <a:cubicBezTo>
                    <a:pt x="332" y="177"/>
                    <a:pt x="335" y="167"/>
                    <a:pt x="339" y="158"/>
                  </a:cubicBezTo>
                  <a:cubicBezTo>
                    <a:pt x="342" y="143"/>
                    <a:pt x="342" y="127"/>
                    <a:pt x="338" y="113"/>
                  </a:cubicBezTo>
                  <a:cubicBezTo>
                    <a:pt x="338" y="103"/>
                    <a:pt x="335" y="94"/>
                    <a:pt x="329" y="86"/>
                  </a:cubicBezTo>
                  <a:cubicBezTo>
                    <a:pt x="324" y="72"/>
                    <a:pt x="316" y="60"/>
                    <a:pt x="305" y="50"/>
                  </a:cubicBezTo>
                  <a:cubicBezTo>
                    <a:pt x="299" y="45"/>
                    <a:pt x="285" y="35"/>
                    <a:pt x="278" y="31"/>
                  </a:cubicBezTo>
                  <a:cubicBezTo>
                    <a:pt x="276" y="31"/>
                    <a:pt x="275" y="30"/>
                    <a:pt x="273" y="30"/>
                  </a:cubicBezTo>
                  <a:cubicBezTo>
                    <a:pt x="270" y="28"/>
                    <a:pt x="267" y="27"/>
                    <a:pt x="264" y="25"/>
                  </a:cubicBezTo>
                  <a:cubicBezTo>
                    <a:pt x="248" y="16"/>
                    <a:pt x="230" y="11"/>
                    <a:pt x="212" y="8"/>
                  </a:cubicBezTo>
                  <a:cubicBezTo>
                    <a:pt x="196" y="5"/>
                    <a:pt x="181" y="2"/>
                    <a:pt x="164" y="2"/>
                  </a:cubicBezTo>
                  <a:cubicBezTo>
                    <a:pt x="162" y="2"/>
                    <a:pt x="160" y="2"/>
                    <a:pt x="158" y="2"/>
                  </a:cubicBezTo>
                  <a:lnTo>
                    <a:pt x="140" y="2"/>
                  </a:lnTo>
                  <a:cubicBezTo>
                    <a:pt x="136" y="2"/>
                    <a:pt x="133" y="2"/>
                    <a:pt x="130" y="2"/>
                  </a:cubicBezTo>
                  <a:cubicBezTo>
                    <a:pt x="127" y="2"/>
                    <a:pt x="124" y="2"/>
                    <a:pt x="121" y="2"/>
                  </a:cubicBezTo>
                  <a:cubicBezTo>
                    <a:pt x="119" y="2"/>
                    <a:pt x="116" y="2"/>
                    <a:pt x="114" y="2"/>
                  </a:cubicBezTo>
                  <a:lnTo>
                    <a:pt x="114" y="2"/>
                  </a:lnTo>
                  <a:cubicBezTo>
                    <a:pt x="113" y="2"/>
                    <a:pt x="111" y="1"/>
                    <a:pt x="110" y="1"/>
                  </a:cubicBezTo>
                  <a:lnTo>
                    <a:pt x="110" y="1"/>
                  </a:lnTo>
                  <a:cubicBezTo>
                    <a:pt x="108" y="1"/>
                    <a:pt x="107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441;p49">
              <a:extLst>
                <a:ext uri="{FF2B5EF4-FFF2-40B4-BE49-F238E27FC236}">
                  <a16:creationId xmlns:a16="http://schemas.microsoft.com/office/drawing/2014/main" id="{FFEBD1C5-1CB4-ACF6-9A32-F55F83A98033}"/>
                </a:ext>
              </a:extLst>
            </p:cNvPr>
            <p:cNvSpPr/>
            <p:nvPr/>
          </p:nvSpPr>
          <p:spPr>
            <a:xfrm>
              <a:off x="5111858" y="1304308"/>
              <a:ext cx="14604" cy="13824"/>
            </a:xfrm>
            <a:custGeom>
              <a:avLst/>
              <a:gdLst/>
              <a:ahLst/>
              <a:cxnLst/>
              <a:rect l="l" t="t" r="r" b="b"/>
              <a:pathLst>
                <a:path w="468" h="443" extrusionOk="0">
                  <a:moveTo>
                    <a:pt x="7" y="187"/>
                  </a:moveTo>
                  <a:cubicBezTo>
                    <a:pt x="7" y="187"/>
                    <a:pt x="7" y="187"/>
                    <a:pt x="7" y="187"/>
                  </a:cubicBezTo>
                  <a:cubicBezTo>
                    <a:pt x="7" y="188"/>
                    <a:pt x="7" y="188"/>
                    <a:pt x="7" y="189"/>
                  </a:cubicBezTo>
                  <a:lnTo>
                    <a:pt x="7" y="189"/>
                  </a:lnTo>
                  <a:cubicBezTo>
                    <a:pt x="7" y="188"/>
                    <a:pt x="7" y="187"/>
                    <a:pt x="7" y="187"/>
                  </a:cubicBezTo>
                  <a:close/>
                  <a:moveTo>
                    <a:pt x="233" y="1"/>
                  </a:moveTo>
                  <a:cubicBezTo>
                    <a:pt x="216" y="5"/>
                    <a:pt x="197" y="8"/>
                    <a:pt x="178" y="11"/>
                  </a:cubicBezTo>
                  <a:cubicBezTo>
                    <a:pt x="174" y="12"/>
                    <a:pt x="169" y="13"/>
                    <a:pt x="164" y="14"/>
                  </a:cubicBezTo>
                  <a:cubicBezTo>
                    <a:pt x="148" y="23"/>
                    <a:pt x="131" y="31"/>
                    <a:pt x="114" y="39"/>
                  </a:cubicBezTo>
                  <a:cubicBezTo>
                    <a:pt x="97" y="50"/>
                    <a:pt x="83" y="62"/>
                    <a:pt x="69" y="77"/>
                  </a:cubicBezTo>
                  <a:cubicBezTo>
                    <a:pt x="68" y="78"/>
                    <a:pt x="67" y="79"/>
                    <a:pt x="66" y="80"/>
                  </a:cubicBezTo>
                  <a:cubicBezTo>
                    <a:pt x="64" y="83"/>
                    <a:pt x="61" y="85"/>
                    <a:pt x="59" y="88"/>
                  </a:cubicBezTo>
                  <a:cubicBezTo>
                    <a:pt x="51" y="94"/>
                    <a:pt x="46" y="101"/>
                    <a:pt x="42" y="111"/>
                  </a:cubicBezTo>
                  <a:cubicBezTo>
                    <a:pt x="24" y="131"/>
                    <a:pt x="13" y="156"/>
                    <a:pt x="8" y="183"/>
                  </a:cubicBezTo>
                  <a:lnTo>
                    <a:pt x="8" y="183"/>
                  </a:lnTo>
                  <a:cubicBezTo>
                    <a:pt x="5" y="193"/>
                    <a:pt x="4" y="204"/>
                    <a:pt x="4" y="214"/>
                  </a:cubicBezTo>
                  <a:cubicBezTo>
                    <a:pt x="0" y="238"/>
                    <a:pt x="2" y="261"/>
                    <a:pt x="10" y="284"/>
                  </a:cubicBezTo>
                  <a:cubicBezTo>
                    <a:pt x="24" y="337"/>
                    <a:pt x="66" y="386"/>
                    <a:pt x="113" y="410"/>
                  </a:cubicBezTo>
                  <a:cubicBezTo>
                    <a:pt x="151" y="429"/>
                    <a:pt x="193" y="442"/>
                    <a:pt x="236" y="442"/>
                  </a:cubicBezTo>
                  <a:cubicBezTo>
                    <a:pt x="258" y="442"/>
                    <a:pt x="281" y="439"/>
                    <a:pt x="302" y="430"/>
                  </a:cubicBezTo>
                  <a:cubicBezTo>
                    <a:pt x="341" y="415"/>
                    <a:pt x="379" y="397"/>
                    <a:pt x="406" y="365"/>
                  </a:cubicBezTo>
                  <a:cubicBezTo>
                    <a:pt x="432" y="336"/>
                    <a:pt x="452" y="302"/>
                    <a:pt x="461" y="263"/>
                  </a:cubicBezTo>
                  <a:cubicBezTo>
                    <a:pt x="461" y="261"/>
                    <a:pt x="461" y="259"/>
                    <a:pt x="462" y="257"/>
                  </a:cubicBezTo>
                  <a:cubicBezTo>
                    <a:pt x="465" y="234"/>
                    <a:pt x="468" y="210"/>
                    <a:pt x="467" y="187"/>
                  </a:cubicBezTo>
                  <a:cubicBezTo>
                    <a:pt x="464" y="171"/>
                    <a:pt x="461" y="156"/>
                    <a:pt x="457" y="140"/>
                  </a:cubicBezTo>
                  <a:cubicBezTo>
                    <a:pt x="451" y="117"/>
                    <a:pt x="440" y="96"/>
                    <a:pt x="422" y="79"/>
                  </a:cubicBezTo>
                  <a:cubicBezTo>
                    <a:pt x="413" y="66"/>
                    <a:pt x="402" y="55"/>
                    <a:pt x="387" y="48"/>
                  </a:cubicBezTo>
                  <a:cubicBezTo>
                    <a:pt x="376" y="38"/>
                    <a:pt x="364" y="31"/>
                    <a:pt x="351" y="26"/>
                  </a:cubicBezTo>
                  <a:lnTo>
                    <a:pt x="351" y="26"/>
                  </a:lnTo>
                  <a:cubicBezTo>
                    <a:pt x="316" y="7"/>
                    <a:pt x="298" y="6"/>
                    <a:pt x="265" y="3"/>
                  </a:cubicBezTo>
                  <a:cubicBezTo>
                    <a:pt x="254" y="1"/>
                    <a:pt x="244" y="1"/>
                    <a:pt x="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442;p49">
              <a:extLst>
                <a:ext uri="{FF2B5EF4-FFF2-40B4-BE49-F238E27FC236}">
                  <a16:creationId xmlns:a16="http://schemas.microsoft.com/office/drawing/2014/main" id="{54522D03-41E3-576A-5802-A44F36CC0D11}"/>
                </a:ext>
              </a:extLst>
            </p:cNvPr>
            <p:cNvSpPr/>
            <p:nvPr/>
          </p:nvSpPr>
          <p:spPr>
            <a:xfrm>
              <a:off x="5022299" y="1006955"/>
              <a:ext cx="18442" cy="23716"/>
            </a:xfrm>
            <a:custGeom>
              <a:avLst/>
              <a:gdLst/>
              <a:ahLst/>
              <a:cxnLst/>
              <a:rect l="l" t="t" r="r" b="b"/>
              <a:pathLst>
                <a:path w="591" h="760" extrusionOk="0">
                  <a:moveTo>
                    <a:pt x="312" y="0"/>
                  </a:moveTo>
                  <a:cubicBezTo>
                    <a:pt x="295" y="0"/>
                    <a:pt x="279" y="3"/>
                    <a:pt x="262" y="8"/>
                  </a:cubicBezTo>
                  <a:cubicBezTo>
                    <a:pt x="222" y="18"/>
                    <a:pt x="189" y="38"/>
                    <a:pt x="160" y="66"/>
                  </a:cubicBezTo>
                  <a:cubicBezTo>
                    <a:pt x="146" y="82"/>
                    <a:pt x="132" y="99"/>
                    <a:pt x="118" y="114"/>
                  </a:cubicBezTo>
                  <a:cubicBezTo>
                    <a:pt x="110" y="125"/>
                    <a:pt x="102" y="135"/>
                    <a:pt x="94" y="146"/>
                  </a:cubicBezTo>
                  <a:cubicBezTo>
                    <a:pt x="70" y="172"/>
                    <a:pt x="54" y="203"/>
                    <a:pt x="45" y="238"/>
                  </a:cubicBezTo>
                  <a:cubicBezTo>
                    <a:pt x="43" y="244"/>
                    <a:pt x="41" y="250"/>
                    <a:pt x="39" y="257"/>
                  </a:cubicBezTo>
                  <a:cubicBezTo>
                    <a:pt x="35" y="269"/>
                    <a:pt x="31" y="282"/>
                    <a:pt x="26" y="295"/>
                  </a:cubicBezTo>
                  <a:cubicBezTo>
                    <a:pt x="12" y="342"/>
                    <a:pt x="0" y="389"/>
                    <a:pt x="4" y="438"/>
                  </a:cubicBezTo>
                  <a:cubicBezTo>
                    <a:pt x="7" y="463"/>
                    <a:pt x="10" y="487"/>
                    <a:pt x="13" y="512"/>
                  </a:cubicBezTo>
                  <a:cubicBezTo>
                    <a:pt x="14" y="551"/>
                    <a:pt x="25" y="586"/>
                    <a:pt x="46" y="620"/>
                  </a:cubicBezTo>
                  <a:cubicBezTo>
                    <a:pt x="64" y="652"/>
                    <a:pt x="88" y="680"/>
                    <a:pt x="118" y="699"/>
                  </a:cubicBezTo>
                  <a:cubicBezTo>
                    <a:pt x="128" y="708"/>
                    <a:pt x="138" y="716"/>
                    <a:pt x="150" y="722"/>
                  </a:cubicBezTo>
                  <a:cubicBezTo>
                    <a:pt x="180" y="742"/>
                    <a:pt x="214" y="753"/>
                    <a:pt x="250" y="755"/>
                  </a:cubicBezTo>
                  <a:cubicBezTo>
                    <a:pt x="270" y="758"/>
                    <a:pt x="284" y="760"/>
                    <a:pt x="299" y="760"/>
                  </a:cubicBezTo>
                  <a:cubicBezTo>
                    <a:pt x="316" y="760"/>
                    <a:pt x="334" y="757"/>
                    <a:pt x="360" y="750"/>
                  </a:cubicBezTo>
                  <a:cubicBezTo>
                    <a:pt x="435" y="730"/>
                    <a:pt x="491" y="683"/>
                    <a:pt x="532" y="620"/>
                  </a:cubicBezTo>
                  <a:cubicBezTo>
                    <a:pt x="550" y="593"/>
                    <a:pt x="560" y="554"/>
                    <a:pt x="571" y="523"/>
                  </a:cubicBezTo>
                  <a:cubicBezTo>
                    <a:pt x="573" y="516"/>
                    <a:pt x="575" y="510"/>
                    <a:pt x="577" y="504"/>
                  </a:cubicBezTo>
                  <a:cubicBezTo>
                    <a:pt x="582" y="489"/>
                    <a:pt x="584" y="474"/>
                    <a:pt x="584" y="460"/>
                  </a:cubicBezTo>
                  <a:cubicBezTo>
                    <a:pt x="588" y="445"/>
                    <a:pt x="591" y="429"/>
                    <a:pt x="589" y="415"/>
                  </a:cubicBezTo>
                  <a:cubicBezTo>
                    <a:pt x="589" y="401"/>
                    <a:pt x="587" y="389"/>
                    <a:pt x="586" y="375"/>
                  </a:cubicBezTo>
                  <a:lnTo>
                    <a:pt x="583" y="335"/>
                  </a:lnTo>
                  <a:cubicBezTo>
                    <a:pt x="581" y="306"/>
                    <a:pt x="580" y="276"/>
                    <a:pt x="574" y="248"/>
                  </a:cubicBezTo>
                  <a:cubicBezTo>
                    <a:pt x="566" y="221"/>
                    <a:pt x="555" y="195"/>
                    <a:pt x="542" y="170"/>
                  </a:cubicBezTo>
                  <a:cubicBezTo>
                    <a:pt x="533" y="150"/>
                    <a:pt x="522" y="131"/>
                    <a:pt x="513" y="112"/>
                  </a:cubicBezTo>
                  <a:cubicBezTo>
                    <a:pt x="493" y="79"/>
                    <a:pt x="466" y="52"/>
                    <a:pt x="431" y="32"/>
                  </a:cubicBezTo>
                  <a:cubicBezTo>
                    <a:pt x="406" y="15"/>
                    <a:pt x="379" y="7"/>
                    <a:pt x="350" y="5"/>
                  </a:cubicBezTo>
                  <a:cubicBezTo>
                    <a:pt x="337" y="2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443;p49">
              <a:extLst>
                <a:ext uri="{FF2B5EF4-FFF2-40B4-BE49-F238E27FC236}">
                  <a16:creationId xmlns:a16="http://schemas.microsoft.com/office/drawing/2014/main" id="{1C055D43-2A72-1490-71EB-3E4888EE0AAC}"/>
                </a:ext>
              </a:extLst>
            </p:cNvPr>
            <p:cNvSpPr/>
            <p:nvPr/>
          </p:nvSpPr>
          <p:spPr>
            <a:xfrm>
              <a:off x="5013843" y="1048988"/>
              <a:ext cx="9892" cy="9767"/>
            </a:xfrm>
            <a:custGeom>
              <a:avLst/>
              <a:gdLst/>
              <a:ahLst/>
              <a:cxnLst/>
              <a:rect l="l" t="t" r="r" b="b"/>
              <a:pathLst>
                <a:path w="317" h="313" extrusionOk="0">
                  <a:moveTo>
                    <a:pt x="140" y="0"/>
                  </a:moveTo>
                  <a:cubicBezTo>
                    <a:pt x="115" y="0"/>
                    <a:pt x="92" y="7"/>
                    <a:pt x="71" y="18"/>
                  </a:cubicBezTo>
                  <a:cubicBezTo>
                    <a:pt x="66" y="22"/>
                    <a:pt x="61" y="25"/>
                    <a:pt x="57" y="30"/>
                  </a:cubicBezTo>
                  <a:cubicBezTo>
                    <a:pt x="46" y="36"/>
                    <a:pt x="38" y="43"/>
                    <a:pt x="33" y="54"/>
                  </a:cubicBezTo>
                  <a:cubicBezTo>
                    <a:pt x="20" y="67"/>
                    <a:pt x="13" y="82"/>
                    <a:pt x="9" y="100"/>
                  </a:cubicBezTo>
                  <a:cubicBezTo>
                    <a:pt x="9" y="100"/>
                    <a:pt x="7" y="100"/>
                    <a:pt x="7" y="101"/>
                  </a:cubicBezTo>
                  <a:cubicBezTo>
                    <a:pt x="7" y="102"/>
                    <a:pt x="6" y="104"/>
                    <a:pt x="6" y="106"/>
                  </a:cubicBezTo>
                  <a:cubicBezTo>
                    <a:pt x="6" y="107"/>
                    <a:pt x="5" y="107"/>
                    <a:pt x="5" y="108"/>
                  </a:cubicBezTo>
                  <a:cubicBezTo>
                    <a:pt x="3" y="121"/>
                    <a:pt x="1" y="134"/>
                    <a:pt x="0" y="146"/>
                  </a:cubicBezTo>
                  <a:cubicBezTo>
                    <a:pt x="0" y="148"/>
                    <a:pt x="0" y="149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1" y="165"/>
                    <a:pt x="3" y="177"/>
                    <a:pt x="5" y="190"/>
                  </a:cubicBezTo>
                  <a:cubicBezTo>
                    <a:pt x="5" y="191"/>
                    <a:pt x="5" y="191"/>
                    <a:pt x="5" y="191"/>
                  </a:cubicBezTo>
                  <a:cubicBezTo>
                    <a:pt x="5" y="192"/>
                    <a:pt x="5" y="193"/>
                    <a:pt x="5" y="194"/>
                  </a:cubicBezTo>
                  <a:cubicBezTo>
                    <a:pt x="10" y="209"/>
                    <a:pt x="17" y="223"/>
                    <a:pt x="23" y="237"/>
                  </a:cubicBezTo>
                  <a:cubicBezTo>
                    <a:pt x="32" y="247"/>
                    <a:pt x="39" y="258"/>
                    <a:pt x="47" y="268"/>
                  </a:cubicBezTo>
                  <a:cubicBezTo>
                    <a:pt x="61" y="283"/>
                    <a:pt x="78" y="293"/>
                    <a:pt x="95" y="300"/>
                  </a:cubicBezTo>
                  <a:cubicBezTo>
                    <a:pt x="108" y="306"/>
                    <a:pt x="119" y="309"/>
                    <a:pt x="133" y="309"/>
                  </a:cubicBezTo>
                  <a:cubicBezTo>
                    <a:pt x="142" y="311"/>
                    <a:pt x="150" y="312"/>
                    <a:pt x="159" y="312"/>
                  </a:cubicBezTo>
                  <a:cubicBezTo>
                    <a:pt x="170" y="312"/>
                    <a:pt x="182" y="311"/>
                    <a:pt x="194" y="307"/>
                  </a:cubicBezTo>
                  <a:cubicBezTo>
                    <a:pt x="221" y="299"/>
                    <a:pt x="251" y="284"/>
                    <a:pt x="270" y="261"/>
                  </a:cubicBezTo>
                  <a:cubicBezTo>
                    <a:pt x="279" y="252"/>
                    <a:pt x="287" y="242"/>
                    <a:pt x="293" y="232"/>
                  </a:cubicBezTo>
                  <a:cubicBezTo>
                    <a:pt x="312" y="202"/>
                    <a:pt x="316" y="164"/>
                    <a:pt x="308" y="130"/>
                  </a:cubicBezTo>
                  <a:cubicBezTo>
                    <a:pt x="304" y="116"/>
                    <a:pt x="297" y="104"/>
                    <a:pt x="290" y="92"/>
                  </a:cubicBezTo>
                  <a:cubicBezTo>
                    <a:pt x="289" y="91"/>
                    <a:pt x="289" y="90"/>
                    <a:pt x="288" y="88"/>
                  </a:cubicBezTo>
                  <a:lnTo>
                    <a:pt x="288" y="88"/>
                  </a:lnTo>
                  <a:cubicBezTo>
                    <a:pt x="288" y="89"/>
                    <a:pt x="289" y="90"/>
                    <a:pt x="289" y="91"/>
                  </a:cubicBezTo>
                  <a:cubicBezTo>
                    <a:pt x="286" y="87"/>
                    <a:pt x="283" y="83"/>
                    <a:pt x="281" y="80"/>
                  </a:cubicBezTo>
                  <a:cubicBezTo>
                    <a:pt x="278" y="77"/>
                    <a:pt x="278" y="71"/>
                    <a:pt x="274" y="68"/>
                  </a:cubicBezTo>
                  <a:cubicBezTo>
                    <a:pt x="264" y="52"/>
                    <a:pt x="249" y="39"/>
                    <a:pt x="231" y="29"/>
                  </a:cubicBezTo>
                  <a:cubicBezTo>
                    <a:pt x="220" y="24"/>
                    <a:pt x="207" y="19"/>
                    <a:pt x="196" y="14"/>
                  </a:cubicBezTo>
                  <a:lnTo>
                    <a:pt x="194" y="14"/>
                  </a:lnTo>
                  <a:cubicBezTo>
                    <a:pt x="187" y="11"/>
                    <a:pt x="181" y="8"/>
                    <a:pt x="175" y="6"/>
                  </a:cubicBezTo>
                  <a:cubicBezTo>
                    <a:pt x="163" y="3"/>
                    <a:pt x="152" y="2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444;p49">
              <a:extLst>
                <a:ext uri="{FF2B5EF4-FFF2-40B4-BE49-F238E27FC236}">
                  <a16:creationId xmlns:a16="http://schemas.microsoft.com/office/drawing/2014/main" id="{63E5B84D-66C1-C544-94C1-5ECD8CB64BFD}"/>
                </a:ext>
              </a:extLst>
            </p:cNvPr>
            <p:cNvSpPr/>
            <p:nvPr/>
          </p:nvSpPr>
          <p:spPr>
            <a:xfrm>
              <a:off x="5162441" y="1127812"/>
              <a:ext cx="34357" cy="32484"/>
            </a:xfrm>
            <a:custGeom>
              <a:avLst/>
              <a:gdLst/>
              <a:ahLst/>
              <a:cxnLst/>
              <a:rect l="l" t="t" r="r" b="b"/>
              <a:pathLst>
                <a:path w="1101" h="1041" extrusionOk="0">
                  <a:moveTo>
                    <a:pt x="572" y="1"/>
                  </a:moveTo>
                  <a:cubicBezTo>
                    <a:pt x="571" y="1"/>
                    <a:pt x="570" y="1"/>
                    <a:pt x="570" y="1"/>
                  </a:cubicBezTo>
                  <a:cubicBezTo>
                    <a:pt x="524" y="6"/>
                    <a:pt x="477" y="12"/>
                    <a:pt x="431" y="18"/>
                  </a:cubicBezTo>
                  <a:cubicBezTo>
                    <a:pt x="383" y="27"/>
                    <a:pt x="340" y="46"/>
                    <a:pt x="301" y="72"/>
                  </a:cubicBezTo>
                  <a:cubicBezTo>
                    <a:pt x="261" y="95"/>
                    <a:pt x="222" y="124"/>
                    <a:pt x="191" y="158"/>
                  </a:cubicBezTo>
                  <a:cubicBezTo>
                    <a:pt x="185" y="163"/>
                    <a:pt x="180" y="168"/>
                    <a:pt x="175" y="174"/>
                  </a:cubicBezTo>
                  <a:cubicBezTo>
                    <a:pt x="46" y="294"/>
                    <a:pt x="0" y="491"/>
                    <a:pt x="44" y="658"/>
                  </a:cubicBezTo>
                  <a:cubicBezTo>
                    <a:pt x="90" y="832"/>
                    <a:pt x="225" y="965"/>
                    <a:pt x="396" y="1015"/>
                  </a:cubicBezTo>
                  <a:cubicBezTo>
                    <a:pt x="403" y="1017"/>
                    <a:pt x="410" y="1019"/>
                    <a:pt x="417" y="1020"/>
                  </a:cubicBezTo>
                  <a:cubicBezTo>
                    <a:pt x="440" y="1025"/>
                    <a:pt x="464" y="1029"/>
                    <a:pt x="487" y="1031"/>
                  </a:cubicBezTo>
                  <a:cubicBezTo>
                    <a:pt x="506" y="1037"/>
                    <a:pt x="525" y="1041"/>
                    <a:pt x="544" y="1041"/>
                  </a:cubicBezTo>
                  <a:cubicBezTo>
                    <a:pt x="548" y="1041"/>
                    <a:pt x="553" y="1041"/>
                    <a:pt x="558" y="1040"/>
                  </a:cubicBezTo>
                  <a:cubicBezTo>
                    <a:pt x="564" y="1040"/>
                    <a:pt x="571" y="1041"/>
                    <a:pt x="577" y="1041"/>
                  </a:cubicBezTo>
                  <a:cubicBezTo>
                    <a:pt x="642" y="1041"/>
                    <a:pt x="703" y="1026"/>
                    <a:pt x="760" y="996"/>
                  </a:cubicBezTo>
                  <a:cubicBezTo>
                    <a:pt x="826" y="975"/>
                    <a:pt x="884" y="940"/>
                    <a:pt x="932" y="887"/>
                  </a:cubicBezTo>
                  <a:cubicBezTo>
                    <a:pt x="959" y="853"/>
                    <a:pt x="985" y="817"/>
                    <a:pt x="1012" y="782"/>
                  </a:cubicBezTo>
                  <a:cubicBezTo>
                    <a:pt x="1013" y="781"/>
                    <a:pt x="1015" y="778"/>
                    <a:pt x="1016" y="776"/>
                  </a:cubicBezTo>
                  <a:cubicBezTo>
                    <a:pt x="1018" y="773"/>
                    <a:pt x="1020" y="770"/>
                    <a:pt x="1021" y="768"/>
                  </a:cubicBezTo>
                  <a:cubicBezTo>
                    <a:pt x="1042" y="725"/>
                    <a:pt x="1067" y="681"/>
                    <a:pt x="1077" y="635"/>
                  </a:cubicBezTo>
                  <a:cubicBezTo>
                    <a:pt x="1097" y="571"/>
                    <a:pt x="1100" y="507"/>
                    <a:pt x="1087" y="444"/>
                  </a:cubicBezTo>
                  <a:cubicBezTo>
                    <a:pt x="1085" y="377"/>
                    <a:pt x="1065" y="314"/>
                    <a:pt x="1028" y="256"/>
                  </a:cubicBezTo>
                  <a:cubicBezTo>
                    <a:pt x="1003" y="223"/>
                    <a:pt x="977" y="188"/>
                    <a:pt x="951" y="155"/>
                  </a:cubicBezTo>
                  <a:cubicBezTo>
                    <a:pt x="889" y="94"/>
                    <a:pt x="818" y="52"/>
                    <a:pt x="735" y="29"/>
                  </a:cubicBezTo>
                  <a:cubicBezTo>
                    <a:pt x="692" y="11"/>
                    <a:pt x="594" y="1"/>
                    <a:pt x="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445;p49">
              <a:extLst>
                <a:ext uri="{FF2B5EF4-FFF2-40B4-BE49-F238E27FC236}">
                  <a16:creationId xmlns:a16="http://schemas.microsoft.com/office/drawing/2014/main" id="{995C51CD-220D-F7C8-05A7-00B2E5F74B21}"/>
                </a:ext>
              </a:extLst>
            </p:cNvPr>
            <p:cNvSpPr/>
            <p:nvPr/>
          </p:nvSpPr>
          <p:spPr>
            <a:xfrm>
              <a:off x="5184940" y="1097793"/>
              <a:ext cx="14635" cy="12420"/>
            </a:xfrm>
            <a:custGeom>
              <a:avLst/>
              <a:gdLst/>
              <a:ahLst/>
              <a:cxnLst/>
              <a:rect l="l" t="t" r="r" b="b"/>
              <a:pathLst>
                <a:path w="469" h="398" extrusionOk="0">
                  <a:moveTo>
                    <a:pt x="242" y="0"/>
                  </a:moveTo>
                  <a:cubicBezTo>
                    <a:pt x="223" y="0"/>
                    <a:pt x="205" y="2"/>
                    <a:pt x="187" y="6"/>
                  </a:cubicBezTo>
                  <a:cubicBezTo>
                    <a:pt x="180" y="7"/>
                    <a:pt x="174" y="9"/>
                    <a:pt x="168" y="10"/>
                  </a:cubicBezTo>
                  <a:cubicBezTo>
                    <a:pt x="163" y="13"/>
                    <a:pt x="157" y="14"/>
                    <a:pt x="151" y="15"/>
                  </a:cubicBezTo>
                  <a:cubicBezTo>
                    <a:pt x="150" y="16"/>
                    <a:pt x="149" y="16"/>
                    <a:pt x="147" y="16"/>
                  </a:cubicBezTo>
                  <a:cubicBezTo>
                    <a:pt x="131" y="22"/>
                    <a:pt x="115" y="29"/>
                    <a:pt x="100" y="36"/>
                  </a:cubicBezTo>
                  <a:cubicBezTo>
                    <a:pt x="72" y="50"/>
                    <a:pt x="61" y="64"/>
                    <a:pt x="44" y="86"/>
                  </a:cubicBezTo>
                  <a:cubicBezTo>
                    <a:pt x="35" y="98"/>
                    <a:pt x="31" y="101"/>
                    <a:pt x="25" y="113"/>
                  </a:cubicBezTo>
                  <a:cubicBezTo>
                    <a:pt x="13" y="140"/>
                    <a:pt x="0" y="166"/>
                    <a:pt x="1" y="198"/>
                  </a:cubicBezTo>
                  <a:cubicBezTo>
                    <a:pt x="3" y="212"/>
                    <a:pt x="5" y="227"/>
                    <a:pt x="7" y="242"/>
                  </a:cubicBezTo>
                  <a:cubicBezTo>
                    <a:pt x="12" y="255"/>
                    <a:pt x="18" y="269"/>
                    <a:pt x="23" y="283"/>
                  </a:cubicBezTo>
                  <a:cubicBezTo>
                    <a:pt x="23" y="284"/>
                    <a:pt x="24" y="285"/>
                    <a:pt x="25" y="286"/>
                  </a:cubicBezTo>
                  <a:cubicBezTo>
                    <a:pt x="27" y="289"/>
                    <a:pt x="28" y="291"/>
                    <a:pt x="29" y="293"/>
                  </a:cubicBezTo>
                  <a:cubicBezTo>
                    <a:pt x="39" y="307"/>
                    <a:pt x="48" y="319"/>
                    <a:pt x="59" y="332"/>
                  </a:cubicBezTo>
                  <a:cubicBezTo>
                    <a:pt x="72" y="342"/>
                    <a:pt x="84" y="353"/>
                    <a:pt x="98" y="362"/>
                  </a:cubicBezTo>
                  <a:cubicBezTo>
                    <a:pt x="109" y="368"/>
                    <a:pt x="133" y="380"/>
                    <a:pt x="146" y="383"/>
                  </a:cubicBezTo>
                  <a:cubicBezTo>
                    <a:pt x="152" y="384"/>
                    <a:pt x="157" y="384"/>
                    <a:pt x="163" y="385"/>
                  </a:cubicBezTo>
                  <a:cubicBezTo>
                    <a:pt x="169" y="387"/>
                    <a:pt x="175" y="388"/>
                    <a:pt x="181" y="389"/>
                  </a:cubicBezTo>
                  <a:cubicBezTo>
                    <a:pt x="198" y="392"/>
                    <a:pt x="219" y="397"/>
                    <a:pt x="237" y="398"/>
                  </a:cubicBezTo>
                  <a:cubicBezTo>
                    <a:pt x="238" y="397"/>
                    <a:pt x="240" y="397"/>
                    <a:pt x="241" y="397"/>
                  </a:cubicBezTo>
                  <a:cubicBezTo>
                    <a:pt x="259" y="395"/>
                    <a:pt x="277" y="392"/>
                    <a:pt x="294" y="390"/>
                  </a:cubicBezTo>
                  <a:cubicBezTo>
                    <a:pt x="322" y="383"/>
                    <a:pt x="349" y="373"/>
                    <a:pt x="374" y="360"/>
                  </a:cubicBezTo>
                  <a:cubicBezTo>
                    <a:pt x="432" y="331"/>
                    <a:pt x="467" y="262"/>
                    <a:pt x="468" y="199"/>
                  </a:cubicBezTo>
                  <a:cubicBezTo>
                    <a:pt x="468" y="164"/>
                    <a:pt x="460" y="133"/>
                    <a:pt x="442" y="103"/>
                  </a:cubicBezTo>
                  <a:cubicBezTo>
                    <a:pt x="425" y="74"/>
                    <a:pt x="402" y="51"/>
                    <a:pt x="374" y="34"/>
                  </a:cubicBezTo>
                  <a:cubicBezTo>
                    <a:pt x="349" y="23"/>
                    <a:pt x="326" y="14"/>
                    <a:pt x="300" y="7"/>
                  </a:cubicBezTo>
                  <a:cubicBezTo>
                    <a:pt x="280" y="2"/>
                    <a:pt x="261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446;p49">
              <a:extLst>
                <a:ext uri="{FF2B5EF4-FFF2-40B4-BE49-F238E27FC236}">
                  <a16:creationId xmlns:a16="http://schemas.microsoft.com/office/drawing/2014/main" id="{7A3716A4-8F2E-B4BB-A649-134924792A2F}"/>
                </a:ext>
              </a:extLst>
            </p:cNvPr>
            <p:cNvSpPr/>
            <p:nvPr/>
          </p:nvSpPr>
          <p:spPr>
            <a:xfrm>
              <a:off x="5122779" y="1137486"/>
              <a:ext cx="12388" cy="12544"/>
            </a:xfrm>
            <a:custGeom>
              <a:avLst/>
              <a:gdLst/>
              <a:ahLst/>
              <a:cxnLst/>
              <a:rect l="l" t="t" r="r" b="b"/>
              <a:pathLst>
                <a:path w="397" h="402" extrusionOk="0">
                  <a:moveTo>
                    <a:pt x="211" y="0"/>
                  </a:moveTo>
                  <a:cubicBezTo>
                    <a:pt x="196" y="0"/>
                    <a:pt x="180" y="2"/>
                    <a:pt x="165" y="6"/>
                  </a:cubicBezTo>
                  <a:cubicBezTo>
                    <a:pt x="157" y="8"/>
                    <a:pt x="149" y="11"/>
                    <a:pt x="141" y="16"/>
                  </a:cubicBezTo>
                  <a:cubicBezTo>
                    <a:pt x="118" y="24"/>
                    <a:pt x="98" y="36"/>
                    <a:pt x="81" y="54"/>
                  </a:cubicBezTo>
                  <a:cubicBezTo>
                    <a:pt x="80" y="55"/>
                    <a:pt x="80" y="56"/>
                    <a:pt x="79" y="57"/>
                  </a:cubicBezTo>
                  <a:cubicBezTo>
                    <a:pt x="77" y="59"/>
                    <a:pt x="75" y="61"/>
                    <a:pt x="73" y="63"/>
                  </a:cubicBezTo>
                  <a:cubicBezTo>
                    <a:pt x="69" y="68"/>
                    <a:pt x="63" y="72"/>
                    <a:pt x="59" y="76"/>
                  </a:cubicBezTo>
                  <a:cubicBezTo>
                    <a:pt x="47" y="87"/>
                    <a:pt x="35" y="101"/>
                    <a:pt x="26" y="117"/>
                  </a:cubicBezTo>
                  <a:cubicBezTo>
                    <a:pt x="9" y="145"/>
                    <a:pt x="1" y="176"/>
                    <a:pt x="1" y="210"/>
                  </a:cubicBezTo>
                  <a:cubicBezTo>
                    <a:pt x="3" y="227"/>
                    <a:pt x="4" y="243"/>
                    <a:pt x="6" y="260"/>
                  </a:cubicBezTo>
                  <a:cubicBezTo>
                    <a:pt x="15" y="293"/>
                    <a:pt x="32" y="322"/>
                    <a:pt x="56" y="346"/>
                  </a:cubicBezTo>
                  <a:cubicBezTo>
                    <a:pt x="73" y="364"/>
                    <a:pt x="93" y="377"/>
                    <a:pt x="116" y="385"/>
                  </a:cubicBezTo>
                  <a:cubicBezTo>
                    <a:pt x="138" y="396"/>
                    <a:pt x="162" y="401"/>
                    <a:pt x="187" y="401"/>
                  </a:cubicBezTo>
                  <a:cubicBezTo>
                    <a:pt x="221" y="401"/>
                    <a:pt x="254" y="393"/>
                    <a:pt x="284" y="375"/>
                  </a:cubicBezTo>
                  <a:cubicBezTo>
                    <a:pt x="314" y="359"/>
                    <a:pt x="336" y="336"/>
                    <a:pt x="352" y="307"/>
                  </a:cubicBezTo>
                  <a:cubicBezTo>
                    <a:pt x="356" y="301"/>
                    <a:pt x="360" y="296"/>
                    <a:pt x="363" y="288"/>
                  </a:cubicBezTo>
                  <a:cubicBezTo>
                    <a:pt x="370" y="272"/>
                    <a:pt x="378" y="255"/>
                    <a:pt x="385" y="237"/>
                  </a:cubicBezTo>
                  <a:cubicBezTo>
                    <a:pt x="396" y="208"/>
                    <a:pt x="396" y="166"/>
                    <a:pt x="387" y="136"/>
                  </a:cubicBezTo>
                  <a:cubicBezTo>
                    <a:pt x="382" y="112"/>
                    <a:pt x="370" y="91"/>
                    <a:pt x="353" y="72"/>
                  </a:cubicBezTo>
                  <a:cubicBezTo>
                    <a:pt x="341" y="52"/>
                    <a:pt x="324" y="36"/>
                    <a:pt x="303" y="25"/>
                  </a:cubicBezTo>
                  <a:cubicBezTo>
                    <a:pt x="288" y="19"/>
                    <a:pt x="274" y="13"/>
                    <a:pt x="260" y="7"/>
                  </a:cubicBezTo>
                  <a:cubicBezTo>
                    <a:pt x="244" y="3"/>
                    <a:pt x="227" y="0"/>
                    <a:pt x="21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447;p49">
              <a:extLst>
                <a:ext uri="{FF2B5EF4-FFF2-40B4-BE49-F238E27FC236}">
                  <a16:creationId xmlns:a16="http://schemas.microsoft.com/office/drawing/2014/main" id="{09453794-9BEE-3E05-5A63-A7CA471DF3A5}"/>
                </a:ext>
              </a:extLst>
            </p:cNvPr>
            <p:cNvSpPr/>
            <p:nvPr/>
          </p:nvSpPr>
          <p:spPr>
            <a:xfrm>
              <a:off x="5061618" y="1099728"/>
              <a:ext cx="26150" cy="23185"/>
            </a:xfrm>
            <a:custGeom>
              <a:avLst/>
              <a:gdLst/>
              <a:ahLst/>
              <a:cxnLst/>
              <a:rect l="l" t="t" r="r" b="b"/>
              <a:pathLst>
                <a:path w="838" h="743" extrusionOk="0">
                  <a:moveTo>
                    <a:pt x="439" y="0"/>
                  </a:moveTo>
                  <a:cubicBezTo>
                    <a:pt x="433" y="0"/>
                    <a:pt x="428" y="0"/>
                    <a:pt x="423" y="1"/>
                  </a:cubicBezTo>
                  <a:cubicBezTo>
                    <a:pt x="378" y="2"/>
                    <a:pt x="330" y="3"/>
                    <a:pt x="286" y="14"/>
                  </a:cubicBezTo>
                  <a:cubicBezTo>
                    <a:pt x="213" y="33"/>
                    <a:pt x="154" y="72"/>
                    <a:pt x="102" y="124"/>
                  </a:cubicBezTo>
                  <a:cubicBezTo>
                    <a:pt x="84" y="147"/>
                    <a:pt x="66" y="170"/>
                    <a:pt x="48" y="193"/>
                  </a:cubicBezTo>
                  <a:cubicBezTo>
                    <a:pt x="24" y="231"/>
                    <a:pt x="11" y="273"/>
                    <a:pt x="9" y="317"/>
                  </a:cubicBezTo>
                  <a:cubicBezTo>
                    <a:pt x="0" y="346"/>
                    <a:pt x="0" y="376"/>
                    <a:pt x="8" y="406"/>
                  </a:cubicBezTo>
                  <a:cubicBezTo>
                    <a:pt x="10" y="452"/>
                    <a:pt x="22" y="496"/>
                    <a:pt x="48" y="536"/>
                  </a:cubicBezTo>
                  <a:cubicBezTo>
                    <a:pt x="51" y="540"/>
                    <a:pt x="54" y="543"/>
                    <a:pt x="57" y="547"/>
                  </a:cubicBezTo>
                  <a:cubicBezTo>
                    <a:pt x="77" y="573"/>
                    <a:pt x="97" y="598"/>
                    <a:pt x="117" y="625"/>
                  </a:cubicBezTo>
                  <a:cubicBezTo>
                    <a:pt x="162" y="668"/>
                    <a:pt x="215" y="700"/>
                    <a:pt x="276" y="718"/>
                  </a:cubicBezTo>
                  <a:cubicBezTo>
                    <a:pt x="290" y="722"/>
                    <a:pt x="305" y="724"/>
                    <a:pt x="320" y="727"/>
                  </a:cubicBezTo>
                  <a:cubicBezTo>
                    <a:pt x="363" y="736"/>
                    <a:pt x="398" y="742"/>
                    <a:pt x="434" y="742"/>
                  </a:cubicBezTo>
                  <a:cubicBezTo>
                    <a:pt x="462" y="742"/>
                    <a:pt x="490" y="739"/>
                    <a:pt x="523" y="730"/>
                  </a:cubicBezTo>
                  <a:cubicBezTo>
                    <a:pt x="560" y="721"/>
                    <a:pt x="595" y="704"/>
                    <a:pt x="629" y="686"/>
                  </a:cubicBezTo>
                  <a:cubicBezTo>
                    <a:pt x="641" y="680"/>
                    <a:pt x="653" y="675"/>
                    <a:pt x="665" y="668"/>
                  </a:cubicBezTo>
                  <a:cubicBezTo>
                    <a:pt x="716" y="638"/>
                    <a:pt x="757" y="597"/>
                    <a:pt x="787" y="546"/>
                  </a:cubicBezTo>
                  <a:cubicBezTo>
                    <a:pt x="811" y="508"/>
                    <a:pt x="824" y="468"/>
                    <a:pt x="827" y="424"/>
                  </a:cubicBezTo>
                  <a:cubicBezTo>
                    <a:pt x="838" y="380"/>
                    <a:pt x="836" y="335"/>
                    <a:pt x="822" y="291"/>
                  </a:cubicBezTo>
                  <a:cubicBezTo>
                    <a:pt x="806" y="232"/>
                    <a:pt x="777" y="181"/>
                    <a:pt x="734" y="138"/>
                  </a:cubicBezTo>
                  <a:cubicBezTo>
                    <a:pt x="702" y="112"/>
                    <a:pt x="668" y="87"/>
                    <a:pt x="635" y="62"/>
                  </a:cubicBezTo>
                  <a:cubicBezTo>
                    <a:pt x="581" y="25"/>
                    <a:pt x="505" y="0"/>
                    <a:pt x="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448;p49">
              <a:extLst>
                <a:ext uri="{FF2B5EF4-FFF2-40B4-BE49-F238E27FC236}">
                  <a16:creationId xmlns:a16="http://schemas.microsoft.com/office/drawing/2014/main" id="{D997D4C3-52F9-49CC-48B0-92AAA0F08C03}"/>
                </a:ext>
              </a:extLst>
            </p:cNvPr>
            <p:cNvSpPr/>
            <p:nvPr/>
          </p:nvSpPr>
          <p:spPr>
            <a:xfrm>
              <a:off x="5154359" y="1044120"/>
              <a:ext cx="15977" cy="19784"/>
            </a:xfrm>
            <a:custGeom>
              <a:avLst/>
              <a:gdLst/>
              <a:ahLst/>
              <a:cxnLst/>
              <a:rect l="l" t="t" r="r" b="b"/>
              <a:pathLst>
                <a:path w="512" h="634" extrusionOk="0">
                  <a:moveTo>
                    <a:pt x="284" y="1"/>
                  </a:moveTo>
                  <a:cubicBezTo>
                    <a:pt x="248" y="1"/>
                    <a:pt x="213" y="14"/>
                    <a:pt x="186" y="40"/>
                  </a:cubicBezTo>
                  <a:cubicBezTo>
                    <a:pt x="172" y="53"/>
                    <a:pt x="163" y="68"/>
                    <a:pt x="156" y="84"/>
                  </a:cubicBezTo>
                  <a:lnTo>
                    <a:pt x="156" y="84"/>
                  </a:lnTo>
                  <a:cubicBezTo>
                    <a:pt x="156" y="82"/>
                    <a:pt x="157" y="81"/>
                    <a:pt x="158" y="79"/>
                  </a:cubicBezTo>
                  <a:lnTo>
                    <a:pt x="158" y="79"/>
                  </a:lnTo>
                  <a:cubicBezTo>
                    <a:pt x="148" y="103"/>
                    <a:pt x="134" y="124"/>
                    <a:pt x="119" y="145"/>
                  </a:cubicBezTo>
                  <a:cubicBezTo>
                    <a:pt x="116" y="149"/>
                    <a:pt x="113" y="153"/>
                    <a:pt x="109" y="156"/>
                  </a:cubicBezTo>
                  <a:cubicBezTo>
                    <a:pt x="106" y="159"/>
                    <a:pt x="103" y="162"/>
                    <a:pt x="101" y="164"/>
                  </a:cubicBezTo>
                  <a:cubicBezTo>
                    <a:pt x="72" y="193"/>
                    <a:pt x="54" y="227"/>
                    <a:pt x="39" y="266"/>
                  </a:cubicBezTo>
                  <a:cubicBezTo>
                    <a:pt x="29" y="288"/>
                    <a:pt x="15" y="311"/>
                    <a:pt x="10" y="335"/>
                  </a:cubicBezTo>
                  <a:cubicBezTo>
                    <a:pt x="8" y="355"/>
                    <a:pt x="5" y="375"/>
                    <a:pt x="2" y="395"/>
                  </a:cubicBezTo>
                  <a:cubicBezTo>
                    <a:pt x="1" y="427"/>
                    <a:pt x="7" y="459"/>
                    <a:pt x="22" y="487"/>
                  </a:cubicBezTo>
                  <a:cubicBezTo>
                    <a:pt x="27" y="507"/>
                    <a:pt x="37" y="525"/>
                    <a:pt x="52" y="540"/>
                  </a:cubicBezTo>
                  <a:cubicBezTo>
                    <a:pt x="69" y="566"/>
                    <a:pt x="91" y="586"/>
                    <a:pt x="119" y="601"/>
                  </a:cubicBezTo>
                  <a:cubicBezTo>
                    <a:pt x="155" y="620"/>
                    <a:pt x="193" y="630"/>
                    <a:pt x="234" y="634"/>
                  </a:cubicBezTo>
                  <a:cubicBezTo>
                    <a:pt x="236" y="634"/>
                    <a:pt x="239" y="634"/>
                    <a:pt x="241" y="634"/>
                  </a:cubicBezTo>
                  <a:cubicBezTo>
                    <a:pt x="271" y="634"/>
                    <a:pt x="300" y="627"/>
                    <a:pt x="326" y="614"/>
                  </a:cubicBezTo>
                  <a:cubicBezTo>
                    <a:pt x="356" y="604"/>
                    <a:pt x="382" y="588"/>
                    <a:pt x="404" y="564"/>
                  </a:cubicBezTo>
                  <a:cubicBezTo>
                    <a:pt x="447" y="519"/>
                    <a:pt x="471" y="461"/>
                    <a:pt x="492" y="402"/>
                  </a:cubicBezTo>
                  <a:cubicBezTo>
                    <a:pt x="511" y="345"/>
                    <a:pt x="500" y="279"/>
                    <a:pt x="481" y="222"/>
                  </a:cubicBezTo>
                  <a:cubicBezTo>
                    <a:pt x="470" y="187"/>
                    <a:pt x="455" y="151"/>
                    <a:pt x="437" y="119"/>
                  </a:cubicBezTo>
                  <a:cubicBezTo>
                    <a:pt x="418" y="81"/>
                    <a:pt x="391" y="38"/>
                    <a:pt x="354" y="18"/>
                  </a:cubicBezTo>
                  <a:cubicBezTo>
                    <a:pt x="332" y="6"/>
                    <a:pt x="308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/>
          <p:cNvSpPr/>
          <p:nvPr/>
        </p:nvSpPr>
        <p:spPr>
          <a:xfrm>
            <a:off x="4572000" y="645600"/>
            <a:ext cx="3852300" cy="3852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51"/>
          <p:cNvSpPr txBox="1">
            <a:spLocks noGrp="1"/>
          </p:cNvSpPr>
          <p:nvPr>
            <p:ph type="title"/>
          </p:nvPr>
        </p:nvSpPr>
        <p:spPr>
          <a:xfrm>
            <a:off x="726647" y="681324"/>
            <a:ext cx="3982271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Fila Única + Múltiplos Fornos</a:t>
            </a:r>
            <a:endParaRPr dirty="0"/>
          </a:p>
        </p:txBody>
      </p:sp>
      <p:sp>
        <p:nvSpPr>
          <p:cNvPr id="1594" name="Google Shape;1594;p51"/>
          <p:cNvSpPr txBox="1">
            <a:spLocks noGrp="1"/>
          </p:cNvSpPr>
          <p:nvPr>
            <p:ph type="subTitle" idx="1"/>
          </p:nvPr>
        </p:nvSpPr>
        <p:spPr>
          <a:xfrm rot="-296">
            <a:off x="720025" y="1771223"/>
            <a:ext cx="3783431" cy="3183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Uma única fila central atende vários fornos simultaneamente.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pt-BR" dirty="0"/>
              <a:t>A fila é global e os fornos compartilham os lotes conforme ficam livres.</a:t>
            </a:r>
          </a:p>
          <a:p>
            <a:pPr marL="285750" indent="-285750">
              <a:buClr>
                <a:schemeClr val="dk1"/>
              </a:buClr>
              <a:buSzPts val="1100"/>
            </a:pPr>
            <a:endParaRPr lang="pt-BR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pt-BR" dirty="0"/>
              <a:t>É a arquitetura mais eficiente, reduz tempo de espera e evita fornos ociosos.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Ideal quando os fornos têm capacidades iguais e precisam operar de forma balanceada.</a:t>
            </a:r>
            <a:endParaRPr dirty="0"/>
          </a:p>
        </p:txBody>
      </p:sp>
      <p:grpSp>
        <p:nvGrpSpPr>
          <p:cNvPr id="1620" name="Google Shape;1620;p51"/>
          <p:cNvGrpSpPr/>
          <p:nvPr/>
        </p:nvGrpSpPr>
        <p:grpSpPr>
          <a:xfrm>
            <a:off x="7174713" y="651001"/>
            <a:ext cx="1249313" cy="1171613"/>
            <a:chOff x="6351976" y="66530"/>
            <a:chExt cx="281282" cy="263776"/>
          </a:xfrm>
        </p:grpSpPr>
        <p:sp>
          <p:nvSpPr>
            <p:cNvPr id="1621" name="Google Shape;1621;p51"/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/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/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/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/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/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/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/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/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/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/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/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/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/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/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/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/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/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/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/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/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/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/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/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5" name="Google Shape;1645;p51"/>
          <p:cNvGrpSpPr/>
          <p:nvPr/>
        </p:nvGrpSpPr>
        <p:grpSpPr>
          <a:xfrm rot="3953491">
            <a:off x="4257446" y="428472"/>
            <a:ext cx="815393" cy="671251"/>
            <a:chOff x="1681288" y="1393055"/>
            <a:chExt cx="116536" cy="95937"/>
          </a:xfrm>
        </p:grpSpPr>
        <p:sp>
          <p:nvSpPr>
            <p:cNvPr id="1646" name="Google Shape;1646;p51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/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Espaço Reservado para 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C7E445A-86FB-EE49-CD37-28BA5E78D57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4674" b="4674"/>
          <a:stretch>
            <a:fillRect/>
          </a:stretch>
        </p:blipFill>
        <p:spPr/>
      </p:pic>
      <p:grpSp>
        <p:nvGrpSpPr>
          <p:cNvPr id="1596" name="Google Shape;1596;p51"/>
          <p:cNvGrpSpPr/>
          <p:nvPr/>
        </p:nvGrpSpPr>
        <p:grpSpPr>
          <a:xfrm rot="7046616" flipH="1">
            <a:off x="5084459" y="3631257"/>
            <a:ext cx="1299698" cy="1944490"/>
            <a:chOff x="2915088" y="1067493"/>
            <a:chExt cx="250763" cy="375147"/>
          </a:xfrm>
        </p:grpSpPr>
        <p:sp>
          <p:nvSpPr>
            <p:cNvPr id="1597" name="Google Shape;1597;p51"/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/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/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/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/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/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/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/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/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/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/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/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/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/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/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/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/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/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/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/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/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/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/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Google Shape;1374;p49"/>
          <p:cNvGrpSpPr/>
          <p:nvPr/>
        </p:nvGrpSpPr>
        <p:grpSpPr>
          <a:xfrm>
            <a:off x="-3767923" y="-4779325"/>
            <a:ext cx="8232523" cy="8232452"/>
            <a:chOff x="-3767923" y="-4779325"/>
            <a:chExt cx="8232523" cy="8232452"/>
          </a:xfrm>
        </p:grpSpPr>
        <p:sp>
          <p:nvSpPr>
            <p:cNvPr id="1375" name="Google Shape;1375;p49"/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9"/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1" name="Google Shape;1381;p49"/>
          <p:cNvGrpSpPr/>
          <p:nvPr/>
        </p:nvGrpSpPr>
        <p:grpSpPr>
          <a:xfrm>
            <a:off x="1078735" y="394407"/>
            <a:ext cx="1017205" cy="702994"/>
            <a:chOff x="1759879" y="1393055"/>
            <a:chExt cx="133651" cy="92367"/>
          </a:xfrm>
        </p:grpSpPr>
        <p:sp>
          <p:nvSpPr>
            <p:cNvPr id="1382" name="Google Shape;1382;p49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9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9"/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9"/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49"/>
          <p:cNvGrpSpPr/>
          <p:nvPr/>
        </p:nvGrpSpPr>
        <p:grpSpPr>
          <a:xfrm>
            <a:off x="8294566" y="2401627"/>
            <a:ext cx="697909" cy="997823"/>
            <a:chOff x="1454195" y="1382913"/>
            <a:chExt cx="73893" cy="105660"/>
          </a:xfrm>
        </p:grpSpPr>
        <p:sp>
          <p:nvSpPr>
            <p:cNvPr id="1387" name="Google Shape;1387;p49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9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9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0" name="Google Shape;1390;p49"/>
          <p:cNvGrpSpPr/>
          <p:nvPr/>
        </p:nvGrpSpPr>
        <p:grpSpPr>
          <a:xfrm rot="604036">
            <a:off x="6242499" y="-415570"/>
            <a:ext cx="3042704" cy="2960723"/>
            <a:chOff x="4797030" y="968261"/>
            <a:chExt cx="420955" cy="409597"/>
          </a:xfrm>
        </p:grpSpPr>
        <p:sp>
          <p:nvSpPr>
            <p:cNvPr id="1391" name="Google Shape;1391;p49"/>
            <p:cNvSpPr/>
            <p:nvPr/>
          </p:nvSpPr>
          <p:spPr>
            <a:xfrm>
              <a:off x="4797030" y="968261"/>
              <a:ext cx="420955" cy="409597"/>
            </a:xfrm>
            <a:custGeom>
              <a:avLst/>
              <a:gdLst/>
              <a:ahLst/>
              <a:cxnLst/>
              <a:rect l="l" t="t" r="r" b="b"/>
              <a:pathLst>
                <a:path w="13490" h="13126" extrusionOk="0">
                  <a:moveTo>
                    <a:pt x="6277" y="1"/>
                  </a:moveTo>
                  <a:cubicBezTo>
                    <a:pt x="6156" y="1"/>
                    <a:pt x="6036" y="10"/>
                    <a:pt x="5916" y="28"/>
                  </a:cubicBezTo>
                  <a:cubicBezTo>
                    <a:pt x="5865" y="25"/>
                    <a:pt x="5813" y="23"/>
                    <a:pt x="5762" y="23"/>
                  </a:cubicBezTo>
                  <a:cubicBezTo>
                    <a:pt x="5421" y="23"/>
                    <a:pt x="5081" y="102"/>
                    <a:pt x="4774" y="261"/>
                  </a:cubicBezTo>
                  <a:cubicBezTo>
                    <a:pt x="4450" y="430"/>
                    <a:pt x="4197" y="702"/>
                    <a:pt x="3881" y="883"/>
                  </a:cubicBezTo>
                  <a:cubicBezTo>
                    <a:pt x="3595" y="1047"/>
                    <a:pt x="3271" y="1135"/>
                    <a:pt x="2970" y="1262"/>
                  </a:cubicBezTo>
                  <a:cubicBezTo>
                    <a:pt x="2663" y="1392"/>
                    <a:pt x="2365" y="1554"/>
                    <a:pt x="2143" y="1810"/>
                  </a:cubicBezTo>
                  <a:cubicBezTo>
                    <a:pt x="1899" y="2091"/>
                    <a:pt x="1772" y="2441"/>
                    <a:pt x="1587" y="2759"/>
                  </a:cubicBezTo>
                  <a:cubicBezTo>
                    <a:pt x="1257" y="3329"/>
                    <a:pt x="570" y="3627"/>
                    <a:pt x="394" y="4299"/>
                  </a:cubicBezTo>
                  <a:cubicBezTo>
                    <a:pt x="298" y="4665"/>
                    <a:pt x="442" y="5012"/>
                    <a:pt x="452" y="5378"/>
                  </a:cubicBezTo>
                  <a:cubicBezTo>
                    <a:pt x="462" y="5768"/>
                    <a:pt x="314" y="6150"/>
                    <a:pt x="201" y="6517"/>
                  </a:cubicBezTo>
                  <a:cubicBezTo>
                    <a:pt x="86" y="6895"/>
                    <a:pt x="1" y="7276"/>
                    <a:pt x="22" y="7674"/>
                  </a:cubicBezTo>
                  <a:cubicBezTo>
                    <a:pt x="42" y="8056"/>
                    <a:pt x="142" y="8433"/>
                    <a:pt x="269" y="8793"/>
                  </a:cubicBezTo>
                  <a:cubicBezTo>
                    <a:pt x="497" y="9443"/>
                    <a:pt x="750" y="10165"/>
                    <a:pt x="1227" y="10678"/>
                  </a:cubicBezTo>
                  <a:cubicBezTo>
                    <a:pt x="1484" y="10952"/>
                    <a:pt x="1838" y="11087"/>
                    <a:pt x="2115" y="11334"/>
                  </a:cubicBezTo>
                  <a:cubicBezTo>
                    <a:pt x="2414" y="11601"/>
                    <a:pt x="2719" y="11848"/>
                    <a:pt x="3061" y="12059"/>
                  </a:cubicBezTo>
                  <a:cubicBezTo>
                    <a:pt x="3397" y="12266"/>
                    <a:pt x="3750" y="12444"/>
                    <a:pt x="4106" y="12615"/>
                  </a:cubicBezTo>
                  <a:cubicBezTo>
                    <a:pt x="4467" y="12789"/>
                    <a:pt x="4832" y="12979"/>
                    <a:pt x="5222" y="13075"/>
                  </a:cubicBezTo>
                  <a:cubicBezTo>
                    <a:pt x="5370" y="13112"/>
                    <a:pt x="5520" y="13125"/>
                    <a:pt x="5672" y="13125"/>
                  </a:cubicBezTo>
                  <a:cubicBezTo>
                    <a:pt x="6099" y="13125"/>
                    <a:pt x="6540" y="13020"/>
                    <a:pt x="6973" y="13020"/>
                  </a:cubicBezTo>
                  <a:cubicBezTo>
                    <a:pt x="6988" y="13020"/>
                    <a:pt x="7002" y="13020"/>
                    <a:pt x="7017" y="13020"/>
                  </a:cubicBezTo>
                  <a:cubicBezTo>
                    <a:pt x="7379" y="13026"/>
                    <a:pt x="7679" y="13049"/>
                    <a:pt x="7975" y="13049"/>
                  </a:cubicBezTo>
                  <a:cubicBezTo>
                    <a:pt x="8316" y="13049"/>
                    <a:pt x="8653" y="13018"/>
                    <a:pt x="9074" y="12895"/>
                  </a:cubicBezTo>
                  <a:cubicBezTo>
                    <a:pt x="9912" y="12650"/>
                    <a:pt x="11066" y="12243"/>
                    <a:pt x="11602" y="11509"/>
                  </a:cubicBezTo>
                  <a:cubicBezTo>
                    <a:pt x="11842" y="11183"/>
                    <a:pt x="12048" y="10831"/>
                    <a:pt x="12266" y="10491"/>
                  </a:cubicBezTo>
                  <a:cubicBezTo>
                    <a:pt x="12483" y="10153"/>
                    <a:pt x="12734" y="9819"/>
                    <a:pt x="12912" y="9459"/>
                  </a:cubicBezTo>
                  <a:cubicBezTo>
                    <a:pt x="13000" y="9282"/>
                    <a:pt x="13060" y="9092"/>
                    <a:pt x="13058" y="8893"/>
                  </a:cubicBezTo>
                  <a:cubicBezTo>
                    <a:pt x="13057" y="8697"/>
                    <a:pt x="12975" y="8523"/>
                    <a:pt x="12951" y="8332"/>
                  </a:cubicBezTo>
                  <a:cubicBezTo>
                    <a:pt x="12912" y="8007"/>
                    <a:pt x="13217" y="7692"/>
                    <a:pt x="13336" y="7407"/>
                  </a:cubicBezTo>
                  <a:cubicBezTo>
                    <a:pt x="13489" y="7038"/>
                    <a:pt x="13454" y="6668"/>
                    <a:pt x="13408" y="6299"/>
                  </a:cubicBezTo>
                  <a:lnTo>
                    <a:pt x="13408" y="6299"/>
                  </a:lnTo>
                  <a:cubicBezTo>
                    <a:pt x="13095" y="6596"/>
                    <a:pt x="12743" y="6794"/>
                    <a:pt x="12362" y="6794"/>
                  </a:cubicBezTo>
                  <a:cubicBezTo>
                    <a:pt x="12246" y="6794"/>
                    <a:pt x="12127" y="6776"/>
                    <a:pt x="12005" y="6736"/>
                  </a:cubicBezTo>
                  <a:cubicBezTo>
                    <a:pt x="11604" y="7064"/>
                    <a:pt x="11088" y="7302"/>
                    <a:pt x="10629" y="7302"/>
                  </a:cubicBezTo>
                  <a:cubicBezTo>
                    <a:pt x="10270" y="7302"/>
                    <a:pt x="9946" y="7157"/>
                    <a:pt x="9737" y="6796"/>
                  </a:cubicBezTo>
                  <a:cubicBezTo>
                    <a:pt x="9681" y="6800"/>
                    <a:pt x="9625" y="6803"/>
                    <a:pt x="9568" y="6803"/>
                  </a:cubicBezTo>
                  <a:cubicBezTo>
                    <a:pt x="8851" y="6803"/>
                    <a:pt x="8117" y="6425"/>
                    <a:pt x="7997" y="5747"/>
                  </a:cubicBezTo>
                  <a:cubicBezTo>
                    <a:pt x="7489" y="5565"/>
                    <a:pt x="7129" y="5153"/>
                    <a:pt x="7115" y="4653"/>
                  </a:cubicBezTo>
                  <a:cubicBezTo>
                    <a:pt x="5720" y="4173"/>
                    <a:pt x="5503" y="2192"/>
                    <a:pt x="6491" y="1153"/>
                  </a:cubicBezTo>
                  <a:cubicBezTo>
                    <a:pt x="6259" y="801"/>
                    <a:pt x="6200" y="376"/>
                    <a:pt x="6382" y="3"/>
                  </a:cubicBezTo>
                  <a:cubicBezTo>
                    <a:pt x="6347" y="2"/>
                    <a:pt x="6312" y="1"/>
                    <a:pt x="6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9"/>
            <p:cNvSpPr/>
            <p:nvPr/>
          </p:nvSpPr>
          <p:spPr>
            <a:xfrm>
              <a:off x="4797030" y="978996"/>
              <a:ext cx="406664" cy="398862"/>
            </a:xfrm>
            <a:custGeom>
              <a:avLst/>
              <a:gdLst/>
              <a:ahLst/>
              <a:cxnLst/>
              <a:rect l="l" t="t" r="r" b="b"/>
              <a:pathLst>
                <a:path w="13032" h="12782" extrusionOk="0">
                  <a:moveTo>
                    <a:pt x="4639" y="0"/>
                  </a:moveTo>
                  <a:lnTo>
                    <a:pt x="4639" y="0"/>
                  </a:lnTo>
                  <a:cubicBezTo>
                    <a:pt x="4378" y="167"/>
                    <a:pt x="4151" y="385"/>
                    <a:pt x="3880" y="539"/>
                  </a:cubicBezTo>
                  <a:cubicBezTo>
                    <a:pt x="3595" y="703"/>
                    <a:pt x="3271" y="791"/>
                    <a:pt x="2970" y="918"/>
                  </a:cubicBezTo>
                  <a:cubicBezTo>
                    <a:pt x="2662" y="1048"/>
                    <a:pt x="2365" y="1210"/>
                    <a:pt x="2143" y="1466"/>
                  </a:cubicBezTo>
                  <a:cubicBezTo>
                    <a:pt x="1899" y="1747"/>
                    <a:pt x="1772" y="2097"/>
                    <a:pt x="1587" y="2415"/>
                  </a:cubicBezTo>
                  <a:cubicBezTo>
                    <a:pt x="1257" y="2985"/>
                    <a:pt x="570" y="3283"/>
                    <a:pt x="394" y="3955"/>
                  </a:cubicBezTo>
                  <a:cubicBezTo>
                    <a:pt x="298" y="4321"/>
                    <a:pt x="442" y="4669"/>
                    <a:pt x="452" y="5034"/>
                  </a:cubicBezTo>
                  <a:cubicBezTo>
                    <a:pt x="462" y="5424"/>
                    <a:pt x="313" y="5806"/>
                    <a:pt x="201" y="6173"/>
                  </a:cubicBezTo>
                  <a:cubicBezTo>
                    <a:pt x="86" y="6550"/>
                    <a:pt x="1" y="6932"/>
                    <a:pt x="21" y="7330"/>
                  </a:cubicBezTo>
                  <a:cubicBezTo>
                    <a:pt x="42" y="7712"/>
                    <a:pt x="142" y="8089"/>
                    <a:pt x="269" y="8449"/>
                  </a:cubicBezTo>
                  <a:cubicBezTo>
                    <a:pt x="497" y="9099"/>
                    <a:pt x="750" y="9821"/>
                    <a:pt x="1227" y="10334"/>
                  </a:cubicBezTo>
                  <a:cubicBezTo>
                    <a:pt x="1484" y="10608"/>
                    <a:pt x="1838" y="10743"/>
                    <a:pt x="2115" y="10990"/>
                  </a:cubicBezTo>
                  <a:cubicBezTo>
                    <a:pt x="2414" y="11257"/>
                    <a:pt x="2719" y="11504"/>
                    <a:pt x="3061" y="11715"/>
                  </a:cubicBezTo>
                  <a:cubicBezTo>
                    <a:pt x="3397" y="11922"/>
                    <a:pt x="3750" y="12100"/>
                    <a:pt x="4106" y="12271"/>
                  </a:cubicBezTo>
                  <a:cubicBezTo>
                    <a:pt x="4467" y="12445"/>
                    <a:pt x="4832" y="12635"/>
                    <a:pt x="5222" y="12731"/>
                  </a:cubicBezTo>
                  <a:cubicBezTo>
                    <a:pt x="5370" y="12768"/>
                    <a:pt x="5520" y="12781"/>
                    <a:pt x="5672" y="12781"/>
                  </a:cubicBezTo>
                  <a:cubicBezTo>
                    <a:pt x="6098" y="12781"/>
                    <a:pt x="6539" y="12676"/>
                    <a:pt x="6973" y="12676"/>
                  </a:cubicBezTo>
                  <a:cubicBezTo>
                    <a:pt x="6987" y="12676"/>
                    <a:pt x="7002" y="12676"/>
                    <a:pt x="7017" y="12676"/>
                  </a:cubicBezTo>
                  <a:cubicBezTo>
                    <a:pt x="7379" y="12682"/>
                    <a:pt x="7679" y="12705"/>
                    <a:pt x="7975" y="12705"/>
                  </a:cubicBezTo>
                  <a:cubicBezTo>
                    <a:pt x="8316" y="12705"/>
                    <a:pt x="8653" y="12674"/>
                    <a:pt x="9074" y="12551"/>
                  </a:cubicBezTo>
                  <a:cubicBezTo>
                    <a:pt x="9912" y="12306"/>
                    <a:pt x="11066" y="11899"/>
                    <a:pt x="11602" y="11165"/>
                  </a:cubicBezTo>
                  <a:cubicBezTo>
                    <a:pt x="11842" y="10839"/>
                    <a:pt x="12048" y="10487"/>
                    <a:pt x="12266" y="10147"/>
                  </a:cubicBezTo>
                  <a:cubicBezTo>
                    <a:pt x="12483" y="9808"/>
                    <a:pt x="12734" y="9475"/>
                    <a:pt x="12912" y="9115"/>
                  </a:cubicBezTo>
                  <a:cubicBezTo>
                    <a:pt x="12965" y="9009"/>
                    <a:pt x="13006" y="8897"/>
                    <a:pt x="13031" y="8781"/>
                  </a:cubicBezTo>
                  <a:lnTo>
                    <a:pt x="13031" y="8781"/>
                  </a:lnTo>
                  <a:cubicBezTo>
                    <a:pt x="12408" y="9371"/>
                    <a:pt x="11757" y="9896"/>
                    <a:pt x="10936" y="10092"/>
                  </a:cubicBezTo>
                  <a:cubicBezTo>
                    <a:pt x="10665" y="10157"/>
                    <a:pt x="10388" y="10181"/>
                    <a:pt x="10110" y="10181"/>
                  </a:cubicBezTo>
                  <a:cubicBezTo>
                    <a:pt x="9804" y="10181"/>
                    <a:pt x="9497" y="10152"/>
                    <a:pt x="9194" y="10114"/>
                  </a:cubicBezTo>
                  <a:cubicBezTo>
                    <a:pt x="8540" y="10032"/>
                    <a:pt x="7888" y="9913"/>
                    <a:pt x="7262" y="9706"/>
                  </a:cubicBezTo>
                  <a:cubicBezTo>
                    <a:pt x="6985" y="9615"/>
                    <a:pt x="6705" y="9501"/>
                    <a:pt x="6498" y="9295"/>
                  </a:cubicBezTo>
                  <a:cubicBezTo>
                    <a:pt x="6340" y="9137"/>
                    <a:pt x="6233" y="8936"/>
                    <a:pt x="6096" y="8761"/>
                  </a:cubicBezTo>
                  <a:cubicBezTo>
                    <a:pt x="5503" y="8001"/>
                    <a:pt x="4369" y="7769"/>
                    <a:pt x="3886" y="6935"/>
                  </a:cubicBezTo>
                  <a:cubicBezTo>
                    <a:pt x="3364" y="6036"/>
                    <a:pt x="3834" y="4915"/>
                    <a:pt x="3896" y="3878"/>
                  </a:cubicBezTo>
                  <a:cubicBezTo>
                    <a:pt x="3933" y="3248"/>
                    <a:pt x="3811" y="2615"/>
                    <a:pt x="3856" y="1985"/>
                  </a:cubicBezTo>
                  <a:cubicBezTo>
                    <a:pt x="3908" y="1264"/>
                    <a:pt x="4191" y="566"/>
                    <a:pt x="4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9"/>
            <p:cNvSpPr/>
            <p:nvPr/>
          </p:nvSpPr>
          <p:spPr>
            <a:xfrm>
              <a:off x="4797030" y="1003179"/>
              <a:ext cx="370809" cy="374678"/>
            </a:xfrm>
            <a:custGeom>
              <a:avLst/>
              <a:gdLst/>
              <a:ahLst/>
              <a:cxnLst/>
              <a:rect l="l" t="t" r="r" b="b"/>
              <a:pathLst>
                <a:path w="11883" h="12007" extrusionOk="0">
                  <a:moveTo>
                    <a:pt x="3342" y="1"/>
                  </a:moveTo>
                  <a:lnTo>
                    <a:pt x="3342" y="1"/>
                  </a:lnTo>
                  <a:cubicBezTo>
                    <a:pt x="3217" y="46"/>
                    <a:pt x="3091" y="92"/>
                    <a:pt x="2970" y="143"/>
                  </a:cubicBezTo>
                  <a:cubicBezTo>
                    <a:pt x="2662" y="273"/>
                    <a:pt x="2365" y="435"/>
                    <a:pt x="2143" y="691"/>
                  </a:cubicBezTo>
                  <a:cubicBezTo>
                    <a:pt x="1899" y="972"/>
                    <a:pt x="1772" y="1322"/>
                    <a:pt x="1587" y="1640"/>
                  </a:cubicBezTo>
                  <a:cubicBezTo>
                    <a:pt x="1257" y="2210"/>
                    <a:pt x="570" y="2508"/>
                    <a:pt x="394" y="3180"/>
                  </a:cubicBezTo>
                  <a:cubicBezTo>
                    <a:pt x="298" y="3546"/>
                    <a:pt x="442" y="3894"/>
                    <a:pt x="452" y="4259"/>
                  </a:cubicBezTo>
                  <a:cubicBezTo>
                    <a:pt x="462" y="4649"/>
                    <a:pt x="314" y="5031"/>
                    <a:pt x="201" y="5398"/>
                  </a:cubicBezTo>
                  <a:cubicBezTo>
                    <a:pt x="86" y="5775"/>
                    <a:pt x="1" y="6157"/>
                    <a:pt x="22" y="6555"/>
                  </a:cubicBezTo>
                  <a:cubicBezTo>
                    <a:pt x="42" y="6937"/>
                    <a:pt x="142" y="7314"/>
                    <a:pt x="269" y="7674"/>
                  </a:cubicBezTo>
                  <a:cubicBezTo>
                    <a:pt x="497" y="8324"/>
                    <a:pt x="750" y="9046"/>
                    <a:pt x="1227" y="9559"/>
                  </a:cubicBezTo>
                  <a:cubicBezTo>
                    <a:pt x="1484" y="9833"/>
                    <a:pt x="1838" y="9968"/>
                    <a:pt x="2115" y="10215"/>
                  </a:cubicBezTo>
                  <a:cubicBezTo>
                    <a:pt x="2414" y="10482"/>
                    <a:pt x="2719" y="10729"/>
                    <a:pt x="3061" y="10940"/>
                  </a:cubicBezTo>
                  <a:cubicBezTo>
                    <a:pt x="3397" y="11148"/>
                    <a:pt x="3750" y="11325"/>
                    <a:pt x="4106" y="11497"/>
                  </a:cubicBezTo>
                  <a:cubicBezTo>
                    <a:pt x="4467" y="11670"/>
                    <a:pt x="4832" y="11860"/>
                    <a:pt x="5222" y="11956"/>
                  </a:cubicBezTo>
                  <a:cubicBezTo>
                    <a:pt x="5370" y="11993"/>
                    <a:pt x="5520" y="12006"/>
                    <a:pt x="5672" y="12006"/>
                  </a:cubicBezTo>
                  <a:cubicBezTo>
                    <a:pt x="6099" y="12006"/>
                    <a:pt x="6540" y="11901"/>
                    <a:pt x="6973" y="11901"/>
                  </a:cubicBezTo>
                  <a:cubicBezTo>
                    <a:pt x="6988" y="11901"/>
                    <a:pt x="7002" y="11901"/>
                    <a:pt x="7017" y="11901"/>
                  </a:cubicBezTo>
                  <a:cubicBezTo>
                    <a:pt x="7379" y="11907"/>
                    <a:pt x="7679" y="11930"/>
                    <a:pt x="7975" y="11930"/>
                  </a:cubicBezTo>
                  <a:cubicBezTo>
                    <a:pt x="8316" y="11930"/>
                    <a:pt x="8653" y="11899"/>
                    <a:pt x="9074" y="11776"/>
                  </a:cubicBezTo>
                  <a:cubicBezTo>
                    <a:pt x="9912" y="11533"/>
                    <a:pt x="11066" y="11124"/>
                    <a:pt x="11602" y="10390"/>
                  </a:cubicBezTo>
                  <a:cubicBezTo>
                    <a:pt x="11701" y="10256"/>
                    <a:pt x="11793" y="10117"/>
                    <a:pt x="11883" y="9977"/>
                  </a:cubicBezTo>
                  <a:lnTo>
                    <a:pt x="11883" y="9977"/>
                  </a:lnTo>
                  <a:cubicBezTo>
                    <a:pt x="11047" y="10437"/>
                    <a:pt x="10086" y="10617"/>
                    <a:pt x="9144" y="10786"/>
                  </a:cubicBezTo>
                  <a:cubicBezTo>
                    <a:pt x="8290" y="10939"/>
                    <a:pt x="7423" y="11092"/>
                    <a:pt x="6560" y="11092"/>
                  </a:cubicBezTo>
                  <a:cubicBezTo>
                    <a:pt x="6237" y="11092"/>
                    <a:pt x="5916" y="11070"/>
                    <a:pt x="5596" y="11020"/>
                  </a:cubicBezTo>
                  <a:cubicBezTo>
                    <a:pt x="5126" y="10944"/>
                    <a:pt x="4632" y="10784"/>
                    <a:pt x="4349" y="10402"/>
                  </a:cubicBezTo>
                  <a:cubicBezTo>
                    <a:pt x="4251" y="10269"/>
                    <a:pt x="4182" y="10114"/>
                    <a:pt x="4064" y="10000"/>
                  </a:cubicBezTo>
                  <a:cubicBezTo>
                    <a:pt x="3904" y="9845"/>
                    <a:pt x="3678" y="9785"/>
                    <a:pt x="3471" y="9702"/>
                  </a:cubicBezTo>
                  <a:cubicBezTo>
                    <a:pt x="2704" y="9395"/>
                    <a:pt x="2110" y="8691"/>
                    <a:pt x="1936" y="7883"/>
                  </a:cubicBezTo>
                  <a:cubicBezTo>
                    <a:pt x="1879" y="7618"/>
                    <a:pt x="1865" y="7343"/>
                    <a:pt x="1780" y="7085"/>
                  </a:cubicBezTo>
                  <a:cubicBezTo>
                    <a:pt x="1661" y="6723"/>
                    <a:pt x="1411" y="6418"/>
                    <a:pt x="1271" y="6063"/>
                  </a:cubicBezTo>
                  <a:cubicBezTo>
                    <a:pt x="1032" y="5450"/>
                    <a:pt x="1148" y="4759"/>
                    <a:pt x="1320" y="4123"/>
                  </a:cubicBezTo>
                  <a:cubicBezTo>
                    <a:pt x="1719" y="2635"/>
                    <a:pt x="2413" y="1230"/>
                    <a:pt x="334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9"/>
            <p:cNvSpPr/>
            <p:nvPr/>
          </p:nvSpPr>
          <p:spPr>
            <a:xfrm>
              <a:off x="4901505" y="1022589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1" y="0"/>
                    <a:pt x="1431" y="22"/>
                    <a:pt x="1346" y="57"/>
                  </a:cubicBezTo>
                  <a:cubicBezTo>
                    <a:pt x="1112" y="139"/>
                    <a:pt x="889" y="309"/>
                    <a:pt x="718" y="459"/>
                  </a:cubicBezTo>
                  <a:cubicBezTo>
                    <a:pt x="494" y="653"/>
                    <a:pt x="301" y="903"/>
                    <a:pt x="171" y="1169"/>
                  </a:cubicBezTo>
                  <a:cubicBezTo>
                    <a:pt x="62" y="1394"/>
                    <a:pt x="1" y="1634"/>
                    <a:pt x="48" y="1884"/>
                  </a:cubicBezTo>
                  <a:cubicBezTo>
                    <a:pt x="96" y="2135"/>
                    <a:pt x="253" y="2364"/>
                    <a:pt x="486" y="2478"/>
                  </a:cubicBezTo>
                  <a:cubicBezTo>
                    <a:pt x="597" y="2532"/>
                    <a:pt x="706" y="2555"/>
                    <a:pt x="813" y="2555"/>
                  </a:cubicBezTo>
                  <a:cubicBezTo>
                    <a:pt x="1150" y="2555"/>
                    <a:pt x="1461" y="2323"/>
                    <a:pt x="1690" y="2071"/>
                  </a:cubicBezTo>
                  <a:cubicBezTo>
                    <a:pt x="1916" y="1823"/>
                    <a:pt x="2087" y="1533"/>
                    <a:pt x="2200" y="1218"/>
                  </a:cubicBezTo>
                  <a:cubicBezTo>
                    <a:pt x="2282" y="991"/>
                    <a:pt x="2336" y="769"/>
                    <a:pt x="2273" y="526"/>
                  </a:cubicBezTo>
                  <a:cubicBezTo>
                    <a:pt x="2206" y="268"/>
                    <a:pt x="1994" y="69"/>
                    <a:pt x="1734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9"/>
            <p:cNvSpPr/>
            <p:nvPr/>
          </p:nvSpPr>
          <p:spPr>
            <a:xfrm>
              <a:off x="4956831" y="1136487"/>
              <a:ext cx="61318" cy="62441"/>
            </a:xfrm>
            <a:custGeom>
              <a:avLst/>
              <a:gdLst/>
              <a:ahLst/>
              <a:cxnLst/>
              <a:rect l="l" t="t" r="r" b="b"/>
              <a:pathLst>
                <a:path w="1965" h="2001" extrusionOk="0">
                  <a:moveTo>
                    <a:pt x="1286" y="1"/>
                  </a:moveTo>
                  <a:cubicBezTo>
                    <a:pt x="1223" y="1"/>
                    <a:pt x="1160" y="9"/>
                    <a:pt x="1098" y="26"/>
                  </a:cubicBezTo>
                  <a:cubicBezTo>
                    <a:pt x="1027" y="46"/>
                    <a:pt x="960" y="81"/>
                    <a:pt x="895" y="121"/>
                  </a:cubicBezTo>
                  <a:cubicBezTo>
                    <a:pt x="888" y="123"/>
                    <a:pt x="882" y="124"/>
                    <a:pt x="876" y="127"/>
                  </a:cubicBezTo>
                  <a:cubicBezTo>
                    <a:pt x="767" y="168"/>
                    <a:pt x="661" y="216"/>
                    <a:pt x="570" y="289"/>
                  </a:cubicBezTo>
                  <a:cubicBezTo>
                    <a:pt x="481" y="361"/>
                    <a:pt x="389" y="435"/>
                    <a:pt x="316" y="523"/>
                  </a:cubicBezTo>
                  <a:cubicBezTo>
                    <a:pt x="135" y="739"/>
                    <a:pt x="1" y="1005"/>
                    <a:pt x="1" y="1293"/>
                  </a:cubicBezTo>
                  <a:cubicBezTo>
                    <a:pt x="2" y="1483"/>
                    <a:pt x="97" y="1687"/>
                    <a:pt x="244" y="1810"/>
                  </a:cubicBezTo>
                  <a:cubicBezTo>
                    <a:pt x="397" y="1937"/>
                    <a:pt x="582" y="2000"/>
                    <a:pt x="780" y="2000"/>
                  </a:cubicBezTo>
                  <a:cubicBezTo>
                    <a:pt x="783" y="2000"/>
                    <a:pt x="787" y="2000"/>
                    <a:pt x="790" y="2000"/>
                  </a:cubicBezTo>
                  <a:cubicBezTo>
                    <a:pt x="946" y="1998"/>
                    <a:pt x="1106" y="1933"/>
                    <a:pt x="1236" y="1851"/>
                  </a:cubicBezTo>
                  <a:cubicBezTo>
                    <a:pt x="1340" y="1785"/>
                    <a:pt x="1436" y="1696"/>
                    <a:pt x="1528" y="1616"/>
                  </a:cubicBezTo>
                  <a:cubicBezTo>
                    <a:pt x="1593" y="1561"/>
                    <a:pt x="1654" y="1502"/>
                    <a:pt x="1706" y="1434"/>
                  </a:cubicBezTo>
                  <a:cubicBezTo>
                    <a:pt x="1813" y="1294"/>
                    <a:pt x="1873" y="1181"/>
                    <a:pt x="1927" y="1013"/>
                  </a:cubicBezTo>
                  <a:cubicBezTo>
                    <a:pt x="1945" y="956"/>
                    <a:pt x="1950" y="899"/>
                    <a:pt x="1955" y="839"/>
                  </a:cubicBezTo>
                  <a:cubicBezTo>
                    <a:pt x="1959" y="776"/>
                    <a:pt x="1964" y="718"/>
                    <a:pt x="1954" y="656"/>
                  </a:cubicBezTo>
                  <a:cubicBezTo>
                    <a:pt x="1923" y="470"/>
                    <a:pt x="1860" y="301"/>
                    <a:pt x="1718" y="168"/>
                  </a:cubicBezTo>
                  <a:cubicBezTo>
                    <a:pt x="1598" y="55"/>
                    <a:pt x="1444" y="1"/>
                    <a:pt x="128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9"/>
            <p:cNvSpPr/>
            <p:nvPr/>
          </p:nvSpPr>
          <p:spPr>
            <a:xfrm>
              <a:off x="5046639" y="1270138"/>
              <a:ext cx="45310" cy="40161"/>
            </a:xfrm>
            <a:custGeom>
              <a:avLst/>
              <a:gdLst/>
              <a:ahLst/>
              <a:cxnLst/>
              <a:rect l="l" t="t" r="r" b="b"/>
              <a:pathLst>
                <a:path w="1452" h="1287" extrusionOk="0">
                  <a:moveTo>
                    <a:pt x="946" y="1"/>
                  </a:moveTo>
                  <a:cubicBezTo>
                    <a:pt x="919" y="1"/>
                    <a:pt x="892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1"/>
                  </a:cubicBezTo>
                  <a:cubicBezTo>
                    <a:pt x="648" y="24"/>
                    <a:pt x="636" y="27"/>
                    <a:pt x="625" y="30"/>
                  </a:cubicBezTo>
                  <a:cubicBezTo>
                    <a:pt x="549" y="52"/>
                    <a:pt x="476" y="88"/>
                    <a:pt x="409" y="127"/>
                  </a:cubicBezTo>
                  <a:cubicBezTo>
                    <a:pt x="341" y="165"/>
                    <a:pt x="279" y="220"/>
                    <a:pt x="224" y="273"/>
                  </a:cubicBezTo>
                  <a:cubicBezTo>
                    <a:pt x="167" y="326"/>
                    <a:pt x="120" y="396"/>
                    <a:pt x="81" y="461"/>
                  </a:cubicBezTo>
                  <a:cubicBezTo>
                    <a:pt x="53" y="508"/>
                    <a:pt x="38" y="563"/>
                    <a:pt x="22" y="613"/>
                  </a:cubicBezTo>
                  <a:cubicBezTo>
                    <a:pt x="4" y="667"/>
                    <a:pt x="3" y="724"/>
                    <a:pt x="1" y="780"/>
                  </a:cubicBezTo>
                  <a:cubicBezTo>
                    <a:pt x="1" y="789"/>
                    <a:pt x="1" y="798"/>
                    <a:pt x="2" y="809"/>
                  </a:cubicBezTo>
                  <a:cubicBezTo>
                    <a:pt x="5" y="847"/>
                    <a:pt x="14" y="897"/>
                    <a:pt x="26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8" y="1248"/>
                    <a:pt x="400" y="1286"/>
                    <a:pt x="536" y="1286"/>
                  </a:cubicBezTo>
                  <a:cubicBezTo>
                    <a:pt x="634" y="1286"/>
                    <a:pt x="735" y="1266"/>
                    <a:pt x="828" y="1235"/>
                  </a:cubicBezTo>
                  <a:cubicBezTo>
                    <a:pt x="989" y="1182"/>
                    <a:pt x="1128" y="1094"/>
                    <a:pt x="1254" y="980"/>
                  </a:cubicBezTo>
                  <a:cubicBezTo>
                    <a:pt x="1272" y="963"/>
                    <a:pt x="1287" y="944"/>
                    <a:pt x="1302" y="925"/>
                  </a:cubicBezTo>
                  <a:cubicBezTo>
                    <a:pt x="1336" y="879"/>
                    <a:pt x="1373" y="833"/>
                    <a:pt x="1394" y="780"/>
                  </a:cubicBezTo>
                  <a:cubicBezTo>
                    <a:pt x="1414" y="729"/>
                    <a:pt x="1437" y="679"/>
                    <a:pt x="1442" y="625"/>
                  </a:cubicBezTo>
                  <a:cubicBezTo>
                    <a:pt x="1452" y="527"/>
                    <a:pt x="1452" y="464"/>
                    <a:pt x="1428" y="367"/>
                  </a:cubicBezTo>
                  <a:cubicBezTo>
                    <a:pt x="1415" y="319"/>
                    <a:pt x="1391" y="270"/>
                    <a:pt x="1365" y="227"/>
                  </a:cubicBezTo>
                  <a:cubicBezTo>
                    <a:pt x="1322" y="157"/>
                    <a:pt x="1255" y="98"/>
                    <a:pt x="1183" y="60"/>
                  </a:cubicBezTo>
                  <a:cubicBezTo>
                    <a:pt x="1107" y="18"/>
                    <a:pt x="1027" y="1"/>
                    <a:pt x="946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9"/>
            <p:cNvSpPr/>
            <p:nvPr/>
          </p:nvSpPr>
          <p:spPr>
            <a:xfrm>
              <a:off x="5044673" y="1176430"/>
              <a:ext cx="51051" cy="45840"/>
            </a:xfrm>
            <a:custGeom>
              <a:avLst/>
              <a:gdLst/>
              <a:ahLst/>
              <a:cxnLst/>
              <a:rect l="l" t="t" r="r" b="b"/>
              <a:pathLst>
                <a:path w="1636" h="1469" extrusionOk="0">
                  <a:moveTo>
                    <a:pt x="914" y="0"/>
                  </a:moveTo>
                  <a:cubicBezTo>
                    <a:pt x="852" y="2"/>
                    <a:pt x="797" y="16"/>
                    <a:pt x="719" y="31"/>
                  </a:cubicBezTo>
                  <a:cubicBezTo>
                    <a:pt x="668" y="40"/>
                    <a:pt x="615" y="46"/>
                    <a:pt x="565" y="64"/>
                  </a:cubicBezTo>
                  <a:cubicBezTo>
                    <a:pt x="525" y="78"/>
                    <a:pt x="487" y="98"/>
                    <a:pt x="448" y="115"/>
                  </a:cubicBezTo>
                  <a:cubicBezTo>
                    <a:pt x="411" y="133"/>
                    <a:pt x="370" y="150"/>
                    <a:pt x="336" y="174"/>
                  </a:cubicBezTo>
                  <a:cubicBezTo>
                    <a:pt x="228" y="252"/>
                    <a:pt x="126" y="349"/>
                    <a:pt x="73" y="474"/>
                  </a:cubicBezTo>
                  <a:cubicBezTo>
                    <a:pt x="17" y="611"/>
                    <a:pt x="4" y="662"/>
                    <a:pt x="1" y="809"/>
                  </a:cubicBezTo>
                  <a:cubicBezTo>
                    <a:pt x="0" y="873"/>
                    <a:pt x="12" y="941"/>
                    <a:pt x="33" y="1000"/>
                  </a:cubicBezTo>
                  <a:cubicBezTo>
                    <a:pt x="93" y="1167"/>
                    <a:pt x="202" y="1303"/>
                    <a:pt x="361" y="1389"/>
                  </a:cubicBezTo>
                  <a:cubicBezTo>
                    <a:pt x="468" y="1446"/>
                    <a:pt x="585" y="1468"/>
                    <a:pt x="703" y="1468"/>
                  </a:cubicBezTo>
                  <a:cubicBezTo>
                    <a:pt x="803" y="1468"/>
                    <a:pt x="904" y="1452"/>
                    <a:pt x="1000" y="1427"/>
                  </a:cubicBezTo>
                  <a:cubicBezTo>
                    <a:pt x="1020" y="1421"/>
                    <a:pt x="1038" y="1411"/>
                    <a:pt x="1057" y="1403"/>
                  </a:cubicBezTo>
                  <a:cubicBezTo>
                    <a:pt x="1115" y="1376"/>
                    <a:pt x="1172" y="1350"/>
                    <a:pt x="1228" y="1320"/>
                  </a:cubicBezTo>
                  <a:cubicBezTo>
                    <a:pt x="1300" y="1280"/>
                    <a:pt x="1367" y="1223"/>
                    <a:pt x="1425" y="1164"/>
                  </a:cubicBezTo>
                  <a:cubicBezTo>
                    <a:pt x="1528" y="1059"/>
                    <a:pt x="1599" y="909"/>
                    <a:pt x="1619" y="762"/>
                  </a:cubicBezTo>
                  <a:cubicBezTo>
                    <a:pt x="1633" y="654"/>
                    <a:pt x="1636" y="552"/>
                    <a:pt x="1597" y="446"/>
                  </a:cubicBezTo>
                  <a:cubicBezTo>
                    <a:pt x="1581" y="397"/>
                    <a:pt x="1559" y="347"/>
                    <a:pt x="1528" y="304"/>
                  </a:cubicBezTo>
                  <a:cubicBezTo>
                    <a:pt x="1467" y="216"/>
                    <a:pt x="1415" y="174"/>
                    <a:pt x="1326" y="117"/>
                  </a:cubicBezTo>
                  <a:cubicBezTo>
                    <a:pt x="1316" y="111"/>
                    <a:pt x="1304" y="107"/>
                    <a:pt x="1294" y="103"/>
                  </a:cubicBezTo>
                  <a:cubicBezTo>
                    <a:pt x="1163" y="81"/>
                    <a:pt x="1035" y="47"/>
                    <a:pt x="91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9"/>
            <p:cNvSpPr/>
            <p:nvPr/>
          </p:nvSpPr>
          <p:spPr>
            <a:xfrm>
              <a:off x="5128615" y="1221084"/>
              <a:ext cx="44748" cy="52580"/>
            </a:xfrm>
            <a:custGeom>
              <a:avLst/>
              <a:gdLst/>
              <a:ahLst/>
              <a:cxnLst/>
              <a:rect l="l" t="t" r="r" b="b"/>
              <a:pathLst>
                <a:path w="1434" h="1685" extrusionOk="0">
                  <a:moveTo>
                    <a:pt x="776" y="1"/>
                  </a:moveTo>
                  <a:cubicBezTo>
                    <a:pt x="708" y="1"/>
                    <a:pt x="642" y="12"/>
                    <a:pt x="576" y="33"/>
                  </a:cubicBezTo>
                  <a:cubicBezTo>
                    <a:pt x="573" y="34"/>
                    <a:pt x="571" y="35"/>
                    <a:pt x="569" y="35"/>
                  </a:cubicBezTo>
                  <a:cubicBezTo>
                    <a:pt x="519" y="60"/>
                    <a:pt x="469" y="84"/>
                    <a:pt x="420" y="108"/>
                  </a:cubicBezTo>
                  <a:cubicBezTo>
                    <a:pt x="414" y="111"/>
                    <a:pt x="409" y="115"/>
                    <a:pt x="404" y="119"/>
                  </a:cubicBezTo>
                  <a:cubicBezTo>
                    <a:pt x="354" y="158"/>
                    <a:pt x="301" y="199"/>
                    <a:pt x="256" y="243"/>
                  </a:cubicBezTo>
                  <a:cubicBezTo>
                    <a:pt x="204" y="294"/>
                    <a:pt x="160" y="365"/>
                    <a:pt x="126" y="433"/>
                  </a:cubicBezTo>
                  <a:cubicBezTo>
                    <a:pt x="91" y="504"/>
                    <a:pt x="68" y="582"/>
                    <a:pt x="43" y="655"/>
                  </a:cubicBezTo>
                  <a:cubicBezTo>
                    <a:pt x="34" y="678"/>
                    <a:pt x="28" y="701"/>
                    <a:pt x="23" y="725"/>
                  </a:cubicBezTo>
                  <a:cubicBezTo>
                    <a:pt x="16" y="763"/>
                    <a:pt x="15" y="801"/>
                    <a:pt x="11" y="840"/>
                  </a:cubicBezTo>
                  <a:cubicBezTo>
                    <a:pt x="7" y="893"/>
                    <a:pt x="1" y="917"/>
                    <a:pt x="8" y="959"/>
                  </a:cubicBezTo>
                  <a:cubicBezTo>
                    <a:pt x="21" y="1031"/>
                    <a:pt x="30" y="1107"/>
                    <a:pt x="53" y="1177"/>
                  </a:cubicBezTo>
                  <a:cubicBezTo>
                    <a:pt x="56" y="1188"/>
                    <a:pt x="61" y="1197"/>
                    <a:pt x="64" y="1207"/>
                  </a:cubicBezTo>
                  <a:cubicBezTo>
                    <a:pt x="87" y="1262"/>
                    <a:pt x="113" y="1321"/>
                    <a:pt x="142" y="1372"/>
                  </a:cubicBezTo>
                  <a:cubicBezTo>
                    <a:pt x="145" y="1376"/>
                    <a:pt x="148" y="1380"/>
                    <a:pt x="151" y="1385"/>
                  </a:cubicBezTo>
                  <a:lnTo>
                    <a:pt x="250" y="1503"/>
                  </a:lnTo>
                  <a:cubicBezTo>
                    <a:pt x="251" y="1504"/>
                    <a:pt x="253" y="1506"/>
                    <a:pt x="254" y="1508"/>
                  </a:cubicBezTo>
                  <a:cubicBezTo>
                    <a:pt x="262" y="1516"/>
                    <a:pt x="270" y="1524"/>
                    <a:pt x="278" y="1531"/>
                  </a:cubicBezTo>
                  <a:cubicBezTo>
                    <a:pt x="356" y="1601"/>
                    <a:pt x="446" y="1647"/>
                    <a:pt x="547" y="1669"/>
                  </a:cubicBezTo>
                  <a:cubicBezTo>
                    <a:pt x="586" y="1679"/>
                    <a:pt x="623" y="1684"/>
                    <a:pt x="661" y="1684"/>
                  </a:cubicBezTo>
                  <a:cubicBezTo>
                    <a:pt x="699" y="1684"/>
                    <a:pt x="737" y="1679"/>
                    <a:pt x="775" y="1668"/>
                  </a:cubicBezTo>
                  <a:cubicBezTo>
                    <a:pt x="850" y="1660"/>
                    <a:pt x="919" y="1635"/>
                    <a:pt x="982" y="1591"/>
                  </a:cubicBezTo>
                  <a:cubicBezTo>
                    <a:pt x="1067" y="1535"/>
                    <a:pt x="1133" y="1462"/>
                    <a:pt x="1181" y="1372"/>
                  </a:cubicBezTo>
                  <a:cubicBezTo>
                    <a:pt x="1191" y="1349"/>
                    <a:pt x="1201" y="1326"/>
                    <a:pt x="1211" y="1303"/>
                  </a:cubicBezTo>
                  <a:cubicBezTo>
                    <a:pt x="1221" y="1287"/>
                    <a:pt x="1233" y="1273"/>
                    <a:pt x="1243" y="1257"/>
                  </a:cubicBezTo>
                  <a:cubicBezTo>
                    <a:pt x="1256" y="1239"/>
                    <a:pt x="1266" y="1220"/>
                    <a:pt x="1277" y="1200"/>
                  </a:cubicBezTo>
                  <a:cubicBezTo>
                    <a:pt x="1286" y="1182"/>
                    <a:pt x="1295" y="1163"/>
                    <a:pt x="1302" y="1144"/>
                  </a:cubicBezTo>
                  <a:cubicBezTo>
                    <a:pt x="1325" y="1082"/>
                    <a:pt x="1350" y="1020"/>
                    <a:pt x="1367" y="957"/>
                  </a:cubicBezTo>
                  <a:cubicBezTo>
                    <a:pt x="1375" y="926"/>
                    <a:pt x="1378" y="895"/>
                    <a:pt x="1383" y="862"/>
                  </a:cubicBezTo>
                  <a:cubicBezTo>
                    <a:pt x="1392" y="837"/>
                    <a:pt x="1400" y="811"/>
                    <a:pt x="1410" y="784"/>
                  </a:cubicBezTo>
                  <a:cubicBezTo>
                    <a:pt x="1434" y="670"/>
                    <a:pt x="1429" y="558"/>
                    <a:pt x="1392" y="447"/>
                  </a:cubicBezTo>
                  <a:cubicBezTo>
                    <a:pt x="1356" y="339"/>
                    <a:pt x="1297" y="247"/>
                    <a:pt x="1214" y="170"/>
                  </a:cubicBezTo>
                  <a:cubicBezTo>
                    <a:pt x="1128" y="92"/>
                    <a:pt x="1028" y="41"/>
                    <a:pt x="914" y="16"/>
                  </a:cubicBezTo>
                  <a:cubicBezTo>
                    <a:pt x="867" y="6"/>
                    <a:pt x="821" y="1"/>
                    <a:pt x="77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9"/>
            <p:cNvSpPr/>
            <p:nvPr/>
          </p:nvSpPr>
          <p:spPr>
            <a:xfrm>
              <a:off x="5188528" y="1179363"/>
              <a:ext cx="12513" cy="7021"/>
            </a:xfrm>
            <a:custGeom>
              <a:avLst/>
              <a:gdLst/>
              <a:ahLst/>
              <a:cxnLst/>
              <a:rect l="l" t="t" r="r" b="b"/>
              <a:pathLst>
                <a:path w="401" h="225" extrusionOk="0">
                  <a:moveTo>
                    <a:pt x="400" y="0"/>
                  </a:moveTo>
                  <a:lnTo>
                    <a:pt x="0" y="125"/>
                  </a:lnTo>
                  <a:cubicBezTo>
                    <a:pt x="49" y="194"/>
                    <a:pt x="112" y="225"/>
                    <a:pt x="174" y="225"/>
                  </a:cubicBezTo>
                  <a:cubicBezTo>
                    <a:pt x="279" y="225"/>
                    <a:pt x="380" y="136"/>
                    <a:pt x="40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9"/>
            <p:cNvSpPr/>
            <p:nvPr/>
          </p:nvSpPr>
          <p:spPr>
            <a:xfrm>
              <a:off x="4908089" y="1016878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0" y="0"/>
                    <a:pt x="1431" y="22"/>
                    <a:pt x="1345" y="58"/>
                  </a:cubicBezTo>
                  <a:cubicBezTo>
                    <a:pt x="1112" y="139"/>
                    <a:pt x="889" y="309"/>
                    <a:pt x="717" y="459"/>
                  </a:cubicBezTo>
                  <a:cubicBezTo>
                    <a:pt x="493" y="654"/>
                    <a:pt x="301" y="903"/>
                    <a:pt x="171" y="1169"/>
                  </a:cubicBezTo>
                  <a:cubicBezTo>
                    <a:pt x="61" y="1394"/>
                    <a:pt x="0" y="1634"/>
                    <a:pt x="47" y="1883"/>
                  </a:cubicBezTo>
                  <a:cubicBezTo>
                    <a:pt x="95" y="2135"/>
                    <a:pt x="252" y="2364"/>
                    <a:pt x="486" y="2478"/>
                  </a:cubicBezTo>
                  <a:cubicBezTo>
                    <a:pt x="596" y="2532"/>
                    <a:pt x="706" y="2555"/>
                    <a:pt x="813" y="2555"/>
                  </a:cubicBezTo>
                  <a:cubicBezTo>
                    <a:pt x="1149" y="2555"/>
                    <a:pt x="1460" y="2323"/>
                    <a:pt x="1689" y="2071"/>
                  </a:cubicBezTo>
                  <a:cubicBezTo>
                    <a:pt x="1916" y="1823"/>
                    <a:pt x="2086" y="1533"/>
                    <a:pt x="2200" y="1218"/>
                  </a:cubicBezTo>
                  <a:cubicBezTo>
                    <a:pt x="2282" y="991"/>
                    <a:pt x="2335" y="769"/>
                    <a:pt x="2272" y="527"/>
                  </a:cubicBezTo>
                  <a:cubicBezTo>
                    <a:pt x="2205" y="267"/>
                    <a:pt x="1993" y="69"/>
                    <a:pt x="1733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/>
            <p:cNvSpPr/>
            <p:nvPr/>
          </p:nvSpPr>
          <p:spPr>
            <a:xfrm>
              <a:off x="4855041" y="1125004"/>
              <a:ext cx="35730" cy="45809"/>
            </a:xfrm>
            <a:custGeom>
              <a:avLst/>
              <a:gdLst/>
              <a:ahLst/>
              <a:cxnLst/>
              <a:rect l="l" t="t" r="r" b="b"/>
              <a:pathLst>
                <a:path w="1145" h="1468" extrusionOk="0">
                  <a:moveTo>
                    <a:pt x="513" y="1"/>
                  </a:moveTo>
                  <a:cubicBezTo>
                    <a:pt x="503" y="1"/>
                    <a:pt x="492" y="1"/>
                    <a:pt x="482" y="2"/>
                  </a:cubicBezTo>
                  <a:cubicBezTo>
                    <a:pt x="334" y="14"/>
                    <a:pt x="200" y="96"/>
                    <a:pt x="131" y="229"/>
                  </a:cubicBezTo>
                  <a:cubicBezTo>
                    <a:pt x="97" y="297"/>
                    <a:pt x="81" y="376"/>
                    <a:pt x="72" y="452"/>
                  </a:cubicBezTo>
                  <a:cubicBezTo>
                    <a:pt x="58" y="499"/>
                    <a:pt x="45" y="547"/>
                    <a:pt x="34" y="595"/>
                  </a:cubicBezTo>
                  <a:cubicBezTo>
                    <a:pt x="3" y="741"/>
                    <a:pt x="1" y="886"/>
                    <a:pt x="39" y="1030"/>
                  </a:cubicBezTo>
                  <a:cubicBezTo>
                    <a:pt x="82" y="1188"/>
                    <a:pt x="195" y="1316"/>
                    <a:pt x="334" y="1397"/>
                  </a:cubicBezTo>
                  <a:cubicBezTo>
                    <a:pt x="373" y="1419"/>
                    <a:pt x="418" y="1433"/>
                    <a:pt x="459" y="1446"/>
                  </a:cubicBezTo>
                  <a:cubicBezTo>
                    <a:pt x="478" y="1452"/>
                    <a:pt x="497" y="1457"/>
                    <a:pt x="517" y="1460"/>
                  </a:cubicBezTo>
                  <a:cubicBezTo>
                    <a:pt x="547" y="1463"/>
                    <a:pt x="581" y="1468"/>
                    <a:pt x="615" y="1468"/>
                  </a:cubicBezTo>
                  <a:cubicBezTo>
                    <a:pt x="630" y="1468"/>
                    <a:pt x="644" y="1467"/>
                    <a:pt x="658" y="1465"/>
                  </a:cubicBezTo>
                  <a:cubicBezTo>
                    <a:pt x="738" y="1454"/>
                    <a:pt x="790" y="1437"/>
                    <a:pt x="864" y="1399"/>
                  </a:cubicBezTo>
                  <a:cubicBezTo>
                    <a:pt x="1001" y="1328"/>
                    <a:pt x="1099" y="1173"/>
                    <a:pt x="1123" y="1021"/>
                  </a:cubicBezTo>
                  <a:cubicBezTo>
                    <a:pt x="1144" y="882"/>
                    <a:pt x="1130" y="749"/>
                    <a:pt x="1089" y="614"/>
                  </a:cubicBezTo>
                  <a:cubicBezTo>
                    <a:pt x="1074" y="567"/>
                    <a:pt x="1058" y="520"/>
                    <a:pt x="1039" y="474"/>
                  </a:cubicBezTo>
                  <a:cubicBezTo>
                    <a:pt x="1009" y="403"/>
                    <a:pt x="980" y="328"/>
                    <a:pt x="938" y="265"/>
                  </a:cubicBezTo>
                  <a:cubicBezTo>
                    <a:pt x="847" y="124"/>
                    <a:pt x="687" y="1"/>
                    <a:pt x="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/>
            <p:cNvSpPr/>
            <p:nvPr/>
          </p:nvSpPr>
          <p:spPr>
            <a:xfrm>
              <a:off x="4963416" y="1130808"/>
              <a:ext cx="61287" cy="62410"/>
            </a:xfrm>
            <a:custGeom>
              <a:avLst/>
              <a:gdLst/>
              <a:ahLst/>
              <a:cxnLst/>
              <a:rect l="l" t="t" r="r" b="b"/>
              <a:pathLst>
                <a:path w="1964" h="2000" extrusionOk="0">
                  <a:moveTo>
                    <a:pt x="1287" y="0"/>
                  </a:moveTo>
                  <a:cubicBezTo>
                    <a:pt x="1223" y="0"/>
                    <a:pt x="1159" y="9"/>
                    <a:pt x="1097" y="26"/>
                  </a:cubicBezTo>
                  <a:cubicBezTo>
                    <a:pt x="1026" y="45"/>
                    <a:pt x="959" y="81"/>
                    <a:pt x="894" y="119"/>
                  </a:cubicBezTo>
                  <a:cubicBezTo>
                    <a:pt x="888" y="121"/>
                    <a:pt x="881" y="124"/>
                    <a:pt x="875" y="126"/>
                  </a:cubicBezTo>
                  <a:cubicBezTo>
                    <a:pt x="766" y="166"/>
                    <a:pt x="661" y="216"/>
                    <a:pt x="570" y="289"/>
                  </a:cubicBezTo>
                  <a:cubicBezTo>
                    <a:pt x="481" y="360"/>
                    <a:pt x="388" y="434"/>
                    <a:pt x="315" y="522"/>
                  </a:cubicBezTo>
                  <a:cubicBezTo>
                    <a:pt x="135" y="739"/>
                    <a:pt x="0" y="1004"/>
                    <a:pt x="0" y="1292"/>
                  </a:cubicBezTo>
                  <a:cubicBezTo>
                    <a:pt x="1" y="1482"/>
                    <a:pt x="96" y="1686"/>
                    <a:pt x="243" y="1809"/>
                  </a:cubicBezTo>
                  <a:cubicBezTo>
                    <a:pt x="395" y="1936"/>
                    <a:pt x="578" y="1999"/>
                    <a:pt x="775" y="1999"/>
                  </a:cubicBezTo>
                  <a:cubicBezTo>
                    <a:pt x="780" y="1999"/>
                    <a:pt x="785" y="1999"/>
                    <a:pt x="789" y="1999"/>
                  </a:cubicBezTo>
                  <a:cubicBezTo>
                    <a:pt x="945" y="1997"/>
                    <a:pt x="1105" y="1932"/>
                    <a:pt x="1235" y="1849"/>
                  </a:cubicBezTo>
                  <a:cubicBezTo>
                    <a:pt x="1340" y="1783"/>
                    <a:pt x="1435" y="1695"/>
                    <a:pt x="1527" y="1615"/>
                  </a:cubicBezTo>
                  <a:cubicBezTo>
                    <a:pt x="1592" y="1560"/>
                    <a:pt x="1654" y="1501"/>
                    <a:pt x="1705" y="1433"/>
                  </a:cubicBezTo>
                  <a:cubicBezTo>
                    <a:pt x="1812" y="1294"/>
                    <a:pt x="1873" y="1180"/>
                    <a:pt x="1926" y="1012"/>
                  </a:cubicBezTo>
                  <a:cubicBezTo>
                    <a:pt x="1945" y="956"/>
                    <a:pt x="1949" y="898"/>
                    <a:pt x="1954" y="838"/>
                  </a:cubicBezTo>
                  <a:cubicBezTo>
                    <a:pt x="1958" y="776"/>
                    <a:pt x="1964" y="717"/>
                    <a:pt x="1953" y="655"/>
                  </a:cubicBezTo>
                  <a:cubicBezTo>
                    <a:pt x="1923" y="469"/>
                    <a:pt x="1859" y="299"/>
                    <a:pt x="1718" y="166"/>
                  </a:cubicBezTo>
                  <a:cubicBezTo>
                    <a:pt x="1598" y="55"/>
                    <a:pt x="1444" y="0"/>
                    <a:pt x="12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/>
            <p:cNvSpPr/>
            <p:nvPr/>
          </p:nvSpPr>
          <p:spPr>
            <a:xfrm>
              <a:off x="4933240" y="1250167"/>
              <a:ext cx="54172" cy="70867"/>
            </a:xfrm>
            <a:custGeom>
              <a:avLst/>
              <a:gdLst/>
              <a:ahLst/>
              <a:cxnLst/>
              <a:rect l="l" t="t" r="r" b="b"/>
              <a:pathLst>
                <a:path w="1736" h="2271" extrusionOk="0">
                  <a:moveTo>
                    <a:pt x="912" y="1"/>
                  </a:moveTo>
                  <a:cubicBezTo>
                    <a:pt x="788" y="1"/>
                    <a:pt x="663" y="34"/>
                    <a:pt x="563" y="106"/>
                  </a:cubicBezTo>
                  <a:cubicBezTo>
                    <a:pt x="444" y="193"/>
                    <a:pt x="352" y="280"/>
                    <a:pt x="276" y="410"/>
                  </a:cubicBezTo>
                  <a:cubicBezTo>
                    <a:pt x="261" y="437"/>
                    <a:pt x="245" y="465"/>
                    <a:pt x="230" y="492"/>
                  </a:cubicBezTo>
                  <a:cubicBezTo>
                    <a:pt x="169" y="611"/>
                    <a:pt x="126" y="732"/>
                    <a:pt x="82" y="858"/>
                  </a:cubicBezTo>
                  <a:cubicBezTo>
                    <a:pt x="0" y="1088"/>
                    <a:pt x="21" y="1309"/>
                    <a:pt x="69" y="1541"/>
                  </a:cubicBezTo>
                  <a:cubicBezTo>
                    <a:pt x="81" y="1597"/>
                    <a:pt x="97" y="1648"/>
                    <a:pt x="122" y="1699"/>
                  </a:cubicBezTo>
                  <a:cubicBezTo>
                    <a:pt x="155" y="1769"/>
                    <a:pt x="182" y="1839"/>
                    <a:pt x="231" y="1899"/>
                  </a:cubicBezTo>
                  <a:cubicBezTo>
                    <a:pt x="280" y="1959"/>
                    <a:pt x="331" y="2028"/>
                    <a:pt x="392" y="2077"/>
                  </a:cubicBezTo>
                  <a:cubicBezTo>
                    <a:pt x="526" y="2189"/>
                    <a:pt x="694" y="2271"/>
                    <a:pt x="872" y="2271"/>
                  </a:cubicBezTo>
                  <a:cubicBezTo>
                    <a:pt x="896" y="2271"/>
                    <a:pt x="920" y="2269"/>
                    <a:pt x="944" y="2266"/>
                  </a:cubicBezTo>
                  <a:cubicBezTo>
                    <a:pt x="1135" y="2242"/>
                    <a:pt x="1301" y="2164"/>
                    <a:pt x="1436" y="2024"/>
                  </a:cubicBezTo>
                  <a:cubicBezTo>
                    <a:pt x="1499" y="1958"/>
                    <a:pt x="1554" y="1877"/>
                    <a:pt x="1590" y="1792"/>
                  </a:cubicBezTo>
                  <a:cubicBezTo>
                    <a:pt x="1633" y="1689"/>
                    <a:pt x="1675" y="1572"/>
                    <a:pt x="1696" y="1460"/>
                  </a:cubicBezTo>
                  <a:cubicBezTo>
                    <a:pt x="1735" y="1239"/>
                    <a:pt x="1724" y="1037"/>
                    <a:pt x="1676" y="818"/>
                  </a:cubicBezTo>
                  <a:cubicBezTo>
                    <a:pt x="1656" y="727"/>
                    <a:pt x="1616" y="642"/>
                    <a:pt x="1568" y="561"/>
                  </a:cubicBezTo>
                  <a:cubicBezTo>
                    <a:pt x="1553" y="469"/>
                    <a:pt x="1526" y="382"/>
                    <a:pt x="1475" y="303"/>
                  </a:cubicBezTo>
                  <a:cubicBezTo>
                    <a:pt x="1411" y="206"/>
                    <a:pt x="1328" y="130"/>
                    <a:pt x="1226" y="76"/>
                  </a:cubicBezTo>
                  <a:cubicBezTo>
                    <a:pt x="1132" y="27"/>
                    <a:pt x="1022" y="1"/>
                    <a:pt x="9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/>
            <p:cNvSpPr/>
            <p:nvPr/>
          </p:nvSpPr>
          <p:spPr>
            <a:xfrm>
              <a:off x="5053224" y="1264428"/>
              <a:ext cx="45278" cy="40161"/>
            </a:xfrm>
            <a:custGeom>
              <a:avLst/>
              <a:gdLst/>
              <a:ahLst/>
              <a:cxnLst/>
              <a:rect l="l" t="t" r="r" b="b"/>
              <a:pathLst>
                <a:path w="1451" h="1287" extrusionOk="0">
                  <a:moveTo>
                    <a:pt x="945" y="1"/>
                  </a:moveTo>
                  <a:cubicBezTo>
                    <a:pt x="918" y="1"/>
                    <a:pt x="891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2"/>
                  </a:cubicBezTo>
                  <a:cubicBezTo>
                    <a:pt x="647" y="24"/>
                    <a:pt x="636" y="27"/>
                    <a:pt x="624" y="30"/>
                  </a:cubicBezTo>
                  <a:cubicBezTo>
                    <a:pt x="549" y="52"/>
                    <a:pt x="476" y="89"/>
                    <a:pt x="409" y="127"/>
                  </a:cubicBezTo>
                  <a:cubicBezTo>
                    <a:pt x="341" y="165"/>
                    <a:pt x="279" y="220"/>
                    <a:pt x="223" y="273"/>
                  </a:cubicBezTo>
                  <a:cubicBezTo>
                    <a:pt x="167" y="326"/>
                    <a:pt x="120" y="395"/>
                    <a:pt x="80" y="462"/>
                  </a:cubicBezTo>
                  <a:cubicBezTo>
                    <a:pt x="53" y="508"/>
                    <a:pt x="37" y="563"/>
                    <a:pt x="21" y="614"/>
                  </a:cubicBezTo>
                  <a:cubicBezTo>
                    <a:pt x="4" y="666"/>
                    <a:pt x="2" y="724"/>
                    <a:pt x="0" y="779"/>
                  </a:cubicBezTo>
                  <a:cubicBezTo>
                    <a:pt x="0" y="790"/>
                    <a:pt x="0" y="799"/>
                    <a:pt x="1" y="809"/>
                  </a:cubicBezTo>
                  <a:cubicBezTo>
                    <a:pt x="5" y="846"/>
                    <a:pt x="13" y="897"/>
                    <a:pt x="25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7" y="1249"/>
                    <a:pt x="400" y="1287"/>
                    <a:pt x="536" y="1287"/>
                  </a:cubicBezTo>
                  <a:cubicBezTo>
                    <a:pt x="634" y="1287"/>
                    <a:pt x="734" y="1267"/>
                    <a:pt x="827" y="1236"/>
                  </a:cubicBezTo>
                  <a:cubicBezTo>
                    <a:pt x="988" y="1181"/>
                    <a:pt x="1128" y="1093"/>
                    <a:pt x="1253" y="979"/>
                  </a:cubicBezTo>
                  <a:cubicBezTo>
                    <a:pt x="1271" y="963"/>
                    <a:pt x="1287" y="945"/>
                    <a:pt x="1302" y="925"/>
                  </a:cubicBezTo>
                  <a:cubicBezTo>
                    <a:pt x="1336" y="880"/>
                    <a:pt x="1372" y="833"/>
                    <a:pt x="1393" y="779"/>
                  </a:cubicBezTo>
                  <a:cubicBezTo>
                    <a:pt x="1413" y="730"/>
                    <a:pt x="1436" y="679"/>
                    <a:pt x="1442" y="626"/>
                  </a:cubicBezTo>
                  <a:cubicBezTo>
                    <a:pt x="1451" y="527"/>
                    <a:pt x="1451" y="463"/>
                    <a:pt x="1427" y="368"/>
                  </a:cubicBezTo>
                  <a:cubicBezTo>
                    <a:pt x="1414" y="319"/>
                    <a:pt x="1390" y="270"/>
                    <a:pt x="1364" y="228"/>
                  </a:cubicBezTo>
                  <a:cubicBezTo>
                    <a:pt x="1321" y="158"/>
                    <a:pt x="1254" y="99"/>
                    <a:pt x="1182" y="59"/>
                  </a:cubicBezTo>
                  <a:cubicBezTo>
                    <a:pt x="1106" y="18"/>
                    <a:pt x="1026" y="1"/>
                    <a:pt x="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/>
            <p:cNvSpPr/>
            <p:nvPr/>
          </p:nvSpPr>
          <p:spPr>
            <a:xfrm>
              <a:off x="4877290" y="1219118"/>
              <a:ext cx="34232" cy="36728"/>
            </a:xfrm>
            <a:custGeom>
              <a:avLst/>
              <a:gdLst/>
              <a:ahLst/>
              <a:cxnLst/>
              <a:rect l="l" t="t" r="r" b="b"/>
              <a:pathLst>
                <a:path w="1097" h="1177" extrusionOk="0">
                  <a:moveTo>
                    <a:pt x="618" y="1"/>
                  </a:moveTo>
                  <a:cubicBezTo>
                    <a:pt x="610" y="1"/>
                    <a:pt x="602" y="1"/>
                    <a:pt x="594" y="1"/>
                  </a:cubicBezTo>
                  <a:cubicBezTo>
                    <a:pt x="553" y="8"/>
                    <a:pt x="513" y="16"/>
                    <a:pt x="473" y="24"/>
                  </a:cubicBezTo>
                  <a:cubicBezTo>
                    <a:pt x="396" y="50"/>
                    <a:pt x="329" y="93"/>
                    <a:pt x="272" y="153"/>
                  </a:cubicBezTo>
                  <a:cubicBezTo>
                    <a:pt x="248" y="177"/>
                    <a:pt x="224" y="203"/>
                    <a:pt x="204" y="231"/>
                  </a:cubicBezTo>
                  <a:cubicBezTo>
                    <a:pt x="170" y="277"/>
                    <a:pt x="136" y="324"/>
                    <a:pt x="106" y="372"/>
                  </a:cubicBezTo>
                  <a:cubicBezTo>
                    <a:pt x="96" y="387"/>
                    <a:pt x="87" y="403"/>
                    <a:pt x="79" y="419"/>
                  </a:cubicBezTo>
                  <a:cubicBezTo>
                    <a:pt x="75" y="427"/>
                    <a:pt x="70" y="434"/>
                    <a:pt x="67" y="443"/>
                  </a:cubicBezTo>
                  <a:cubicBezTo>
                    <a:pt x="65" y="446"/>
                    <a:pt x="63" y="450"/>
                    <a:pt x="61" y="454"/>
                  </a:cubicBezTo>
                  <a:cubicBezTo>
                    <a:pt x="61" y="455"/>
                    <a:pt x="60" y="457"/>
                    <a:pt x="59" y="459"/>
                  </a:cubicBezTo>
                  <a:cubicBezTo>
                    <a:pt x="25" y="518"/>
                    <a:pt x="9" y="581"/>
                    <a:pt x="10" y="648"/>
                  </a:cubicBezTo>
                  <a:cubicBezTo>
                    <a:pt x="0" y="691"/>
                    <a:pt x="2" y="734"/>
                    <a:pt x="16" y="776"/>
                  </a:cubicBezTo>
                  <a:cubicBezTo>
                    <a:pt x="16" y="800"/>
                    <a:pt x="21" y="822"/>
                    <a:pt x="30" y="842"/>
                  </a:cubicBezTo>
                  <a:cubicBezTo>
                    <a:pt x="47" y="879"/>
                    <a:pt x="65" y="917"/>
                    <a:pt x="83" y="955"/>
                  </a:cubicBezTo>
                  <a:cubicBezTo>
                    <a:pt x="116" y="1009"/>
                    <a:pt x="158" y="1052"/>
                    <a:pt x="211" y="1083"/>
                  </a:cubicBezTo>
                  <a:lnTo>
                    <a:pt x="211" y="1083"/>
                  </a:lnTo>
                  <a:cubicBezTo>
                    <a:pt x="230" y="1097"/>
                    <a:pt x="260" y="1118"/>
                    <a:pt x="268" y="1123"/>
                  </a:cubicBezTo>
                  <a:cubicBezTo>
                    <a:pt x="347" y="1168"/>
                    <a:pt x="376" y="1165"/>
                    <a:pt x="451" y="1171"/>
                  </a:cubicBezTo>
                  <a:cubicBezTo>
                    <a:pt x="450" y="1171"/>
                    <a:pt x="450" y="1171"/>
                    <a:pt x="449" y="1171"/>
                  </a:cubicBezTo>
                  <a:lnTo>
                    <a:pt x="449" y="1171"/>
                  </a:lnTo>
                  <a:cubicBezTo>
                    <a:pt x="446" y="1171"/>
                    <a:pt x="499" y="1176"/>
                    <a:pt x="517" y="1176"/>
                  </a:cubicBezTo>
                  <a:cubicBezTo>
                    <a:pt x="606" y="1174"/>
                    <a:pt x="632" y="1158"/>
                    <a:pt x="699" y="1126"/>
                  </a:cubicBezTo>
                  <a:cubicBezTo>
                    <a:pt x="720" y="1118"/>
                    <a:pt x="740" y="1108"/>
                    <a:pt x="759" y="1097"/>
                  </a:cubicBezTo>
                  <a:cubicBezTo>
                    <a:pt x="792" y="1070"/>
                    <a:pt x="823" y="1044"/>
                    <a:pt x="855" y="1016"/>
                  </a:cubicBezTo>
                  <a:cubicBezTo>
                    <a:pt x="879" y="982"/>
                    <a:pt x="904" y="947"/>
                    <a:pt x="928" y="912"/>
                  </a:cubicBezTo>
                  <a:cubicBezTo>
                    <a:pt x="940" y="884"/>
                    <a:pt x="950" y="855"/>
                    <a:pt x="958" y="827"/>
                  </a:cubicBezTo>
                  <a:cubicBezTo>
                    <a:pt x="970" y="799"/>
                    <a:pt x="984" y="771"/>
                    <a:pt x="1000" y="745"/>
                  </a:cubicBezTo>
                  <a:cubicBezTo>
                    <a:pt x="1026" y="711"/>
                    <a:pt x="1047" y="672"/>
                    <a:pt x="1058" y="629"/>
                  </a:cubicBezTo>
                  <a:cubicBezTo>
                    <a:pt x="1086" y="572"/>
                    <a:pt x="1096" y="510"/>
                    <a:pt x="1090" y="444"/>
                  </a:cubicBezTo>
                  <a:cubicBezTo>
                    <a:pt x="1089" y="381"/>
                    <a:pt x="1072" y="324"/>
                    <a:pt x="1042" y="270"/>
                  </a:cubicBezTo>
                  <a:cubicBezTo>
                    <a:pt x="1020" y="213"/>
                    <a:pt x="985" y="164"/>
                    <a:pt x="938" y="124"/>
                  </a:cubicBezTo>
                  <a:cubicBezTo>
                    <a:pt x="905" y="101"/>
                    <a:pt x="871" y="78"/>
                    <a:pt x="838" y="53"/>
                  </a:cubicBezTo>
                  <a:cubicBezTo>
                    <a:pt x="768" y="18"/>
                    <a:pt x="695" y="1"/>
                    <a:pt x="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/>
            <p:cNvSpPr/>
            <p:nvPr/>
          </p:nvSpPr>
          <p:spPr>
            <a:xfrm>
              <a:off x="5051226" y="1173590"/>
              <a:ext cx="51083" cy="42969"/>
            </a:xfrm>
            <a:custGeom>
              <a:avLst/>
              <a:gdLst/>
              <a:ahLst/>
              <a:cxnLst/>
              <a:rect l="l" t="t" r="r" b="b"/>
              <a:pathLst>
                <a:path w="1637" h="1377" extrusionOk="0">
                  <a:moveTo>
                    <a:pt x="503" y="0"/>
                  </a:moveTo>
                  <a:cubicBezTo>
                    <a:pt x="485" y="9"/>
                    <a:pt x="467" y="15"/>
                    <a:pt x="450" y="24"/>
                  </a:cubicBezTo>
                  <a:cubicBezTo>
                    <a:pt x="413" y="41"/>
                    <a:pt x="371" y="58"/>
                    <a:pt x="336" y="82"/>
                  </a:cubicBezTo>
                  <a:cubicBezTo>
                    <a:pt x="230" y="160"/>
                    <a:pt x="126" y="257"/>
                    <a:pt x="74" y="382"/>
                  </a:cubicBezTo>
                  <a:cubicBezTo>
                    <a:pt x="17" y="519"/>
                    <a:pt x="5" y="569"/>
                    <a:pt x="2" y="717"/>
                  </a:cubicBezTo>
                  <a:cubicBezTo>
                    <a:pt x="1" y="781"/>
                    <a:pt x="13" y="849"/>
                    <a:pt x="34" y="908"/>
                  </a:cubicBezTo>
                  <a:cubicBezTo>
                    <a:pt x="95" y="1075"/>
                    <a:pt x="204" y="1211"/>
                    <a:pt x="363" y="1297"/>
                  </a:cubicBezTo>
                  <a:cubicBezTo>
                    <a:pt x="469" y="1354"/>
                    <a:pt x="586" y="1377"/>
                    <a:pt x="704" y="1377"/>
                  </a:cubicBezTo>
                  <a:cubicBezTo>
                    <a:pt x="804" y="1377"/>
                    <a:pt x="904" y="1360"/>
                    <a:pt x="1000" y="1335"/>
                  </a:cubicBezTo>
                  <a:cubicBezTo>
                    <a:pt x="1021" y="1329"/>
                    <a:pt x="1040" y="1319"/>
                    <a:pt x="1059" y="1310"/>
                  </a:cubicBezTo>
                  <a:cubicBezTo>
                    <a:pt x="1115" y="1284"/>
                    <a:pt x="1174" y="1258"/>
                    <a:pt x="1229" y="1228"/>
                  </a:cubicBezTo>
                  <a:cubicBezTo>
                    <a:pt x="1301" y="1188"/>
                    <a:pt x="1368" y="1130"/>
                    <a:pt x="1425" y="1073"/>
                  </a:cubicBezTo>
                  <a:cubicBezTo>
                    <a:pt x="1529" y="967"/>
                    <a:pt x="1601" y="816"/>
                    <a:pt x="1620" y="670"/>
                  </a:cubicBezTo>
                  <a:cubicBezTo>
                    <a:pt x="1634" y="562"/>
                    <a:pt x="1636" y="460"/>
                    <a:pt x="1599" y="354"/>
                  </a:cubicBezTo>
                  <a:cubicBezTo>
                    <a:pt x="1582" y="307"/>
                    <a:pt x="1560" y="261"/>
                    <a:pt x="1532" y="219"/>
                  </a:cubicBezTo>
                  <a:cubicBezTo>
                    <a:pt x="1496" y="221"/>
                    <a:pt x="1460" y="222"/>
                    <a:pt x="1424" y="222"/>
                  </a:cubicBezTo>
                  <a:cubicBezTo>
                    <a:pt x="1101" y="222"/>
                    <a:pt x="775" y="146"/>
                    <a:pt x="5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/>
            <p:cNvSpPr/>
            <p:nvPr/>
          </p:nvSpPr>
          <p:spPr>
            <a:xfrm>
              <a:off x="5135199" y="1215405"/>
              <a:ext cx="44748" cy="52549"/>
            </a:xfrm>
            <a:custGeom>
              <a:avLst/>
              <a:gdLst/>
              <a:ahLst/>
              <a:cxnLst/>
              <a:rect l="l" t="t" r="r" b="b"/>
              <a:pathLst>
                <a:path w="1434" h="1684" extrusionOk="0">
                  <a:moveTo>
                    <a:pt x="777" y="0"/>
                  </a:moveTo>
                  <a:cubicBezTo>
                    <a:pt x="709" y="0"/>
                    <a:pt x="642" y="11"/>
                    <a:pt x="575" y="32"/>
                  </a:cubicBezTo>
                  <a:cubicBezTo>
                    <a:pt x="573" y="33"/>
                    <a:pt x="571" y="34"/>
                    <a:pt x="569" y="35"/>
                  </a:cubicBezTo>
                  <a:cubicBezTo>
                    <a:pt x="518" y="59"/>
                    <a:pt x="468" y="82"/>
                    <a:pt x="419" y="107"/>
                  </a:cubicBezTo>
                  <a:cubicBezTo>
                    <a:pt x="414" y="111"/>
                    <a:pt x="409" y="115"/>
                    <a:pt x="403" y="118"/>
                  </a:cubicBezTo>
                  <a:cubicBezTo>
                    <a:pt x="353" y="157"/>
                    <a:pt x="301" y="198"/>
                    <a:pt x="256" y="242"/>
                  </a:cubicBezTo>
                  <a:cubicBezTo>
                    <a:pt x="203" y="293"/>
                    <a:pt x="159" y="365"/>
                    <a:pt x="125" y="433"/>
                  </a:cubicBezTo>
                  <a:cubicBezTo>
                    <a:pt x="89" y="503"/>
                    <a:pt x="67" y="581"/>
                    <a:pt x="41" y="655"/>
                  </a:cubicBezTo>
                  <a:cubicBezTo>
                    <a:pt x="34" y="678"/>
                    <a:pt x="28" y="701"/>
                    <a:pt x="22" y="724"/>
                  </a:cubicBezTo>
                  <a:cubicBezTo>
                    <a:pt x="15" y="763"/>
                    <a:pt x="14" y="799"/>
                    <a:pt x="11" y="839"/>
                  </a:cubicBezTo>
                  <a:cubicBezTo>
                    <a:pt x="7" y="892"/>
                    <a:pt x="0" y="916"/>
                    <a:pt x="8" y="958"/>
                  </a:cubicBezTo>
                  <a:cubicBezTo>
                    <a:pt x="20" y="1031"/>
                    <a:pt x="30" y="1107"/>
                    <a:pt x="53" y="1177"/>
                  </a:cubicBezTo>
                  <a:cubicBezTo>
                    <a:pt x="56" y="1187"/>
                    <a:pt x="60" y="1196"/>
                    <a:pt x="63" y="1205"/>
                  </a:cubicBezTo>
                  <a:cubicBezTo>
                    <a:pt x="86" y="1261"/>
                    <a:pt x="112" y="1320"/>
                    <a:pt x="142" y="1372"/>
                  </a:cubicBezTo>
                  <a:cubicBezTo>
                    <a:pt x="145" y="1376"/>
                    <a:pt x="147" y="1380"/>
                    <a:pt x="150" y="1384"/>
                  </a:cubicBezTo>
                  <a:lnTo>
                    <a:pt x="249" y="1502"/>
                  </a:lnTo>
                  <a:cubicBezTo>
                    <a:pt x="250" y="1504"/>
                    <a:pt x="252" y="1505"/>
                    <a:pt x="254" y="1507"/>
                  </a:cubicBezTo>
                  <a:cubicBezTo>
                    <a:pt x="261" y="1515"/>
                    <a:pt x="269" y="1523"/>
                    <a:pt x="278" y="1531"/>
                  </a:cubicBezTo>
                  <a:cubicBezTo>
                    <a:pt x="355" y="1600"/>
                    <a:pt x="444" y="1647"/>
                    <a:pt x="547" y="1669"/>
                  </a:cubicBezTo>
                  <a:cubicBezTo>
                    <a:pt x="584" y="1679"/>
                    <a:pt x="621" y="1683"/>
                    <a:pt x="657" y="1683"/>
                  </a:cubicBezTo>
                  <a:cubicBezTo>
                    <a:pt x="697" y="1683"/>
                    <a:pt x="736" y="1678"/>
                    <a:pt x="775" y="1667"/>
                  </a:cubicBezTo>
                  <a:cubicBezTo>
                    <a:pt x="849" y="1660"/>
                    <a:pt x="918" y="1634"/>
                    <a:pt x="981" y="1590"/>
                  </a:cubicBezTo>
                  <a:cubicBezTo>
                    <a:pt x="1067" y="1534"/>
                    <a:pt x="1133" y="1462"/>
                    <a:pt x="1180" y="1372"/>
                  </a:cubicBezTo>
                  <a:cubicBezTo>
                    <a:pt x="1189" y="1348"/>
                    <a:pt x="1201" y="1326"/>
                    <a:pt x="1210" y="1302"/>
                  </a:cubicBezTo>
                  <a:cubicBezTo>
                    <a:pt x="1221" y="1287"/>
                    <a:pt x="1232" y="1271"/>
                    <a:pt x="1243" y="1257"/>
                  </a:cubicBezTo>
                  <a:cubicBezTo>
                    <a:pt x="1254" y="1238"/>
                    <a:pt x="1266" y="1219"/>
                    <a:pt x="1276" y="1199"/>
                  </a:cubicBezTo>
                  <a:cubicBezTo>
                    <a:pt x="1286" y="1180"/>
                    <a:pt x="1293" y="1162"/>
                    <a:pt x="1301" y="1143"/>
                  </a:cubicBezTo>
                  <a:cubicBezTo>
                    <a:pt x="1324" y="1081"/>
                    <a:pt x="1349" y="1019"/>
                    <a:pt x="1366" y="956"/>
                  </a:cubicBezTo>
                  <a:cubicBezTo>
                    <a:pt x="1374" y="925"/>
                    <a:pt x="1378" y="894"/>
                    <a:pt x="1382" y="862"/>
                  </a:cubicBezTo>
                  <a:cubicBezTo>
                    <a:pt x="1391" y="836"/>
                    <a:pt x="1400" y="810"/>
                    <a:pt x="1409" y="784"/>
                  </a:cubicBezTo>
                  <a:cubicBezTo>
                    <a:pt x="1433" y="670"/>
                    <a:pt x="1428" y="557"/>
                    <a:pt x="1391" y="446"/>
                  </a:cubicBezTo>
                  <a:cubicBezTo>
                    <a:pt x="1356" y="339"/>
                    <a:pt x="1296" y="247"/>
                    <a:pt x="1213" y="170"/>
                  </a:cubicBezTo>
                  <a:cubicBezTo>
                    <a:pt x="1127" y="92"/>
                    <a:pt x="1027" y="40"/>
                    <a:pt x="913" y="14"/>
                  </a:cubicBezTo>
                  <a:cubicBezTo>
                    <a:pt x="867" y="5"/>
                    <a:pt x="822" y="0"/>
                    <a:pt x="7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/>
            <p:cNvSpPr/>
            <p:nvPr/>
          </p:nvSpPr>
          <p:spPr>
            <a:xfrm>
              <a:off x="4908089" y="1023837"/>
              <a:ext cx="60007" cy="72801"/>
            </a:xfrm>
            <a:custGeom>
              <a:avLst/>
              <a:gdLst/>
              <a:ahLst/>
              <a:cxnLst/>
              <a:rect l="l" t="t" r="r" b="b"/>
              <a:pathLst>
                <a:path w="1923" h="2333" extrusionOk="0">
                  <a:moveTo>
                    <a:pt x="1041" y="0"/>
                  </a:moveTo>
                  <a:lnTo>
                    <a:pt x="1021" y="3"/>
                  </a:lnTo>
                  <a:cubicBezTo>
                    <a:pt x="910" y="76"/>
                    <a:pt x="806" y="158"/>
                    <a:pt x="717" y="236"/>
                  </a:cubicBezTo>
                  <a:cubicBezTo>
                    <a:pt x="493" y="431"/>
                    <a:pt x="301" y="680"/>
                    <a:pt x="171" y="946"/>
                  </a:cubicBezTo>
                  <a:cubicBezTo>
                    <a:pt x="61" y="1171"/>
                    <a:pt x="0" y="1411"/>
                    <a:pt x="47" y="1660"/>
                  </a:cubicBezTo>
                  <a:cubicBezTo>
                    <a:pt x="95" y="1912"/>
                    <a:pt x="252" y="2141"/>
                    <a:pt x="486" y="2255"/>
                  </a:cubicBezTo>
                  <a:cubicBezTo>
                    <a:pt x="596" y="2309"/>
                    <a:pt x="706" y="2332"/>
                    <a:pt x="813" y="2332"/>
                  </a:cubicBezTo>
                  <a:cubicBezTo>
                    <a:pt x="1149" y="2332"/>
                    <a:pt x="1460" y="2100"/>
                    <a:pt x="1689" y="1848"/>
                  </a:cubicBezTo>
                  <a:cubicBezTo>
                    <a:pt x="1776" y="1752"/>
                    <a:pt x="1852" y="1649"/>
                    <a:pt x="1923" y="1542"/>
                  </a:cubicBezTo>
                  <a:lnTo>
                    <a:pt x="1923" y="1542"/>
                  </a:lnTo>
                  <a:cubicBezTo>
                    <a:pt x="1790" y="1630"/>
                    <a:pt x="1650" y="1705"/>
                    <a:pt x="1497" y="1751"/>
                  </a:cubicBezTo>
                  <a:cubicBezTo>
                    <a:pt x="1402" y="1780"/>
                    <a:pt x="1302" y="1794"/>
                    <a:pt x="1201" y="1794"/>
                  </a:cubicBezTo>
                  <a:cubicBezTo>
                    <a:pt x="956" y="1794"/>
                    <a:pt x="714" y="1706"/>
                    <a:pt x="572" y="1511"/>
                  </a:cubicBezTo>
                  <a:cubicBezTo>
                    <a:pt x="401" y="1279"/>
                    <a:pt x="414" y="953"/>
                    <a:pt x="528" y="689"/>
                  </a:cubicBezTo>
                  <a:cubicBezTo>
                    <a:pt x="642" y="425"/>
                    <a:pt x="843" y="210"/>
                    <a:pt x="10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/>
            <p:cNvSpPr/>
            <p:nvPr/>
          </p:nvSpPr>
          <p:spPr>
            <a:xfrm>
              <a:off x="5135199" y="1215935"/>
              <a:ext cx="34950" cy="52019"/>
            </a:xfrm>
            <a:custGeom>
              <a:avLst/>
              <a:gdLst/>
              <a:ahLst/>
              <a:cxnLst/>
              <a:rect l="l" t="t" r="r" b="b"/>
              <a:pathLst>
                <a:path w="1120" h="1667" extrusionOk="0">
                  <a:moveTo>
                    <a:pt x="634" y="1"/>
                  </a:moveTo>
                  <a:lnTo>
                    <a:pt x="634" y="1"/>
                  </a:lnTo>
                  <a:cubicBezTo>
                    <a:pt x="615" y="5"/>
                    <a:pt x="595" y="9"/>
                    <a:pt x="575" y="15"/>
                  </a:cubicBezTo>
                  <a:cubicBezTo>
                    <a:pt x="573" y="16"/>
                    <a:pt x="571" y="17"/>
                    <a:pt x="569" y="18"/>
                  </a:cubicBezTo>
                  <a:cubicBezTo>
                    <a:pt x="518" y="42"/>
                    <a:pt x="469" y="65"/>
                    <a:pt x="419" y="90"/>
                  </a:cubicBezTo>
                  <a:cubicBezTo>
                    <a:pt x="414" y="94"/>
                    <a:pt x="409" y="98"/>
                    <a:pt x="403" y="101"/>
                  </a:cubicBezTo>
                  <a:cubicBezTo>
                    <a:pt x="353" y="140"/>
                    <a:pt x="301" y="181"/>
                    <a:pt x="257" y="225"/>
                  </a:cubicBezTo>
                  <a:cubicBezTo>
                    <a:pt x="204" y="276"/>
                    <a:pt x="159" y="348"/>
                    <a:pt x="126" y="416"/>
                  </a:cubicBezTo>
                  <a:cubicBezTo>
                    <a:pt x="90" y="486"/>
                    <a:pt x="67" y="564"/>
                    <a:pt x="42" y="638"/>
                  </a:cubicBezTo>
                  <a:cubicBezTo>
                    <a:pt x="34" y="661"/>
                    <a:pt x="28" y="684"/>
                    <a:pt x="22" y="707"/>
                  </a:cubicBezTo>
                  <a:cubicBezTo>
                    <a:pt x="15" y="746"/>
                    <a:pt x="14" y="782"/>
                    <a:pt x="11" y="822"/>
                  </a:cubicBezTo>
                  <a:cubicBezTo>
                    <a:pt x="7" y="875"/>
                    <a:pt x="0" y="899"/>
                    <a:pt x="8" y="941"/>
                  </a:cubicBezTo>
                  <a:cubicBezTo>
                    <a:pt x="20" y="1014"/>
                    <a:pt x="30" y="1090"/>
                    <a:pt x="53" y="1160"/>
                  </a:cubicBezTo>
                  <a:cubicBezTo>
                    <a:pt x="56" y="1170"/>
                    <a:pt x="60" y="1179"/>
                    <a:pt x="64" y="1188"/>
                  </a:cubicBezTo>
                  <a:cubicBezTo>
                    <a:pt x="87" y="1244"/>
                    <a:pt x="112" y="1303"/>
                    <a:pt x="143" y="1355"/>
                  </a:cubicBezTo>
                  <a:cubicBezTo>
                    <a:pt x="145" y="1359"/>
                    <a:pt x="147" y="1363"/>
                    <a:pt x="150" y="1367"/>
                  </a:cubicBezTo>
                  <a:lnTo>
                    <a:pt x="249" y="1485"/>
                  </a:lnTo>
                  <a:cubicBezTo>
                    <a:pt x="250" y="1487"/>
                    <a:pt x="253" y="1488"/>
                    <a:pt x="254" y="1490"/>
                  </a:cubicBezTo>
                  <a:cubicBezTo>
                    <a:pt x="262" y="1498"/>
                    <a:pt x="269" y="1506"/>
                    <a:pt x="279" y="1514"/>
                  </a:cubicBezTo>
                  <a:cubicBezTo>
                    <a:pt x="355" y="1583"/>
                    <a:pt x="445" y="1630"/>
                    <a:pt x="547" y="1652"/>
                  </a:cubicBezTo>
                  <a:cubicBezTo>
                    <a:pt x="584" y="1662"/>
                    <a:pt x="621" y="1666"/>
                    <a:pt x="657" y="1666"/>
                  </a:cubicBezTo>
                  <a:cubicBezTo>
                    <a:pt x="697" y="1666"/>
                    <a:pt x="736" y="1661"/>
                    <a:pt x="775" y="1650"/>
                  </a:cubicBezTo>
                  <a:cubicBezTo>
                    <a:pt x="849" y="1643"/>
                    <a:pt x="918" y="1617"/>
                    <a:pt x="982" y="1573"/>
                  </a:cubicBezTo>
                  <a:cubicBezTo>
                    <a:pt x="1035" y="1537"/>
                    <a:pt x="1079" y="1492"/>
                    <a:pt x="1119" y="1443"/>
                  </a:cubicBezTo>
                  <a:lnTo>
                    <a:pt x="1119" y="1443"/>
                  </a:lnTo>
                  <a:cubicBezTo>
                    <a:pt x="1087" y="1446"/>
                    <a:pt x="1054" y="1447"/>
                    <a:pt x="1022" y="1447"/>
                  </a:cubicBezTo>
                  <a:cubicBezTo>
                    <a:pt x="898" y="1447"/>
                    <a:pt x="777" y="1423"/>
                    <a:pt x="671" y="1357"/>
                  </a:cubicBezTo>
                  <a:cubicBezTo>
                    <a:pt x="443" y="1214"/>
                    <a:pt x="355" y="913"/>
                    <a:pt x="389" y="646"/>
                  </a:cubicBezTo>
                  <a:cubicBezTo>
                    <a:pt x="418" y="416"/>
                    <a:pt x="522" y="205"/>
                    <a:pt x="6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/>
            <p:cNvSpPr/>
            <p:nvPr/>
          </p:nvSpPr>
          <p:spPr>
            <a:xfrm>
              <a:off x="5051226" y="1173652"/>
              <a:ext cx="41565" cy="42907"/>
            </a:xfrm>
            <a:custGeom>
              <a:avLst/>
              <a:gdLst/>
              <a:ahLst/>
              <a:cxnLst/>
              <a:rect l="l" t="t" r="r" b="b"/>
              <a:pathLst>
                <a:path w="1332" h="1375" extrusionOk="0">
                  <a:moveTo>
                    <a:pt x="498" y="0"/>
                  </a:moveTo>
                  <a:lnTo>
                    <a:pt x="498" y="0"/>
                  </a:lnTo>
                  <a:cubicBezTo>
                    <a:pt x="482" y="8"/>
                    <a:pt x="465" y="14"/>
                    <a:pt x="450" y="22"/>
                  </a:cubicBezTo>
                  <a:cubicBezTo>
                    <a:pt x="413" y="39"/>
                    <a:pt x="371" y="56"/>
                    <a:pt x="336" y="80"/>
                  </a:cubicBezTo>
                  <a:cubicBezTo>
                    <a:pt x="230" y="158"/>
                    <a:pt x="126" y="255"/>
                    <a:pt x="75" y="381"/>
                  </a:cubicBezTo>
                  <a:cubicBezTo>
                    <a:pt x="18" y="517"/>
                    <a:pt x="5" y="567"/>
                    <a:pt x="2" y="716"/>
                  </a:cubicBezTo>
                  <a:cubicBezTo>
                    <a:pt x="1" y="779"/>
                    <a:pt x="13" y="847"/>
                    <a:pt x="34" y="906"/>
                  </a:cubicBezTo>
                  <a:cubicBezTo>
                    <a:pt x="95" y="1074"/>
                    <a:pt x="204" y="1209"/>
                    <a:pt x="363" y="1295"/>
                  </a:cubicBezTo>
                  <a:cubicBezTo>
                    <a:pt x="469" y="1352"/>
                    <a:pt x="586" y="1375"/>
                    <a:pt x="704" y="1375"/>
                  </a:cubicBezTo>
                  <a:cubicBezTo>
                    <a:pt x="804" y="1375"/>
                    <a:pt x="904" y="1358"/>
                    <a:pt x="1000" y="1333"/>
                  </a:cubicBezTo>
                  <a:cubicBezTo>
                    <a:pt x="1021" y="1327"/>
                    <a:pt x="1040" y="1318"/>
                    <a:pt x="1059" y="1308"/>
                  </a:cubicBezTo>
                  <a:cubicBezTo>
                    <a:pt x="1115" y="1282"/>
                    <a:pt x="1174" y="1257"/>
                    <a:pt x="1229" y="1226"/>
                  </a:cubicBezTo>
                  <a:cubicBezTo>
                    <a:pt x="1265" y="1206"/>
                    <a:pt x="1299" y="1182"/>
                    <a:pt x="1332" y="1156"/>
                  </a:cubicBezTo>
                  <a:lnTo>
                    <a:pt x="1332" y="1156"/>
                  </a:lnTo>
                  <a:cubicBezTo>
                    <a:pt x="1289" y="1159"/>
                    <a:pt x="1247" y="1162"/>
                    <a:pt x="1204" y="1162"/>
                  </a:cubicBezTo>
                  <a:cubicBezTo>
                    <a:pt x="1188" y="1162"/>
                    <a:pt x="1171" y="1162"/>
                    <a:pt x="1155" y="1161"/>
                  </a:cubicBezTo>
                  <a:cubicBezTo>
                    <a:pt x="857" y="1143"/>
                    <a:pt x="557" y="987"/>
                    <a:pt x="418" y="723"/>
                  </a:cubicBezTo>
                  <a:cubicBezTo>
                    <a:pt x="297" y="494"/>
                    <a:pt x="327" y="188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/>
            <p:cNvSpPr/>
            <p:nvPr/>
          </p:nvSpPr>
          <p:spPr>
            <a:xfrm>
              <a:off x="4963416" y="1149562"/>
              <a:ext cx="61006" cy="43656"/>
            </a:xfrm>
            <a:custGeom>
              <a:avLst/>
              <a:gdLst/>
              <a:ahLst/>
              <a:cxnLst/>
              <a:rect l="l" t="t" r="r" b="b"/>
              <a:pathLst>
                <a:path w="1955" h="1399" extrusionOk="0">
                  <a:moveTo>
                    <a:pt x="253" y="1"/>
                  </a:moveTo>
                  <a:cubicBezTo>
                    <a:pt x="105" y="202"/>
                    <a:pt x="0" y="437"/>
                    <a:pt x="1" y="691"/>
                  </a:cubicBezTo>
                  <a:cubicBezTo>
                    <a:pt x="1" y="881"/>
                    <a:pt x="96" y="1086"/>
                    <a:pt x="244" y="1209"/>
                  </a:cubicBezTo>
                  <a:cubicBezTo>
                    <a:pt x="395" y="1335"/>
                    <a:pt x="578" y="1398"/>
                    <a:pt x="775" y="1398"/>
                  </a:cubicBezTo>
                  <a:cubicBezTo>
                    <a:pt x="780" y="1398"/>
                    <a:pt x="785" y="1398"/>
                    <a:pt x="789" y="1398"/>
                  </a:cubicBezTo>
                  <a:cubicBezTo>
                    <a:pt x="945" y="1396"/>
                    <a:pt x="1105" y="1332"/>
                    <a:pt x="1236" y="1248"/>
                  </a:cubicBezTo>
                  <a:cubicBezTo>
                    <a:pt x="1340" y="1182"/>
                    <a:pt x="1435" y="1094"/>
                    <a:pt x="1527" y="1014"/>
                  </a:cubicBezTo>
                  <a:cubicBezTo>
                    <a:pt x="1592" y="959"/>
                    <a:pt x="1654" y="900"/>
                    <a:pt x="1705" y="833"/>
                  </a:cubicBezTo>
                  <a:cubicBezTo>
                    <a:pt x="1812" y="693"/>
                    <a:pt x="1873" y="580"/>
                    <a:pt x="1926" y="412"/>
                  </a:cubicBezTo>
                  <a:cubicBezTo>
                    <a:pt x="1945" y="355"/>
                    <a:pt x="1949" y="297"/>
                    <a:pt x="1954" y="237"/>
                  </a:cubicBezTo>
                  <a:cubicBezTo>
                    <a:pt x="1954" y="233"/>
                    <a:pt x="1954" y="229"/>
                    <a:pt x="1954" y="225"/>
                  </a:cubicBezTo>
                  <a:cubicBezTo>
                    <a:pt x="1768" y="414"/>
                    <a:pt x="1542" y="564"/>
                    <a:pt x="1292" y="656"/>
                  </a:cubicBezTo>
                  <a:cubicBezTo>
                    <a:pt x="1156" y="707"/>
                    <a:pt x="1007" y="739"/>
                    <a:pt x="862" y="739"/>
                  </a:cubicBezTo>
                  <a:cubicBezTo>
                    <a:pt x="719" y="739"/>
                    <a:pt x="580" y="708"/>
                    <a:pt x="460" y="632"/>
                  </a:cubicBezTo>
                  <a:cubicBezTo>
                    <a:pt x="255" y="502"/>
                    <a:pt x="155" y="209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/>
            <p:cNvSpPr/>
            <p:nvPr/>
          </p:nvSpPr>
          <p:spPr>
            <a:xfrm>
              <a:off x="5053224" y="1280280"/>
              <a:ext cx="45029" cy="24309"/>
            </a:xfrm>
            <a:custGeom>
              <a:avLst/>
              <a:gdLst/>
              <a:ahLst/>
              <a:cxnLst/>
              <a:rect l="l" t="t" r="r" b="b"/>
              <a:pathLst>
                <a:path w="1443" h="779" extrusionOk="0">
                  <a:moveTo>
                    <a:pt x="59" y="0"/>
                  </a:moveTo>
                  <a:cubicBezTo>
                    <a:pt x="44" y="35"/>
                    <a:pt x="32" y="71"/>
                    <a:pt x="20" y="106"/>
                  </a:cubicBezTo>
                  <a:cubicBezTo>
                    <a:pt x="4" y="158"/>
                    <a:pt x="2" y="217"/>
                    <a:pt x="0" y="271"/>
                  </a:cubicBezTo>
                  <a:cubicBezTo>
                    <a:pt x="0" y="282"/>
                    <a:pt x="0" y="291"/>
                    <a:pt x="1" y="301"/>
                  </a:cubicBezTo>
                  <a:cubicBezTo>
                    <a:pt x="5" y="338"/>
                    <a:pt x="13" y="390"/>
                    <a:pt x="24" y="425"/>
                  </a:cubicBezTo>
                  <a:cubicBezTo>
                    <a:pt x="53" y="506"/>
                    <a:pt x="99" y="582"/>
                    <a:pt x="162" y="641"/>
                  </a:cubicBezTo>
                  <a:cubicBezTo>
                    <a:pt x="267" y="741"/>
                    <a:pt x="400" y="779"/>
                    <a:pt x="536" y="779"/>
                  </a:cubicBezTo>
                  <a:cubicBezTo>
                    <a:pt x="634" y="779"/>
                    <a:pt x="734" y="759"/>
                    <a:pt x="827" y="728"/>
                  </a:cubicBezTo>
                  <a:cubicBezTo>
                    <a:pt x="988" y="673"/>
                    <a:pt x="1128" y="585"/>
                    <a:pt x="1252" y="471"/>
                  </a:cubicBezTo>
                  <a:cubicBezTo>
                    <a:pt x="1271" y="455"/>
                    <a:pt x="1287" y="437"/>
                    <a:pt x="1301" y="417"/>
                  </a:cubicBezTo>
                  <a:cubicBezTo>
                    <a:pt x="1336" y="371"/>
                    <a:pt x="1372" y="325"/>
                    <a:pt x="1393" y="271"/>
                  </a:cubicBezTo>
                  <a:cubicBezTo>
                    <a:pt x="1413" y="222"/>
                    <a:pt x="1436" y="171"/>
                    <a:pt x="1442" y="117"/>
                  </a:cubicBezTo>
                  <a:cubicBezTo>
                    <a:pt x="1442" y="110"/>
                    <a:pt x="1443" y="104"/>
                    <a:pt x="1443" y="98"/>
                  </a:cubicBezTo>
                  <a:lnTo>
                    <a:pt x="1443" y="98"/>
                  </a:lnTo>
                  <a:cubicBezTo>
                    <a:pt x="1318" y="175"/>
                    <a:pt x="1189" y="246"/>
                    <a:pt x="1051" y="296"/>
                  </a:cubicBezTo>
                  <a:cubicBezTo>
                    <a:pt x="933" y="337"/>
                    <a:pt x="807" y="363"/>
                    <a:pt x="682" y="363"/>
                  </a:cubicBezTo>
                  <a:cubicBezTo>
                    <a:pt x="575" y="363"/>
                    <a:pt x="470" y="344"/>
                    <a:pt x="372" y="302"/>
                  </a:cubicBezTo>
                  <a:cubicBezTo>
                    <a:pt x="236" y="243"/>
                    <a:pt x="121" y="132"/>
                    <a:pt x="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/>
            <p:cNvSpPr/>
            <p:nvPr/>
          </p:nvSpPr>
          <p:spPr>
            <a:xfrm>
              <a:off x="4933240" y="1251290"/>
              <a:ext cx="47151" cy="69743"/>
            </a:xfrm>
            <a:custGeom>
              <a:avLst/>
              <a:gdLst/>
              <a:ahLst/>
              <a:cxnLst/>
              <a:rect l="l" t="t" r="r" b="b"/>
              <a:pathLst>
                <a:path w="1511" h="223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653" y="17"/>
                    <a:pt x="606" y="40"/>
                    <a:pt x="563" y="70"/>
                  </a:cubicBezTo>
                  <a:cubicBezTo>
                    <a:pt x="443" y="157"/>
                    <a:pt x="352" y="244"/>
                    <a:pt x="276" y="374"/>
                  </a:cubicBezTo>
                  <a:cubicBezTo>
                    <a:pt x="261" y="401"/>
                    <a:pt x="245" y="429"/>
                    <a:pt x="230" y="457"/>
                  </a:cubicBezTo>
                  <a:cubicBezTo>
                    <a:pt x="169" y="575"/>
                    <a:pt x="126" y="696"/>
                    <a:pt x="81" y="822"/>
                  </a:cubicBezTo>
                  <a:cubicBezTo>
                    <a:pt x="0" y="1052"/>
                    <a:pt x="21" y="1273"/>
                    <a:pt x="69" y="1505"/>
                  </a:cubicBezTo>
                  <a:cubicBezTo>
                    <a:pt x="81" y="1561"/>
                    <a:pt x="97" y="1612"/>
                    <a:pt x="122" y="1663"/>
                  </a:cubicBezTo>
                  <a:cubicBezTo>
                    <a:pt x="155" y="1733"/>
                    <a:pt x="182" y="1803"/>
                    <a:pt x="231" y="1864"/>
                  </a:cubicBezTo>
                  <a:cubicBezTo>
                    <a:pt x="280" y="1923"/>
                    <a:pt x="330" y="1992"/>
                    <a:pt x="392" y="2041"/>
                  </a:cubicBezTo>
                  <a:cubicBezTo>
                    <a:pt x="526" y="2153"/>
                    <a:pt x="694" y="2235"/>
                    <a:pt x="872" y="2235"/>
                  </a:cubicBezTo>
                  <a:cubicBezTo>
                    <a:pt x="896" y="2235"/>
                    <a:pt x="920" y="2233"/>
                    <a:pt x="944" y="2230"/>
                  </a:cubicBezTo>
                  <a:cubicBezTo>
                    <a:pt x="1135" y="2206"/>
                    <a:pt x="1301" y="2128"/>
                    <a:pt x="1436" y="1988"/>
                  </a:cubicBezTo>
                  <a:cubicBezTo>
                    <a:pt x="1462" y="1959"/>
                    <a:pt x="1487" y="1928"/>
                    <a:pt x="1510" y="1895"/>
                  </a:cubicBezTo>
                  <a:lnTo>
                    <a:pt x="1510" y="1895"/>
                  </a:lnTo>
                  <a:cubicBezTo>
                    <a:pt x="1459" y="1905"/>
                    <a:pt x="1406" y="1910"/>
                    <a:pt x="1353" y="1910"/>
                  </a:cubicBezTo>
                  <a:cubicBezTo>
                    <a:pt x="1251" y="1910"/>
                    <a:pt x="1149" y="1891"/>
                    <a:pt x="1055" y="1851"/>
                  </a:cubicBezTo>
                  <a:cubicBezTo>
                    <a:pt x="706" y="1704"/>
                    <a:pt x="484" y="1328"/>
                    <a:pt x="455" y="949"/>
                  </a:cubicBezTo>
                  <a:cubicBezTo>
                    <a:pt x="430" y="618"/>
                    <a:pt x="535" y="289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/>
            <p:cNvSpPr/>
            <p:nvPr/>
          </p:nvSpPr>
          <p:spPr>
            <a:xfrm>
              <a:off x="4877290" y="1224797"/>
              <a:ext cx="28521" cy="31018"/>
            </a:xfrm>
            <a:custGeom>
              <a:avLst/>
              <a:gdLst/>
              <a:ahLst/>
              <a:cxnLst/>
              <a:rect l="l" t="t" r="r" b="b"/>
              <a:pathLst>
                <a:path w="914" h="994" extrusionOk="0">
                  <a:moveTo>
                    <a:pt x="247" y="0"/>
                  </a:moveTo>
                  <a:lnTo>
                    <a:pt x="247" y="0"/>
                  </a:lnTo>
                  <a:cubicBezTo>
                    <a:pt x="233" y="16"/>
                    <a:pt x="217" y="32"/>
                    <a:pt x="203" y="49"/>
                  </a:cubicBezTo>
                  <a:cubicBezTo>
                    <a:pt x="170" y="94"/>
                    <a:pt x="136" y="142"/>
                    <a:pt x="106" y="190"/>
                  </a:cubicBezTo>
                  <a:cubicBezTo>
                    <a:pt x="96" y="205"/>
                    <a:pt x="87" y="221"/>
                    <a:pt x="78" y="237"/>
                  </a:cubicBezTo>
                  <a:cubicBezTo>
                    <a:pt x="75" y="245"/>
                    <a:pt x="70" y="252"/>
                    <a:pt x="66" y="261"/>
                  </a:cubicBezTo>
                  <a:cubicBezTo>
                    <a:pt x="65" y="264"/>
                    <a:pt x="63" y="268"/>
                    <a:pt x="61" y="272"/>
                  </a:cubicBezTo>
                  <a:cubicBezTo>
                    <a:pt x="61" y="273"/>
                    <a:pt x="60" y="275"/>
                    <a:pt x="59" y="277"/>
                  </a:cubicBezTo>
                  <a:cubicBezTo>
                    <a:pt x="25" y="336"/>
                    <a:pt x="9" y="399"/>
                    <a:pt x="10" y="466"/>
                  </a:cubicBezTo>
                  <a:cubicBezTo>
                    <a:pt x="0" y="509"/>
                    <a:pt x="2" y="552"/>
                    <a:pt x="16" y="594"/>
                  </a:cubicBezTo>
                  <a:cubicBezTo>
                    <a:pt x="16" y="617"/>
                    <a:pt x="21" y="640"/>
                    <a:pt x="30" y="660"/>
                  </a:cubicBezTo>
                  <a:cubicBezTo>
                    <a:pt x="47" y="697"/>
                    <a:pt x="65" y="735"/>
                    <a:pt x="83" y="773"/>
                  </a:cubicBezTo>
                  <a:cubicBezTo>
                    <a:pt x="116" y="827"/>
                    <a:pt x="159" y="870"/>
                    <a:pt x="212" y="902"/>
                  </a:cubicBezTo>
                  <a:lnTo>
                    <a:pt x="212" y="902"/>
                  </a:lnTo>
                  <a:cubicBezTo>
                    <a:pt x="231" y="915"/>
                    <a:pt x="260" y="935"/>
                    <a:pt x="268" y="940"/>
                  </a:cubicBezTo>
                  <a:cubicBezTo>
                    <a:pt x="347" y="986"/>
                    <a:pt x="376" y="983"/>
                    <a:pt x="450" y="989"/>
                  </a:cubicBezTo>
                  <a:cubicBezTo>
                    <a:pt x="449" y="989"/>
                    <a:pt x="449" y="989"/>
                    <a:pt x="448" y="989"/>
                  </a:cubicBezTo>
                  <a:lnTo>
                    <a:pt x="448" y="989"/>
                  </a:lnTo>
                  <a:cubicBezTo>
                    <a:pt x="446" y="989"/>
                    <a:pt x="490" y="994"/>
                    <a:pt x="512" y="994"/>
                  </a:cubicBezTo>
                  <a:cubicBezTo>
                    <a:pt x="514" y="994"/>
                    <a:pt x="516" y="994"/>
                    <a:pt x="517" y="993"/>
                  </a:cubicBezTo>
                  <a:cubicBezTo>
                    <a:pt x="606" y="992"/>
                    <a:pt x="632" y="976"/>
                    <a:pt x="699" y="944"/>
                  </a:cubicBezTo>
                  <a:cubicBezTo>
                    <a:pt x="720" y="936"/>
                    <a:pt x="740" y="926"/>
                    <a:pt x="759" y="915"/>
                  </a:cubicBezTo>
                  <a:cubicBezTo>
                    <a:pt x="790" y="888"/>
                    <a:pt x="823" y="862"/>
                    <a:pt x="854" y="834"/>
                  </a:cubicBezTo>
                  <a:cubicBezTo>
                    <a:pt x="874" y="806"/>
                    <a:pt x="894" y="778"/>
                    <a:pt x="914" y="750"/>
                  </a:cubicBezTo>
                  <a:lnTo>
                    <a:pt x="914" y="750"/>
                  </a:lnTo>
                  <a:cubicBezTo>
                    <a:pt x="889" y="752"/>
                    <a:pt x="864" y="754"/>
                    <a:pt x="839" y="754"/>
                  </a:cubicBezTo>
                  <a:cubicBezTo>
                    <a:pt x="689" y="754"/>
                    <a:pt x="539" y="705"/>
                    <a:pt x="428" y="604"/>
                  </a:cubicBezTo>
                  <a:cubicBezTo>
                    <a:pt x="263" y="457"/>
                    <a:pt x="200" y="215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/>
            <p:cNvSpPr/>
            <p:nvPr/>
          </p:nvSpPr>
          <p:spPr>
            <a:xfrm>
              <a:off x="4855041" y="1125815"/>
              <a:ext cx="33764" cy="44998"/>
            </a:xfrm>
            <a:custGeom>
              <a:avLst/>
              <a:gdLst/>
              <a:ahLst/>
              <a:cxnLst/>
              <a:rect l="l" t="t" r="r" b="b"/>
              <a:pathLst>
                <a:path w="1082" h="1442" extrusionOk="0">
                  <a:moveTo>
                    <a:pt x="369" y="1"/>
                  </a:moveTo>
                  <a:lnTo>
                    <a:pt x="369" y="1"/>
                  </a:lnTo>
                  <a:cubicBezTo>
                    <a:pt x="268" y="37"/>
                    <a:pt x="183" y="106"/>
                    <a:pt x="131" y="203"/>
                  </a:cubicBezTo>
                  <a:cubicBezTo>
                    <a:pt x="97" y="271"/>
                    <a:pt x="81" y="350"/>
                    <a:pt x="72" y="426"/>
                  </a:cubicBezTo>
                  <a:cubicBezTo>
                    <a:pt x="58" y="473"/>
                    <a:pt x="45" y="521"/>
                    <a:pt x="34" y="569"/>
                  </a:cubicBezTo>
                  <a:cubicBezTo>
                    <a:pt x="4" y="715"/>
                    <a:pt x="1" y="860"/>
                    <a:pt x="40" y="1004"/>
                  </a:cubicBezTo>
                  <a:cubicBezTo>
                    <a:pt x="82" y="1162"/>
                    <a:pt x="195" y="1290"/>
                    <a:pt x="335" y="1371"/>
                  </a:cubicBezTo>
                  <a:cubicBezTo>
                    <a:pt x="373" y="1393"/>
                    <a:pt x="418" y="1407"/>
                    <a:pt x="460" y="1420"/>
                  </a:cubicBezTo>
                  <a:cubicBezTo>
                    <a:pt x="479" y="1426"/>
                    <a:pt x="497" y="1431"/>
                    <a:pt x="517" y="1434"/>
                  </a:cubicBezTo>
                  <a:cubicBezTo>
                    <a:pt x="547" y="1437"/>
                    <a:pt x="582" y="1442"/>
                    <a:pt x="616" y="1442"/>
                  </a:cubicBezTo>
                  <a:cubicBezTo>
                    <a:pt x="630" y="1442"/>
                    <a:pt x="644" y="1441"/>
                    <a:pt x="658" y="1439"/>
                  </a:cubicBezTo>
                  <a:cubicBezTo>
                    <a:pt x="738" y="1428"/>
                    <a:pt x="791" y="1411"/>
                    <a:pt x="864" y="1373"/>
                  </a:cubicBezTo>
                  <a:cubicBezTo>
                    <a:pt x="960" y="1323"/>
                    <a:pt x="1036" y="1231"/>
                    <a:pt x="1082" y="1128"/>
                  </a:cubicBezTo>
                  <a:lnTo>
                    <a:pt x="1082" y="1128"/>
                  </a:lnTo>
                  <a:cubicBezTo>
                    <a:pt x="1062" y="1130"/>
                    <a:pt x="1042" y="1131"/>
                    <a:pt x="1022" y="1131"/>
                  </a:cubicBezTo>
                  <a:cubicBezTo>
                    <a:pt x="770" y="1131"/>
                    <a:pt x="517" y="1004"/>
                    <a:pt x="380" y="791"/>
                  </a:cubicBezTo>
                  <a:cubicBezTo>
                    <a:pt x="230" y="558"/>
                    <a:pt x="231" y="240"/>
                    <a:pt x="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9"/>
            <p:cNvSpPr/>
            <p:nvPr/>
          </p:nvSpPr>
          <p:spPr>
            <a:xfrm>
              <a:off x="4949529" y="1025709"/>
              <a:ext cx="23310" cy="20065"/>
            </a:xfrm>
            <a:custGeom>
              <a:avLst/>
              <a:gdLst/>
              <a:ahLst/>
              <a:cxnLst/>
              <a:rect l="l" t="t" r="r" b="b"/>
              <a:pathLst>
                <a:path w="747" h="643" extrusionOk="0">
                  <a:moveTo>
                    <a:pt x="333" y="574"/>
                  </a:moveTo>
                  <a:lnTo>
                    <a:pt x="333" y="574"/>
                  </a:lnTo>
                  <a:cubicBezTo>
                    <a:pt x="334" y="574"/>
                    <a:pt x="335" y="575"/>
                    <a:pt x="335" y="575"/>
                  </a:cubicBezTo>
                  <a:lnTo>
                    <a:pt x="335" y="575"/>
                  </a:lnTo>
                  <a:cubicBezTo>
                    <a:pt x="335" y="575"/>
                    <a:pt x="334" y="574"/>
                    <a:pt x="333" y="574"/>
                  </a:cubicBezTo>
                  <a:close/>
                  <a:moveTo>
                    <a:pt x="266" y="1"/>
                  </a:moveTo>
                  <a:cubicBezTo>
                    <a:pt x="254" y="1"/>
                    <a:pt x="245" y="4"/>
                    <a:pt x="230" y="6"/>
                  </a:cubicBezTo>
                  <a:cubicBezTo>
                    <a:pt x="212" y="10"/>
                    <a:pt x="203" y="11"/>
                    <a:pt x="189" y="17"/>
                  </a:cubicBezTo>
                  <a:cubicBezTo>
                    <a:pt x="145" y="37"/>
                    <a:pt x="89" y="61"/>
                    <a:pt x="58" y="101"/>
                  </a:cubicBezTo>
                  <a:cubicBezTo>
                    <a:pt x="18" y="152"/>
                    <a:pt x="0" y="204"/>
                    <a:pt x="12" y="268"/>
                  </a:cubicBezTo>
                  <a:cubicBezTo>
                    <a:pt x="23" y="330"/>
                    <a:pt x="59" y="374"/>
                    <a:pt x="112" y="405"/>
                  </a:cubicBezTo>
                  <a:cubicBezTo>
                    <a:pt x="123" y="412"/>
                    <a:pt x="135" y="416"/>
                    <a:pt x="147" y="422"/>
                  </a:cubicBezTo>
                  <a:cubicBezTo>
                    <a:pt x="152" y="426"/>
                    <a:pt x="158" y="430"/>
                    <a:pt x="164" y="433"/>
                  </a:cubicBezTo>
                  <a:cubicBezTo>
                    <a:pt x="173" y="439"/>
                    <a:pt x="184" y="443"/>
                    <a:pt x="194" y="446"/>
                  </a:cubicBezTo>
                  <a:cubicBezTo>
                    <a:pt x="207" y="451"/>
                    <a:pt x="218" y="457"/>
                    <a:pt x="231" y="465"/>
                  </a:cubicBezTo>
                  <a:cubicBezTo>
                    <a:pt x="239" y="472"/>
                    <a:pt x="247" y="480"/>
                    <a:pt x="256" y="488"/>
                  </a:cubicBezTo>
                  <a:cubicBezTo>
                    <a:pt x="258" y="492"/>
                    <a:pt x="262" y="496"/>
                    <a:pt x="264" y="500"/>
                  </a:cubicBezTo>
                  <a:cubicBezTo>
                    <a:pt x="290" y="548"/>
                    <a:pt x="328" y="572"/>
                    <a:pt x="369" y="600"/>
                  </a:cubicBezTo>
                  <a:lnTo>
                    <a:pt x="369" y="600"/>
                  </a:lnTo>
                  <a:cubicBezTo>
                    <a:pt x="393" y="617"/>
                    <a:pt x="417" y="630"/>
                    <a:pt x="449" y="637"/>
                  </a:cubicBezTo>
                  <a:cubicBezTo>
                    <a:pt x="464" y="641"/>
                    <a:pt x="479" y="642"/>
                    <a:pt x="494" y="642"/>
                  </a:cubicBezTo>
                  <a:cubicBezTo>
                    <a:pt x="535" y="642"/>
                    <a:pt x="574" y="630"/>
                    <a:pt x="608" y="608"/>
                  </a:cubicBezTo>
                  <a:cubicBezTo>
                    <a:pt x="671" y="568"/>
                    <a:pt x="700" y="505"/>
                    <a:pt x="716" y="435"/>
                  </a:cubicBezTo>
                  <a:cubicBezTo>
                    <a:pt x="747" y="316"/>
                    <a:pt x="668" y="192"/>
                    <a:pt x="581" y="114"/>
                  </a:cubicBezTo>
                  <a:cubicBezTo>
                    <a:pt x="520" y="60"/>
                    <a:pt x="443" y="20"/>
                    <a:pt x="360" y="8"/>
                  </a:cubicBezTo>
                  <a:cubicBezTo>
                    <a:pt x="331" y="4"/>
                    <a:pt x="302" y="2"/>
                    <a:pt x="271" y="1"/>
                  </a:cubicBezTo>
                  <a:cubicBezTo>
                    <a:pt x="269" y="1"/>
                    <a:pt x="268" y="1"/>
                    <a:pt x="2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9"/>
            <p:cNvSpPr/>
            <p:nvPr/>
          </p:nvSpPr>
          <p:spPr>
            <a:xfrm>
              <a:off x="4985758" y="1136643"/>
              <a:ext cx="21563" cy="16819"/>
            </a:xfrm>
            <a:custGeom>
              <a:avLst/>
              <a:gdLst/>
              <a:ahLst/>
              <a:cxnLst/>
              <a:rect l="l" t="t" r="r" b="b"/>
              <a:pathLst>
                <a:path w="691" h="539" extrusionOk="0">
                  <a:moveTo>
                    <a:pt x="471" y="487"/>
                  </a:moveTo>
                  <a:lnTo>
                    <a:pt x="471" y="487"/>
                  </a:lnTo>
                  <a:cubicBezTo>
                    <a:pt x="469" y="487"/>
                    <a:pt x="468" y="488"/>
                    <a:pt x="466" y="488"/>
                  </a:cubicBezTo>
                  <a:lnTo>
                    <a:pt x="466" y="488"/>
                  </a:lnTo>
                  <a:cubicBezTo>
                    <a:pt x="468" y="488"/>
                    <a:pt x="469" y="487"/>
                    <a:pt x="471" y="487"/>
                  </a:cubicBezTo>
                  <a:close/>
                  <a:moveTo>
                    <a:pt x="427" y="1"/>
                  </a:moveTo>
                  <a:cubicBezTo>
                    <a:pt x="420" y="1"/>
                    <a:pt x="414" y="1"/>
                    <a:pt x="407" y="1"/>
                  </a:cubicBezTo>
                  <a:cubicBezTo>
                    <a:pt x="371" y="5"/>
                    <a:pt x="333" y="14"/>
                    <a:pt x="298" y="26"/>
                  </a:cubicBezTo>
                  <a:cubicBezTo>
                    <a:pt x="235" y="46"/>
                    <a:pt x="183" y="85"/>
                    <a:pt x="133" y="127"/>
                  </a:cubicBezTo>
                  <a:cubicBezTo>
                    <a:pt x="96" y="158"/>
                    <a:pt x="76" y="178"/>
                    <a:pt x="49" y="222"/>
                  </a:cubicBezTo>
                  <a:cubicBezTo>
                    <a:pt x="33" y="248"/>
                    <a:pt x="17" y="278"/>
                    <a:pt x="9" y="309"/>
                  </a:cubicBezTo>
                  <a:cubicBezTo>
                    <a:pt x="0" y="349"/>
                    <a:pt x="4" y="412"/>
                    <a:pt x="21" y="455"/>
                  </a:cubicBezTo>
                  <a:cubicBezTo>
                    <a:pt x="23" y="462"/>
                    <a:pt x="26" y="469"/>
                    <a:pt x="30" y="477"/>
                  </a:cubicBezTo>
                  <a:cubicBezTo>
                    <a:pt x="46" y="503"/>
                    <a:pt x="71" y="521"/>
                    <a:pt x="104" y="526"/>
                  </a:cubicBezTo>
                  <a:cubicBezTo>
                    <a:pt x="106" y="526"/>
                    <a:pt x="109" y="526"/>
                    <a:pt x="112" y="527"/>
                  </a:cubicBezTo>
                  <a:cubicBezTo>
                    <a:pt x="115" y="527"/>
                    <a:pt x="117" y="528"/>
                    <a:pt x="120" y="528"/>
                  </a:cubicBezTo>
                  <a:cubicBezTo>
                    <a:pt x="116" y="528"/>
                    <a:pt x="111" y="527"/>
                    <a:pt x="107" y="527"/>
                  </a:cubicBezTo>
                  <a:cubicBezTo>
                    <a:pt x="117" y="528"/>
                    <a:pt x="128" y="529"/>
                    <a:pt x="138" y="531"/>
                  </a:cubicBezTo>
                  <a:cubicBezTo>
                    <a:pt x="156" y="535"/>
                    <a:pt x="175" y="539"/>
                    <a:pt x="193" y="539"/>
                  </a:cubicBezTo>
                  <a:cubicBezTo>
                    <a:pt x="196" y="539"/>
                    <a:pt x="198" y="538"/>
                    <a:pt x="200" y="538"/>
                  </a:cubicBezTo>
                  <a:cubicBezTo>
                    <a:pt x="221" y="537"/>
                    <a:pt x="242" y="532"/>
                    <a:pt x="263" y="528"/>
                  </a:cubicBezTo>
                  <a:cubicBezTo>
                    <a:pt x="283" y="525"/>
                    <a:pt x="303" y="523"/>
                    <a:pt x="322" y="516"/>
                  </a:cubicBezTo>
                  <a:cubicBezTo>
                    <a:pt x="332" y="513"/>
                    <a:pt x="342" y="512"/>
                    <a:pt x="352" y="509"/>
                  </a:cubicBezTo>
                  <a:cubicBezTo>
                    <a:pt x="357" y="509"/>
                    <a:pt x="362" y="508"/>
                    <a:pt x="367" y="507"/>
                  </a:cubicBezTo>
                  <a:cubicBezTo>
                    <a:pt x="384" y="505"/>
                    <a:pt x="400" y="502"/>
                    <a:pt x="416" y="498"/>
                  </a:cubicBezTo>
                  <a:cubicBezTo>
                    <a:pt x="422" y="497"/>
                    <a:pt x="427" y="497"/>
                    <a:pt x="432" y="495"/>
                  </a:cubicBezTo>
                  <a:cubicBezTo>
                    <a:pt x="439" y="494"/>
                    <a:pt x="444" y="492"/>
                    <a:pt x="449" y="491"/>
                  </a:cubicBezTo>
                  <a:cubicBezTo>
                    <a:pt x="451" y="491"/>
                    <a:pt x="453" y="491"/>
                    <a:pt x="455" y="490"/>
                  </a:cubicBezTo>
                  <a:lnTo>
                    <a:pt x="455" y="490"/>
                  </a:lnTo>
                  <a:cubicBezTo>
                    <a:pt x="454" y="491"/>
                    <a:pt x="453" y="491"/>
                    <a:pt x="451" y="491"/>
                  </a:cubicBezTo>
                  <a:cubicBezTo>
                    <a:pt x="489" y="484"/>
                    <a:pt x="520" y="476"/>
                    <a:pt x="558" y="454"/>
                  </a:cubicBezTo>
                  <a:cubicBezTo>
                    <a:pt x="584" y="439"/>
                    <a:pt x="610" y="420"/>
                    <a:pt x="628" y="396"/>
                  </a:cubicBezTo>
                  <a:cubicBezTo>
                    <a:pt x="650" y="374"/>
                    <a:pt x="665" y="348"/>
                    <a:pt x="672" y="319"/>
                  </a:cubicBezTo>
                  <a:cubicBezTo>
                    <a:pt x="686" y="290"/>
                    <a:pt x="691" y="261"/>
                    <a:pt x="688" y="230"/>
                  </a:cubicBezTo>
                  <a:cubicBezTo>
                    <a:pt x="681" y="170"/>
                    <a:pt x="658" y="114"/>
                    <a:pt x="614" y="74"/>
                  </a:cubicBezTo>
                  <a:cubicBezTo>
                    <a:pt x="566" y="30"/>
                    <a:pt x="494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/>
            <p:cNvSpPr/>
            <p:nvPr/>
          </p:nvSpPr>
          <p:spPr>
            <a:xfrm>
              <a:off x="5080622" y="1192126"/>
              <a:ext cx="62" cy="94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0" y="1"/>
                  </a:moveTo>
                  <a:cubicBezTo>
                    <a:pt x="0" y="2"/>
                    <a:pt x="2" y="2"/>
                    <a:pt x="2" y="3"/>
                  </a:cubicBezTo>
                  <a:cubicBezTo>
                    <a:pt x="2" y="2"/>
                    <a:pt x="2" y="2"/>
                    <a:pt x="0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5077875" y="1178801"/>
              <a:ext cx="20346" cy="19035"/>
            </a:xfrm>
            <a:custGeom>
              <a:avLst/>
              <a:gdLst/>
              <a:ahLst/>
              <a:cxnLst/>
              <a:rect l="l" t="t" r="r" b="b"/>
              <a:pathLst>
                <a:path w="652" h="610" extrusionOk="0">
                  <a:moveTo>
                    <a:pt x="62" y="372"/>
                  </a:moveTo>
                  <a:lnTo>
                    <a:pt x="66" y="379"/>
                  </a:lnTo>
                  <a:cubicBezTo>
                    <a:pt x="72" y="391"/>
                    <a:pt x="77" y="403"/>
                    <a:pt x="83" y="415"/>
                  </a:cubicBezTo>
                  <a:lnTo>
                    <a:pt x="83" y="415"/>
                  </a:lnTo>
                  <a:cubicBezTo>
                    <a:pt x="76" y="401"/>
                    <a:pt x="69" y="387"/>
                    <a:pt x="62" y="372"/>
                  </a:cubicBezTo>
                  <a:close/>
                  <a:moveTo>
                    <a:pt x="100" y="1"/>
                  </a:moveTo>
                  <a:cubicBezTo>
                    <a:pt x="97" y="3"/>
                    <a:pt x="93" y="4"/>
                    <a:pt x="90" y="6"/>
                  </a:cubicBezTo>
                  <a:lnTo>
                    <a:pt x="52" y="38"/>
                  </a:lnTo>
                  <a:cubicBezTo>
                    <a:pt x="33" y="56"/>
                    <a:pt x="20" y="78"/>
                    <a:pt x="14" y="103"/>
                  </a:cubicBezTo>
                  <a:cubicBezTo>
                    <a:pt x="6" y="119"/>
                    <a:pt x="3" y="136"/>
                    <a:pt x="4" y="153"/>
                  </a:cubicBezTo>
                  <a:cubicBezTo>
                    <a:pt x="3" y="161"/>
                    <a:pt x="6" y="167"/>
                    <a:pt x="6" y="174"/>
                  </a:cubicBezTo>
                  <a:cubicBezTo>
                    <a:pt x="5" y="179"/>
                    <a:pt x="4" y="184"/>
                    <a:pt x="4" y="188"/>
                  </a:cubicBezTo>
                  <a:cubicBezTo>
                    <a:pt x="4" y="187"/>
                    <a:pt x="3" y="186"/>
                    <a:pt x="3" y="185"/>
                  </a:cubicBezTo>
                  <a:lnTo>
                    <a:pt x="3" y="185"/>
                  </a:lnTo>
                  <a:cubicBezTo>
                    <a:pt x="3" y="186"/>
                    <a:pt x="3" y="187"/>
                    <a:pt x="4" y="189"/>
                  </a:cubicBezTo>
                  <a:cubicBezTo>
                    <a:pt x="1" y="248"/>
                    <a:pt x="20" y="305"/>
                    <a:pt x="53" y="356"/>
                  </a:cubicBezTo>
                  <a:cubicBezTo>
                    <a:pt x="56" y="361"/>
                    <a:pt x="58" y="366"/>
                    <a:pt x="61" y="370"/>
                  </a:cubicBezTo>
                  <a:cubicBezTo>
                    <a:pt x="70" y="390"/>
                    <a:pt x="79" y="409"/>
                    <a:pt x="88" y="428"/>
                  </a:cubicBezTo>
                  <a:cubicBezTo>
                    <a:pt x="95" y="440"/>
                    <a:pt x="101" y="453"/>
                    <a:pt x="109" y="463"/>
                  </a:cubicBezTo>
                  <a:cubicBezTo>
                    <a:pt x="111" y="465"/>
                    <a:pt x="114" y="468"/>
                    <a:pt x="115" y="471"/>
                  </a:cubicBezTo>
                  <a:cubicBezTo>
                    <a:pt x="116" y="473"/>
                    <a:pt x="118" y="475"/>
                    <a:pt x="119" y="477"/>
                  </a:cubicBezTo>
                  <a:cubicBezTo>
                    <a:pt x="135" y="496"/>
                    <a:pt x="150" y="513"/>
                    <a:pt x="166" y="532"/>
                  </a:cubicBezTo>
                  <a:cubicBezTo>
                    <a:pt x="181" y="546"/>
                    <a:pt x="213" y="567"/>
                    <a:pt x="230" y="577"/>
                  </a:cubicBezTo>
                  <a:cubicBezTo>
                    <a:pt x="264" y="596"/>
                    <a:pt x="298" y="601"/>
                    <a:pt x="332" y="604"/>
                  </a:cubicBezTo>
                  <a:lnTo>
                    <a:pt x="304" y="602"/>
                  </a:lnTo>
                  <a:lnTo>
                    <a:pt x="304" y="602"/>
                  </a:lnTo>
                  <a:cubicBezTo>
                    <a:pt x="307" y="603"/>
                    <a:pt x="311" y="603"/>
                    <a:pt x="315" y="603"/>
                  </a:cubicBezTo>
                  <a:cubicBezTo>
                    <a:pt x="334" y="608"/>
                    <a:pt x="353" y="610"/>
                    <a:pt x="372" y="610"/>
                  </a:cubicBezTo>
                  <a:cubicBezTo>
                    <a:pt x="399" y="610"/>
                    <a:pt x="425" y="606"/>
                    <a:pt x="452" y="597"/>
                  </a:cubicBezTo>
                  <a:cubicBezTo>
                    <a:pt x="495" y="583"/>
                    <a:pt x="532" y="558"/>
                    <a:pt x="564" y="524"/>
                  </a:cubicBezTo>
                  <a:cubicBezTo>
                    <a:pt x="601" y="485"/>
                    <a:pt x="626" y="438"/>
                    <a:pt x="638" y="385"/>
                  </a:cubicBezTo>
                  <a:cubicBezTo>
                    <a:pt x="652" y="326"/>
                    <a:pt x="645" y="266"/>
                    <a:pt x="624" y="210"/>
                  </a:cubicBezTo>
                  <a:cubicBezTo>
                    <a:pt x="601" y="149"/>
                    <a:pt x="578" y="113"/>
                    <a:pt x="532" y="68"/>
                  </a:cubicBezTo>
                  <a:cubicBezTo>
                    <a:pt x="527" y="62"/>
                    <a:pt x="521" y="58"/>
                    <a:pt x="514" y="54"/>
                  </a:cubicBezTo>
                  <a:cubicBezTo>
                    <a:pt x="375" y="50"/>
                    <a:pt x="235" y="32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5161692" y="1222613"/>
              <a:ext cx="16320" cy="19815"/>
            </a:xfrm>
            <a:custGeom>
              <a:avLst/>
              <a:gdLst/>
              <a:ahLst/>
              <a:cxnLst/>
              <a:rect l="l" t="t" r="r" b="b"/>
              <a:pathLst>
                <a:path w="523" h="635" extrusionOk="0">
                  <a:moveTo>
                    <a:pt x="214" y="0"/>
                  </a:moveTo>
                  <a:cubicBezTo>
                    <a:pt x="195" y="0"/>
                    <a:pt x="176" y="3"/>
                    <a:pt x="157" y="11"/>
                  </a:cubicBezTo>
                  <a:cubicBezTo>
                    <a:pt x="140" y="18"/>
                    <a:pt x="124" y="26"/>
                    <a:pt x="107" y="35"/>
                  </a:cubicBezTo>
                  <a:cubicBezTo>
                    <a:pt x="59" y="62"/>
                    <a:pt x="23" y="119"/>
                    <a:pt x="12" y="172"/>
                  </a:cubicBezTo>
                  <a:cubicBezTo>
                    <a:pt x="11" y="178"/>
                    <a:pt x="12" y="184"/>
                    <a:pt x="11" y="191"/>
                  </a:cubicBezTo>
                  <a:cubicBezTo>
                    <a:pt x="11" y="193"/>
                    <a:pt x="11" y="195"/>
                    <a:pt x="11" y="197"/>
                  </a:cubicBezTo>
                  <a:cubicBezTo>
                    <a:pt x="4" y="218"/>
                    <a:pt x="0" y="240"/>
                    <a:pt x="2" y="268"/>
                  </a:cubicBezTo>
                  <a:cubicBezTo>
                    <a:pt x="2" y="272"/>
                    <a:pt x="2" y="276"/>
                    <a:pt x="3" y="281"/>
                  </a:cubicBezTo>
                  <a:cubicBezTo>
                    <a:pt x="3" y="290"/>
                    <a:pt x="4" y="300"/>
                    <a:pt x="4" y="310"/>
                  </a:cubicBezTo>
                  <a:cubicBezTo>
                    <a:pt x="3" y="320"/>
                    <a:pt x="2" y="331"/>
                    <a:pt x="2" y="340"/>
                  </a:cubicBezTo>
                  <a:cubicBezTo>
                    <a:pt x="2" y="365"/>
                    <a:pt x="10" y="390"/>
                    <a:pt x="16" y="416"/>
                  </a:cubicBezTo>
                  <a:cubicBezTo>
                    <a:pt x="22" y="450"/>
                    <a:pt x="26" y="457"/>
                    <a:pt x="52" y="508"/>
                  </a:cubicBezTo>
                  <a:cubicBezTo>
                    <a:pt x="54" y="511"/>
                    <a:pt x="56" y="515"/>
                    <a:pt x="58" y="518"/>
                  </a:cubicBezTo>
                  <a:lnTo>
                    <a:pt x="99" y="567"/>
                  </a:lnTo>
                  <a:cubicBezTo>
                    <a:pt x="116" y="581"/>
                    <a:pt x="134" y="595"/>
                    <a:pt x="154" y="605"/>
                  </a:cubicBezTo>
                  <a:cubicBezTo>
                    <a:pt x="187" y="625"/>
                    <a:pt x="227" y="634"/>
                    <a:pt x="267" y="634"/>
                  </a:cubicBezTo>
                  <a:cubicBezTo>
                    <a:pt x="316" y="634"/>
                    <a:pt x="365" y="620"/>
                    <a:pt x="402" y="594"/>
                  </a:cubicBezTo>
                  <a:cubicBezTo>
                    <a:pt x="411" y="587"/>
                    <a:pt x="420" y="580"/>
                    <a:pt x="428" y="572"/>
                  </a:cubicBezTo>
                  <a:cubicBezTo>
                    <a:pt x="447" y="560"/>
                    <a:pt x="461" y="544"/>
                    <a:pt x="471" y="524"/>
                  </a:cubicBezTo>
                  <a:cubicBezTo>
                    <a:pt x="484" y="508"/>
                    <a:pt x="488" y="505"/>
                    <a:pt x="493" y="491"/>
                  </a:cubicBezTo>
                  <a:cubicBezTo>
                    <a:pt x="501" y="468"/>
                    <a:pt x="513" y="444"/>
                    <a:pt x="518" y="419"/>
                  </a:cubicBezTo>
                  <a:cubicBezTo>
                    <a:pt x="519" y="396"/>
                    <a:pt x="521" y="373"/>
                    <a:pt x="522" y="350"/>
                  </a:cubicBezTo>
                  <a:cubicBezTo>
                    <a:pt x="522" y="349"/>
                    <a:pt x="522" y="348"/>
                    <a:pt x="522" y="345"/>
                  </a:cubicBezTo>
                  <a:cubicBezTo>
                    <a:pt x="522" y="338"/>
                    <a:pt x="522" y="331"/>
                    <a:pt x="521" y="323"/>
                  </a:cubicBezTo>
                  <a:cubicBezTo>
                    <a:pt x="519" y="299"/>
                    <a:pt x="515" y="271"/>
                    <a:pt x="508" y="249"/>
                  </a:cubicBezTo>
                  <a:cubicBezTo>
                    <a:pt x="500" y="226"/>
                    <a:pt x="488" y="205"/>
                    <a:pt x="477" y="183"/>
                  </a:cubicBezTo>
                  <a:cubicBezTo>
                    <a:pt x="471" y="171"/>
                    <a:pt x="465" y="159"/>
                    <a:pt x="458" y="148"/>
                  </a:cubicBezTo>
                  <a:cubicBezTo>
                    <a:pt x="453" y="141"/>
                    <a:pt x="449" y="135"/>
                    <a:pt x="446" y="130"/>
                  </a:cubicBezTo>
                  <a:cubicBezTo>
                    <a:pt x="444" y="128"/>
                    <a:pt x="443" y="126"/>
                    <a:pt x="442" y="125"/>
                  </a:cubicBezTo>
                  <a:cubicBezTo>
                    <a:pt x="428" y="109"/>
                    <a:pt x="416" y="93"/>
                    <a:pt x="402" y="78"/>
                  </a:cubicBezTo>
                  <a:cubicBezTo>
                    <a:pt x="385" y="66"/>
                    <a:pt x="369" y="53"/>
                    <a:pt x="352" y="42"/>
                  </a:cubicBezTo>
                  <a:cubicBezTo>
                    <a:pt x="351" y="42"/>
                    <a:pt x="350" y="42"/>
                    <a:pt x="350" y="41"/>
                  </a:cubicBezTo>
                  <a:cubicBezTo>
                    <a:pt x="341" y="36"/>
                    <a:pt x="334" y="30"/>
                    <a:pt x="326" y="25"/>
                  </a:cubicBezTo>
                  <a:cubicBezTo>
                    <a:pt x="299" y="10"/>
                    <a:pt x="271" y="2"/>
                    <a:pt x="242" y="2"/>
                  </a:cubicBezTo>
                  <a:cubicBezTo>
                    <a:pt x="233" y="1"/>
                    <a:pt x="22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5073850" y="1269733"/>
              <a:ext cx="13605" cy="10953"/>
            </a:xfrm>
            <a:custGeom>
              <a:avLst/>
              <a:gdLst/>
              <a:ahLst/>
              <a:cxnLst/>
              <a:rect l="l" t="t" r="r" b="b"/>
              <a:pathLst>
                <a:path w="436" h="351" extrusionOk="0">
                  <a:moveTo>
                    <a:pt x="221" y="0"/>
                  </a:moveTo>
                  <a:cubicBezTo>
                    <a:pt x="184" y="0"/>
                    <a:pt x="159" y="15"/>
                    <a:pt x="126" y="31"/>
                  </a:cubicBezTo>
                  <a:cubicBezTo>
                    <a:pt x="121" y="34"/>
                    <a:pt x="117" y="36"/>
                    <a:pt x="112" y="39"/>
                  </a:cubicBezTo>
                  <a:cubicBezTo>
                    <a:pt x="84" y="55"/>
                    <a:pt x="57" y="77"/>
                    <a:pt x="38" y="104"/>
                  </a:cubicBezTo>
                  <a:cubicBezTo>
                    <a:pt x="22" y="122"/>
                    <a:pt x="11" y="143"/>
                    <a:pt x="6" y="166"/>
                  </a:cubicBezTo>
                  <a:cubicBezTo>
                    <a:pt x="1" y="190"/>
                    <a:pt x="2" y="213"/>
                    <a:pt x="10" y="236"/>
                  </a:cubicBezTo>
                  <a:cubicBezTo>
                    <a:pt x="24" y="280"/>
                    <a:pt x="64" y="317"/>
                    <a:pt x="110" y="326"/>
                  </a:cubicBezTo>
                  <a:cubicBezTo>
                    <a:pt x="121" y="328"/>
                    <a:pt x="133" y="332"/>
                    <a:pt x="145" y="334"/>
                  </a:cubicBezTo>
                  <a:cubicBezTo>
                    <a:pt x="158" y="336"/>
                    <a:pt x="170" y="339"/>
                    <a:pt x="182" y="344"/>
                  </a:cubicBezTo>
                  <a:cubicBezTo>
                    <a:pt x="185" y="345"/>
                    <a:pt x="188" y="347"/>
                    <a:pt x="191" y="347"/>
                  </a:cubicBezTo>
                  <a:cubicBezTo>
                    <a:pt x="207" y="349"/>
                    <a:pt x="223" y="350"/>
                    <a:pt x="238" y="351"/>
                  </a:cubicBezTo>
                  <a:lnTo>
                    <a:pt x="242" y="351"/>
                  </a:lnTo>
                  <a:lnTo>
                    <a:pt x="249" y="350"/>
                  </a:lnTo>
                  <a:cubicBezTo>
                    <a:pt x="256" y="349"/>
                    <a:pt x="265" y="349"/>
                    <a:pt x="272" y="349"/>
                  </a:cubicBezTo>
                  <a:cubicBezTo>
                    <a:pt x="295" y="348"/>
                    <a:pt x="316" y="343"/>
                    <a:pt x="336" y="331"/>
                  </a:cubicBezTo>
                  <a:cubicBezTo>
                    <a:pt x="357" y="323"/>
                    <a:pt x="374" y="310"/>
                    <a:pt x="389" y="293"/>
                  </a:cubicBezTo>
                  <a:lnTo>
                    <a:pt x="414" y="257"/>
                  </a:lnTo>
                  <a:cubicBezTo>
                    <a:pt x="427" y="236"/>
                    <a:pt x="432" y="214"/>
                    <a:pt x="432" y="191"/>
                  </a:cubicBezTo>
                  <a:cubicBezTo>
                    <a:pt x="435" y="176"/>
                    <a:pt x="434" y="160"/>
                    <a:pt x="429" y="146"/>
                  </a:cubicBezTo>
                  <a:cubicBezTo>
                    <a:pt x="427" y="124"/>
                    <a:pt x="419" y="103"/>
                    <a:pt x="406" y="84"/>
                  </a:cubicBezTo>
                  <a:cubicBezTo>
                    <a:pt x="396" y="74"/>
                    <a:pt x="387" y="62"/>
                    <a:pt x="378" y="51"/>
                  </a:cubicBezTo>
                  <a:cubicBezTo>
                    <a:pt x="356" y="30"/>
                    <a:pt x="328" y="16"/>
                    <a:pt x="298" y="10"/>
                  </a:cubicBezTo>
                  <a:cubicBezTo>
                    <a:pt x="293" y="9"/>
                    <a:pt x="288" y="8"/>
                    <a:pt x="281" y="7"/>
                  </a:cubicBezTo>
                  <a:cubicBezTo>
                    <a:pt x="279" y="6"/>
                    <a:pt x="276" y="6"/>
                    <a:pt x="274" y="5"/>
                  </a:cubicBezTo>
                  <a:cubicBezTo>
                    <a:pt x="256" y="2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/>
            <p:cNvSpPr/>
            <p:nvPr/>
          </p:nvSpPr>
          <p:spPr>
            <a:xfrm>
              <a:off x="4961231" y="1260902"/>
              <a:ext cx="17912" cy="21282"/>
            </a:xfrm>
            <a:custGeom>
              <a:avLst/>
              <a:gdLst/>
              <a:ahLst/>
              <a:cxnLst/>
              <a:rect l="l" t="t" r="r" b="b"/>
              <a:pathLst>
                <a:path w="574" h="682" extrusionOk="0">
                  <a:moveTo>
                    <a:pt x="182" y="0"/>
                  </a:moveTo>
                  <a:cubicBezTo>
                    <a:pt x="149" y="0"/>
                    <a:pt x="117" y="9"/>
                    <a:pt x="87" y="28"/>
                  </a:cubicBezTo>
                  <a:cubicBezTo>
                    <a:pt x="60" y="46"/>
                    <a:pt x="39" y="69"/>
                    <a:pt x="24" y="97"/>
                  </a:cubicBezTo>
                  <a:cubicBezTo>
                    <a:pt x="8" y="127"/>
                    <a:pt x="2" y="159"/>
                    <a:pt x="3" y="192"/>
                  </a:cubicBezTo>
                  <a:cubicBezTo>
                    <a:pt x="2" y="207"/>
                    <a:pt x="0" y="223"/>
                    <a:pt x="1" y="236"/>
                  </a:cubicBezTo>
                  <a:cubicBezTo>
                    <a:pt x="2" y="249"/>
                    <a:pt x="6" y="261"/>
                    <a:pt x="8" y="274"/>
                  </a:cubicBezTo>
                  <a:cubicBezTo>
                    <a:pt x="16" y="314"/>
                    <a:pt x="20" y="334"/>
                    <a:pt x="34" y="367"/>
                  </a:cubicBezTo>
                  <a:cubicBezTo>
                    <a:pt x="40" y="381"/>
                    <a:pt x="45" y="395"/>
                    <a:pt x="51" y="409"/>
                  </a:cubicBezTo>
                  <a:cubicBezTo>
                    <a:pt x="92" y="508"/>
                    <a:pt x="161" y="619"/>
                    <a:pt x="267" y="658"/>
                  </a:cubicBezTo>
                  <a:cubicBezTo>
                    <a:pt x="298" y="674"/>
                    <a:pt x="329" y="681"/>
                    <a:pt x="362" y="681"/>
                  </a:cubicBezTo>
                  <a:cubicBezTo>
                    <a:pt x="366" y="681"/>
                    <a:pt x="371" y="681"/>
                    <a:pt x="375" y="681"/>
                  </a:cubicBezTo>
                  <a:cubicBezTo>
                    <a:pt x="403" y="681"/>
                    <a:pt x="428" y="674"/>
                    <a:pt x="452" y="660"/>
                  </a:cubicBezTo>
                  <a:cubicBezTo>
                    <a:pt x="507" y="634"/>
                    <a:pt x="557" y="582"/>
                    <a:pt x="566" y="518"/>
                  </a:cubicBezTo>
                  <a:cubicBezTo>
                    <a:pt x="569" y="490"/>
                    <a:pt x="574" y="455"/>
                    <a:pt x="573" y="425"/>
                  </a:cubicBezTo>
                  <a:cubicBezTo>
                    <a:pt x="572" y="374"/>
                    <a:pt x="547" y="327"/>
                    <a:pt x="527" y="284"/>
                  </a:cubicBezTo>
                  <a:cubicBezTo>
                    <a:pt x="512" y="255"/>
                    <a:pt x="498" y="227"/>
                    <a:pt x="477" y="202"/>
                  </a:cubicBezTo>
                  <a:cubicBezTo>
                    <a:pt x="467" y="190"/>
                    <a:pt x="457" y="178"/>
                    <a:pt x="447" y="166"/>
                  </a:cubicBezTo>
                  <a:cubicBezTo>
                    <a:pt x="427" y="141"/>
                    <a:pt x="408" y="113"/>
                    <a:pt x="384" y="92"/>
                  </a:cubicBezTo>
                  <a:cubicBezTo>
                    <a:pt x="362" y="74"/>
                    <a:pt x="332" y="50"/>
                    <a:pt x="309" y="37"/>
                  </a:cubicBezTo>
                  <a:cubicBezTo>
                    <a:pt x="296" y="31"/>
                    <a:pt x="284" y="26"/>
                    <a:pt x="270" y="20"/>
                  </a:cubicBezTo>
                  <a:cubicBezTo>
                    <a:pt x="241" y="7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/>
            <p:cNvSpPr/>
            <p:nvPr/>
          </p:nvSpPr>
          <p:spPr>
            <a:xfrm>
              <a:off x="4974525" y="1292231"/>
              <a:ext cx="406" cy="374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13" y="0"/>
                  </a:moveTo>
                  <a:cubicBezTo>
                    <a:pt x="11" y="2"/>
                    <a:pt x="9" y="3"/>
                    <a:pt x="7" y="4"/>
                  </a:cubicBezTo>
                  <a:cubicBezTo>
                    <a:pt x="5" y="5"/>
                    <a:pt x="4" y="8"/>
                    <a:pt x="2" y="10"/>
                  </a:cubicBezTo>
                  <a:lnTo>
                    <a:pt x="2" y="10"/>
                  </a:lnTo>
                  <a:cubicBezTo>
                    <a:pt x="6" y="7"/>
                    <a:pt x="9" y="4"/>
                    <a:pt x="13" y="0"/>
                  </a:cubicBezTo>
                  <a:close/>
                  <a:moveTo>
                    <a:pt x="2" y="10"/>
                  </a:moveTo>
                  <a:lnTo>
                    <a:pt x="2" y="10"/>
                  </a:lnTo>
                  <a:cubicBezTo>
                    <a:pt x="2" y="11"/>
                    <a:pt x="1" y="11"/>
                    <a:pt x="0" y="12"/>
                  </a:cubicBezTo>
                  <a:cubicBezTo>
                    <a:pt x="1" y="11"/>
                    <a:pt x="2" y="11"/>
                    <a:pt x="2" y="1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/>
            <p:cNvSpPr/>
            <p:nvPr/>
          </p:nvSpPr>
          <p:spPr>
            <a:xfrm>
              <a:off x="4972995" y="1291732"/>
              <a:ext cx="8113" cy="8893"/>
            </a:xfrm>
            <a:custGeom>
              <a:avLst/>
              <a:gdLst/>
              <a:ahLst/>
              <a:cxnLst/>
              <a:rect l="l" t="t" r="r" b="b"/>
              <a:pathLst>
                <a:path w="260" h="285" extrusionOk="0">
                  <a:moveTo>
                    <a:pt x="119" y="1"/>
                  </a:moveTo>
                  <a:cubicBezTo>
                    <a:pt x="112" y="1"/>
                    <a:pt x="104" y="2"/>
                    <a:pt x="97" y="4"/>
                  </a:cubicBezTo>
                  <a:lnTo>
                    <a:pt x="97" y="4"/>
                  </a:lnTo>
                  <a:cubicBezTo>
                    <a:pt x="93" y="4"/>
                    <a:pt x="90" y="5"/>
                    <a:pt x="87" y="6"/>
                  </a:cubicBezTo>
                  <a:lnTo>
                    <a:pt x="84" y="6"/>
                  </a:lnTo>
                  <a:lnTo>
                    <a:pt x="83" y="7"/>
                  </a:lnTo>
                  <a:lnTo>
                    <a:pt x="80" y="7"/>
                  </a:lnTo>
                  <a:cubicBezTo>
                    <a:pt x="68" y="11"/>
                    <a:pt x="57" y="19"/>
                    <a:pt x="48" y="28"/>
                  </a:cubicBezTo>
                  <a:cubicBezTo>
                    <a:pt x="35" y="38"/>
                    <a:pt x="23" y="49"/>
                    <a:pt x="16" y="65"/>
                  </a:cubicBezTo>
                  <a:cubicBezTo>
                    <a:pt x="5" y="83"/>
                    <a:pt x="1" y="104"/>
                    <a:pt x="2" y="126"/>
                  </a:cubicBezTo>
                  <a:cubicBezTo>
                    <a:pt x="3" y="135"/>
                    <a:pt x="4" y="144"/>
                    <a:pt x="5" y="153"/>
                  </a:cubicBezTo>
                  <a:cubicBezTo>
                    <a:pt x="5" y="153"/>
                    <a:pt x="5" y="154"/>
                    <a:pt x="5" y="154"/>
                  </a:cubicBezTo>
                  <a:cubicBezTo>
                    <a:pt x="7" y="165"/>
                    <a:pt x="9" y="176"/>
                    <a:pt x="11" y="186"/>
                  </a:cubicBezTo>
                  <a:cubicBezTo>
                    <a:pt x="16" y="196"/>
                    <a:pt x="21" y="206"/>
                    <a:pt x="25" y="215"/>
                  </a:cubicBezTo>
                  <a:cubicBezTo>
                    <a:pt x="32" y="224"/>
                    <a:pt x="40" y="232"/>
                    <a:pt x="46" y="240"/>
                  </a:cubicBezTo>
                  <a:cubicBezTo>
                    <a:pt x="48" y="241"/>
                    <a:pt x="49" y="244"/>
                    <a:pt x="50" y="245"/>
                  </a:cubicBezTo>
                  <a:cubicBezTo>
                    <a:pt x="53" y="248"/>
                    <a:pt x="56" y="252"/>
                    <a:pt x="61" y="254"/>
                  </a:cubicBezTo>
                  <a:cubicBezTo>
                    <a:pt x="76" y="269"/>
                    <a:pt x="94" y="278"/>
                    <a:pt x="115" y="282"/>
                  </a:cubicBezTo>
                  <a:cubicBezTo>
                    <a:pt x="123" y="284"/>
                    <a:pt x="132" y="285"/>
                    <a:pt x="140" y="285"/>
                  </a:cubicBezTo>
                  <a:cubicBezTo>
                    <a:pt x="152" y="285"/>
                    <a:pt x="165" y="283"/>
                    <a:pt x="177" y="279"/>
                  </a:cubicBezTo>
                  <a:cubicBezTo>
                    <a:pt x="215" y="267"/>
                    <a:pt x="249" y="232"/>
                    <a:pt x="256" y="191"/>
                  </a:cubicBezTo>
                  <a:cubicBezTo>
                    <a:pt x="256" y="191"/>
                    <a:pt x="256" y="191"/>
                    <a:pt x="256" y="190"/>
                  </a:cubicBezTo>
                  <a:cubicBezTo>
                    <a:pt x="257" y="180"/>
                    <a:pt x="258" y="169"/>
                    <a:pt x="259" y="159"/>
                  </a:cubicBezTo>
                  <a:lnTo>
                    <a:pt x="259" y="156"/>
                  </a:lnTo>
                  <a:lnTo>
                    <a:pt x="259" y="148"/>
                  </a:lnTo>
                  <a:lnTo>
                    <a:pt x="259" y="142"/>
                  </a:lnTo>
                  <a:cubicBezTo>
                    <a:pt x="258" y="136"/>
                    <a:pt x="257" y="131"/>
                    <a:pt x="256" y="123"/>
                  </a:cubicBezTo>
                  <a:cubicBezTo>
                    <a:pt x="255" y="113"/>
                    <a:pt x="252" y="102"/>
                    <a:pt x="246" y="93"/>
                  </a:cubicBezTo>
                  <a:cubicBezTo>
                    <a:pt x="244" y="87"/>
                    <a:pt x="242" y="81"/>
                    <a:pt x="237" y="77"/>
                  </a:cubicBezTo>
                  <a:cubicBezTo>
                    <a:pt x="232" y="69"/>
                    <a:pt x="226" y="63"/>
                    <a:pt x="221" y="55"/>
                  </a:cubicBezTo>
                  <a:cubicBezTo>
                    <a:pt x="214" y="47"/>
                    <a:pt x="208" y="39"/>
                    <a:pt x="201" y="31"/>
                  </a:cubicBezTo>
                  <a:cubicBezTo>
                    <a:pt x="189" y="21"/>
                    <a:pt x="176" y="12"/>
                    <a:pt x="161" y="8"/>
                  </a:cubicBezTo>
                  <a:cubicBezTo>
                    <a:pt x="153" y="4"/>
                    <a:pt x="145" y="2"/>
                    <a:pt x="135" y="2"/>
                  </a:cubicBezTo>
                  <a:cubicBezTo>
                    <a:pt x="133" y="2"/>
                    <a:pt x="132" y="2"/>
                    <a:pt x="130" y="2"/>
                  </a:cubicBezTo>
                  <a:cubicBezTo>
                    <a:pt x="126" y="1"/>
                    <a:pt x="122" y="1"/>
                    <a:pt x="119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/>
            <p:cNvSpPr/>
            <p:nvPr/>
          </p:nvSpPr>
          <p:spPr>
            <a:xfrm>
              <a:off x="4974368" y="1292637"/>
              <a:ext cx="125" cy="94"/>
            </a:xfrm>
            <a:custGeom>
              <a:avLst/>
              <a:gdLst/>
              <a:ahLst/>
              <a:cxnLst/>
              <a:rect l="l" t="t" r="r" b="b"/>
              <a:pathLst>
                <a:path w="4" h="3" extrusionOk="0">
                  <a:moveTo>
                    <a:pt x="3" y="0"/>
                  </a:moveTo>
                  <a:cubicBezTo>
                    <a:pt x="2" y="1"/>
                    <a:pt x="2" y="1"/>
                    <a:pt x="1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/>
            <p:cNvSpPr/>
            <p:nvPr/>
          </p:nvSpPr>
          <p:spPr>
            <a:xfrm>
              <a:off x="4974462" y="129257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9"/>
            <p:cNvSpPr/>
            <p:nvPr/>
          </p:nvSpPr>
          <p:spPr>
            <a:xfrm>
              <a:off x="4893984" y="1225297"/>
              <a:ext cx="14136" cy="13730"/>
            </a:xfrm>
            <a:custGeom>
              <a:avLst/>
              <a:gdLst/>
              <a:ahLst/>
              <a:cxnLst/>
              <a:rect l="l" t="t" r="r" b="b"/>
              <a:pathLst>
                <a:path w="453" h="440" extrusionOk="0">
                  <a:moveTo>
                    <a:pt x="186" y="1"/>
                  </a:moveTo>
                  <a:cubicBezTo>
                    <a:pt x="185" y="1"/>
                    <a:pt x="184" y="2"/>
                    <a:pt x="183" y="2"/>
                  </a:cubicBezTo>
                  <a:cubicBezTo>
                    <a:pt x="167" y="4"/>
                    <a:pt x="150" y="7"/>
                    <a:pt x="133" y="11"/>
                  </a:cubicBezTo>
                  <a:cubicBezTo>
                    <a:pt x="99" y="20"/>
                    <a:pt x="70" y="43"/>
                    <a:pt x="50" y="71"/>
                  </a:cubicBezTo>
                  <a:lnTo>
                    <a:pt x="50" y="71"/>
                  </a:lnTo>
                  <a:cubicBezTo>
                    <a:pt x="52" y="68"/>
                    <a:pt x="55" y="64"/>
                    <a:pt x="58" y="61"/>
                  </a:cubicBezTo>
                  <a:lnTo>
                    <a:pt x="58" y="61"/>
                  </a:lnTo>
                  <a:cubicBezTo>
                    <a:pt x="57" y="62"/>
                    <a:pt x="57" y="62"/>
                    <a:pt x="56" y="63"/>
                  </a:cubicBezTo>
                  <a:cubicBezTo>
                    <a:pt x="26" y="104"/>
                    <a:pt x="30" y="94"/>
                    <a:pt x="17" y="131"/>
                  </a:cubicBezTo>
                  <a:cubicBezTo>
                    <a:pt x="7" y="157"/>
                    <a:pt x="0" y="176"/>
                    <a:pt x="4" y="208"/>
                  </a:cubicBezTo>
                  <a:cubicBezTo>
                    <a:pt x="4" y="210"/>
                    <a:pt x="5" y="211"/>
                    <a:pt x="5" y="212"/>
                  </a:cubicBezTo>
                  <a:cubicBezTo>
                    <a:pt x="8" y="231"/>
                    <a:pt x="12" y="250"/>
                    <a:pt x="16" y="269"/>
                  </a:cubicBezTo>
                  <a:cubicBezTo>
                    <a:pt x="17" y="274"/>
                    <a:pt x="18" y="279"/>
                    <a:pt x="20" y="285"/>
                  </a:cubicBezTo>
                  <a:lnTo>
                    <a:pt x="21" y="287"/>
                  </a:lnTo>
                  <a:cubicBezTo>
                    <a:pt x="27" y="301"/>
                    <a:pt x="38" y="323"/>
                    <a:pt x="45" y="337"/>
                  </a:cubicBezTo>
                  <a:cubicBezTo>
                    <a:pt x="46" y="338"/>
                    <a:pt x="46" y="339"/>
                    <a:pt x="47" y="340"/>
                  </a:cubicBezTo>
                  <a:cubicBezTo>
                    <a:pt x="59" y="354"/>
                    <a:pt x="70" y="367"/>
                    <a:pt x="82" y="381"/>
                  </a:cubicBezTo>
                  <a:cubicBezTo>
                    <a:pt x="95" y="396"/>
                    <a:pt x="110" y="406"/>
                    <a:pt x="127" y="413"/>
                  </a:cubicBezTo>
                  <a:cubicBezTo>
                    <a:pt x="135" y="416"/>
                    <a:pt x="153" y="423"/>
                    <a:pt x="156" y="423"/>
                  </a:cubicBezTo>
                  <a:cubicBezTo>
                    <a:pt x="156" y="423"/>
                    <a:pt x="156" y="423"/>
                    <a:pt x="156" y="423"/>
                  </a:cubicBezTo>
                  <a:cubicBezTo>
                    <a:pt x="163" y="426"/>
                    <a:pt x="175" y="431"/>
                    <a:pt x="185" y="433"/>
                  </a:cubicBezTo>
                  <a:cubicBezTo>
                    <a:pt x="202" y="438"/>
                    <a:pt x="245" y="439"/>
                    <a:pt x="246" y="439"/>
                  </a:cubicBezTo>
                  <a:lnTo>
                    <a:pt x="246" y="439"/>
                  </a:lnTo>
                  <a:cubicBezTo>
                    <a:pt x="267" y="438"/>
                    <a:pt x="288" y="434"/>
                    <a:pt x="307" y="428"/>
                  </a:cubicBezTo>
                  <a:cubicBezTo>
                    <a:pt x="312" y="426"/>
                    <a:pt x="352" y="407"/>
                    <a:pt x="355" y="405"/>
                  </a:cubicBezTo>
                  <a:cubicBezTo>
                    <a:pt x="369" y="393"/>
                    <a:pt x="382" y="382"/>
                    <a:pt x="396" y="371"/>
                  </a:cubicBezTo>
                  <a:cubicBezTo>
                    <a:pt x="405" y="357"/>
                    <a:pt x="416" y="342"/>
                    <a:pt x="426" y="328"/>
                  </a:cubicBezTo>
                  <a:cubicBezTo>
                    <a:pt x="430" y="319"/>
                    <a:pt x="433" y="311"/>
                    <a:pt x="435" y="301"/>
                  </a:cubicBezTo>
                  <a:cubicBezTo>
                    <a:pt x="444" y="285"/>
                    <a:pt x="447" y="267"/>
                    <a:pt x="447" y="249"/>
                  </a:cubicBezTo>
                  <a:cubicBezTo>
                    <a:pt x="449" y="217"/>
                    <a:pt x="452" y="204"/>
                    <a:pt x="439" y="168"/>
                  </a:cubicBezTo>
                  <a:cubicBezTo>
                    <a:pt x="438" y="166"/>
                    <a:pt x="418" y="124"/>
                    <a:pt x="417" y="122"/>
                  </a:cubicBezTo>
                  <a:cubicBezTo>
                    <a:pt x="412" y="115"/>
                    <a:pt x="407" y="108"/>
                    <a:pt x="399" y="102"/>
                  </a:cubicBezTo>
                  <a:cubicBezTo>
                    <a:pt x="392" y="92"/>
                    <a:pt x="379" y="86"/>
                    <a:pt x="369" y="77"/>
                  </a:cubicBezTo>
                  <a:lnTo>
                    <a:pt x="369" y="77"/>
                  </a:lnTo>
                  <a:lnTo>
                    <a:pt x="373" y="81"/>
                  </a:lnTo>
                  <a:cubicBezTo>
                    <a:pt x="371" y="78"/>
                    <a:pt x="367" y="76"/>
                    <a:pt x="365" y="73"/>
                  </a:cubicBezTo>
                  <a:cubicBezTo>
                    <a:pt x="363" y="72"/>
                    <a:pt x="361" y="71"/>
                    <a:pt x="360" y="70"/>
                  </a:cubicBezTo>
                  <a:cubicBezTo>
                    <a:pt x="353" y="65"/>
                    <a:pt x="348" y="56"/>
                    <a:pt x="339" y="52"/>
                  </a:cubicBezTo>
                  <a:cubicBezTo>
                    <a:pt x="338" y="52"/>
                    <a:pt x="334" y="50"/>
                    <a:pt x="329" y="48"/>
                  </a:cubicBezTo>
                  <a:cubicBezTo>
                    <a:pt x="322" y="45"/>
                    <a:pt x="316" y="41"/>
                    <a:pt x="309" y="38"/>
                  </a:cubicBezTo>
                  <a:lnTo>
                    <a:pt x="309" y="38"/>
                  </a:lnTo>
                  <a:lnTo>
                    <a:pt x="315" y="40"/>
                  </a:lnTo>
                  <a:cubicBezTo>
                    <a:pt x="310" y="38"/>
                    <a:pt x="306" y="34"/>
                    <a:pt x="302" y="31"/>
                  </a:cubicBezTo>
                  <a:cubicBezTo>
                    <a:pt x="283" y="20"/>
                    <a:pt x="262" y="10"/>
                    <a:pt x="240" y="5"/>
                  </a:cubicBezTo>
                  <a:cubicBezTo>
                    <a:pt x="222" y="3"/>
                    <a:pt x="204" y="2"/>
                    <a:pt x="186" y="1"/>
                  </a:cubicBezTo>
                  <a:close/>
                  <a:moveTo>
                    <a:pt x="246" y="439"/>
                  </a:moveTo>
                  <a:cubicBezTo>
                    <a:pt x="246" y="439"/>
                    <a:pt x="246" y="439"/>
                    <a:pt x="246" y="439"/>
                  </a:cubicBezTo>
                  <a:cubicBezTo>
                    <a:pt x="246" y="439"/>
                    <a:pt x="247" y="439"/>
                    <a:pt x="246" y="4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9"/>
            <p:cNvSpPr/>
            <p:nvPr/>
          </p:nvSpPr>
          <p:spPr>
            <a:xfrm>
              <a:off x="4871673" y="1131245"/>
              <a:ext cx="12794" cy="13730"/>
            </a:xfrm>
            <a:custGeom>
              <a:avLst/>
              <a:gdLst/>
              <a:ahLst/>
              <a:cxnLst/>
              <a:rect l="l" t="t" r="r" b="b"/>
              <a:pathLst>
                <a:path w="410" h="440" extrusionOk="0">
                  <a:moveTo>
                    <a:pt x="154" y="1"/>
                  </a:moveTo>
                  <a:cubicBezTo>
                    <a:pt x="152" y="1"/>
                    <a:pt x="149" y="1"/>
                    <a:pt x="147" y="1"/>
                  </a:cubicBezTo>
                  <a:cubicBezTo>
                    <a:pt x="132" y="2"/>
                    <a:pt x="115" y="5"/>
                    <a:pt x="101" y="11"/>
                  </a:cubicBezTo>
                  <a:cubicBezTo>
                    <a:pt x="67" y="25"/>
                    <a:pt x="40" y="43"/>
                    <a:pt x="23" y="75"/>
                  </a:cubicBezTo>
                  <a:cubicBezTo>
                    <a:pt x="22" y="77"/>
                    <a:pt x="21" y="79"/>
                    <a:pt x="20" y="81"/>
                  </a:cubicBezTo>
                  <a:cubicBezTo>
                    <a:pt x="7" y="109"/>
                    <a:pt x="0" y="138"/>
                    <a:pt x="1" y="168"/>
                  </a:cubicBezTo>
                  <a:cubicBezTo>
                    <a:pt x="1" y="172"/>
                    <a:pt x="1" y="178"/>
                    <a:pt x="1" y="183"/>
                  </a:cubicBezTo>
                  <a:cubicBezTo>
                    <a:pt x="3" y="222"/>
                    <a:pt x="16" y="246"/>
                    <a:pt x="33" y="279"/>
                  </a:cubicBezTo>
                  <a:cubicBezTo>
                    <a:pt x="25" y="266"/>
                    <a:pt x="19" y="252"/>
                    <a:pt x="13" y="238"/>
                  </a:cubicBezTo>
                  <a:lnTo>
                    <a:pt x="13" y="238"/>
                  </a:lnTo>
                  <a:cubicBezTo>
                    <a:pt x="17" y="248"/>
                    <a:pt x="21" y="257"/>
                    <a:pt x="25" y="267"/>
                  </a:cubicBezTo>
                  <a:cubicBezTo>
                    <a:pt x="42" y="302"/>
                    <a:pt x="53" y="325"/>
                    <a:pt x="82" y="352"/>
                  </a:cubicBezTo>
                  <a:cubicBezTo>
                    <a:pt x="86" y="356"/>
                    <a:pt x="90" y="359"/>
                    <a:pt x="94" y="363"/>
                  </a:cubicBezTo>
                  <a:cubicBezTo>
                    <a:pt x="98" y="366"/>
                    <a:pt x="102" y="370"/>
                    <a:pt x="106" y="373"/>
                  </a:cubicBezTo>
                  <a:cubicBezTo>
                    <a:pt x="130" y="394"/>
                    <a:pt x="146" y="403"/>
                    <a:pt x="173" y="413"/>
                  </a:cubicBezTo>
                  <a:cubicBezTo>
                    <a:pt x="180" y="415"/>
                    <a:pt x="188" y="418"/>
                    <a:pt x="195" y="420"/>
                  </a:cubicBezTo>
                  <a:cubicBezTo>
                    <a:pt x="196" y="421"/>
                    <a:pt x="197" y="421"/>
                    <a:pt x="198" y="421"/>
                  </a:cubicBezTo>
                  <a:cubicBezTo>
                    <a:pt x="200" y="423"/>
                    <a:pt x="203" y="424"/>
                    <a:pt x="205" y="425"/>
                  </a:cubicBezTo>
                  <a:cubicBezTo>
                    <a:pt x="241" y="438"/>
                    <a:pt x="233" y="437"/>
                    <a:pt x="262" y="439"/>
                  </a:cubicBezTo>
                  <a:cubicBezTo>
                    <a:pt x="265" y="439"/>
                    <a:pt x="269" y="440"/>
                    <a:pt x="272" y="440"/>
                  </a:cubicBezTo>
                  <a:cubicBezTo>
                    <a:pt x="304" y="440"/>
                    <a:pt x="333" y="431"/>
                    <a:pt x="358" y="410"/>
                  </a:cubicBezTo>
                  <a:cubicBezTo>
                    <a:pt x="381" y="390"/>
                    <a:pt x="396" y="364"/>
                    <a:pt x="403" y="335"/>
                  </a:cubicBezTo>
                  <a:cubicBezTo>
                    <a:pt x="409" y="312"/>
                    <a:pt x="407" y="286"/>
                    <a:pt x="407" y="262"/>
                  </a:cubicBezTo>
                  <a:cubicBezTo>
                    <a:pt x="407" y="257"/>
                    <a:pt x="407" y="251"/>
                    <a:pt x="407" y="246"/>
                  </a:cubicBezTo>
                  <a:cubicBezTo>
                    <a:pt x="407" y="229"/>
                    <a:pt x="402" y="210"/>
                    <a:pt x="399" y="194"/>
                  </a:cubicBezTo>
                  <a:cubicBezTo>
                    <a:pt x="394" y="178"/>
                    <a:pt x="384" y="163"/>
                    <a:pt x="377" y="147"/>
                  </a:cubicBezTo>
                  <a:cubicBezTo>
                    <a:pt x="364" y="121"/>
                    <a:pt x="353" y="95"/>
                    <a:pt x="329" y="76"/>
                  </a:cubicBezTo>
                  <a:cubicBezTo>
                    <a:pt x="312" y="62"/>
                    <a:pt x="294" y="50"/>
                    <a:pt x="277" y="38"/>
                  </a:cubicBezTo>
                  <a:cubicBezTo>
                    <a:pt x="254" y="22"/>
                    <a:pt x="232" y="11"/>
                    <a:pt x="203" y="6"/>
                  </a:cubicBezTo>
                  <a:cubicBezTo>
                    <a:pt x="187" y="3"/>
                    <a:pt x="171" y="1"/>
                    <a:pt x="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9"/>
            <p:cNvSpPr/>
            <p:nvPr/>
          </p:nvSpPr>
          <p:spPr>
            <a:xfrm>
              <a:off x="5015185" y="1229790"/>
              <a:ext cx="19066" cy="23747"/>
            </a:xfrm>
            <a:custGeom>
              <a:avLst/>
              <a:gdLst/>
              <a:ahLst/>
              <a:cxnLst/>
              <a:rect l="l" t="t" r="r" b="b"/>
              <a:pathLst>
                <a:path w="611" h="761" extrusionOk="0">
                  <a:moveTo>
                    <a:pt x="520" y="381"/>
                  </a:moveTo>
                  <a:cubicBezTo>
                    <a:pt x="520" y="382"/>
                    <a:pt x="521" y="382"/>
                    <a:pt x="521" y="382"/>
                  </a:cubicBezTo>
                  <a:lnTo>
                    <a:pt x="521" y="382"/>
                  </a:lnTo>
                  <a:cubicBezTo>
                    <a:pt x="521" y="382"/>
                    <a:pt x="520" y="382"/>
                    <a:pt x="520" y="381"/>
                  </a:cubicBezTo>
                  <a:close/>
                  <a:moveTo>
                    <a:pt x="24" y="400"/>
                  </a:moveTo>
                  <a:cubicBezTo>
                    <a:pt x="25" y="404"/>
                    <a:pt x="25" y="408"/>
                    <a:pt x="26" y="412"/>
                  </a:cubicBezTo>
                  <a:cubicBezTo>
                    <a:pt x="25" y="408"/>
                    <a:pt x="25" y="404"/>
                    <a:pt x="24" y="400"/>
                  </a:cubicBezTo>
                  <a:close/>
                  <a:moveTo>
                    <a:pt x="150" y="1"/>
                  </a:moveTo>
                  <a:cubicBezTo>
                    <a:pt x="129" y="1"/>
                    <a:pt x="107" y="8"/>
                    <a:pt x="89" y="18"/>
                  </a:cubicBezTo>
                  <a:cubicBezTo>
                    <a:pt x="45" y="40"/>
                    <a:pt x="30" y="88"/>
                    <a:pt x="18" y="131"/>
                  </a:cubicBezTo>
                  <a:cubicBezTo>
                    <a:pt x="7" y="165"/>
                    <a:pt x="2" y="197"/>
                    <a:pt x="2" y="233"/>
                  </a:cubicBezTo>
                  <a:cubicBezTo>
                    <a:pt x="0" y="282"/>
                    <a:pt x="10" y="329"/>
                    <a:pt x="19" y="377"/>
                  </a:cubicBezTo>
                  <a:lnTo>
                    <a:pt x="19" y="377"/>
                  </a:lnTo>
                  <a:cubicBezTo>
                    <a:pt x="26" y="419"/>
                    <a:pt x="34" y="461"/>
                    <a:pt x="47" y="502"/>
                  </a:cubicBezTo>
                  <a:cubicBezTo>
                    <a:pt x="67" y="559"/>
                    <a:pt x="97" y="600"/>
                    <a:pt x="135" y="645"/>
                  </a:cubicBezTo>
                  <a:cubicBezTo>
                    <a:pt x="162" y="678"/>
                    <a:pt x="181" y="696"/>
                    <a:pt x="221" y="719"/>
                  </a:cubicBezTo>
                  <a:cubicBezTo>
                    <a:pt x="248" y="734"/>
                    <a:pt x="281" y="744"/>
                    <a:pt x="308" y="753"/>
                  </a:cubicBezTo>
                  <a:cubicBezTo>
                    <a:pt x="325" y="758"/>
                    <a:pt x="345" y="761"/>
                    <a:pt x="364" y="761"/>
                  </a:cubicBezTo>
                  <a:cubicBezTo>
                    <a:pt x="419" y="761"/>
                    <a:pt x="477" y="741"/>
                    <a:pt x="519" y="712"/>
                  </a:cubicBezTo>
                  <a:cubicBezTo>
                    <a:pt x="570" y="675"/>
                    <a:pt x="601" y="626"/>
                    <a:pt x="606" y="563"/>
                  </a:cubicBezTo>
                  <a:cubicBezTo>
                    <a:pt x="610" y="506"/>
                    <a:pt x="591" y="443"/>
                    <a:pt x="545" y="405"/>
                  </a:cubicBezTo>
                  <a:cubicBezTo>
                    <a:pt x="536" y="398"/>
                    <a:pt x="528" y="391"/>
                    <a:pt x="521" y="382"/>
                  </a:cubicBezTo>
                  <a:lnTo>
                    <a:pt x="521" y="382"/>
                  </a:lnTo>
                  <a:cubicBezTo>
                    <a:pt x="525" y="387"/>
                    <a:pt x="528" y="391"/>
                    <a:pt x="532" y="396"/>
                  </a:cubicBezTo>
                  <a:lnTo>
                    <a:pt x="532" y="396"/>
                  </a:lnTo>
                  <a:cubicBezTo>
                    <a:pt x="513" y="374"/>
                    <a:pt x="492" y="356"/>
                    <a:pt x="465" y="342"/>
                  </a:cubicBezTo>
                  <a:cubicBezTo>
                    <a:pt x="458" y="338"/>
                    <a:pt x="451" y="335"/>
                    <a:pt x="445" y="332"/>
                  </a:cubicBezTo>
                  <a:cubicBezTo>
                    <a:pt x="442" y="330"/>
                    <a:pt x="439" y="328"/>
                    <a:pt x="435" y="326"/>
                  </a:cubicBezTo>
                  <a:cubicBezTo>
                    <a:pt x="430" y="322"/>
                    <a:pt x="425" y="317"/>
                    <a:pt x="421" y="314"/>
                  </a:cubicBezTo>
                  <a:cubicBezTo>
                    <a:pt x="397" y="293"/>
                    <a:pt x="371" y="276"/>
                    <a:pt x="344" y="257"/>
                  </a:cubicBezTo>
                  <a:lnTo>
                    <a:pt x="344" y="257"/>
                  </a:lnTo>
                  <a:lnTo>
                    <a:pt x="389" y="288"/>
                  </a:lnTo>
                  <a:cubicBezTo>
                    <a:pt x="368" y="274"/>
                    <a:pt x="351" y="257"/>
                    <a:pt x="332" y="239"/>
                  </a:cubicBezTo>
                  <a:cubicBezTo>
                    <a:pt x="318" y="220"/>
                    <a:pt x="306" y="200"/>
                    <a:pt x="295" y="178"/>
                  </a:cubicBezTo>
                  <a:cubicBezTo>
                    <a:pt x="284" y="154"/>
                    <a:pt x="272" y="130"/>
                    <a:pt x="261" y="106"/>
                  </a:cubicBezTo>
                  <a:lnTo>
                    <a:pt x="261" y="106"/>
                  </a:lnTo>
                  <a:cubicBezTo>
                    <a:pt x="266" y="117"/>
                    <a:pt x="271" y="127"/>
                    <a:pt x="276" y="137"/>
                  </a:cubicBezTo>
                  <a:cubicBezTo>
                    <a:pt x="270" y="124"/>
                    <a:pt x="264" y="109"/>
                    <a:pt x="259" y="96"/>
                  </a:cubicBezTo>
                  <a:cubicBezTo>
                    <a:pt x="245" y="58"/>
                    <a:pt x="226" y="35"/>
                    <a:pt x="193" y="13"/>
                  </a:cubicBezTo>
                  <a:cubicBezTo>
                    <a:pt x="179" y="4"/>
                    <a:pt x="165" y="1"/>
                    <a:pt x="15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/>
            <p:cNvSpPr/>
            <p:nvPr/>
          </p:nvSpPr>
          <p:spPr>
            <a:xfrm>
              <a:off x="5043456" y="1243520"/>
              <a:ext cx="9830" cy="7832"/>
            </a:xfrm>
            <a:custGeom>
              <a:avLst/>
              <a:gdLst/>
              <a:ahLst/>
              <a:cxnLst/>
              <a:rect l="l" t="t" r="r" b="b"/>
              <a:pathLst>
                <a:path w="315" h="251" extrusionOk="0">
                  <a:moveTo>
                    <a:pt x="87" y="1"/>
                  </a:moveTo>
                  <a:cubicBezTo>
                    <a:pt x="86" y="1"/>
                    <a:pt x="84" y="1"/>
                    <a:pt x="83" y="1"/>
                  </a:cubicBezTo>
                  <a:cubicBezTo>
                    <a:pt x="68" y="3"/>
                    <a:pt x="53" y="7"/>
                    <a:pt x="40" y="16"/>
                  </a:cubicBezTo>
                  <a:cubicBezTo>
                    <a:pt x="21" y="29"/>
                    <a:pt x="11" y="46"/>
                    <a:pt x="5" y="68"/>
                  </a:cubicBezTo>
                  <a:cubicBezTo>
                    <a:pt x="0" y="82"/>
                    <a:pt x="3" y="101"/>
                    <a:pt x="7" y="114"/>
                  </a:cubicBezTo>
                  <a:cubicBezTo>
                    <a:pt x="9" y="122"/>
                    <a:pt x="14" y="131"/>
                    <a:pt x="19" y="139"/>
                  </a:cubicBezTo>
                  <a:cubicBezTo>
                    <a:pt x="21" y="144"/>
                    <a:pt x="25" y="149"/>
                    <a:pt x="28" y="154"/>
                  </a:cubicBezTo>
                  <a:cubicBezTo>
                    <a:pt x="39" y="172"/>
                    <a:pt x="54" y="184"/>
                    <a:pt x="70" y="197"/>
                  </a:cubicBezTo>
                  <a:cubicBezTo>
                    <a:pt x="81" y="205"/>
                    <a:pt x="93" y="213"/>
                    <a:pt x="105" y="221"/>
                  </a:cubicBezTo>
                  <a:cubicBezTo>
                    <a:pt x="118" y="230"/>
                    <a:pt x="131" y="235"/>
                    <a:pt x="146" y="240"/>
                  </a:cubicBezTo>
                  <a:cubicBezTo>
                    <a:pt x="167" y="246"/>
                    <a:pt x="189" y="250"/>
                    <a:pt x="212" y="250"/>
                  </a:cubicBezTo>
                  <a:cubicBezTo>
                    <a:pt x="221" y="249"/>
                    <a:pt x="230" y="247"/>
                    <a:pt x="239" y="245"/>
                  </a:cubicBezTo>
                  <a:cubicBezTo>
                    <a:pt x="254" y="241"/>
                    <a:pt x="265" y="234"/>
                    <a:pt x="275" y="224"/>
                  </a:cubicBezTo>
                  <a:cubicBezTo>
                    <a:pt x="292" y="209"/>
                    <a:pt x="308" y="188"/>
                    <a:pt x="312" y="164"/>
                  </a:cubicBezTo>
                  <a:cubicBezTo>
                    <a:pt x="314" y="145"/>
                    <a:pt x="314" y="127"/>
                    <a:pt x="309" y="108"/>
                  </a:cubicBezTo>
                  <a:cubicBezTo>
                    <a:pt x="301" y="81"/>
                    <a:pt x="279" y="60"/>
                    <a:pt x="256" y="45"/>
                  </a:cubicBezTo>
                  <a:cubicBezTo>
                    <a:pt x="250" y="42"/>
                    <a:pt x="243" y="40"/>
                    <a:pt x="237" y="38"/>
                  </a:cubicBezTo>
                  <a:cubicBezTo>
                    <a:pt x="228" y="33"/>
                    <a:pt x="217" y="29"/>
                    <a:pt x="208" y="26"/>
                  </a:cubicBezTo>
                  <a:cubicBezTo>
                    <a:pt x="191" y="20"/>
                    <a:pt x="174" y="18"/>
                    <a:pt x="157" y="14"/>
                  </a:cubicBezTo>
                  <a:cubicBezTo>
                    <a:pt x="145" y="10"/>
                    <a:pt x="134" y="7"/>
                    <a:pt x="122" y="5"/>
                  </a:cubicBezTo>
                  <a:cubicBezTo>
                    <a:pt x="111" y="4"/>
                    <a:pt x="98" y="1"/>
                    <a:pt x="8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/>
            <p:cNvSpPr/>
            <p:nvPr/>
          </p:nvSpPr>
          <p:spPr>
            <a:xfrm>
              <a:off x="4933584" y="1118451"/>
              <a:ext cx="24340" cy="28428"/>
            </a:xfrm>
            <a:custGeom>
              <a:avLst/>
              <a:gdLst/>
              <a:ahLst/>
              <a:cxnLst/>
              <a:rect l="l" t="t" r="r" b="b"/>
              <a:pathLst>
                <a:path w="780" h="911" extrusionOk="0">
                  <a:moveTo>
                    <a:pt x="747" y="240"/>
                  </a:moveTo>
                  <a:cubicBezTo>
                    <a:pt x="746" y="243"/>
                    <a:pt x="745" y="246"/>
                    <a:pt x="744" y="249"/>
                  </a:cubicBezTo>
                  <a:lnTo>
                    <a:pt x="744" y="249"/>
                  </a:lnTo>
                  <a:cubicBezTo>
                    <a:pt x="745" y="246"/>
                    <a:pt x="746" y="243"/>
                    <a:pt x="747" y="240"/>
                  </a:cubicBezTo>
                  <a:close/>
                  <a:moveTo>
                    <a:pt x="536" y="0"/>
                  </a:moveTo>
                  <a:cubicBezTo>
                    <a:pt x="526" y="0"/>
                    <a:pt x="515" y="1"/>
                    <a:pt x="505" y="3"/>
                  </a:cubicBezTo>
                  <a:cubicBezTo>
                    <a:pt x="445" y="12"/>
                    <a:pt x="415" y="20"/>
                    <a:pt x="363" y="47"/>
                  </a:cubicBezTo>
                  <a:cubicBezTo>
                    <a:pt x="346" y="55"/>
                    <a:pt x="330" y="63"/>
                    <a:pt x="316" y="73"/>
                  </a:cubicBezTo>
                  <a:cubicBezTo>
                    <a:pt x="220" y="131"/>
                    <a:pt x="148" y="223"/>
                    <a:pt x="92" y="319"/>
                  </a:cubicBezTo>
                  <a:cubicBezTo>
                    <a:pt x="63" y="367"/>
                    <a:pt x="46" y="422"/>
                    <a:pt x="31" y="476"/>
                  </a:cubicBezTo>
                  <a:cubicBezTo>
                    <a:pt x="11" y="549"/>
                    <a:pt x="1" y="635"/>
                    <a:pt x="27" y="707"/>
                  </a:cubicBezTo>
                  <a:cubicBezTo>
                    <a:pt x="61" y="798"/>
                    <a:pt x="129" y="882"/>
                    <a:pt x="225" y="906"/>
                  </a:cubicBezTo>
                  <a:cubicBezTo>
                    <a:pt x="239" y="909"/>
                    <a:pt x="254" y="910"/>
                    <a:pt x="268" y="910"/>
                  </a:cubicBezTo>
                  <a:cubicBezTo>
                    <a:pt x="291" y="910"/>
                    <a:pt x="313" y="907"/>
                    <a:pt x="336" y="899"/>
                  </a:cubicBezTo>
                  <a:cubicBezTo>
                    <a:pt x="353" y="892"/>
                    <a:pt x="371" y="884"/>
                    <a:pt x="388" y="874"/>
                  </a:cubicBezTo>
                  <a:cubicBezTo>
                    <a:pt x="411" y="861"/>
                    <a:pt x="430" y="842"/>
                    <a:pt x="443" y="819"/>
                  </a:cubicBezTo>
                  <a:lnTo>
                    <a:pt x="443" y="819"/>
                  </a:lnTo>
                  <a:cubicBezTo>
                    <a:pt x="444" y="818"/>
                    <a:pt x="445" y="817"/>
                    <a:pt x="445" y="817"/>
                  </a:cubicBezTo>
                  <a:cubicBezTo>
                    <a:pt x="446" y="816"/>
                    <a:pt x="446" y="816"/>
                    <a:pt x="448" y="815"/>
                  </a:cubicBezTo>
                  <a:lnTo>
                    <a:pt x="450" y="812"/>
                  </a:lnTo>
                  <a:cubicBezTo>
                    <a:pt x="466" y="791"/>
                    <a:pt x="484" y="770"/>
                    <a:pt x="496" y="746"/>
                  </a:cubicBezTo>
                  <a:cubicBezTo>
                    <a:pt x="512" y="715"/>
                    <a:pt x="523" y="678"/>
                    <a:pt x="531" y="643"/>
                  </a:cubicBezTo>
                  <a:cubicBezTo>
                    <a:pt x="537" y="618"/>
                    <a:pt x="543" y="594"/>
                    <a:pt x="550" y="570"/>
                  </a:cubicBezTo>
                  <a:cubicBezTo>
                    <a:pt x="565" y="530"/>
                    <a:pt x="585" y="493"/>
                    <a:pt x="608" y="458"/>
                  </a:cubicBezTo>
                  <a:cubicBezTo>
                    <a:pt x="641" y="412"/>
                    <a:pt x="678" y="369"/>
                    <a:pt x="710" y="322"/>
                  </a:cubicBezTo>
                  <a:lnTo>
                    <a:pt x="710" y="322"/>
                  </a:lnTo>
                  <a:cubicBezTo>
                    <a:pt x="700" y="337"/>
                    <a:pt x="689" y="352"/>
                    <a:pt x="678" y="368"/>
                  </a:cubicBezTo>
                  <a:cubicBezTo>
                    <a:pt x="688" y="354"/>
                    <a:pt x="699" y="340"/>
                    <a:pt x="709" y="325"/>
                  </a:cubicBezTo>
                  <a:cubicBezTo>
                    <a:pt x="722" y="306"/>
                    <a:pt x="729" y="291"/>
                    <a:pt x="736" y="272"/>
                  </a:cubicBezTo>
                  <a:lnTo>
                    <a:pt x="736" y="272"/>
                  </a:lnTo>
                  <a:cubicBezTo>
                    <a:pt x="739" y="265"/>
                    <a:pt x="742" y="259"/>
                    <a:pt x="745" y="252"/>
                  </a:cubicBezTo>
                  <a:cubicBezTo>
                    <a:pt x="779" y="175"/>
                    <a:pt x="758" y="78"/>
                    <a:pt x="678" y="39"/>
                  </a:cubicBezTo>
                  <a:cubicBezTo>
                    <a:pt x="633" y="17"/>
                    <a:pt x="585" y="0"/>
                    <a:pt x="536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/>
            <p:cNvSpPr/>
            <p:nvPr/>
          </p:nvSpPr>
          <p:spPr>
            <a:xfrm>
              <a:off x="5143718" y="1182390"/>
              <a:ext cx="22686" cy="14386"/>
            </a:xfrm>
            <a:custGeom>
              <a:avLst/>
              <a:gdLst/>
              <a:ahLst/>
              <a:cxnLst/>
              <a:rect l="l" t="t" r="r" b="b"/>
              <a:pathLst>
                <a:path w="727" h="461" extrusionOk="0">
                  <a:moveTo>
                    <a:pt x="727" y="1"/>
                  </a:moveTo>
                  <a:lnTo>
                    <a:pt x="727" y="1"/>
                  </a:lnTo>
                  <a:cubicBezTo>
                    <a:pt x="502" y="159"/>
                    <a:pt x="252" y="286"/>
                    <a:pt x="1" y="363"/>
                  </a:cubicBezTo>
                  <a:cubicBezTo>
                    <a:pt x="47" y="423"/>
                    <a:pt x="123" y="461"/>
                    <a:pt x="199" y="461"/>
                  </a:cubicBezTo>
                  <a:cubicBezTo>
                    <a:pt x="203" y="461"/>
                    <a:pt x="208" y="460"/>
                    <a:pt x="213" y="460"/>
                  </a:cubicBezTo>
                  <a:cubicBezTo>
                    <a:pt x="342" y="452"/>
                    <a:pt x="439" y="376"/>
                    <a:pt x="531" y="295"/>
                  </a:cubicBezTo>
                  <a:cubicBezTo>
                    <a:pt x="592" y="241"/>
                    <a:pt x="648" y="171"/>
                    <a:pt x="685" y="100"/>
                  </a:cubicBezTo>
                  <a:cubicBezTo>
                    <a:pt x="702" y="69"/>
                    <a:pt x="715" y="34"/>
                    <a:pt x="727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/>
            <p:cNvSpPr/>
            <p:nvPr/>
          </p:nvSpPr>
          <p:spPr>
            <a:xfrm>
              <a:off x="5036872" y="1158830"/>
              <a:ext cx="11639" cy="11952"/>
            </a:xfrm>
            <a:custGeom>
              <a:avLst/>
              <a:gdLst/>
              <a:ahLst/>
              <a:cxnLst/>
              <a:rect l="l" t="t" r="r" b="b"/>
              <a:pathLst>
                <a:path w="373" h="383" extrusionOk="0">
                  <a:moveTo>
                    <a:pt x="259" y="1"/>
                  </a:moveTo>
                  <a:cubicBezTo>
                    <a:pt x="242" y="1"/>
                    <a:pt x="225" y="2"/>
                    <a:pt x="208" y="6"/>
                  </a:cubicBezTo>
                  <a:cubicBezTo>
                    <a:pt x="196" y="9"/>
                    <a:pt x="183" y="16"/>
                    <a:pt x="172" y="21"/>
                  </a:cubicBezTo>
                  <a:cubicBezTo>
                    <a:pt x="152" y="30"/>
                    <a:pt x="131" y="40"/>
                    <a:pt x="111" y="51"/>
                  </a:cubicBezTo>
                  <a:cubicBezTo>
                    <a:pt x="66" y="79"/>
                    <a:pt x="25" y="136"/>
                    <a:pt x="14" y="188"/>
                  </a:cubicBezTo>
                  <a:cubicBezTo>
                    <a:pt x="4" y="229"/>
                    <a:pt x="0" y="274"/>
                    <a:pt x="9" y="315"/>
                  </a:cubicBezTo>
                  <a:cubicBezTo>
                    <a:pt x="17" y="344"/>
                    <a:pt x="43" y="366"/>
                    <a:pt x="70" y="376"/>
                  </a:cubicBezTo>
                  <a:cubicBezTo>
                    <a:pt x="82" y="380"/>
                    <a:pt x="93" y="382"/>
                    <a:pt x="104" y="382"/>
                  </a:cubicBezTo>
                  <a:cubicBezTo>
                    <a:pt x="122" y="382"/>
                    <a:pt x="139" y="377"/>
                    <a:pt x="157" y="367"/>
                  </a:cubicBezTo>
                  <a:cubicBezTo>
                    <a:pt x="175" y="358"/>
                    <a:pt x="189" y="341"/>
                    <a:pt x="206" y="330"/>
                  </a:cubicBezTo>
                  <a:cubicBezTo>
                    <a:pt x="239" y="307"/>
                    <a:pt x="271" y="273"/>
                    <a:pt x="291" y="239"/>
                  </a:cubicBezTo>
                  <a:cubicBezTo>
                    <a:pt x="301" y="221"/>
                    <a:pt x="309" y="201"/>
                    <a:pt x="319" y="182"/>
                  </a:cubicBezTo>
                  <a:cubicBezTo>
                    <a:pt x="323" y="173"/>
                    <a:pt x="330" y="164"/>
                    <a:pt x="334" y="155"/>
                  </a:cubicBezTo>
                  <a:cubicBezTo>
                    <a:pt x="339" y="144"/>
                    <a:pt x="342" y="133"/>
                    <a:pt x="345" y="121"/>
                  </a:cubicBezTo>
                  <a:cubicBezTo>
                    <a:pt x="350" y="111"/>
                    <a:pt x="354" y="102"/>
                    <a:pt x="358" y="92"/>
                  </a:cubicBezTo>
                  <a:cubicBezTo>
                    <a:pt x="373" y="61"/>
                    <a:pt x="358" y="8"/>
                    <a:pt x="316" y="4"/>
                  </a:cubicBezTo>
                  <a:cubicBezTo>
                    <a:pt x="298" y="3"/>
                    <a:pt x="278" y="1"/>
                    <a:pt x="25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/>
            <p:cNvSpPr/>
            <p:nvPr/>
          </p:nvSpPr>
          <p:spPr>
            <a:xfrm>
              <a:off x="4875573" y="1064903"/>
              <a:ext cx="12919" cy="19659"/>
            </a:xfrm>
            <a:custGeom>
              <a:avLst/>
              <a:gdLst/>
              <a:ahLst/>
              <a:cxnLst/>
              <a:rect l="l" t="t" r="r" b="b"/>
              <a:pathLst>
                <a:path w="414" h="630" extrusionOk="0">
                  <a:moveTo>
                    <a:pt x="309" y="1"/>
                  </a:moveTo>
                  <a:cubicBezTo>
                    <a:pt x="264" y="1"/>
                    <a:pt x="226" y="33"/>
                    <a:pt x="191" y="62"/>
                  </a:cubicBezTo>
                  <a:cubicBezTo>
                    <a:pt x="177" y="74"/>
                    <a:pt x="162" y="87"/>
                    <a:pt x="147" y="99"/>
                  </a:cubicBezTo>
                  <a:cubicBezTo>
                    <a:pt x="131" y="114"/>
                    <a:pt x="122" y="128"/>
                    <a:pt x="109" y="148"/>
                  </a:cubicBezTo>
                  <a:cubicBezTo>
                    <a:pt x="97" y="164"/>
                    <a:pt x="87" y="181"/>
                    <a:pt x="76" y="198"/>
                  </a:cubicBezTo>
                  <a:cubicBezTo>
                    <a:pt x="48" y="245"/>
                    <a:pt x="29" y="293"/>
                    <a:pt x="12" y="345"/>
                  </a:cubicBezTo>
                  <a:cubicBezTo>
                    <a:pt x="2" y="379"/>
                    <a:pt x="1" y="412"/>
                    <a:pt x="4" y="447"/>
                  </a:cubicBezTo>
                  <a:cubicBezTo>
                    <a:pt x="6" y="469"/>
                    <a:pt x="9" y="490"/>
                    <a:pt x="17" y="511"/>
                  </a:cubicBezTo>
                  <a:cubicBezTo>
                    <a:pt x="22" y="528"/>
                    <a:pt x="33" y="547"/>
                    <a:pt x="42" y="564"/>
                  </a:cubicBezTo>
                  <a:cubicBezTo>
                    <a:pt x="63" y="605"/>
                    <a:pt x="112" y="626"/>
                    <a:pt x="154" y="629"/>
                  </a:cubicBezTo>
                  <a:cubicBezTo>
                    <a:pt x="159" y="629"/>
                    <a:pt x="163" y="630"/>
                    <a:pt x="168" y="630"/>
                  </a:cubicBezTo>
                  <a:cubicBezTo>
                    <a:pt x="208" y="630"/>
                    <a:pt x="248" y="615"/>
                    <a:pt x="273" y="583"/>
                  </a:cubicBezTo>
                  <a:cubicBezTo>
                    <a:pt x="293" y="560"/>
                    <a:pt x="311" y="536"/>
                    <a:pt x="323" y="508"/>
                  </a:cubicBezTo>
                  <a:cubicBezTo>
                    <a:pt x="338" y="476"/>
                    <a:pt x="348" y="445"/>
                    <a:pt x="355" y="410"/>
                  </a:cubicBezTo>
                  <a:cubicBezTo>
                    <a:pt x="361" y="372"/>
                    <a:pt x="367" y="333"/>
                    <a:pt x="377" y="294"/>
                  </a:cubicBezTo>
                  <a:cubicBezTo>
                    <a:pt x="381" y="273"/>
                    <a:pt x="388" y="253"/>
                    <a:pt x="391" y="233"/>
                  </a:cubicBezTo>
                  <a:cubicBezTo>
                    <a:pt x="393" y="216"/>
                    <a:pt x="395" y="198"/>
                    <a:pt x="399" y="180"/>
                  </a:cubicBezTo>
                  <a:cubicBezTo>
                    <a:pt x="404" y="155"/>
                    <a:pt x="413" y="127"/>
                    <a:pt x="412" y="100"/>
                  </a:cubicBezTo>
                  <a:cubicBezTo>
                    <a:pt x="410" y="55"/>
                    <a:pt x="381" y="19"/>
                    <a:pt x="338" y="5"/>
                  </a:cubicBezTo>
                  <a:cubicBezTo>
                    <a:pt x="328" y="2"/>
                    <a:pt x="319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/>
            <p:cNvSpPr/>
            <p:nvPr/>
          </p:nvSpPr>
          <p:spPr>
            <a:xfrm>
              <a:off x="4883749" y="1091458"/>
              <a:ext cx="5711" cy="7645"/>
            </a:xfrm>
            <a:custGeom>
              <a:avLst/>
              <a:gdLst/>
              <a:ahLst/>
              <a:cxnLst/>
              <a:rect l="l" t="t" r="r" b="b"/>
              <a:pathLst>
                <a:path w="183" h="245" extrusionOk="0">
                  <a:moveTo>
                    <a:pt x="116" y="0"/>
                  </a:moveTo>
                  <a:cubicBezTo>
                    <a:pt x="113" y="0"/>
                    <a:pt x="111" y="1"/>
                    <a:pt x="108" y="2"/>
                  </a:cubicBezTo>
                  <a:cubicBezTo>
                    <a:pt x="106" y="2"/>
                    <a:pt x="103" y="1"/>
                    <a:pt x="100" y="1"/>
                  </a:cubicBezTo>
                  <a:cubicBezTo>
                    <a:pt x="88" y="2"/>
                    <a:pt x="78" y="5"/>
                    <a:pt x="69" y="11"/>
                  </a:cubicBezTo>
                  <a:cubicBezTo>
                    <a:pt x="58" y="18"/>
                    <a:pt x="51" y="26"/>
                    <a:pt x="46" y="37"/>
                  </a:cubicBezTo>
                  <a:cubicBezTo>
                    <a:pt x="31" y="57"/>
                    <a:pt x="13" y="77"/>
                    <a:pt x="8" y="102"/>
                  </a:cubicBezTo>
                  <a:cubicBezTo>
                    <a:pt x="7" y="111"/>
                    <a:pt x="5" y="120"/>
                    <a:pt x="4" y="130"/>
                  </a:cubicBezTo>
                  <a:cubicBezTo>
                    <a:pt x="2" y="146"/>
                    <a:pt x="1" y="163"/>
                    <a:pt x="7" y="180"/>
                  </a:cubicBezTo>
                  <a:cubicBezTo>
                    <a:pt x="8" y="184"/>
                    <a:pt x="10" y="188"/>
                    <a:pt x="12" y="192"/>
                  </a:cubicBezTo>
                  <a:cubicBezTo>
                    <a:pt x="16" y="205"/>
                    <a:pt x="22" y="216"/>
                    <a:pt x="32" y="225"/>
                  </a:cubicBezTo>
                  <a:cubicBezTo>
                    <a:pt x="42" y="233"/>
                    <a:pt x="53" y="240"/>
                    <a:pt x="66" y="243"/>
                  </a:cubicBezTo>
                  <a:cubicBezTo>
                    <a:pt x="72" y="244"/>
                    <a:pt x="77" y="244"/>
                    <a:pt x="82" y="244"/>
                  </a:cubicBezTo>
                  <a:cubicBezTo>
                    <a:pt x="90" y="244"/>
                    <a:pt x="98" y="243"/>
                    <a:pt x="105" y="241"/>
                  </a:cubicBezTo>
                  <a:cubicBezTo>
                    <a:pt x="118" y="236"/>
                    <a:pt x="128" y="229"/>
                    <a:pt x="137" y="220"/>
                  </a:cubicBezTo>
                  <a:cubicBezTo>
                    <a:pt x="140" y="218"/>
                    <a:pt x="143" y="214"/>
                    <a:pt x="146" y="211"/>
                  </a:cubicBezTo>
                  <a:cubicBezTo>
                    <a:pt x="158" y="199"/>
                    <a:pt x="165" y="183"/>
                    <a:pt x="170" y="167"/>
                  </a:cubicBezTo>
                  <a:cubicBezTo>
                    <a:pt x="172" y="158"/>
                    <a:pt x="175" y="149"/>
                    <a:pt x="177" y="138"/>
                  </a:cubicBezTo>
                  <a:cubicBezTo>
                    <a:pt x="183" y="114"/>
                    <a:pt x="174" y="88"/>
                    <a:pt x="170" y="64"/>
                  </a:cubicBezTo>
                  <a:cubicBezTo>
                    <a:pt x="170" y="52"/>
                    <a:pt x="166" y="42"/>
                    <a:pt x="160" y="31"/>
                  </a:cubicBezTo>
                  <a:cubicBezTo>
                    <a:pt x="153" y="22"/>
                    <a:pt x="145" y="15"/>
                    <a:pt x="134" y="8"/>
                  </a:cubicBezTo>
                  <a:cubicBezTo>
                    <a:pt x="132" y="7"/>
                    <a:pt x="129" y="7"/>
                    <a:pt x="127" y="6"/>
                  </a:cubicBezTo>
                  <a:cubicBezTo>
                    <a:pt x="124" y="2"/>
                    <a:pt x="120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/>
            <p:cNvSpPr/>
            <p:nvPr/>
          </p:nvSpPr>
          <p:spPr>
            <a:xfrm>
              <a:off x="4866462" y="1202860"/>
              <a:ext cx="94" cy="62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1"/>
                  </a:moveTo>
                  <a:cubicBezTo>
                    <a:pt x="2" y="1"/>
                    <a:pt x="2" y="1"/>
                    <a:pt x="1" y="2"/>
                  </a:cubicBezTo>
                  <a:cubicBezTo>
                    <a:pt x="2" y="1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/>
            <p:cNvSpPr/>
            <p:nvPr/>
          </p:nvSpPr>
          <p:spPr>
            <a:xfrm>
              <a:off x="4862811" y="1201987"/>
              <a:ext cx="13387" cy="14042"/>
            </a:xfrm>
            <a:custGeom>
              <a:avLst/>
              <a:gdLst/>
              <a:ahLst/>
              <a:cxnLst/>
              <a:rect l="l" t="t" r="r" b="b"/>
              <a:pathLst>
                <a:path w="429" h="450" extrusionOk="0">
                  <a:moveTo>
                    <a:pt x="211" y="1"/>
                  </a:moveTo>
                  <a:cubicBezTo>
                    <a:pt x="202" y="1"/>
                    <a:pt x="192" y="2"/>
                    <a:pt x="183" y="5"/>
                  </a:cubicBezTo>
                  <a:cubicBezTo>
                    <a:pt x="160" y="8"/>
                    <a:pt x="139" y="15"/>
                    <a:pt x="120" y="29"/>
                  </a:cubicBezTo>
                  <a:cubicBezTo>
                    <a:pt x="117" y="31"/>
                    <a:pt x="113" y="32"/>
                    <a:pt x="109" y="34"/>
                  </a:cubicBezTo>
                  <a:cubicBezTo>
                    <a:pt x="77" y="52"/>
                    <a:pt x="53" y="84"/>
                    <a:pt x="36" y="117"/>
                  </a:cubicBezTo>
                  <a:cubicBezTo>
                    <a:pt x="11" y="167"/>
                    <a:pt x="1" y="232"/>
                    <a:pt x="22" y="286"/>
                  </a:cubicBezTo>
                  <a:cubicBezTo>
                    <a:pt x="30" y="307"/>
                    <a:pt x="40" y="327"/>
                    <a:pt x="51" y="347"/>
                  </a:cubicBezTo>
                  <a:cubicBezTo>
                    <a:pt x="52" y="350"/>
                    <a:pt x="54" y="352"/>
                    <a:pt x="55" y="355"/>
                  </a:cubicBezTo>
                  <a:cubicBezTo>
                    <a:pt x="66" y="370"/>
                    <a:pt x="77" y="384"/>
                    <a:pt x="90" y="396"/>
                  </a:cubicBezTo>
                  <a:cubicBezTo>
                    <a:pt x="117" y="420"/>
                    <a:pt x="148" y="437"/>
                    <a:pt x="183" y="444"/>
                  </a:cubicBezTo>
                  <a:cubicBezTo>
                    <a:pt x="203" y="447"/>
                    <a:pt x="224" y="450"/>
                    <a:pt x="243" y="450"/>
                  </a:cubicBezTo>
                  <a:lnTo>
                    <a:pt x="248" y="450"/>
                  </a:lnTo>
                  <a:cubicBezTo>
                    <a:pt x="279" y="448"/>
                    <a:pt x="308" y="438"/>
                    <a:pt x="335" y="420"/>
                  </a:cubicBezTo>
                  <a:cubicBezTo>
                    <a:pt x="355" y="407"/>
                    <a:pt x="372" y="389"/>
                    <a:pt x="386" y="368"/>
                  </a:cubicBezTo>
                  <a:cubicBezTo>
                    <a:pt x="393" y="358"/>
                    <a:pt x="398" y="351"/>
                    <a:pt x="401" y="345"/>
                  </a:cubicBezTo>
                  <a:cubicBezTo>
                    <a:pt x="405" y="338"/>
                    <a:pt x="408" y="330"/>
                    <a:pt x="413" y="316"/>
                  </a:cubicBezTo>
                  <a:cubicBezTo>
                    <a:pt x="421" y="299"/>
                    <a:pt x="426" y="281"/>
                    <a:pt x="425" y="263"/>
                  </a:cubicBezTo>
                  <a:cubicBezTo>
                    <a:pt x="428" y="254"/>
                    <a:pt x="429" y="245"/>
                    <a:pt x="427" y="235"/>
                  </a:cubicBezTo>
                  <a:cubicBezTo>
                    <a:pt x="427" y="234"/>
                    <a:pt x="426" y="232"/>
                    <a:pt x="426" y="230"/>
                  </a:cubicBezTo>
                  <a:cubicBezTo>
                    <a:pt x="425" y="225"/>
                    <a:pt x="425" y="219"/>
                    <a:pt x="423" y="213"/>
                  </a:cubicBezTo>
                  <a:cubicBezTo>
                    <a:pt x="423" y="212"/>
                    <a:pt x="423" y="210"/>
                    <a:pt x="423" y="209"/>
                  </a:cubicBezTo>
                  <a:cubicBezTo>
                    <a:pt x="423" y="201"/>
                    <a:pt x="416" y="162"/>
                    <a:pt x="413" y="155"/>
                  </a:cubicBezTo>
                  <a:cubicBezTo>
                    <a:pt x="411" y="145"/>
                    <a:pt x="407" y="137"/>
                    <a:pt x="401" y="129"/>
                  </a:cubicBezTo>
                  <a:cubicBezTo>
                    <a:pt x="396" y="113"/>
                    <a:pt x="387" y="98"/>
                    <a:pt x="374" y="85"/>
                  </a:cubicBezTo>
                  <a:lnTo>
                    <a:pt x="374" y="85"/>
                  </a:lnTo>
                  <a:cubicBezTo>
                    <a:pt x="378" y="92"/>
                    <a:pt x="383" y="97"/>
                    <a:pt x="388" y="102"/>
                  </a:cubicBezTo>
                  <a:cubicBezTo>
                    <a:pt x="383" y="97"/>
                    <a:pt x="378" y="92"/>
                    <a:pt x="373" y="85"/>
                  </a:cubicBezTo>
                  <a:cubicBezTo>
                    <a:pt x="370" y="81"/>
                    <a:pt x="367" y="77"/>
                    <a:pt x="364" y="74"/>
                  </a:cubicBezTo>
                  <a:cubicBezTo>
                    <a:pt x="358" y="67"/>
                    <a:pt x="353" y="59"/>
                    <a:pt x="346" y="53"/>
                  </a:cubicBezTo>
                  <a:cubicBezTo>
                    <a:pt x="322" y="32"/>
                    <a:pt x="317" y="32"/>
                    <a:pt x="300" y="22"/>
                  </a:cubicBezTo>
                  <a:cubicBezTo>
                    <a:pt x="300" y="22"/>
                    <a:pt x="299" y="21"/>
                    <a:pt x="299" y="21"/>
                  </a:cubicBezTo>
                  <a:cubicBezTo>
                    <a:pt x="277" y="8"/>
                    <a:pt x="254" y="3"/>
                    <a:pt x="230" y="3"/>
                  </a:cubicBezTo>
                  <a:cubicBezTo>
                    <a:pt x="224" y="2"/>
                    <a:pt x="217" y="1"/>
                    <a:pt x="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9"/>
            <p:cNvSpPr/>
            <p:nvPr/>
          </p:nvSpPr>
          <p:spPr>
            <a:xfrm>
              <a:off x="4866524" y="1202299"/>
              <a:ext cx="1279" cy="593"/>
            </a:xfrm>
            <a:custGeom>
              <a:avLst/>
              <a:gdLst/>
              <a:ahLst/>
              <a:cxnLst/>
              <a:rect l="l" t="t" r="r" b="b"/>
              <a:pathLst>
                <a:path w="41" h="19" extrusionOk="0">
                  <a:moveTo>
                    <a:pt x="41" y="0"/>
                  </a:moveTo>
                  <a:lnTo>
                    <a:pt x="41" y="0"/>
                  </a:lnTo>
                  <a:cubicBezTo>
                    <a:pt x="27" y="5"/>
                    <a:pt x="14" y="12"/>
                    <a:pt x="1" y="19"/>
                  </a:cubicBezTo>
                  <a:cubicBezTo>
                    <a:pt x="15" y="13"/>
                    <a:pt x="27" y="6"/>
                    <a:pt x="4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9"/>
            <p:cNvSpPr/>
            <p:nvPr/>
          </p:nvSpPr>
          <p:spPr>
            <a:xfrm>
              <a:off x="5009911" y="1309956"/>
              <a:ext cx="21594" cy="17631"/>
            </a:xfrm>
            <a:custGeom>
              <a:avLst/>
              <a:gdLst/>
              <a:ahLst/>
              <a:cxnLst/>
              <a:rect l="l" t="t" r="r" b="b"/>
              <a:pathLst>
                <a:path w="692" h="565" extrusionOk="0">
                  <a:moveTo>
                    <a:pt x="427" y="113"/>
                  </a:moveTo>
                  <a:lnTo>
                    <a:pt x="427" y="113"/>
                  </a:lnTo>
                  <a:cubicBezTo>
                    <a:pt x="429" y="113"/>
                    <a:pt x="431" y="114"/>
                    <a:pt x="433" y="115"/>
                  </a:cubicBezTo>
                  <a:cubicBezTo>
                    <a:pt x="431" y="114"/>
                    <a:pt x="429" y="113"/>
                    <a:pt x="427" y="113"/>
                  </a:cubicBezTo>
                  <a:close/>
                  <a:moveTo>
                    <a:pt x="167" y="0"/>
                  </a:moveTo>
                  <a:cubicBezTo>
                    <a:pt x="142" y="0"/>
                    <a:pt x="120" y="4"/>
                    <a:pt x="96" y="15"/>
                  </a:cubicBezTo>
                  <a:cubicBezTo>
                    <a:pt x="67" y="29"/>
                    <a:pt x="32" y="54"/>
                    <a:pt x="20" y="86"/>
                  </a:cubicBezTo>
                  <a:cubicBezTo>
                    <a:pt x="9" y="119"/>
                    <a:pt x="2" y="140"/>
                    <a:pt x="1" y="177"/>
                  </a:cubicBezTo>
                  <a:cubicBezTo>
                    <a:pt x="1" y="181"/>
                    <a:pt x="1" y="184"/>
                    <a:pt x="1" y="188"/>
                  </a:cubicBezTo>
                  <a:cubicBezTo>
                    <a:pt x="1" y="214"/>
                    <a:pt x="6" y="239"/>
                    <a:pt x="15" y="262"/>
                  </a:cubicBezTo>
                  <a:cubicBezTo>
                    <a:pt x="36" y="316"/>
                    <a:pt x="60" y="357"/>
                    <a:pt x="97" y="400"/>
                  </a:cubicBezTo>
                  <a:cubicBezTo>
                    <a:pt x="113" y="417"/>
                    <a:pt x="129" y="434"/>
                    <a:pt x="147" y="450"/>
                  </a:cubicBezTo>
                  <a:cubicBezTo>
                    <a:pt x="177" y="476"/>
                    <a:pt x="212" y="503"/>
                    <a:pt x="248" y="522"/>
                  </a:cubicBezTo>
                  <a:cubicBezTo>
                    <a:pt x="273" y="536"/>
                    <a:pt x="303" y="544"/>
                    <a:pt x="330" y="552"/>
                  </a:cubicBezTo>
                  <a:cubicBezTo>
                    <a:pt x="353" y="560"/>
                    <a:pt x="378" y="564"/>
                    <a:pt x="402" y="564"/>
                  </a:cubicBezTo>
                  <a:cubicBezTo>
                    <a:pt x="407" y="564"/>
                    <a:pt x="412" y="564"/>
                    <a:pt x="417" y="564"/>
                  </a:cubicBezTo>
                  <a:cubicBezTo>
                    <a:pt x="455" y="563"/>
                    <a:pt x="495" y="555"/>
                    <a:pt x="529" y="541"/>
                  </a:cubicBezTo>
                  <a:cubicBezTo>
                    <a:pt x="586" y="519"/>
                    <a:pt x="625" y="484"/>
                    <a:pt x="654" y="432"/>
                  </a:cubicBezTo>
                  <a:cubicBezTo>
                    <a:pt x="660" y="420"/>
                    <a:pt x="666" y="408"/>
                    <a:pt x="674" y="396"/>
                  </a:cubicBezTo>
                  <a:cubicBezTo>
                    <a:pt x="691" y="362"/>
                    <a:pt x="683" y="316"/>
                    <a:pt x="655" y="291"/>
                  </a:cubicBezTo>
                  <a:cubicBezTo>
                    <a:pt x="655" y="291"/>
                    <a:pt x="654" y="291"/>
                    <a:pt x="654" y="290"/>
                  </a:cubicBezTo>
                  <a:cubicBezTo>
                    <a:pt x="648" y="279"/>
                    <a:pt x="643" y="269"/>
                    <a:pt x="638" y="259"/>
                  </a:cubicBezTo>
                  <a:cubicBezTo>
                    <a:pt x="625" y="238"/>
                    <a:pt x="608" y="221"/>
                    <a:pt x="589" y="205"/>
                  </a:cubicBezTo>
                  <a:cubicBezTo>
                    <a:pt x="559" y="182"/>
                    <a:pt x="528" y="154"/>
                    <a:pt x="495" y="140"/>
                  </a:cubicBezTo>
                  <a:cubicBezTo>
                    <a:pt x="461" y="127"/>
                    <a:pt x="429" y="114"/>
                    <a:pt x="396" y="101"/>
                  </a:cubicBezTo>
                  <a:lnTo>
                    <a:pt x="396" y="101"/>
                  </a:lnTo>
                  <a:cubicBezTo>
                    <a:pt x="406" y="105"/>
                    <a:pt x="417" y="109"/>
                    <a:pt x="427" y="113"/>
                  </a:cubicBezTo>
                  <a:lnTo>
                    <a:pt x="427" y="113"/>
                  </a:lnTo>
                  <a:cubicBezTo>
                    <a:pt x="396" y="100"/>
                    <a:pt x="367" y="85"/>
                    <a:pt x="339" y="67"/>
                  </a:cubicBezTo>
                  <a:cubicBezTo>
                    <a:pt x="326" y="58"/>
                    <a:pt x="311" y="52"/>
                    <a:pt x="298" y="44"/>
                  </a:cubicBezTo>
                  <a:cubicBezTo>
                    <a:pt x="271" y="27"/>
                    <a:pt x="244" y="18"/>
                    <a:pt x="214" y="6"/>
                  </a:cubicBezTo>
                  <a:lnTo>
                    <a:pt x="214" y="6"/>
                  </a:lnTo>
                  <a:lnTo>
                    <a:pt x="258" y="22"/>
                  </a:lnTo>
                  <a:cubicBezTo>
                    <a:pt x="239" y="14"/>
                    <a:pt x="220" y="4"/>
                    <a:pt x="199" y="2"/>
                  </a:cubicBezTo>
                  <a:cubicBezTo>
                    <a:pt x="188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9"/>
            <p:cNvSpPr/>
            <p:nvPr/>
          </p:nvSpPr>
          <p:spPr>
            <a:xfrm>
              <a:off x="5047388" y="1321876"/>
              <a:ext cx="10703" cy="8145"/>
            </a:xfrm>
            <a:custGeom>
              <a:avLst/>
              <a:gdLst/>
              <a:ahLst/>
              <a:cxnLst/>
              <a:rect l="l" t="t" r="r" b="b"/>
              <a:pathLst>
                <a:path w="343" h="261" extrusionOk="0">
                  <a:moveTo>
                    <a:pt x="142" y="2"/>
                  </a:moveTo>
                  <a:cubicBezTo>
                    <a:pt x="150" y="2"/>
                    <a:pt x="158" y="3"/>
                    <a:pt x="166" y="4"/>
                  </a:cubicBezTo>
                  <a:cubicBezTo>
                    <a:pt x="159" y="3"/>
                    <a:pt x="150" y="3"/>
                    <a:pt x="142" y="2"/>
                  </a:cubicBezTo>
                  <a:close/>
                  <a:moveTo>
                    <a:pt x="106" y="1"/>
                  </a:moveTo>
                  <a:cubicBezTo>
                    <a:pt x="106" y="1"/>
                    <a:pt x="107" y="1"/>
                    <a:pt x="108" y="1"/>
                  </a:cubicBezTo>
                  <a:lnTo>
                    <a:pt x="108" y="1"/>
                  </a:lnTo>
                  <a:cubicBezTo>
                    <a:pt x="106" y="1"/>
                    <a:pt x="104" y="1"/>
                    <a:pt x="102" y="1"/>
                  </a:cubicBezTo>
                  <a:cubicBezTo>
                    <a:pt x="75" y="1"/>
                    <a:pt x="50" y="9"/>
                    <a:pt x="31" y="30"/>
                  </a:cubicBezTo>
                  <a:cubicBezTo>
                    <a:pt x="8" y="54"/>
                    <a:pt x="0" y="92"/>
                    <a:pt x="12" y="122"/>
                  </a:cubicBezTo>
                  <a:cubicBezTo>
                    <a:pt x="18" y="141"/>
                    <a:pt x="26" y="159"/>
                    <a:pt x="37" y="176"/>
                  </a:cubicBezTo>
                  <a:cubicBezTo>
                    <a:pt x="51" y="200"/>
                    <a:pt x="81" y="226"/>
                    <a:pt x="106" y="239"/>
                  </a:cubicBezTo>
                  <a:cubicBezTo>
                    <a:pt x="131" y="252"/>
                    <a:pt x="167" y="261"/>
                    <a:pt x="197" y="261"/>
                  </a:cubicBezTo>
                  <a:cubicBezTo>
                    <a:pt x="200" y="261"/>
                    <a:pt x="203" y="261"/>
                    <a:pt x="206" y="260"/>
                  </a:cubicBezTo>
                  <a:cubicBezTo>
                    <a:pt x="225" y="259"/>
                    <a:pt x="238" y="255"/>
                    <a:pt x="253" y="248"/>
                  </a:cubicBezTo>
                  <a:cubicBezTo>
                    <a:pt x="264" y="243"/>
                    <a:pt x="275" y="238"/>
                    <a:pt x="286" y="232"/>
                  </a:cubicBezTo>
                  <a:cubicBezTo>
                    <a:pt x="307" y="222"/>
                    <a:pt x="315" y="205"/>
                    <a:pt x="329" y="186"/>
                  </a:cubicBezTo>
                  <a:cubicBezTo>
                    <a:pt x="332" y="177"/>
                    <a:pt x="335" y="167"/>
                    <a:pt x="339" y="158"/>
                  </a:cubicBezTo>
                  <a:cubicBezTo>
                    <a:pt x="342" y="143"/>
                    <a:pt x="342" y="127"/>
                    <a:pt x="338" y="113"/>
                  </a:cubicBezTo>
                  <a:cubicBezTo>
                    <a:pt x="338" y="103"/>
                    <a:pt x="335" y="94"/>
                    <a:pt x="329" y="86"/>
                  </a:cubicBezTo>
                  <a:cubicBezTo>
                    <a:pt x="324" y="72"/>
                    <a:pt x="316" y="60"/>
                    <a:pt x="305" y="50"/>
                  </a:cubicBezTo>
                  <a:cubicBezTo>
                    <a:pt x="299" y="45"/>
                    <a:pt x="285" y="35"/>
                    <a:pt x="278" y="31"/>
                  </a:cubicBezTo>
                  <a:cubicBezTo>
                    <a:pt x="276" y="31"/>
                    <a:pt x="275" y="30"/>
                    <a:pt x="273" y="30"/>
                  </a:cubicBezTo>
                  <a:cubicBezTo>
                    <a:pt x="270" y="28"/>
                    <a:pt x="267" y="27"/>
                    <a:pt x="264" y="25"/>
                  </a:cubicBezTo>
                  <a:cubicBezTo>
                    <a:pt x="248" y="16"/>
                    <a:pt x="230" y="11"/>
                    <a:pt x="212" y="8"/>
                  </a:cubicBezTo>
                  <a:cubicBezTo>
                    <a:pt x="196" y="5"/>
                    <a:pt x="181" y="2"/>
                    <a:pt x="164" y="2"/>
                  </a:cubicBezTo>
                  <a:cubicBezTo>
                    <a:pt x="162" y="2"/>
                    <a:pt x="160" y="2"/>
                    <a:pt x="158" y="2"/>
                  </a:cubicBezTo>
                  <a:lnTo>
                    <a:pt x="140" y="2"/>
                  </a:lnTo>
                  <a:cubicBezTo>
                    <a:pt x="136" y="2"/>
                    <a:pt x="133" y="2"/>
                    <a:pt x="130" y="2"/>
                  </a:cubicBezTo>
                  <a:cubicBezTo>
                    <a:pt x="127" y="2"/>
                    <a:pt x="124" y="2"/>
                    <a:pt x="121" y="2"/>
                  </a:cubicBezTo>
                  <a:cubicBezTo>
                    <a:pt x="119" y="2"/>
                    <a:pt x="116" y="2"/>
                    <a:pt x="114" y="2"/>
                  </a:cubicBezTo>
                  <a:lnTo>
                    <a:pt x="114" y="2"/>
                  </a:lnTo>
                  <a:cubicBezTo>
                    <a:pt x="113" y="2"/>
                    <a:pt x="111" y="1"/>
                    <a:pt x="110" y="1"/>
                  </a:cubicBezTo>
                  <a:lnTo>
                    <a:pt x="110" y="1"/>
                  </a:lnTo>
                  <a:cubicBezTo>
                    <a:pt x="108" y="1"/>
                    <a:pt x="107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9"/>
            <p:cNvSpPr/>
            <p:nvPr/>
          </p:nvSpPr>
          <p:spPr>
            <a:xfrm>
              <a:off x="5111858" y="1304308"/>
              <a:ext cx="14604" cy="13824"/>
            </a:xfrm>
            <a:custGeom>
              <a:avLst/>
              <a:gdLst/>
              <a:ahLst/>
              <a:cxnLst/>
              <a:rect l="l" t="t" r="r" b="b"/>
              <a:pathLst>
                <a:path w="468" h="443" extrusionOk="0">
                  <a:moveTo>
                    <a:pt x="7" y="187"/>
                  </a:moveTo>
                  <a:cubicBezTo>
                    <a:pt x="7" y="187"/>
                    <a:pt x="7" y="187"/>
                    <a:pt x="7" y="187"/>
                  </a:cubicBezTo>
                  <a:cubicBezTo>
                    <a:pt x="7" y="188"/>
                    <a:pt x="7" y="188"/>
                    <a:pt x="7" y="189"/>
                  </a:cubicBezTo>
                  <a:lnTo>
                    <a:pt x="7" y="189"/>
                  </a:lnTo>
                  <a:cubicBezTo>
                    <a:pt x="7" y="188"/>
                    <a:pt x="7" y="187"/>
                    <a:pt x="7" y="187"/>
                  </a:cubicBezTo>
                  <a:close/>
                  <a:moveTo>
                    <a:pt x="233" y="1"/>
                  </a:moveTo>
                  <a:cubicBezTo>
                    <a:pt x="216" y="5"/>
                    <a:pt x="197" y="8"/>
                    <a:pt x="178" y="11"/>
                  </a:cubicBezTo>
                  <a:cubicBezTo>
                    <a:pt x="174" y="12"/>
                    <a:pt x="169" y="13"/>
                    <a:pt x="164" y="14"/>
                  </a:cubicBezTo>
                  <a:cubicBezTo>
                    <a:pt x="148" y="23"/>
                    <a:pt x="131" y="31"/>
                    <a:pt x="114" y="39"/>
                  </a:cubicBezTo>
                  <a:cubicBezTo>
                    <a:pt x="97" y="50"/>
                    <a:pt x="83" y="62"/>
                    <a:pt x="69" y="77"/>
                  </a:cubicBezTo>
                  <a:cubicBezTo>
                    <a:pt x="68" y="78"/>
                    <a:pt x="67" y="79"/>
                    <a:pt x="66" y="80"/>
                  </a:cubicBezTo>
                  <a:cubicBezTo>
                    <a:pt x="64" y="83"/>
                    <a:pt x="61" y="85"/>
                    <a:pt x="59" y="88"/>
                  </a:cubicBezTo>
                  <a:cubicBezTo>
                    <a:pt x="51" y="94"/>
                    <a:pt x="46" y="101"/>
                    <a:pt x="42" y="111"/>
                  </a:cubicBezTo>
                  <a:cubicBezTo>
                    <a:pt x="24" y="131"/>
                    <a:pt x="13" y="156"/>
                    <a:pt x="8" y="183"/>
                  </a:cubicBezTo>
                  <a:lnTo>
                    <a:pt x="8" y="183"/>
                  </a:lnTo>
                  <a:cubicBezTo>
                    <a:pt x="5" y="193"/>
                    <a:pt x="4" y="204"/>
                    <a:pt x="4" y="214"/>
                  </a:cubicBezTo>
                  <a:cubicBezTo>
                    <a:pt x="0" y="238"/>
                    <a:pt x="2" y="261"/>
                    <a:pt x="10" y="284"/>
                  </a:cubicBezTo>
                  <a:cubicBezTo>
                    <a:pt x="24" y="337"/>
                    <a:pt x="66" y="386"/>
                    <a:pt x="113" y="410"/>
                  </a:cubicBezTo>
                  <a:cubicBezTo>
                    <a:pt x="151" y="429"/>
                    <a:pt x="193" y="442"/>
                    <a:pt x="236" y="442"/>
                  </a:cubicBezTo>
                  <a:cubicBezTo>
                    <a:pt x="258" y="442"/>
                    <a:pt x="281" y="439"/>
                    <a:pt x="302" y="430"/>
                  </a:cubicBezTo>
                  <a:cubicBezTo>
                    <a:pt x="341" y="415"/>
                    <a:pt x="379" y="397"/>
                    <a:pt x="406" y="365"/>
                  </a:cubicBezTo>
                  <a:cubicBezTo>
                    <a:pt x="432" y="336"/>
                    <a:pt x="452" y="302"/>
                    <a:pt x="461" y="263"/>
                  </a:cubicBezTo>
                  <a:cubicBezTo>
                    <a:pt x="461" y="261"/>
                    <a:pt x="461" y="259"/>
                    <a:pt x="462" y="257"/>
                  </a:cubicBezTo>
                  <a:cubicBezTo>
                    <a:pt x="465" y="234"/>
                    <a:pt x="468" y="210"/>
                    <a:pt x="467" y="187"/>
                  </a:cubicBezTo>
                  <a:cubicBezTo>
                    <a:pt x="464" y="171"/>
                    <a:pt x="461" y="156"/>
                    <a:pt x="457" y="140"/>
                  </a:cubicBezTo>
                  <a:cubicBezTo>
                    <a:pt x="451" y="117"/>
                    <a:pt x="440" y="96"/>
                    <a:pt x="422" y="79"/>
                  </a:cubicBezTo>
                  <a:cubicBezTo>
                    <a:pt x="413" y="66"/>
                    <a:pt x="402" y="55"/>
                    <a:pt x="387" y="48"/>
                  </a:cubicBezTo>
                  <a:cubicBezTo>
                    <a:pt x="376" y="38"/>
                    <a:pt x="364" y="31"/>
                    <a:pt x="351" y="26"/>
                  </a:cubicBezTo>
                  <a:lnTo>
                    <a:pt x="351" y="26"/>
                  </a:lnTo>
                  <a:cubicBezTo>
                    <a:pt x="316" y="7"/>
                    <a:pt x="298" y="6"/>
                    <a:pt x="265" y="3"/>
                  </a:cubicBezTo>
                  <a:cubicBezTo>
                    <a:pt x="254" y="1"/>
                    <a:pt x="244" y="1"/>
                    <a:pt x="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9"/>
            <p:cNvSpPr/>
            <p:nvPr/>
          </p:nvSpPr>
          <p:spPr>
            <a:xfrm>
              <a:off x="5022299" y="1006955"/>
              <a:ext cx="18442" cy="23716"/>
            </a:xfrm>
            <a:custGeom>
              <a:avLst/>
              <a:gdLst/>
              <a:ahLst/>
              <a:cxnLst/>
              <a:rect l="l" t="t" r="r" b="b"/>
              <a:pathLst>
                <a:path w="591" h="760" extrusionOk="0">
                  <a:moveTo>
                    <a:pt x="312" y="0"/>
                  </a:moveTo>
                  <a:cubicBezTo>
                    <a:pt x="295" y="0"/>
                    <a:pt x="279" y="3"/>
                    <a:pt x="262" y="8"/>
                  </a:cubicBezTo>
                  <a:cubicBezTo>
                    <a:pt x="222" y="18"/>
                    <a:pt x="189" y="38"/>
                    <a:pt x="160" y="66"/>
                  </a:cubicBezTo>
                  <a:cubicBezTo>
                    <a:pt x="146" y="82"/>
                    <a:pt x="132" y="99"/>
                    <a:pt x="118" y="114"/>
                  </a:cubicBezTo>
                  <a:cubicBezTo>
                    <a:pt x="110" y="125"/>
                    <a:pt x="102" y="135"/>
                    <a:pt x="94" y="146"/>
                  </a:cubicBezTo>
                  <a:cubicBezTo>
                    <a:pt x="70" y="172"/>
                    <a:pt x="54" y="203"/>
                    <a:pt x="45" y="238"/>
                  </a:cubicBezTo>
                  <a:cubicBezTo>
                    <a:pt x="43" y="244"/>
                    <a:pt x="41" y="250"/>
                    <a:pt x="39" y="257"/>
                  </a:cubicBezTo>
                  <a:cubicBezTo>
                    <a:pt x="35" y="269"/>
                    <a:pt x="31" y="282"/>
                    <a:pt x="26" y="295"/>
                  </a:cubicBezTo>
                  <a:cubicBezTo>
                    <a:pt x="12" y="342"/>
                    <a:pt x="0" y="389"/>
                    <a:pt x="4" y="438"/>
                  </a:cubicBezTo>
                  <a:cubicBezTo>
                    <a:pt x="7" y="463"/>
                    <a:pt x="10" y="487"/>
                    <a:pt x="13" y="512"/>
                  </a:cubicBezTo>
                  <a:cubicBezTo>
                    <a:pt x="14" y="551"/>
                    <a:pt x="25" y="586"/>
                    <a:pt x="46" y="620"/>
                  </a:cubicBezTo>
                  <a:cubicBezTo>
                    <a:pt x="64" y="652"/>
                    <a:pt x="88" y="680"/>
                    <a:pt x="118" y="699"/>
                  </a:cubicBezTo>
                  <a:cubicBezTo>
                    <a:pt x="128" y="708"/>
                    <a:pt x="138" y="716"/>
                    <a:pt x="150" y="722"/>
                  </a:cubicBezTo>
                  <a:cubicBezTo>
                    <a:pt x="180" y="742"/>
                    <a:pt x="214" y="753"/>
                    <a:pt x="250" y="755"/>
                  </a:cubicBezTo>
                  <a:cubicBezTo>
                    <a:pt x="270" y="758"/>
                    <a:pt x="284" y="760"/>
                    <a:pt x="299" y="760"/>
                  </a:cubicBezTo>
                  <a:cubicBezTo>
                    <a:pt x="316" y="760"/>
                    <a:pt x="334" y="757"/>
                    <a:pt x="360" y="750"/>
                  </a:cubicBezTo>
                  <a:cubicBezTo>
                    <a:pt x="435" y="730"/>
                    <a:pt x="491" y="683"/>
                    <a:pt x="532" y="620"/>
                  </a:cubicBezTo>
                  <a:cubicBezTo>
                    <a:pt x="550" y="593"/>
                    <a:pt x="560" y="554"/>
                    <a:pt x="571" y="523"/>
                  </a:cubicBezTo>
                  <a:cubicBezTo>
                    <a:pt x="573" y="516"/>
                    <a:pt x="575" y="510"/>
                    <a:pt x="577" y="504"/>
                  </a:cubicBezTo>
                  <a:cubicBezTo>
                    <a:pt x="582" y="489"/>
                    <a:pt x="584" y="474"/>
                    <a:pt x="584" y="460"/>
                  </a:cubicBezTo>
                  <a:cubicBezTo>
                    <a:pt x="588" y="445"/>
                    <a:pt x="591" y="429"/>
                    <a:pt x="589" y="415"/>
                  </a:cubicBezTo>
                  <a:cubicBezTo>
                    <a:pt x="589" y="401"/>
                    <a:pt x="587" y="389"/>
                    <a:pt x="586" y="375"/>
                  </a:cubicBezTo>
                  <a:lnTo>
                    <a:pt x="583" y="335"/>
                  </a:lnTo>
                  <a:cubicBezTo>
                    <a:pt x="581" y="306"/>
                    <a:pt x="580" y="276"/>
                    <a:pt x="574" y="248"/>
                  </a:cubicBezTo>
                  <a:cubicBezTo>
                    <a:pt x="566" y="221"/>
                    <a:pt x="555" y="195"/>
                    <a:pt x="542" y="170"/>
                  </a:cubicBezTo>
                  <a:cubicBezTo>
                    <a:pt x="533" y="150"/>
                    <a:pt x="522" y="131"/>
                    <a:pt x="513" y="112"/>
                  </a:cubicBezTo>
                  <a:cubicBezTo>
                    <a:pt x="493" y="79"/>
                    <a:pt x="466" y="52"/>
                    <a:pt x="431" y="32"/>
                  </a:cubicBezTo>
                  <a:cubicBezTo>
                    <a:pt x="406" y="15"/>
                    <a:pt x="379" y="7"/>
                    <a:pt x="350" y="5"/>
                  </a:cubicBezTo>
                  <a:cubicBezTo>
                    <a:pt x="337" y="2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9"/>
            <p:cNvSpPr/>
            <p:nvPr/>
          </p:nvSpPr>
          <p:spPr>
            <a:xfrm>
              <a:off x="5013843" y="1048988"/>
              <a:ext cx="9892" cy="9767"/>
            </a:xfrm>
            <a:custGeom>
              <a:avLst/>
              <a:gdLst/>
              <a:ahLst/>
              <a:cxnLst/>
              <a:rect l="l" t="t" r="r" b="b"/>
              <a:pathLst>
                <a:path w="317" h="313" extrusionOk="0">
                  <a:moveTo>
                    <a:pt x="140" y="0"/>
                  </a:moveTo>
                  <a:cubicBezTo>
                    <a:pt x="115" y="0"/>
                    <a:pt x="92" y="7"/>
                    <a:pt x="71" y="18"/>
                  </a:cubicBezTo>
                  <a:cubicBezTo>
                    <a:pt x="66" y="22"/>
                    <a:pt x="61" y="25"/>
                    <a:pt x="57" y="30"/>
                  </a:cubicBezTo>
                  <a:cubicBezTo>
                    <a:pt x="46" y="36"/>
                    <a:pt x="38" y="43"/>
                    <a:pt x="33" y="54"/>
                  </a:cubicBezTo>
                  <a:cubicBezTo>
                    <a:pt x="20" y="67"/>
                    <a:pt x="13" y="82"/>
                    <a:pt x="9" y="100"/>
                  </a:cubicBezTo>
                  <a:cubicBezTo>
                    <a:pt x="9" y="100"/>
                    <a:pt x="7" y="100"/>
                    <a:pt x="7" y="101"/>
                  </a:cubicBezTo>
                  <a:cubicBezTo>
                    <a:pt x="7" y="102"/>
                    <a:pt x="6" y="104"/>
                    <a:pt x="6" y="106"/>
                  </a:cubicBezTo>
                  <a:cubicBezTo>
                    <a:pt x="6" y="107"/>
                    <a:pt x="5" y="107"/>
                    <a:pt x="5" y="108"/>
                  </a:cubicBezTo>
                  <a:cubicBezTo>
                    <a:pt x="3" y="121"/>
                    <a:pt x="1" y="134"/>
                    <a:pt x="0" y="146"/>
                  </a:cubicBezTo>
                  <a:cubicBezTo>
                    <a:pt x="0" y="148"/>
                    <a:pt x="0" y="149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1" y="165"/>
                    <a:pt x="3" y="177"/>
                    <a:pt x="5" y="190"/>
                  </a:cubicBezTo>
                  <a:cubicBezTo>
                    <a:pt x="5" y="191"/>
                    <a:pt x="5" y="191"/>
                    <a:pt x="5" y="191"/>
                  </a:cubicBezTo>
                  <a:cubicBezTo>
                    <a:pt x="5" y="192"/>
                    <a:pt x="5" y="193"/>
                    <a:pt x="5" y="194"/>
                  </a:cubicBezTo>
                  <a:cubicBezTo>
                    <a:pt x="10" y="209"/>
                    <a:pt x="17" y="223"/>
                    <a:pt x="23" y="237"/>
                  </a:cubicBezTo>
                  <a:cubicBezTo>
                    <a:pt x="32" y="247"/>
                    <a:pt x="39" y="258"/>
                    <a:pt x="47" y="268"/>
                  </a:cubicBezTo>
                  <a:cubicBezTo>
                    <a:pt x="61" y="283"/>
                    <a:pt x="78" y="293"/>
                    <a:pt x="95" y="300"/>
                  </a:cubicBezTo>
                  <a:cubicBezTo>
                    <a:pt x="108" y="306"/>
                    <a:pt x="119" y="309"/>
                    <a:pt x="133" y="309"/>
                  </a:cubicBezTo>
                  <a:cubicBezTo>
                    <a:pt x="142" y="311"/>
                    <a:pt x="150" y="312"/>
                    <a:pt x="159" y="312"/>
                  </a:cubicBezTo>
                  <a:cubicBezTo>
                    <a:pt x="170" y="312"/>
                    <a:pt x="182" y="311"/>
                    <a:pt x="194" y="307"/>
                  </a:cubicBezTo>
                  <a:cubicBezTo>
                    <a:pt x="221" y="299"/>
                    <a:pt x="251" y="284"/>
                    <a:pt x="270" y="261"/>
                  </a:cubicBezTo>
                  <a:cubicBezTo>
                    <a:pt x="279" y="252"/>
                    <a:pt x="287" y="242"/>
                    <a:pt x="293" y="232"/>
                  </a:cubicBezTo>
                  <a:cubicBezTo>
                    <a:pt x="312" y="202"/>
                    <a:pt x="316" y="164"/>
                    <a:pt x="308" y="130"/>
                  </a:cubicBezTo>
                  <a:cubicBezTo>
                    <a:pt x="304" y="116"/>
                    <a:pt x="297" y="104"/>
                    <a:pt x="290" y="92"/>
                  </a:cubicBezTo>
                  <a:cubicBezTo>
                    <a:pt x="289" y="91"/>
                    <a:pt x="289" y="90"/>
                    <a:pt x="288" y="88"/>
                  </a:cubicBezTo>
                  <a:lnTo>
                    <a:pt x="288" y="88"/>
                  </a:lnTo>
                  <a:cubicBezTo>
                    <a:pt x="288" y="89"/>
                    <a:pt x="289" y="90"/>
                    <a:pt x="289" y="91"/>
                  </a:cubicBezTo>
                  <a:cubicBezTo>
                    <a:pt x="286" y="87"/>
                    <a:pt x="283" y="83"/>
                    <a:pt x="281" y="80"/>
                  </a:cubicBezTo>
                  <a:cubicBezTo>
                    <a:pt x="278" y="77"/>
                    <a:pt x="278" y="71"/>
                    <a:pt x="274" y="68"/>
                  </a:cubicBezTo>
                  <a:cubicBezTo>
                    <a:pt x="264" y="52"/>
                    <a:pt x="249" y="39"/>
                    <a:pt x="231" y="29"/>
                  </a:cubicBezTo>
                  <a:cubicBezTo>
                    <a:pt x="220" y="24"/>
                    <a:pt x="207" y="19"/>
                    <a:pt x="196" y="14"/>
                  </a:cubicBezTo>
                  <a:lnTo>
                    <a:pt x="194" y="14"/>
                  </a:lnTo>
                  <a:cubicBezTo>
                    <a:pt x="187" y="11"/>
                    <a:pt x="181" y="8"/>
                    <a:pt x="175" y="6"/>
                  </a:cubicBezTo>
                  <a:cubicBezTo>
                    <a:pt x="163" y="3"/>
                    <a:pt x="152" y="2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9"/>
            <p:cNvSpPr/>
            <p:nvPr/>
          </p:nvSpPr>
          <p:spPr>
            <a:xfrm>
              <a:off x="5162441" y="1127812"/>
              <a:ext cx="34357" cy="32484"/>
            </a:xfrm>
            <a:custGeom>
              <a:avLst/>
              <a:gdLst/>
              <a:ahLst/>
              <a:cxnLst/>
              <a:rect l="l" t="t" r="r" b="b"/>
              <a:pathLst>
                <a:path w="1101" h="1041" extrusionOk="0">
                  <a:moveTo>
                    <a:pt x="572" y="1"/>
                  </a:moveTo>
                  <a:cubicBezTo>
                    <a:pt x="571" y="1"/>
                    <a:pt x="570" y="1"/>
                    <a:pt x="570" y="1"/>
                  </a:cubicBezTo>
                  <a:cubicBezTo>
                    <a:pt x="524" y="6"/>
                    <a:pt x="477" y="12"/>
                    <a:pt x="431" y="18"/>
                  </a:cubicBezTo>
                  <a:cubicBezTo>
                    <a:pt x="383" y="27"/>
                    <a:pt x="340" y="46"/>
                    <a:pt x="301" y="72"/>
                  </a:cubicBezTo>
                  <a:cubicBezTo>
                    <a:pt x="261" y="95"/>
                    <a:pt x="222" y="124"/>
                    <a:pt x="191" y="158"/>
                  </a:cubicBezTo>
                  <a:cubicBezTo>
                    <a:pt x="185" y="163"/>
                    <a:pt x="180" y="168"/>
                    <a:pt x="175" y="174"/>
                  </a:cubicBezTo>
                  <a:cubicBezTo>
                    <a:pt x="46" y="294"/>
                    <a:pt x="0" y="491"/>
                    <a:pt x="44" y="658"/>
                  </a:cubicBezTo>
                  <a:cubicBezTo>
                    <a:pt x="90" y="832"/>
                    <a:pt x="225" y="965"/>
                    <a:pt x="396" y="1015"/>
                  </a:cubicBezTo>
                  <a:cubicBezTo>
                    <a:pt x="403" y="1017"/>
                    <a:pt x="410" y="1019"/>
                    <a:pt x="417" y="1020"/>
                  </a:cubicBezTo>
                  <a:cubicBezTo>
                    <a:pt x="440" y="1025"/>
                    <a:pt x="464" y="1029"/>
                    <a:pt x="487" y="1031"/>
                  </a:cubicBezTo>
                  <a:cubicBezTo>
                    <a:pt x="506" y="1037"/>
                    <a:pt x="525" y="1041"/>
                    <a:pt x="544" y="1041"/>
                  </a:cubicBezTo>
                  <a:cubicBezTo>
                    <a:pt x="548" y="1041"/>
                    <a:pt x="553" y="1041"/>
                    <a:pt x="558" y="1040"/>
                  </a:cubicBezTo>
                  <a:cubicBezTo>
                    <a:pt x="564" y="1040"/>
                    <a:pt x="571" y="1041"/>
                    <a:pt x="577" y="1041"/>
                  </a:cubicBezTo>
                  <a:cubicBezTo>
                    <a:pt x="642" y="1041"/>
                    <a:pt x="703" y="1026"/>
                    <a:pt x="760" y="996"/>
                  </a:cubicBezTo>
                  <a:cubicBezTo>
                    <a:pt x="826" y="975"/>
                    <a:pt x="884" y="940"/>
                    <a:pt x="932" y="887"/>
                  </a:cubicBezTo>
                  <a:cubicBezTo>
                    <a:pt x="959" y="853"/>
                    <a:pt x="985" y="817"/>
                    <a:pt x="1012" y="782"/>
                  </a:cubicBezTo>
                  <a:cubicBezTo>
                    <a:pt x="1013" y="781"/>
                    <a:pt x="1015" y="778"/>
                    <a:pt x="1016" y="776"/>
                  </a:cubicBezTo>
                  <a:cubicBezTo>
                    <a:pt x="1018" y="773"/>
                    <a:pt x="1020" y="770"/>
                    <a:pt x="1021" y="768"/>
                  </a:cubicBezTo>
                  <a:cubicBezTo>
                    <a:pt x="1042" y="725"/>
                    <a:pt x="1067" y="681"/>
                    <a:pt x="1077" y="635"/>
                  </a:cubicBezTo>
                  <a:cubicBezTo>
                    <a:pt x="1097" y="571"/>
                    <a:pt x="1100" y="507"/>
                    <a:pt x="1087" y="444"/>
                  </a:cubicBezTo>
                  <a:cubicBezTo>
                    <a:pt x="1085" y="377"/>
                    <a:pt x="1065" y="314"/>
                    <a:pt x="1028" y="256"/>
                  </a:cubicBezTo>
                  <a:cubicBezTo>
                    <a:pt x="1003" y="223"/>
                    <a:pt x="977" y="188"/>
                    <a:pt x="951" y="155"/>
                  </a:cubicBezTo>
                  <a:cubicBezTo>
                    <a:pt x="889" y="94"/>
                    <a:pt x="818" y="52"/>
                    <a:pt x="735" y="29"/>
                  </a:cubicBezTo>
                  <a:cubicBezTo>
                    <a:pt x="692" y="11"/>
                    <a:pt x="594" y="1"/>
                    <a:pt x="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9"/>
            <p:cNvSpPr/>
            <p:nvPr/>
          </p:nvSpPr>
          <p:spPr>
            <a:xfrm>
              <a:off x="5184940" y="1097793"/>
              <a:ext cx="14635" cy="12420"/>
            </a:xfrm>
            <a:custGeom>
              <a:avLst/>
              <a:gdLst/>
              <a:ahLst/>
              <a:cxnLst/>
              <a:rect l="l" t="t" r="r" b="b"/>
              <a:pathLst>
                <a:path w="469" h="398" extrusionOk="0">
                  <a:moveTo>
                    <a:pt x="242" y="0"/>
                  </a:moveTo>
                  <a:cubicBezTo>
                    <a:pt x="223" y="0"/>
                    <a:pt x="205" y="2"/>
                    <a:pt x="187" y="6"/>
                  </a:cubicBezTo>
                  <a:cubicBezTo>
                    <a:pt x="180" y="7"/>
                    <a:pt x="174" y="9"/>
                    <a:pt x="168" y="10"/>
                  </a:cubicBezTo>
                  <a:cubicBezTo>
                    <a:pt x="163" y="13"/>
                    <a:pt x="157" y="14"/>
                    <a:pt x="151" y="15"/>
                  </a:cubicBezTo>
                  <a:cubicBezTo>
                    <a:pt x="150" y="16"/>
                    <a:pt x="149" y="16"/>
                    <a:pt x="147" y="16"/>
                  </a:cubicBezTo>
                  <a:cubicBezTo>
                    <a:pt x="131" y="22"/>
                    <a:pt x="115" y="29"/>
                    <a:pt x="100" y="36"/>
                  </a:cubicBezTo>
                  <a:cubicBezTo>
                    <a:pt x="72" y="50"/>
                    <a:pt x="61" y="64"/>
                    <a:pt x="44" y="86"/>
                  </a:cubicBezTo>
                  <a:cubicBezTo>
                    <a:pt x="35" y="98"/>
                    <a:pt x="31" y="101"/>
                    <a:pt x="25" y="113"/>
                  </a:cubicBezTo>
                  <a:cubicBezTo>
                    <a:pt x="13" y="140"/>
                    <a:pt x="0" y="166"/>
                    <a:pt x="1" y="198"/>
                  </a:cubicBezTo>
                  <a:cubicBezTo>
                    <a:pt x="3" y="212"/>
                    <a:pt x="5" y="227"/>
                    <a:pt x="7" y="242"/>
                  </a:cubicBezTo>
                  <a:cubicBezTo>
                    <a:pt x="12" y="255"/>
                    <a:pt x="18" y="269"/>
                    <a:pt x="23" y="283"/>
                  </a:cubicBezTo>
                  <a:cubicBezTo>
                    <a:pt x="23" y="284"/>
                    <a:pt x="24" y="285"/>
                    <a:pt x="25" y="286"/>
                  </a:cubicBezTo>
                  <a:cubicBezTo>
                    <a:pt x="27" y="289"/>
                    <a:pt x="28" y="291"/>
                    <a:pt x="29" y="293"/>
                  </a:cubicBezTo>
                  <a:cubicBezTo>
                    <a:pt x="39" y="307"/>
                    <a:pt x="48" y="319"/>
                    <a:pt x="59" y="332"/>
                  </a:cubicBezTo>
                  <a:cubicBezTo>
                    <a:pt x="72" y="342"/>
                    <a:pt x="84" y="353"/>
                    <a:pt x="98" y="362"/>
                  </a:cubicBezTo>
                  <a:cubicBezTo>
                    <a:pt x="109" y="368"/>
                    <a:pt x="133" y="380"/>
                    <a:pt x="146" y="383"/>
                  </a:cubicBezTo>
                  <a:cubicBezTo>
                    <a:pt x="152" y="384"/>
                    <a:pt x="157" y="384"/>
                    <a:pt x="163" y="385"/>
                  </a:cubicBezTo>
                  <a:cubicBezTo>
                    <a:pt x="169" y="387"/>
                    <a:pt x="175" y="388"/>
                    <a:pt x="181" y="389"/>
                  </a:cubicBezTo>
                  <a:cubicBezTo>
                    <a:pt x="198" y="392"/>
                    <a:pt x="219" y="397"/>
                    <a:pt x="237" y="398"/>
                  </a:cubicBezTo>
                  <a:cubicBezTo>
                    <a:pt x="238" y="397"/>
                    <a:pt x="240" y="397"/>
                    <a:pt x="241" y="397"/>
                  </a:cubicBezTo>
                  <a:cubicBezTo>
                    <a:pt x="259" y="395"/>
                    <a:pt x="277" y="392"/>
                    <a:pt x="294" y="390"/>
                  </a:cubicBezTo>
                  <a:cubicBezTo>
                    <a:pt x="322" y="383"/>
                    <a:pt x="349" y="373"/>
                    <a:pt x="374" y="360"/>
                  </a:cubicBezTo>
                  <a:cubicBezTo>
                    <a:pt x="432" y="331"/>
                    <a:pt x="467" y="262"/>
                    <a:pt x="468" y="199"/>
                  </a:cubicBezTo>
                  <a:cubicBezTo>
                    <a:pt x="468" y="164"/>
                    <a:pt x="460" y="133"/>
                    <a:pt x="442" y="103"/>
                  </a:cubicBezTo>
                  <a:cubicBezTo>
                    <a:pt x="425" y="74"/>
                    <a:pt x="402" y="51"/>
                    <a:pt x="374" y="34"/>
                  </a:cubicBezTo>
                  <a:cubicBezTo>
                    <a:pt x="349" y="23"/>
                    <a:pt x="326" y="14"/>
                    <a:pt x="300" y="7"/>
                  </a:cubicBezTo>
                  <a:cubicBezTo>
                    <a:pt x="280" y="2"/>
                    <a:pt x="261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9"/>
            <p:cNvSpPr/>
            <p:nvPr/>
          </p:nvSpPr>
          <p:spPr>
            <a:xfrm>
              <a:off x="5122779" y="1137486"/>
              <a:ext cx="12388" cy="12544"/>
            </a:xfrm>
            <a:custGeom>
              <a:avLst/>
              <a:gdLst/>
              <a:ahLst/>
              <a:cxnLst/>
              <a:rect l="l" t="t" r="r" b="b"/>
              <a:pathLst>
                <a:path w="397" h="402" extrusionOk="0">
                  <a:moveTo>
                    <a:pt x="211" y="0"/>
                  </a:moveTo>
                  <a:cubicBezTo>
                    <a:pt x="196" y="0"/>
                    <a:pt x="180" y="2"/>
                    <a:pt x="165" y="6"/>
                  </a:cubicBezTo>
                  <a:cubicBezTo>
                    <a:pt x="157" y="8"/>
                    <a:pt x="149" y="11"/>
                    <a:pt x="141" y="16"/>
                  </a:cubicBezTo>
                  <a:cubicBezTo>
                    <a:pt x="118" y="24"/>
                    <a:pt x="98" y="36"/>
                    <a:pt x="81" y="54"/>
                  </a:cubicBezTo>
                  <a:cubicBezTo>
                    <a:pt x="80" y="55"/>
                    <a:pt x="80" y="56"/>
                    <a:pt x="79" y="57"/>
                  </a:cubicBezTo>
                  <a:cubicBezTo>
                    <a:pt x="77" y="59"/>
                    <a:pt x="75" y="61"/>
                    <a:pt x="73" y="63"/>
                  </a:cubicBezTo>
                  <a:cubicBezTo>
                    <a:pt x="69" y="68"/>
                    <a:pt x="63" y="72"/>
                    <a:pt x="59" y="76"/>
                  </a:cubicBezTo>
                  <a:cubicBezTo>
                    <a:pt x="47" y="87"/>
                    <a:pt x="35" y="101"/>
                    <a:pt x="26" y="117"/>
                  </a:cubicBezTo>
                  <a:cubicBezTo>
                    <a:pt x="9" y="145"/>
                    <a:pt x="1" y="176"/>
                    <a:pt x="1" y="210"/>
                  </a:cubicBezTo>
                  <a:cubicBezTo>
                    <a:pt x="3" y="227"/>
                    <a:pt x="4" y="243"/>
                    <a:pt x="6" y="260"/>
                  </a:cubicBezTo>
                  <a:cubicBezTo>
                    <a:pt x="15" y="293"/>
                    <a:pt x="32" y="322"/>
                    <a:pt x="56" y="346"/>
                  </a:cubicBezTo>
                  <a:cubicBezTo>
                    <a:pt x="73" y="364"/>
                    <a:pt x="93" y="377"/>
                    <a:pt x="116" y="385"/>
                  </a:cubicBezTo>
                  <a:cubicBezTo>
                    <a:pt x="138" y="396"/>
                    <a:pt x="162" y="401"/>
                    <a:pt x="187" y="401"/>
                  </a:cubicBezTo>
                  <a:cubicBezTo>
                    <a:pt x="221" y="401"/>
                    <a:pt x="254" y="393"/>
                    <a:pt x="284" y="375"/>
                  </a:cubicBezTo>
                  <a:cubicBezTo>
                    <a:pt x="314" y="359"/>
                    <a:pt x="336" y="336"/>
                    <a:pt x="352" y="307"/>
                  </a:cubicBezTo>
                  <a:cubicBezTo>
                    <a:pt x="356" y="301"/>
                    <a:pt x="360" y="296"/>
                    <a:pt x="363" y="288"/>
                  </a:cubicBezTo>
                  <a:cubicBezTo>
                    <a:pt x="370" y="272"/>
                    <a:pt x="378" y="255"/>
                    <a:pt x="385" y="237"/>
                  </a:cubicBezTo>
                  <a:cubicBezTo>
                    <a:pt x="396" y="208"/>
                    <a:pt x="396" y="166"/>
                    <a:pt x="387" y="136"/>
                  </a:cubicBezTo>
                  <a:cubicBezTo>
                    <a:pt x="382" y="112"/>
                    <a:pt x="370" y="91"/>
                    <a:pt x="353" y="72"/>
                  </a:cubicBezTo>
                  <a:cubicBezTo>
                    <a:pt x="341" y="52"/>
                    <a:pt x="324" y="36"/>
                    <a:pt x="303" y="25"/>
                  </a:cubicBezTo>
                  <a:cubicBezTo>
                    <a:pt x="288" y="19"/>
                    <a:pt x="274" y="13"/>
                    <a:pt x="260" y="7"/>
                  </a:cubicBezTo>
                  <a:cubicBezTo>
                    <a:pt x="244" y="3"/>
                    <a:pt x="227" y="0"/>
                    <a:pt x="21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9"/>
            <p:cNvSpPr/>
            <p:nvPr/>
          </p:nvSpPr>
          <p:spPr>
            <a:xfrm>
              <a:off x="5061618" y="1099728"/>
              <a:ext cx="26150" cy="23185"/>
            </a:xfrm>
            <a:custGeom>
              <a:avLst/>
              <a:gdLst/>
              <a:ahLst/>
              <a:cxnLst/>
              <a:rect l="l" t="t" r="r" b="b"/>
              <a:pathLst>
                <a:path w="838" h="743" extrusionOk="0">
                  <a:moveTo>
                    <a:pt x="439" y="0"/>
                  </a:moveTo>
                  <a:cubicBezTo>
                    <a:pt x="433" y="0"/>
                    <a:pt x="428" y="0"/>
                    <a:pt x="423" y="1"/>
                  </a:cubicBezTo>
                  <a:cubicBezTo>
                    <a:pt x="378" y="2"/>
                    <a:pt x="330" y="3"/>
                    <a:pt x="286" y="14"/>
                  </a:cubicBezTo>
                  <a:cubicBezTo>
                    <a:pt x="213" y="33"/>
                    <a:pt x="154" y="72"/>
                    <a:pt x="102" y="124"/>
                  </a:cubicBezTo>
                  <a:cubicBezTo>
                    <a:pt x="84" y="147"/>
                    <a:pt x="66" y="170"/>
                    <a:pt x="48" y="193"/>
                  </a:cubicBezTo>
                  <a:cubicBezTo>
                    <a:pt x="24" y="231"/>
                    <a:pt x="11" y="273"/>
                    <a:pt x="9" y="317"/>
                  </a:cubicBezTo>
                  <a:cubicBezTo>
                    <a:pt x="0" y="346"/>
                    <a:pt x="0" y="376"/>
                    <a:pt x="8" y="406"/>
                  </a:cubicBezTo>
                  <a:cubicBezTo>
                    <a:pt x="10" y="452"/>
                    <a:pt x="22" y="496"/>
                    <a:pt x="48" y="536"/>
                  </a:cubicBezTo>
                  <a:cubicBezTo>
                    <a:pt x="51" y="540"/>
                    <a:pt x="54" y="543"/>
                    <a:pt x="57" y="547"/>
                  </a:cubicBezTo>
                  <a:cubicBezTo>
                    <a:pt x="77" y="573"/>
                    <a:pt x="97" y="598"/>
                    <a:pt x="117" y="625"/>
                  </a:cubicBezTo>
                  <a:cubicBezTo>
                    <a:pt x="162" y="668"/>
                    <a:pt x="215" y="700"/>
                    <a:pt x="276" y="718"/>
                  </a:cubicBezTo>
                  <a:cubicBezTo>
                    <a:pt x="290" y="722"/>
                    <a:pt x="305" y="724"/>
                    <a:pt x="320" y="727"/>
                  </a:cubicBezTo>
                  <a:cubicBezTo>
                    <a:pt x="363" y="736"/>
                    <a:pt x="398" y="742"/>
                    <a:pt x="434" y="742"/>
                  </a:cubicBezTo>
                  <a:cubicBezTo>
                    <a:pt x="462" y="742"/>
                    <a:pt x="490" y="739"/>
                    <a:pt x="523" y="730"/>
                  </a:cubicBezTo>
                  <a:cubicBezTo>
                    <a:pt x="560" y="721"/>
                    <a:pt x="595" y="704"/>
                    <a:pt x="629" y="686"/>
                  </a:cubicBezTo>
                  <a:cubicBezTo>
                    <a:pt x="641" y="680"/>
                    <a:pt x="653" y="675"/>
                    <a:pt x="665" y="668"/>
                  </a:cubicBezTo>
                  <a:cubicBezTo>
                    <a:pt x="716" y="638"/>
                    <a:pt x="757" y="597"/>
                    <a:pt x="787" y="546"/>
                  </a:cubicBezTo>
                  <a:cubicBezTo>
                    <a:pt x="811" y="508"/>
                    <a:pt x="824" y="468"/>
                    <a:pt x="827" y="424"/>
                  </a:cubicBezTo>
                  <a:cubicBezTo>
                    <a:pt x="838" y="380"/>
                    <a:pt x="836" y="335"/>
                    <a:pt x="822" y="291"/>
                  </a:cubicBezTo>
                  <a:cubicBezTo>
                    <a:pt x="806" y="232"/>
                    <a:pt x="777" y="181"/>
                    <a:pt x="734" y="138"/>
                  </a:cubicBezTo>
                  <a:cubicBezTo>
                    <a:pt x="702" y="112"/>
                    <a:pt x="668" y="87"/>
                    <a:pt x="635" y="62"/>
                  </a:cubicBezTo>
                  <a:cubicBezTo>
                    <a:pt x="581" y="25"/>
                    <a:pt x="505" y="0"/>
                    <a:pt x="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9"/>
            <p:cNvSpPr/>
            <p:nvPr/>
          </p:nvSpPr>
          <p:spPr>
            <a:xfrm>
              <a:off x="5154359" y="1044120"/>
              <a:ext cx="15977" cy="19784"/>
            </a:xfrm>
            <a:custGeom>
              <a:avLst/>
              <a:gdLst/>
              <a:ahLst/>
              <a:cxnLst/>
              <a:rect l="l" t="t" r="r" b="b"/>
              <a:pathLst>
                <a:path w="512" h="634" extrusionOk="0">
                  <a:moveTo>
                    <a:pt x="284" y="1"/>
                  </a:moveTo>
                  <a:cubicBezTo>
                    <a:pt x="248" y="1"/>
                    <a:pt x="213" y="14"/>
                    <a:pt x="186" y="40"/>
                  </a:cubicBezTo>
                  <a:cubicBezTo>
                    <a:pt x="172" y="53"/>
                    <a:pt x="163" y="68"/>
                    <a:pt x="156" y="84"/>
                  </a:cubicBezTo>
                  <a:lnTo>
                    <a:pt x="156" y="84"/>
                  </a:lnTo>
                  <a:cubicBezTo>
                    <a:pt x="156" y="82"/>
                    <a:pt x="157" y="81"/>
                    <a:pt x="158" y="79"/>
                  </a:cubicBezTo>
                  <a:lnTo>
                    <a:pt x="158" y="79"/>
                  </a:lnTo>
                  <a:cubicBezTo>
                    <a:pt x="148" y="103"/>
                    <a:pt x="134" y="124"/>
                    <a:pt x="119" y="145"/>
                  </a:cubicBezTo>
                  <a:cubicBezTo>
                    <a:pt x="116" y="149"/>
                    <a:pt x="113" y="153"/>
                    <a:pt x="109" y="156"/>
                  </a:cubicBezTo>
                  <a:cubicBezTo>
                    <a:pt x="106" y="159"/>
                    <a:pt x="103" y="162"/>
                    <a:pt x="101" y="164"/>
                  </a:cubicBezTo>
                  <a:cubicBezTo>
                    <a:pt x="72" y="193"/>
                    <a:pt x="54" y="227"/>
                    <a:pt x="39" y="266"/>
                  </a:cubicBezTo>
                  <a:cubicBezTo>
                    <a:pt x="29" y="288"/>
                    <a:pt x="15" y="311"/>
                    <a:pt x="10" y="335"/>
                  </a:cubicBezTo>
                  <a:cubicBezTo>
                    <a:pt x="8" y="355"/>
                    <a:pt x="5" y="375"/>
                    <a:pt x="2" y="395"/>
                  </a:cubicBezTo>
                  <a:cubicBezTo>
                    <a:pt x="1" y="427"/>
                    <a:pt x="7" y="459"/>
                    <a:pt x="22" y="487"/>
                  </a:cubicBezTo>
                  <a:cubicBezTo>
                    <a:pt x="27" y="507"/>
                    <a:pt x="37" y="525"/>
                    <a:pt x="52" y="540"/>
                  </a:cubicBezTo>
                  <a:cubicBezTo>
                    <a:pt x="69" y="566"/>
                    <a:pt x="91" y="586"/>
                    <a:pt x="119" y="601"/>
                  </a:cubicBezTo>
                  <a:cubicBezTo>
                    <a:pt x="155" y="620"/>
                    <a:pt x="193" y="630"/>
                    <a:pt x="234" y="634"/>
                  </a:cubicBezTo>
                  <a:cubicBezTo>
                    <a:pt x="236" y="634"/>
                    <a:pt x="239" y="634"/>
                    <a:pt x="241" y="634"/>
                  </a:cubicBezTo>
                  <a:cubicBezTo>
                    <a:pt x="271" y="634"/>
                    <a:pt x="300" y="627"/>
                    <a:pt x="326" y="614"/>
                  </a:cubicBezTo>
                  <a:cubicBezTo>
                    <a:pt x="356" y="604"/>
                    <a:pt x="382" y="588"/>
                    <a:pt x="404" y="564"/>
                  </a:cubicBezTo>
                  <a:cubicBezTo>
                    <a:pt x="447" y="519"/>
                    <a:pt x="471" y="461"/>
                    <a:pt x="492" y="402"/>
                  </a:cubicBezTo>
                  <a:cubicBezTo>
                    <a:pt x="511" y="345"/>
                    <a:pt x="500" y="279"/>
                    <a:pt x="481" y="222"/>
                  </a:cubicBezTo>
                  <a:cubicBezTo>
                    <a:pt x="470" y="187"/>
                    <a:pt x="455" y="151"/>
                    <a:pt x="437" y="119"/>
                  </a:cubicBezTo>
                  <a:cubicBezTo>
                    <a:pt x="418" y="81"/>
                    <a:pt x="391" y="38"/>
                    <a:pt x="354" y="18"/>
                  </a:cubicBezTo>
                  <a:cubicBezTo>
                    <a:pt x="332" y="6"/>
                    <a:pt x="308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49"/>
          <p:cNvGrpSpPr/>
          <p:nvPr/>
        </p:nvGrpSpPr>
        <p:grpSpPr>
          <a:xfrm>
            <a:off x="-614816" y="1469536"/>
            <a:ext cx="3195833" cy="3150119"/>
            <a:chOff x="6065139" y="854051"/>
            <a:chExt cx="462240" cy="455562"/>
          </a:xfrm>
        </p:grpSpPr>
        <p:sp>
          <p:nvSpPr>
            <p:cNvPr id="1450" name="Google Shape;1450;p49"/>
            <p:cNvSpPr/>
            <p:nvPr/>
          </p:nvSpPr>
          <p:spPr>
            <a:xfrm>
              <a:off x="6065170" y="854051"/>
              <a:ext cx="462208" cy="455562"/>
            </a:xfrm>
            <a:custGeom>
              <a:avLst/>
              <a:gdLst/>
              <a:ahLst/>
              <a:cxnLst/>
              <a:rect l="l" t="t" r="r" b="b"/>
              <a:pathLst>
                <a:path w="14812" h="14599" extrusionOk="0">
                  <a:moveTo>
                    <a:pt x="8340" y="1"/>
                  </a:moveTo>
                  <a:cubicBezTo>
                    <a:pt x="7895" y="1"/>
                    <a:pt x="7457" y="125"/>
                    <a:pt x="7038" y="335"/>
                  </a:cubicBezTo>
                  <a:cubicBezTo>
                    <a:pt x="6942" y="383"/>
                    <a:pt x="6867" y="402"/>
                    <a:pt x="6793" y="402"/>
                  </a:cubicBezTo>
                  <a:cubicBezTo>
                    <a:pt x="6701" y="402"/>
                    <a:pt x="6611" y="373"/>
                    <a:pt x="6486" y="336"/>
                  </a:cubicBezTo>
                  <a:cubicBezTo>
                    <a:pt x="6299" y="281"/>
                    <a:pt x="6103" y="248"/>
                    <a:pt x="5908" y="241"/>
                  </a:cubicBezTo>
                  <a:cubicBezTo>
                    <a:pt x="5881" y="240"/>
                    <a:pt x="5854" y="239"/>
                    <a:pt x="5827" y="239"/>
                  </a:cubicBezTo>
                  <a:cubicBezTo>
                    <a:pt x="5532" y="239"/>
                    <a:pt x="5242" y="302"/>
                    <a:pt x="4968" y="406"/>
                  </a:cubicBezTo>
                  <a:cubicBezTo>
                    <a:pt x="4542" y="468"/>
                    <a:pt x="4131" y="642"/>
                    <a:pt x="3794" y="921"/>
                  </a:cubicBezTo>
                  <a:cubicBezTo>
                    <a:pt x="3485" y="1178"/>
                    <a:pt x="3275" y="1529"/>
                    <a:pt x="2977" y="1798"/>
                  </a:cubicBezTo>
                  <a:cubicBezTo>
                    <a:pt x="2708" y="2040"/>
                    <a:pt x="2380" y="2208"/>
                    <a:pt x="2085" y="2416"/>
                  </a:cubicBezTo>
                  <a:cubicBezTo>
                    <a:pt x="1785" y="2626"/>
                    <a:pt x="1503" y="2870"/>
                    <a:pt x="1324" y="3196"/>
                  </a:cubicBezTo>
                  <a:cubicBezTo>
                    <a:pt x="1127" y="3555"/>
                    <a:pt x="1070" y="3960"/>
                    <a:pt x="946" y="4346"/>
                  </a:cubicBezTo>
                  <a:cubicBezTo>
                    <a:pt x="722" y="5036"/>
                    <a:pt x="53" y="5514"/>
                    <a:pt x="18" y="6278"/>
                  </a:cubicBezTo>
                  <a:cubicBezTo>
                    <a:pt x="1" y="6694"/>
                    <a:pt x="237" y="7034"/>
                    <a:pt x="331" y="7425"/>
                  </a:cubicBezTo>
                  <a:cubicBezTo>
                    <a:pt x="432" y="7842"/>
                    <a:pt x="361" y="8287"/>
                    <a:pt x="325" y="8709"/>
                  </a:cubicBezTo>
                  <a:cubicBezTo>
                    <a:pt x="287" y="9141"/>
                    <a:pt x="285" y="9571"/>
                    <a:pt x="399" y="9994"/>
                  </a:cubicBezTo>
                  <a:cubicBezTo>
                    <a:pt x="509" y="10400"/>
                    <a:pt x="705" y="10782"/>
                    <a:pt x="924" y="11139"/>
                  </a:cubicBezTo>
                  <a:cubicBezTo>
                    <a:pt x="1320" y="11786"/>
                    <a:pt x="1760" y="12505"/>
                    <a:pt x="2392" y="12945"/>
                  </a:cubicBezTo>
                  <a:cubicBezTo>
                    <a:pt x="2731" y="13180"/>
                    <a:pt x="3143" y="13244"/>
                    <a:pt x="3498" y="13445"/>
                  </a:cubicBezTo>
                  <a:cubicBezTo>
                    <a:pt x="3882" y="13663"/>
                    <a:pt x="4268" y="13858"/>
                    <a:pt x="4684" y="14006"/>
                  </a:cubicBezTo>
                  <a:cubicBezTo>
                    <a:pt x="5093" y="14151"/>
                    <a:pt x="5514" y="14261"/>
                    <a:pt x="5937" y="14363"/>
                  </a:cubicBezTo>
                  <a:cubicBezTo>
                    <a:pt x="6365" y="14465"/>
                    <a:pt x="6801" y="14586"/>
                    <a:pt x="7244" y="14598"/>
                  </a:cubicBezTo>
                  <a:cubicBezTo>
                    <a:pt x="7261" y="14599"/>
                    <a:pt x="7278" y="14599"/>
                    <a:pt x="7295" y="14599"/>
                  </a:cubicBezTo>
                  <a:cubicBezTo>
                    <a:pt x="7928" y="14599"/>
                    <a:pt x="8530" y="14248"/>
                    <a:pt x="9160" y="14123"/>
                  </a:cubicBezTo>
                  <a:cubicBezTo>
                    <a:pt x="10002" y="13957"/>
                    <a:pt x="10551" y="13942"/>
                    <a:pt x="11344" y="13513"/>
                  </a:cubicBezTo>
                  <a:cubicBezTo>
                    <a:pt x="12189" y="13056"/>
                    <a:pt x="13334" y="12350"/>
                    <a:pt x="13742" y="11436"/>
                  </a:cubicBezTo>
                  <a:cubicBezTo>
                    <a:pt x="13925" y="11030"/>
                    <a:pt x="14066" y="10605"/>
                    <a:pt x="14221" y="10188"/>
                  </a:cubicBezTo>
                  <a:cubicBezTo>
                    <a:pt x="14375" y="9774"/>
                    <a:pt x="14567" y="9358"/>
                    <a:pt x="14676" y="8929"/>
                  </a:cubicBezTo>
                  <a:cubicBezTo>
                    <a:pt x="14729" y="8718"/>
                    <a:pt x="14750" y="8500"/>
                    <a:pt x="14702" y="8286"/>
                  </a:cubicBezTo>
                  <a:cubicBezTo>
                    <a:pt x="14656" y="8076"/>
                    <a:pt x="14526" y="7906"/>
                    <a:pt x="14457" y="7707"/>
                  </a:cubicBezTo>
                  <a:cubicBezTo>
                    <a:pt x="14339" y="7367"/>
                    <a:pt x="14594" y="6957"/>
                    <a:pt x="14656" y="6624"/>
                  </a:cubicBezTo>
                  <a:cubicBezTo>
                    <a:pt x="14811" y="5779"/>
                    <a:pt x="14198" y="5105"/>
                    <a:pt x="14221" y="4281"/>
                  </a:cubicBezTo>
                  <a:cubicBezTo>
                    <a:pt x="14233" y="3835"/>
                    <a:pt x="14151" y="3471"/>
                    <a:pt x="13871" y="3117"/>
                  </a:cubicBezTo>
                  <a:cubicBezTo>
                    <a:pt x="13607" y="2782"/>
                    <a:pt x="13277" y="2497"/>
                    <a:pt x="12974" y="2200"/>
                  </a:cubicBezTo>
                  <a:cubicBezTo>
                    <a:pt x="12460" y="1696"/>
                    <a:pt x="11869" y="977"/>
                    <a:pt x="11104" y="977"/>
                  </a:cubicBezTo>
                  <a:cubicBezTo>
                    <a:pt x="10989" y="977"/>
                    <a:pt x="10869" y="994"/>
                    <a:pt x="10745" y="1030"/>
                  </a:cubicBezTo>
                  <a:cubicBezTo>
                    <a:pt x="10666" y="1052"/>
                    <a:pt x="10586" y="1083"/>
                    <a:pt x="10505" y="1083"/>
                  </a:cubicBezTo>
                  <a:cubicBezTo>
                    <a:pt x="10492" y="1083"/>
                    <a:pt x="10479" y="1082"/>
                    <a:pt x="10466" y="1080"/>
                  </a:cubicBezTo>
                  <a:cubicBezTo>
                    <a:pt x="10116" y="1031"/>
                    <a:pt x="9593" y="312"/>
                    <a:pt x="9178" y="155"/>
                  </a:cubicBezTo>
                  <a:cubicBezTo>
                    <a:pt x="8898" y="49"/>
                    <a:pt x="8618" y="1"/>
                    <a:pt x="8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6065139" y="886535"/>
              <a:ext cx="459587" cy="423077"/>
            </a:xfrm>
            <a:custGeom>
              <a:avLst/>
              <a:gdLst/>
              <a:ahLst/>
              <a:cxnLst/>
              <a:rect l="l" t="t" r="r" b="b"/>
              <a:pathLst>
                <a:path w="14728" h="13558" extrusionOk="0">
                  <a:moveTo>
                    <a:pt x="3670" y="0"/>
                  </a:moveTo>
                  <a:lnTo>
                    <a:pt x="3670" y="0"/>
                  </a:lnTo>
                  <a:cubicBezTo>
                    <a:pt x="3426" y="240"/>
                    <a:pt x="3232" y="527"/>
                    <a:pt x="2978" y="756"/>
                  </a:cubicBezTo>
                  <a:cubicBezTo>
                    <a:pt x="2708" y="999"/>
                    <a:pt x="2381" y="1167"/>
                    <a:pt x="2086" y="1375"/>
                  </a:cubicBezTo>
                  <a:cubicBezTo>
                    <a:pt x="1786" y="1585"/>
                    <a:pt x="1503" y="1829"/>
                    <a:pt x="1324" y="2155"/>
                  </a:cubicBezTo>
                  <a:cubicBezTo>
                    <a:pt x="1128" y="2514"/>
                    <a:pt x="1071" y="2919"/>
                    <a:pt x="946" y="3305"/>
                  </a:cubicBezTo>
                  <a:cubicBezTo>
                    <a:pt x="723" y="3994"/>
                    <a:pt x="53" y="4473"/>
                    <a:pt x="19" y="5237"/>
                  </a:cubicBezTo>
                  <a:cubicBezTo>
                    <a:pt x="0" y="5653"/>
                    <a:pt x="237" y="5993"/>
                    <a:pt x="331" y="6384"/>
                  </a:cubicBezTo>
                  <a:cubicBezTo>
                    <a:pt x="433" y="6801"/>
                    <a:pt x="360" y="7246"/>
                    <a:pt x="325" y="7668"/>
                  </a:cubicBezTo>
                  <a:cubicBezTo>
                    <a:pt x="288" y="8100"/>
                    <a:pt x="285" y="8530"/>
                    <a:pt x="400" y="8952"/>
                  </a:cubicBezTo>
                  <a:cubicBezTo>
                    <a:pt x="510" y="9359"/>
                    <a:pt x="706" y="9741"/>
                    <a:pt x="925" y="10098"/>
                  </a:cubicBezTo>
                  <a:cubicBezTo>
                    <a:pt x="1321" y="10745"/>
                    <a:pt x="1761" y="11463"/>
                    <a:pt x="2393" y="11904"/>
                  </a:cubicBezTo>
                  <a:cubicBezTo>
                    <a:pt x="2732" y="12139"/>
                    <a:pt x="3143" y="12203"/>
                    <a:pt x="3499" y="12404"/>
                  </a:cubicBezTo>
                  <a:cubicBezTo>
                    <a:pt x="3883" y="12622"/>
                    <a:pt x="4267" y="12817"/>
                    <a:pt x="4685" y="12965"/>
                  </a:cubicBezTo>
                  <a:cubicBezTo>
                    <a:pt x="5094" y="13110"/>
                    <a:pt x="5515" y="13220"/>
                    <a:pt x="5937" y="13322"/>
                  </a:cubicBezTo>
                  <a:cubicBezTo>
                    <a:pt x="6365" y="13424"/>
                    <a:pt x="6802" y="13545"/>
                    <a:pt x="7244" y="13557"/>
                  </a:cubicBezTo>
                  <a:cubicBezTo>
                    <a:pt x="7261" y="13558"/>
                    <a:pt x="7278" y="13558"/>
                    <a:pt x="7295" y="13558"/>
                  </a:cubicBezTo>
                  <a:cubicBezTo>
                    <a:pt x="7928" y="13558"/>
                    <a:pt x="8530" y="13207"/>
                    <a:pt x="9161" y="13082"/>
                  </a:cubicBezTo>
                  <a:cubicBezTo>
                    <a:pt x="10002" y="12916"/>
                    <a:pt x="10552" y="12901"/>
                    <a:pt x="11345" y="12472"/>
                  </a:cubicBezTo>
                  <a:cubicBezTo>
                    <a:pt x="12189" y="12015"/>
                    <a:pt x="13335" y="11309"/>
                    <a:pt x="13742" y="10395"/>
                  </a:cubicBezTo>
                  <a:cubicBezTo>
                    <a:pt x="13925" y="9989"/>
                    <a:pt x="14066" y="9563"/>
                    <a:pt x="14221" y="9147"/>
                  </a:cubicBezTo>
                  <a:cubicBezTo>
                    <a:pt x="14375" y="8733"/>
                    <a:pt x="14568" y="8316"/>
                    <a:pt x="14677" y="7888"/>
                  </a:cubicBezTo>
                  <a:cubicBezTo>
                    <a:pt x="14708" y="7761"/>
                    <a:pt x="14726" y="7631"/>
                    <a:pt x="14727" y="7502"/>
                  </a:cubicBezTo>
                  <a:lnTo>
                    <a:pt x="14727" y="7502"/>
                  </a:lnTo>
                  <a:cubicBezTo>
                    <a:pt x="14195" y="8279"/>
                    <a:pt x="13616" y="8995"/>
                    <a:pt x="12777" y="9396"/>
                  </a:cubicBezTo>
                  <a:cubicBezTo>
                    <a:pt x="12199" y="9673"/>
                    <a:pt x="11550" y="9766"/>
                    <a:pt x="10910" y="9823"/>
                  </a:cubicBezTo>
                  <a:cubicBezTo>
                    <a:pt x="10512" y="9858"/>
                    <a:pt x="10112" y="9880"/>
                    <a:pt x="9712" y="9880"/>
                  </a:cubicBezTo>
                  <a:cubicBezTo>
                    <a:pt x="9386" y="9880"/>
                    <a:pt x="9061" y="9866"/>
                    <a:pt x="8738" y="9831"/>
                  </a:cubicBezTo>
                  <a:cubicBezTo>
                    <a:pt x="8418" y="9797"/>
                    <a:pt x="8091" y="9739"/>
                    <a:pt x="7821" y="9566"/>
                  </a:cubicBezTo>
                  <a:cubicBezTo>
                    <a:pt x="7613" y="9434"/>
                    <a:pt x="7453" y="9241"/>
                    <a:pt x="7265" y="9084"/>
                  </a:cubicBezTo>
                  <a:cubicBezTo>
                    <a:pt x="6451" y="8405"/>
                    <a:pt x="5178" y="8418"/>
                    <a:pt x="4464" y="7633"/>
                  </a:cubicBezTo>
                  <a:cubicBezTo>
                    <a:pt x="3695" y="6788"/>
                    <a:pt x="3942" y="5473"/>
                    <a:pt x="3767" y="4344"/>
                  </a:cubicBezTo>
                  <a:cubicBezTo>
                    <a:pt x="3661" y="3656"/>
                    <a:pt x="3384" y="3004"/>
                    <a:pt x="3287" y="2316"/>
                  </a:cubicBezTo>
                  <a:cubicBezTo>
                    <a:pt x="3176" y="1529"/>
                    <a:pt x="3318" y="713"/>
                    <a:pt x="3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9"/>
            <p:cNvSpPr/>
            <p:nvPr/>
          </p:nvSpPr>
          <p:spPr>
            <a:xfrm>
              <a:off x="6065139" y="921953"/>
              <a:ext cx="435310" cy="387660"/>
            </a:xfrm>
            <a:custGeom>
              <a:avLst/>
              <a:gdLst/>
              <a:ahLst/>
              <a:cxnLst/>
              <a:rect l="l" t="t" r="r" b="b"/>
              <a:pathLst>
                <a:path w="13950" h="12423" extrusionOk="0">
                  <a:moveTo>
                    <a:pt x="2454" y="0"/>
                  </a:moveTo>
                  <a:lnTo>
                    <a:pt x="2454" y="0"/>
                  </a:lnTo>
                  <a:cubicBezTo>
                    <a:pt x="2330" y="79"/>
                    <a:pt x="2206" y="156"/>
                    <a:pt x="2086" y="240"/>
                  </a:cubicBezTo>
                  <a:cubicBezTo>
                    <a:pt x="1786" y="450"/>
                    <a:pt x="1503" y="694"/>
                    <a:pt x="1324" y="1020"/>
                  </a:cubicBezTo>
                  <a:cubicBezTo>
                    <a:pt x="1128" y="1379"/>
                    <a:pt x="1071" y="1784"/>
                    <a:pt x="946" y="2170"/>
                  </a:cubicBezTo>
                  <a:cubicBezTo>
                    <a:pt x="723" y="2859"/>
                    <a:pt x="53" y="3338"/>
                    <a:pt x="19" y="4102"/>
                  </a:cubicBezTo>
                  <a:cubicBezTo>
                    <a:pt x="0" y="4518"/>
                    <a:pt x="237" y="4858"/>
                    <a:pt x="331" y="5249"/>
                  </a:cubicBezTo>
                  <a:cubicBezTo>
                    <a:pt x="433" y="5666"/>
                    <a:pt x="360" y="6111"/>
                    <a:pt x="325" y="6532"/>
                  </a:cubicBezTo>
                  <a:cubicBezTo>
                    <a:pt x="288" y="6965"/>
                    <a:pt x="285" y="7395"/>
                    <a:pt x="400" y="7817"/>
                  </a:cubicBezTo>
                  <a:cubicBezTo>
                    <a:pt x="510" y="8224"/>
                    <a:pt x="706" y="8606"/>
                    <a:pt x="925" y="8963"/>
                  </a:cubicBezTo>
                  <a:cubicBezTo>
                    <a:pt x="1321" y="9610"/>
                    <a:pt x="1761" y="10328"/>
                    <a:pt x="2393" y="10769"/>
                  </a:cubicBezTo>
                  <a:cubicBezTo>
                    <a:pt x="2732" y="11004"/>
                    <a:pt x="3143" y="11067"/>
                    <a:pt x="3499" y="11269"/>
                  </a:cubicBezTo>
                  <a:cubicBezTo>
                    <a:pt x="3883" y="11487"/>
                    <a:pt x="4267" y="11682"/>
                    <a:pt x="4685" y="11830"/>
                  </a:cubicBezTo>
                  <a:cubicBezTo>
                    <a:pt x="5094" y="11975"/>
                    <a:pt x="5515" y="12084"/>
                    <a:pt x="5937" y="12186"/>
                  </a:cubicBezTo>
                  <a:cubicBezTo>
                    <a:pt x="6365" y="12289"/>
                    <a:pt x="6802" y="12410"/>
                    <a:pt x="7244" y="12422"/>
                  </a:cubicBezTo>
                  <a:cubicBezTo>
                    <a:pt x="7261" y="12423"/>
                    <a:pt x="7278" y="12423"/>
                    <a:pt x="7295" y="12423"/>
                  </a:cubicBezTo>
                  <a:cubicBezTo>
                    <a:pt x="7928" y="12423"/>
                    <a:pt x="8530" y="12072"/>
                    <a:pt x="9161" y="11947"/>
                  </a:cubicBezTo>
                  <a:cubicBezTo>
                    <a:pt x="10002" y="11781"/>
                    <a:pt x="10552" y="11765"/>
                    <a:pt x="11345" y="11337"/>
                  </a:cubicBezTo>
                  <a:cubicBezTo>
                    <a:pt x="12190" y="10880"/>
                    <a:pt x="13335" y="10174"/>
                    <a:pt x="13742" y="9260"/>
                  </a:cubicBezTo>
                  <a:cubicBezTo>
                    <a:pt x="13818" y="9093"/>
                    <a:pt x="13885" y="8922"/>
                    <a:pt x="13950" y="8751"/>
                  </a:cubicBezTo>
                  <a:lnTo>
                    <a:pt x="13950" y="8751"/>
                  </a:lnTo>
                  <a:cubicBezTo>
                    <a:pt x="13157" y="9439"/>
                    <a:pt x="12164" y="9856"/>
                    <a:pt x="11191" y="10255"/>
                  </a:cubicBezTo>
                  <a:cubicBezTo>
                    <a:pt x="9979" y="10753"/>
                    <a:pt x="8738" y="11255"/>
                    <a:pt x="7429" y="11327"/>
                  </a:cubicBezTo>
                  <a:cubicBezTo>
                    <a:pt x="7356" y="11331"/>
                    <a:pt x="7281" y="11334"/>
                    <a:pt x="7206" y="11334"/>
                  </a:cubicBezTo>
                  <a:cubicBezTo>
                    <a:pt x="6750" y="11334"/>
                    <a:pt x="6283" y="11249"/>
                    <a:pt x="5945" y="10953"/>
                  </a:cubicBezTo>
                  <a:cubicBezTo>
                    <a:pt x="5809" y="10833"/>
                    <a:pt x="5699" y="10683"/>
                    <a:pt x="5545" y="10586"/>
                  </a:cubicBezTo>
                  <a:cubicBezTo>
                    <a:pt x="5337" y="10457"/>
                    <a:pt x="5081" y="10444"/>
                    <a:pt x="4839" y="10403"/>
                  </a:cubicBezTo>
                  <a:cubicBezTo>
                    <a:pt x="3943" y="10252"/>
                    <a:pt x="3140" y="9631"/>
                    <a:pt x="2767" y="8802"/>
                  </a:cubicBezTo>
                  <a:cubicBezTo>
                    <a:pt x="2644" y="8531"/>
                    <a:pt x="2566" y="8239"/>
                    <a:pt x="2415" y="7981"/>
                  </a:cubicBezTo>
                  <a:cubicBezTo>
                    <a:pt x="2203" y="7619"/>
                    <a:pt x="1862" y="7348"/>
                    <a:pt x="1631" y="6999"/>
                  </a:cubicBezTo>
                  <a:cubicBezTo>
                    <a:pt x="1231" y="6395"/>
                    <a:pt x="1196" y="5624"/>
                    <a:pt x="1232" y="4901"/>
                  </a:cubicBezTo>
                  <a:cubicBezTo>
                    <a:pt x="1319" y="3209"/>
                    <a:pt x="1740" y="1536"/>
                    <a:pt x="245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9"/>
            <p:cNvSpPr/>
            <p:nvPr/>
          </p:nvSpPr>
          <p:spPr>
            <a:xfrm>
              <a:off x="6304856" y="920923"/>
              <a:ext cx="35636" cy="43125"/>
            </a:xfrm>
            <a:custGeom>
              <a:avLst/>
              <a:gdLst/>
              <a:ahLst/>
              <a:cxnLst/>
              <a:rect l="l" t="t" r="r" b="b"/>
              <a:pathLst>
                <a:path w="1142" h="1382" extrusionOk="0">
                  <a:moveTo>
                    <a:pt x="624" y="1"/>
                  </a:moveTo>
                  <a:cubicBezTo>
                    <a:pt x="582" y="1"/>
                    <a:pt x="540" y="6"/>
                    <a:pt x="492" y="16"/>
                  </a:cubicBezTo>
                  <a:cubicBezTo>
                    <a:pt x="484" y="18"/>
                    <a:pt x="476" y="20"/>
                    <a:pt x="468" y="24"/>
                  </a:cubicBezTo>
                  <a:cubicBezTo>
                    <a:pt x="428" y="38"/>
                    <a:pt x="384" y="54"/>
                    <a:pt x="347" y="77"/>
                  </a:cubicBezTo>
                  <a:cubicBezTo>
                    <a:pt x="330" y="87"/>
                    <a:pt x="307" y="107"/>
                    <a:pt x="297" y="116"/>
                  </a:cubicBezTo>
                  <a:cubicBezTo>
                    <a:pt x="280" y="128"/>
                    <a:pt x="260" y="141"/>
                    <a:pt x="244" y="155"/>
                  </a:cubicBezTo>
                  <a:cubicBezTo>
                    <a:pt x="225" y="174"/>
                    <a:pt x="209" y="197"/>
                    <a:pt x="193" y="218"/>
                  </a:cubicBezTo>
                  <a:cubicBezTo>
                    <a:pt x="169" y="250"/>
                    <a:pt x="145" y="278"/>
                    <a:pt x="128" y="314"/>
                  </a:cubicBezTo>
                  <a:cubicBezTo>
                    <a:pt x="105" y="363"/>
                    <a:pt x="82" y="413"/>
                    <a:pt x="65" y="465"/>
                  </a:cubicBezTo>
                  <a:cubicBezTo>
                    <a:pt x="56" y="492"/>
                    <a:pt x="52" y="522"/>
                    <a:pt x="47" y="550"/>
                  </a:cubicBezTo>
                  <a:cubicBezTo>
                    <a:pt x="29" y="638"/>
                    <a:pt x="1" y="731"/>
                    <a:pt x="9" y="821"/>
                  </a:cubicBezTo>
                  <a:cubicBezTo>
                    <a:pt x="12" y="856"/>
                    <a:pt x="16" y="896"/>
                    <a:pt x="24" y="930"/>
                  </a:cubicBezTo>
                  <a:cubicBezTo>
                    <a:pt x="36" y="985"/>
                    <a:pt x="60" y="1024"/>
                    <a:pt x="93" y="1066"/>
                  </a:cubicBezTo>
                  <a:cubicBezTo>
                    <a:pt x="107" y="1086"/>
                    <a:pt x="123" y="1103"/>
                    <a:pt x="139" y="1118"/>
                  </a:cubicBezTo>
                  <a:cubicBezTo>
                    <a:pt x="146" y="1134"/>
                    <a:pt x="152" y="1150"/>
                    <a:pt x="160" y="1164"/>
                  </a:cubicBezTo>
                  <a:cubicBezTo>
                    <a:pt x="198" y="1230"/>
                    <a:pt x="251" y="1283"/>
                    <a:pt x="316" y="1321"/>
                  </a:cubicBezTo>
                  <a:cubicBezTo>
                    <a:pt x="366" y="1353"/>
                    <a:pt x="420" y="1371"/>
                    <a:pt x="478" y="1373"/>
                  </a:cubicBezTo>
                  <a:cubicBezTo>
                    <a:pt x="502" y="1378"/>
                    <a:pt x="527" y="1381"/>
                    <a:pt x="551" y="1381"/>
                  </a:cubicBezTo>
                  <a:cubicBezTo>
                    <a:pt x="585" y="1381"/>
                    <a:pt x="618" y="1376"/>
                    <a:pt x="653" y="1365"/>
                  </a:cubicBezTo>
                  <a:cubicBezTo>
                    <a:pt x="726" y="1344"/>
                    <a:pt x="791" y="1307"/>
                    <a:pt x="845" y="1252"/>
                  </a:cubicBezTo>
                  <a:cubicBezTo>
                    <a:pt x="896" y="1192"/>
                    <a:pt x="949" y="1127"/>
                    <a:pt x="990" y="1057"/>
                  </a:cubicBezTo>
                  <a:cubicBezTo>
                    <a:pt x="1029" y="986"/>
                    <a:pt x="1060" y="911"/>
                    <a:pt x="1086" y="836"/>
                  </a:cubicBezTo>
                  <a:cubicBezTo>
                    <a:pt x="1102" y="792"/>
                    <a:pt x="1113" y="746"/>
                    <a:pt x="1119" y="699"/>
                  </a:cubicBezTo>
                  <a:cubicBezTo>
                    <a:pt x="1128" y="646"/>
                    <a:pt x="1139" y="585"/>
                    <a:pt x="1140" y="528"/>
                  </a:cubicBezTo>
                  <a:cubicBezTo>
                    <a:pt x="1141" y="501"/>
                    <a:pt x="1135" y="473"/>
                    <a:pt x="1132" y="445"/>
                  </a:cubicBezTo>
                  <a:cubicBezTo>
                    <a:pt x="1128" y="414"/>
                    <a:pt x="1126" y="388"/>
                    <a:pt x="1116" y="359"/>
                  </a:cubicBezTo>
                  <a:cubicBezTo>
                    <a:pt x="1089" y="277"/>
                    <a:pt x="1049" y="198"/>
                    <a:pt x="982" y="140"/>
                  </a:cubicBezTo>
                  <a:cubicBezTo>
                    <a:pt x="916" y="82"/>
                    <a:pt x="844" y="32"/>
                    <a:pt x="756" y="15"/>
                  </a:cubicBezTo>
                  <a:cubicBezTo>
                    <a:pt x="709" y="6"/>
                    <a:pt x="666" y="1"/>
                    <a:pt x="624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9"/>
            <p:cNvSpPr/>
            <p:nvPr/>
          </p:nvSpPr>
          <p:spPr>
            <a:xfrm>
              <a:off x="6174045" y="966763"/>
              <a:ext cx="42782" cy="45466"/>
            </a:xfrm>
            <a:custGeom>
              <a:avLst/>
              <a:gdLst/>
              <a:ahLst/>
              <a:cxnLst/>
              <a:rect l="l" t="t" r="r" b="b"/>
              <a:pathLst>
                <a:path w="1371" h="1457" extrusionOk="0">
                  <a:moveTo>
                    <a:pt x="767" y="1"/>
                  </a:moveTo>
                  <a:cubicBezTo>
                    <a:pt x="763" y="1"/>
                    <a:pt x="759" y="1"/>
                    <a:pt x="754" y="1"/>
                  </a:cubicBezTo>
                  <a:cubicBezTo>
                    <a:pt x="415" y="13"/>
                    <a:pt x="65" y="217"/>
                    <a:pt x="25" y="580"/>
                  </a:cubicBezTo>
                  <a:cubicBezTo>
                    <a:pt x="1" y="799"/>
                    <a:pt x="90" y="1021"/>
                    <a:pt x="242" y="1182"/>
                  </a:cubicBezTo>
                  <a:cubicBezTo>
                    <a:pt x="399" y="1348"/>
                    <a:pt x="598" y="1457"/>
                    <a:pt x="812" y="1457"/>
                  </a:cubicBezTo>
                  <a:cubicBezTo>
                    <a:pt x="876" y="1457"/>
                    <a:pt x="942" y="1447"/>
                    <a:pt x="1009" y="1425"/>
                  </a:cubicBezTo>
                  <a:cubicBezTo>
                    <a:pt x="1302" y="1329"/>
                    <a:pt x="1371" y="970"/>
                    <a:pt x="1336" y="657"/>
                  </a:cubicBezTo>
                  <a:cubicBezTo>
                    <a:pt x="1323" y="526"/>
                    <a:pt x="1290" y="403"/>
                    <a:pt x="1250" y="311"/>
                  </a:cubicBezTo>
                  <a:cubicBezTo>
                    <a:pt x="1244" y="300"/>
                    <a:pt x="1240" y="290"/>
                    <a:pt x="1234" y="280"/>
                  </a:cubicBezTo>
                  <a:cubicBezTo>
                    <a:pt x="1231" y="274"/>
                    <a:pt x="1226" y="269"/>
                    <a:pt x="1222" y="263"/>
                  </a:cubicBezTo>
                  <a:cubicBezTo>
                    <a:pt x="1201" y="232"/>
                    <a:pt x="1174" y="196"/>
                    <a:pt x="1149" y="168"/>
                  </a:cubicBezTo>
                  <a:cubicBezTo>
                    <a:pt x="1083" y="95"/>
                    <a:pt x="1005" y="56"/>
                    <a:pt x="915" y="24"/>
                  </a:cubicBezTo>
                  <a:cubicBezTo>
                    <a:pt x="905" y="21"/>
                    <a:pt x="898" y="19"/>
                    <a:pt x="888" y="17"/>
                  </a:cubicBezTo>
                  <a:cubicBezTo>
                    <a:pt x="850" y="9"/>
                    <a:pt x="807" y="1"/>
                    <a:pt x="76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9"/>
            <p:cNvSpPr/>
            <p:nvPr/>
          </p:nvSpPr>
          <p:spPr>
            <a:xfrm>
              <a:off x="6234270" y="1077947"/>
              <a:ext cx="41815" cy="40161"/>
            </a:xfrm>
            <a:custGeom>
              <a:avLst/>
              <a:gdLst/>
              <a:ahLst/>
              <a:cxnLst/>
              <a:rect l="l" t="t" r="r" b="b"/>
              <a:pathLst>
                <a:path w="1340" h="1287" extrusionOk="0">
                  <a:moveTo>
                    <a:pt x="635" y="0"/>
                  </a:moveTo>
                  <a:cubicBezTo>
                    <a:pt x="628" y="0"/>
                    <a:pt x="622" y="0"/>
                    <a:pt x="615" y="1"/>
                  </a:cubicBezTo>
                  <a:cubicBezTo>
                    <a:pt x="561" y="8"/>
                    <a:pt x="506" y="15"/>
                    <a:pt x="452" y="23"/>
                  </a:cubicBezTo>
                  <a:cubicBezTo>
                    <a:pt x="404" y="43"/>
                    <a:pt x="355" y="63"/>
                    <a:pt x="305" y="84"/>
                  </a:cubicBezTo>
                  <a:cubicBezTo>
                    <a:pt x="234" y="123"/>
                    <a:pt x="177" y="175"/>
                    <a:pt x="134" y="242"/>
                  </a:cubicBezTo>
                  <a:cubicBezTo>
                    <a:pt x="79" y="301"/>
                    <a:pt x="43" y="371"/>
                    <a:pt x="24" y="451"/>
                  </a:cubicBezTo>
                  <a:lnTo>
                    <a:pt x="24" y="454"/>
                  </a:lnTo>
                  <a:lnTo>
                    <a:pt x="2" y="617"/>
                  </a:lnTo>
                  <a:cubicBezTo>
                    <a:pt x="1" y="620"/>
                    <a:pt x="1" y="622"/>
                    <a:pt x="1" y="625"/>
                  </a:cubicBezTo>
                  <a:cubicBezTo>
                    <a:pt x="1" y="655"/>
                    <a:pt x="11" y="703"/>
                    <a:pt x="13" y="719"/>
                  </a:cubicBezTo>
                  <a:cubicBezTo>
                    <a:pt x="17" y="747"/>
                    <a:pt x="19" y="782"/>
                    <a:pt x="27" y="813"/>
                  </a:cubicBezTo>
                  <a:cubicBezTo>
                    <a:pt x="48" y="862"/>
                    <a:pt x="69" y="911"/>
                    <a:pt x="90" y="961"/>
                  </a:cubicBezTo>
                  <a:cubicBezTo>
                    <a:pt x="90" y="961"/>
                    <a:pt x="91" y="962"/>
                    <a:pt x="91" y="964"/>
                  </a:cubicBezTo>
                  <a:cubicBezTo>
                    <a:pt x="130" y="1036"/>
                    <a:pt x="183" y="1094"/>
                    <a:pt x="251" y="1137"/>
                  </a:cubicBezTo>
                  <a:cubicBezTo>
                    <a:pt x="272" y="1154"/>
                    <a:pt x="293" y="1171"/>
                    <a:pt x="315" y="1186"/>
                  </a:cubicBezTo>
                  <a:cubicBezTo>
                    <a:pt x="318" y="1190"/>
                    <a:pt x="321" y="1192"/>
                    <a:pt x="325" y="1194"/>
                  </a:cubicBezTo>
                  <a:cubicBezTo>
                    <a:pt x="326" y="1195"/>
                    <a:pt x="328" y="1195"/>
                    <a:pt x="331" y="1196"/>
                  </a:cubicBezTo>
                  <a:lnTo>
                    <a:pt x="333" y="1197"/>
                  </a:lnTo>
                  <a:lnTo>
                    <a:pt x="479" y="1259"/>
                  </a:lnTo>
                  <a:cubicBezTo>
                    <a:pt x="533" y="1279"/>
                    <a:pt x="648" y="1285"/>
                    <a:pt x="661" y="1286"/>
                  </a:cubicBezTo>
                  <a:cubicBezTo>
                    <a:pt x="669" y="1287"/>
                    <a:pt x="677" y="1287"/>
                    <a:pt x="685" y="1287"/>
                  </a:cubicBezTo>
                  <a:cubicBezTo>
                    <a:pt x="713" y="1284"/>
                    <a:pt x="751" y="1278"/>
                    <a:pt x="768" y="1275"/>
                  </a:cubicBezTo>
                  <a:cubicBezTo>
                    <a:pt x="787" y="1273"/>
                    <a:pt x="825" y="1269"/>
                    <a:pt x="852" y="1264"/>
                  </a:cubicBezTo>
                  <a:cubicBezTo>
                    <a:pt x="856" y="1263"/>
                    <a:pt x="860" y="1262"/>
                    <a:pt x="863" y="1261"/>
                  </a:cubicBezTo>
                  <a:cubicBezTo>
                    <a:pt x="867" y="1260"/>
                    <a:pt x="872" y="1259"/>
                    <a:pt x="876" y="1257"/>
                  </a:cubicBezTo>
                  <a:cubicBezTo>
                    <a:pt x="909" y="1244"/>
                    <a:pt x="986" y="1213"/>
                    <a:pt x="1017" y="1197"/>
                  </a:cubicBezTo>
                  <a:cubicBezTo>
                    <a:pt x="1019" y="1196"/>
                    <a:pt x="1021" y="1195"/>
                    <a:pt x="1023" y="1194"/>
                  </a:cubicBezTo>
                  <a:cubicBezTo>
                    <a:pt x="1027" y="1192"/>
                    <a:pt x="1030" y="1190"/>
                    <a:pt x="1034" y="1188"/>
                  </a:cubicBezTo>
                  <a:cubicBezTo>
                    <a:pt x="1040" y="1184"/>
                    <a:pt x="1047" y="1179"/>
                    <a:pt x="1053" y="1174"/>
                  </a:cubicBezTo>
                  <a:lnTo>
                    <a:pt x="1053" y="1174"/>
                  </a:lnTo>
                  <a:cubicBezTo>
                    <a:pt x="1070" y="1162"/>
                    <a:pt x="1087" y="1148"/>
                    <a:pt x="1103" y="1134"/>
                  </a:cubicBezTo>
                  <a:cubicBezTo>
                    <a:pt x="1103" y="1134"/>
                    <a:pt x="1104" y="1133"/>
                    <a:pt x="1105" y="1133"/>
                  </a:cubicBezTo>
                  <a:cubicBezTo>
                    <a:pt x="1106" y="1132"/>
                    <a:pt x="1107" y="1132"/>
                    <a:pt x="1108" y="1131"/>
                  </a:cubicBezTo>
                  <a:lnTo>
                    <a:pt x="1108" y="1131"/>
                  </a:lnTo>
                  <a:cubicBezTo>
                    <a:pt x="1167" y="1091"/>
                    <a:pt x="1214" y="1040"/>
                    <a:pt x="1248" y="976"/>
                  </a:cubicBezTo>
                  <a:cubicBezTo>
                    <a:pt x="1267" y="931"/>
                    <a:pt x="1286" y="886"/>
                    <a:pt x="1305" y="841"/>
                  </a:cubicBezTo>
                  <a:cubicBezTo>
                    <a:pt x="1306" y="839"/>
                    <a:pt x="1306" y="837"/>
                    <a:pt x="1306" y="835"/>
                  </a:cubicBezTo>
                  <a:cubicBezTo>
                    <a:pt x="1330" y="738"/>
                    <a:pt x="1339" y="607"/>
                    <a:pt x="1304" y="511"/>
                  </a:cubicBezTo>
                  <a:lnTo>
                    <a:pt x="1304" y="511"/>
                  </a:lnTo>
                  <a:cubicBezTo>
                    <a:pt x="1294" y="467"/>
                    <a:pt x="1277" y="426"/>
                    <a:pt x="1253" y="387"/>
                  </a:cubicBezTo>
                  <a:cubicBezTo>
                    <a:pt x="1225" y="352"/>
                    <a:pt x="1199" y="319"/>
                    <a:pt x="1173" y="284"/>
                  </a:cubicBezTo>
                  <a:cubicBezTo>
                    <a:pt x="1171" y="283"/>
                    <a:pt x="1169" y="281"/>
                    <a:pt x="1168" y="280"/>
                  </a:cubicBezTo>
                  <a:cubicBezTo>
                    <a:pt x="1151" y="265"/>
                    <a:pt x="1128" y="250"/>
                    <a:pt x="1117" y="240"/>
                  </a:cubicBezTo>
                  <a:lnTo>
                    <a:pt x="1117" y="240"/>
                  </a:lnTo>
                  <a:cubicBezTo>
                    <a:pt x="1117" y="240"/>
                    <a:pt x="1117" y="241"/>
                    <a:pt x="1117" y="241"/>
                  </a:cubicBezTo>
                  <a:cubicBezTo>
                    <a:pt x="1117" y="241"/>
                    <a:pt x="1098" y="224"/>
                    <a:pt x="1080" y="211"/>
                  </a:cubicBezTo>
                  <a:cubicBezTo>
                    <a:pt x="1075" y="206"/>
                    <a:pt x="1069" y="200"/>
                    <a:pt x="1063" y="195"/>
                  </a:cubicBezTo>
                  <a:cubicBezTo>
                    <a:pt x="1048" y="183"/>
                    <a:pt x="1030" y="167"/>
                    <a:pt x="1011" y="152"/>
                  </a:cubicBezTo>
                  <a:cubicBezTo>
                    <a:pt x="1002" y="146"/>
                    <a:pt x="995" y="138"/>
                    <a:pt x="987" y="133"/>
                  </a:cubicBezTo>
                  <a:cubicBezTo>
                    <a:pt x="948" y="94"/>
                    <a:pt x="903" y="68"/>
                    <a:pt x="852" y="53"/>
                  </a:cubicBezTo>
                  <a:cubicBezTo>
                    <a:pt x="784" y="17"/>
                    <a:pt x="712" y="0"/>
                    <a:pt x="635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9"/>
            <p:cNvSpPr/>
            <p:nvPr/>
          </p:nvSpPr>
          <p:spPr>
            <a:xfrm>
              <a:off x="6248500" y="1001026"/>
              <a:ext cx="39568" cy="37602"/>
            </a:xfrm>
            <a:custGeom>
              <a:avLst/>
              <a:gdLst/>
              <a:ahLst/>
              <a:cxnLst/>
              <a:rect l="l" t="t" r="r" b="b"/>
              <a:pathLst>
                <a:path w="1268" h="1205" extrusionOk="0">
                  <a:moveTo>
                    <a:pt x="709" y="1"/>
                  </a:moveTo>
                  <a:cubicBezTo>
                    <a:pt x="620" y="1"/>
                    <a:pt x="537" y="24"/>
                    <a:pt x="460" y="69"/>
                  </a:cubicBezTo>
                  <a:cubicBezTo>
                    <a:pt x="0" y="338"/>
                    <a:pt x="209" y="1090"/>
                    <a:pt x="676" y="1195"/>
                  </a:cubicBezTo>
                  <a:cubicBezTo>
                    <a:pt x="704" y="1202"/>
                    <a:pt x="733" y="1205"/>
                    <a:pt x="761" y="1205"/>
                  </a:cubicBezTo>
                  <a:cubicBezTo>
                    <a:pt x="800" y="1205"/>
                    <a:pt x="839" y="1199"/>
                    <a:pt x="878" y="1187"/>
                  </a:cubicBezTo>
                  <a:cubicBezTo>
                    <a:pt x="918" y="1169"/>
                    <a:pt x="959" y="1152"/>
                    <a:pt x="1000" y="1135"/>
                  </a:cubicBezTo>
                  <a:cubicBezTo>
                    <a:pt x="1075" y="1090"/>
                    <a:pt x="1136" y="1030"/>
                    <a:pt x="1181" y="953"/>
                  </a:cubicBezTo>
                  <a:cubicBezTo>
                    <a:pt x="1206" y="904"/>
                    <a:pt x="1220" y="867"/>
                    <a:pt x="1232" y="832"/>
                  </a:cubicBezTo>
                  <a:cubicBezTo>
                    <a:pt x="1237" y="817"/>
                    <a:pt x="1241" y="802"/>
                    <a:pt x="1246" y="786"/>
                  </a:cubicBezTo>
                  <a:cubicBezTo>
                    <a:pt x="1246" y="783"/>
                    <a:pt x="1247" y="777"/>
                    <a:pt x="1248" y="773"/>
                  </a:cubicBezTo>
                  <a:cubicBezTo>
                    <a:pt x="1255" y="738"/>
                    <a:pt x="1260" y="700"/>
                    <a:pt x="1265" y="649"/>
                  </a:cubicBezTo>
                  <a:cubicBezTo>
                    <a:pt x="1267" y="638"/>
                    <a:pt x="1268" y="627"/>
                    <a:pt x="1267" y="616"/>
                  </a:cubicBezTo>
                  <a:cubicBezTo>
                    <a:pt x="1263" y="570"/>
                    <a:pt x="1255" y="520"/>
                    <a:pt x="1248" y="474"/>
                  </a:cubicBezTo>
                  <a:cubicBezTo>
                    <a:pt x="1247" y="469"/>
                    <a:pt x="1246" y="462"/>
                    <a:pt x="1245" y="457"/>
                  </a:cubicBezTo>
                  <a:cubicBezTo>
                    <a:pt x="1231" y="397"/>
                    <a:pt x="1206" y="336"/>
                    <a:pt x="1172" y="285"/>
                  </a:cubicBezTo>
                  <a:cubicBezTo>
                    <a:pt x="1159" y="264"/>
                    <a:pt x="1140" y="243"/>
                    <a:pt x="1126" y="224"/>
                  </a:cubicBezTo>
                  <a:cubicBezTo>
                    <a:pt x="1113" y="207"/>
                    <a:pt x="1097" y="183"/>
                    <a:pt x="1080" y="165"/>
                  </a:cubicBezTo>
                  <a:cubicBezTo>
                    <a:pt x="1046" y="126"/>
                    <a:pt x="1000" y="96"/>
                    <a:pt x="958" y="69"/>
                  </a:cubicBezTo>
                  <a:cubicBezTo>
                    <a:pt x="881" y="24"/>
                    <a:pt x="798" y="1"/>
                    <a:pt x="709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9"/>
            <p:cNvSpPr/>
            <p:nvPr/>
          </p:nvSpPr>
          <p:spPr>
            <a:xfrm>
              <a:off x="6382463" y="968667"/>
              <a:ext cx="38101" cy="37976"/>
            </a:xfrm>
            <a:custGeom>
              <a:avLst/>
              <a:gdLst/>
              <a:ahLst/>
              <a:cxnLst/>
              <a:rect l="l" t="t" r="r" b="b"/>
              <a:pathLst>
                <a:path w="1221" h="1217" extrusionOk="0">
                  <a:moveTo>
                    <a:pt x="715" y="0"/>
                  </a:moveTo>
                  <a:cubicBezTo>
                    <a:pt x="709" y="0"/>
                    <a:pt x="703" y="0"/>
                    <a:pt x="696" y="1"/>
                  </a:cubicBezTo>
                  <a:cubicBezTo>
                    <a:pt x="693" y="1"/>
                    <a:pt x="689" y="1"/>
                    <a:pt x="685" y="2"/>
                  </a:cubicBezTo>
                  <a:cubicBezTo>
                    <a:pt x="647" y="5"/>
                    <a:pt x="599" y="11"/>
                    <a:pt x="561" y="18"/>
                  </a:cubicBezTo>
                  <a:cubicBezTo>
                    <a:pt x="553" y="20"/>
                    <a:pt x="546" y="22"/>
                    <a:pt x="537" y="24"/>
                  </a:cubicBezTo>
                  <a:cubicBezTo>
                    <a:pt x="495" y="38"/>
                    <a:pt x="455" y="57"/>
                    <a:pt x="414" y="75"/>
                  </a:cubicBezTo>
                  <a:cubicBezTo>
                    <a:pt x="407" y="78"/>
                    <a:pt x="401" y="81"/>
                    <a:pt x="394" y="84"/>
                  </a:cubicBezTo>
                  <a:cubicBezTo>
                    <a:pt x="379" y="93"/>
                    <a:pt x="366" y="102"/>
                    <a:pt x="352" y="113"/>
                  </a:cubicBezTo>
                  <a:cubicBezTo>
                    <a:pt x="309" y="145"/>
                    <a:pt x="264" y="178"/>
                    <a:pt x="224" y="214"/>
                  </a:cubicBezTo>
                  <a:cubicBezTo>
                    <a:pt x="183" y="251"/>
                    <a:pt x="151" y="298"/>
                    <a:pt x="125" y="345"/>
                  </a:cubicBezTo>
                  <a:cubicBezTo>
                    <a:pt x="98" y="392"/>
                    <a:pt x="77" y="444"/>
                    <a:pt x="59" y="496"/>
                  </a:cubicBezTo>
                  <a:cubicBezTo>
                    <a:pt x="49" y="522"/>
                    <a:pt x="43" y="551"/>
                    <a:pt x="40" y="582"/>
                  </a:cubicBezTo>
                  <a:cubicBezTo>
                    <a:pt x="35" y="596"/>
                    <a:pt x="29" y="611"/>
                    <a:pt x="23" y="626"/>
                  </a:cubicBezTo>
                  <a:cubicBezTo>
                    <a:pt x="0" y="708"/>
                    <a:pt x="0" y="791"/>
                    <a:pt x="23" y="874"/>
                  </a:cubicBezTo>
                  <a:cubicBezTo>
                    <a:pt x="38" y="934"/>
                    <a:pt x="65" y="988"/>
                    <a:pt x="107" y="1033"/>
                  </a:cubicBezTo>
                  <a:cubicBezTo>
                    <a:pt x="140" y="1083"/>
                    <a:pt x="183" y="1124"/>
                    <a:pt x="238" y="1153"/>
                  </a:cubicBezTo>
                  <a:cubicBezTo>
                    <a:pt x="310" y="1195"/>
                    <a:pt x="389" y="1216"/>
                    <a:pt x="473" y="1217"/>
                  </a:cubicBezTo>
                  <a:cubicBezTo>
                    <a:pt x="530" y="1211"/>
                    <a:pt x="590" y="1205"/>
                    <a:pt x="646" y="1191"/>
                  </a:cubicBezTo>
                  <a:cubicBezTo>
                    <a:pt x="700" y="1176"/>
                    <a:pt x="755" y="1150"/>
                    <a:pt x="804" y="1128"/>
                  </a:cubicBezTo>
                  <a:cubicBezTo>
                    <a:pt x="819" y="1121"/>
                    <a:pt x="833" y="1113"/>
                    <a:pt x="848" y="1105"/>
                  </a:cubicBezTo>
                  <a:cubicBezTo>
                    <a:pt x="854" y="1101"/>
                    <a:pt x="862" y="1097"/>
                    <a:pt x="869" y="1091"/>
                  </a:cubicBezTo>
                  <a:cubicBezTo>
                    <a:pt x="907" y="1064"/>
                    <a:pt x="945" y="1035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4" y="929"/>
                    <a:pt x="1089" y="884"/>
                    <a:pt x="1119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9" y="662"/>
                    <a:pt x="1221" y="601"/>
                    <a:pt x="1216" y="512"/>
                  </a:cubicBezTo>
                  <a:cubicBezTo>
                    <a:pt x="1214" y="463"/>
                    <a:pt x="1211" y="414"/>
                    <a:pt x="1196" y="368"/>
                  </a:cubicBezTo>
                  <a:cubicBezTo>
                    <a:pt x="1188" y="350"/>
                    <a:pt x="1180" y="331"/>
                    <a:pt x="1173" y="314"/>
                  </a:cubicBezTo>
                  <a:cubicBezTo>
                    <a:pt x="1165" y="294"/>
                    <a:pt x="1157" y="274"/>
                    <a:pt x="1147" y="255"/>
                  </a:cubicBezTo>
                  <a:cubicBezTo>
                    <a:pt x="1145" y="252"/>
                    <a:pt x="1143" y="249"/>
                    <a:pt x="1141" y="246"/>
                  </a:cubicBezTo>
                  <a:cubicBezTo>
                    <a:pt x="1124" y="222"/>
                    <a:pt x="1092" y="171"/>
                    <a:pt x="1059" y="144"/>
                  </a:cubicBezTo>
                  <a:cubicBezTo>
                    <a:pt x="977" y="74"/>
                    <a:pt x="953" y="56"/>
                    <a:pt x="849" y="22"/>
                  </a:cubicBezTo>
                  <a:cubicBezTo>
                    <a:pt x="807" y="7"/>
                    <a:pt x="761" y="0"/>
                    <a:pt x="715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9"/>
            <p:cNvSpPr/>
            <p:nvPr/>
          </p:nvSpPr>
          <p:spPr>
            <a:xfrm>
              <a:off x="6354722" y="1038566"/>
              <a:ext cx="40691" cy="34731"/>
            </a:xfrm>
            <a:custGeom>
              <a:avLst/>
              <a:gdLst/>
              <a:ahLst/>
              <a:cxnLst/>
              <a:rect l="l" t="t" r="r" b="b"/>
              <a:pathLst>
                <a:path w="1304" h="1113" extrusionOk="0">
                  <a:moveTo>
                    <a:pt x="740" y="1"/>
                  </a:moveTo>
                  <a:cubicBezTo>
                    <a:pt x="461" y="1"/>
                    <a:pt x="165" y="120"/>
                    <a:pt x="78" y="327"/>
                  </a:cubicBezTo>
                  <a:cubicBezTo>
                    <a:pt x="60" y="368"/>
                    <a:pt x="43" y="410"/>
                    <a:pt x="25" y="452"/>
                  </a:cubicBezTo>
                  <a:cubicBezTo>
                    <a:pt x="4" y="521"/>
                    <a:pt x="1" y="590"/>
                    <a:pt x="15" y="660"/>
                  </a:cubicBezTo>
                  <a:cubicBezTo>
                    <a:pt x="16" y="707"/>
                    <a:pt x="28" y="750"/>
                    <a:pt x="51" y="791"/>
                  </a:cubicBezTo>
                  <a:cubicBezTo>
                    <a:pt x="73" y="856"/>
                    <a:pt x="109" y="912"/>
                    <a:pt x="160" y="959"/>
                  </a:cubicBezTo>
                  <a:lnTo>
                    <a:pt x="264" y="1041"/>
                  </a:lnTo>
                  <a:cubicBezTo>
                    <a:pt x="346" y="1088"/>
                    <a:pt x="434" y="1112"/>
                    <a:pt x="528" y="1112"/>
                  </a:cubicBezTo>
                  <a:cubicBezTo>
                    <a:pt x="535" y="1112"/>
                    <a:pt x="542" y="1113"/>
                    <a:pt x="549" y="1113"/>
                  </a:cubicBezTo>
                  <a:cubicBezTo>
                    <a:pt x="605" y="1113"/>
                    <a:pt x="663" y="1099"/>
                    <a:pt x="715" y="1089"/>
                  </a:cubicBezTo>
                  <a:cubicBezTo>
                    <a:pt x="732" y="1086"/>
                    <a:pt x="749" y="1081"/>
                    <a:pt x="766" y="1074"/>
                  </a:cubicBezTo>
                  <a:cubicBezTo>
                    <a:pt x="839" y="1047"/>
                    <a:pt x="912" y="1020"/>
                    <a:pt x="975" y="973"/>
                  </a:cubicBezTo>
                  <a:cubicBezTo>
                    <a:pt x="1016" y="942"/>
                    <a:pt x="1068" y="907"/>
                    <a:pt x="1107" y="867"/>
                  </a:cubicBezTo>
                  <a:cubicBezTo>
                    <a:pt x="1145" y="827"/>
                    <a:pt x="1178" y="781"/>
                    <a:pt x="1210" y="737"/>
                  </a:cubicBezTo>
                  <a:cubicBezTo>
                    <a:pt x="1220" y="723"/>
                    <a:pt x="1229" y="708"/>
                    <a:pt x="1237" y="691"/>
                  </a:cubicBezTo>
                  <a:cubicBezTo>
                    <a:pt x="1280" y="607"/>
                    <a:pt x="1304" y="544"/>
                    <a:pt x="1304" y="447"/>
                  </a:cubicBezTo>
                  <a:cubicBezTo>
                    <a:pt x="1304" y="401"/>
                    <a:pt x="1293" y="356"/>
                    <a:pt x="1286" y="310"/>
                  </a:cubicBezTo>
                  <a:cubicBezTo>
                    <a:pt x="1226" y="96"/>
                    <a:pt x="990" y="1"/>
                    <a:pt x="74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9"/>
            <p:cNvSpPr/>
            <p:nvPr/>
          </p:nvSpPr>
          <p:spPr>
            <a:xfrm>
              <a:off x="6427055" y="1084344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7" y="1"/>
                  </a:moveTo>
                  <a:cubicBezTo>
                    <a:pt x="691" y="2"/>
                    <a:pt x="684" y="2"/>
                    <a:pt x="677" y="2"/>
                  </a:cubicBezTo>
                  <a:cubicBezTo>
                    <a:pt x="652" y="4"/>
                    <a:pt x="555" y="15"/>
                    <a:pt x="531" y="22"/>
                  </a:cubicBezTo>
                  <a:cubicBezTo>
                    <a:pt x="508" y="30"/>
                    <a:pt x="486" y="40"/>
                    <a:pt x="464" y="50"/>
                  </a:cubicBezTo>
                  <a:cubicBezTo>
                    <a:pt x="419" y="63"/>
                    <a:pt x="380" y="86"/>
                    <a:pt x="346" y="119"/>
                  </a:cubicBezTo>
                  <a:cubicBezTo>
                    <a:pt x="315" y="143"/>
                    <a:pt x="283" y="165"/>
                    <a:pt x="255" y="193"/>
                  </a:cubicBezTo>
                  <a:cubicBezTo>
                    <a:pt x="244" y="205"/>
                    <a:pt x="232" y="216"/>
                    <a:pt x="223" y="229"/>
                  </a:cubicBezTo>
                  <a:cubicBezTo>
                    <a:pt x="185" y="276"/>
                    <a:pt x="146" y="322"/>
                    <a:pt x="114" y="372"/>
                  </a:cubicBezTo>
                  <a:cubicBezTo>
                    <a:pt x="109" y="380"/>
                    <a:pt x="105" y="387"/>
                    <a:pt x="101" y="393"/>
                  </a:cubicBezTo>
                  <a:cubicBezTo>
                    <a:pt x="88" y="417"/>
                    <a:pt x="79" y="442"/>
                    <a:pt x="68" y="469"/>
                  </a:cubicBezTo>
                  <a:cubicBezTo>
                    <a:pt x="55" y="499"/>
                    <a:pt x="46" y="516"/>
                    <a:pt x="39" y="542"/>
                  </a:cubicBezTo>
                  <a:cubicBezTo>
                    <a:pt x="33" y="559"/>
                    <a:pt x="29" y="575"/>
                    <a:pt x="27" y="592"/>
                  </a:cubicBezTo>
                  <a:cubicBezTo>
                    <a:pt x="1" y="686"/>
                    <a:pt x="1" y="779"/>
                    <a:pt x="27" y="874"/>
                  </a:cubicBezTo>
                  <a:cubicBezTo>
                    <a:pt x="43" y="943"/>
                    <a:pt x="74" y="1003"/>
                    <a:pt x="121" y="1054"/>
                  </a:cubicBezTo>
                  <a:cubicBezTo>
                    <a:pt x="159" y="1112"/>
                    <a:pt x="208" y="1157"/>
                    <a:pt x="270" y="1191"/>
                  </a:cubicBezTo>
                  <a:cubicBezTo>
                    <a:pt x="353" y="1239"/>
                    <a:pt x="443" y="1263"/>
                    <a:pt x="538" y="1263"/>
                  </a:cubicBezTo>
                  <a:cubicBezTo>
                    <a:pt x="546" y="1263"/>
                    <a:pt x="554" y="1264"/>
                    <a:pt x="563" y="1264"/>
                  </a:cubicBezTo>
                  <a:cubicBezTo>
                    <a:pt x="574" y="1264"/>
                    <a:pt x="586" y="1263"/>
                    <a:pt x="598" y="1262"/>
                  </a:cubicBezTo>
                  <a:cubicBezTo>
                    <a:pt x="651" y="1257"/>
                    <a:pt x="704" y="1249"/>
                    <a:pt x="758" y="1241"/>
                  </a:cubicBezTo>
                  <a:cubicBezTo>
                    <a:pt x="768" y="1239"/>
                    <a:pt x="778" y="1237"/>
                    <a:pt x="788" y="1235"/>
                  </a:cubicBezTo>
                  <a:cubicBezTo>
                    <a:pt x="828" y="1225"/>
                    <a:pt x="864" y="1209"/>
                    <a:pt x="903" y="1192"/>
                  </a:cubicBezTo>
                  <a:cubicBezTo>
                    <a:pt x="993" y="1154"/>
                    <a:pt x="973" y="1167"/>
                    <a:pt x="1071" y="1085"/>
                  </a:cubicBezTo>
                  <a:cubicBezTo>
                    <a:pt x="1074" y="1083"/>
                    <a:pt x="1077" y="1080"/>
                    <a:pt x="1079" y="1078"/>
                  </a:cubicBezTo>
                  <a:cubicBezTo>
                    <a:pt x="1086" y="1071"/>
                    <a:pt x="1094" y="1065"/>
                    <a:pt x="1100" y="1059"/>
                  </a:cubicBezTo>
                  <a:cubicBezTo>
                    <a:pt x="1139" y="1019"/>
                    <a:pt x="1171" y="972"/>
                    <a:pt x="1204" y="929"/>
                  </a:cubicBezTo>
                  <a:cubicBezTo>
                    <a:pt x="1209" y="922"/>
                    <a:pt x="1215" y="914"/>
                    <a:pt x="1219" y="906"/>
                  </a:cubicBezTo>
                  <a:cubicBezTo>
                    <a:pt x="1221" y="903"/>
                    <a:pt x="1223" y="900"/>
                    <a:pt x="1226" y="897"/>
                  </a:cubicBezTo>
                  <a:cubicBezTo>
                    <a:pt x="1237" y="879"/>
                    <a:pt x="1245" y="860"/>
                    <a:pt x="1251" y="839"/>
                  </a:cubicBezTo>
                  <a:cubicBezTo>
                    <a:pt x="1263" y="822"/>
                    <a:pt x="1272" y="804"/>
                    <a:pt x="1274" y="784"/>
                  </a:cubicBezTo>
                  <a:cubicBezTo>
                    <a:pt x="1303" y="689"/>
                    <a:pt x="1289" y="591"/>
                    <a:pt x="1275" y="497"/>
                  </a:cubicBezTo>
                  <a:cubicBezTo>
                    <a:pt x="1263" y="450"/>
                    <a:pt x="1242" y="410"/>
                    <a:pt x="1211" y="375"/>
                  </a:cubicBezTo>
                  <a:cubicBezTo>
                    <a:pt x="1208" y="372"/>
                    <a:pt x="1206" y="369"/>
                    <a:pt x="1202" y="366"/>
                  </a:cubicBezTo>
                  <a:cubicBezTo>
                    <a:pt x="1187" y="327"/>
                    <a:pt x="1170" y="289"/>
                    <a:pt x="1154" y="251"/>
                  </a:cubicBezTo>
                  <a:cubicBezTo>
                    <a:pt x="1128" y="217"/>
                    <a:pt x="1102" y="184"/>
                    <a:pt x="1076" y="150"/>
                  </a:cubicBezTo>
                  <a:cubicBezTo>
                    <a:pt x="1061" y="136"/>
                    <a:pt x="990" y="81"/>
                    <a:pt x="973" y="71"/>
                  </a:cubicBezTo>
                  <a:cubicBezTo>
                    <a:pt x="893" y="20"/>
                    <a:pt x="861" y="22"/>
                    <a:pt x="782" y="10"/>
                  </a:cubicBezTo>
                  <a:cubicBezTo>
                    <a:pt x="750" y="6"/>
                    <a:pt x="726" y="1"/>
                    <a:pt x="69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9"/>
            <p:cNvSpPr/>
            <p:nvPr/>
          </p:nvSpPr>
          <p:spPr>
            <a:xfrm>
              <a:off x="6236860" y="915618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8"/>
                  </a:cubicBezTo>
                  <a:cubicBezTo>
                    <a:pt x="364" y="26"/>
                    <a:pt x="324" y="43"/>
                    <a:pt x="286" y="68"/>
                  </a:cubicBezTo>
                  <a:cubicBezTo>
                    <a:pt x="204" y="116"/>
                    <a:pt x="155" y="176"/>
                    <a:pt x="103" y="254"/>
                  </a:cubicBezTo>
                  <a:cubicBezTo>
                    <a:pt x="27" y="367"/>
                    <a:pt x="1" y="532"/>
                    <a:pt x="42" y="664"/>
                  </a:cubicBezTo>
                  <a:cubicBezTo>
                    <a:pt x="59" y="716"/>
                    <a:pt x="83" y="768"/>
                    <a:pt x="106" y="817"/>
                  </a:cubicBezTo>
                  <a:cubicBezTo>
                    <a:pt x="113" y="831"/>
                    <a:pt x="120" y="845"/>
                    <a:pt x="127" y="857"/>
                  </a:cubicBezTo>
                  <a:cubicBezTo>
                    <a:pt x="152" y="898"/>
                    <a:pt x="193" y="954"/>
                    <a:pt x="221" y="982"/>
                  </a:cubicBezTo>
                  <a:cubicBezTo>
                    <a:pt x="288" y="1050"/>
                    <a:pt x="379" y="1091"/>
                    <a:pt x="469" y="1120"/>
                  </a:cubicBezTo>
                  <a:cubicBezTo>
                    <a:pt x="502" y="1124"/>
                    <a:pt x="534" y="1128"/>
                    <a:pt x="567" y="1132"/>
                  </a:cubicBezTo>
                  <a:cubicBezTo>
                    <a:pt x="571" y="1133"/>
                    <a:pt x="575" y="1133"/>
                    <a:pt x="579" y="1133"/>
                  </a:cubicBezTo>
                  <a:cubicBezTo>
                    <a:pt x="625" y="1133"/>
                    <a:pt x="668" y="1122"/>
                    <a:pt x="708" y="1101"/>
                  </a:cubicBezTo>
                  <a:cubicBezTo>
                    <a:pt x="738" y="1093"/>
                    <a:pt x="766" y="1077"/>
                    <a:pt x="789" y="1054"/>
                  </a:cubicBezTo>
                  <a:cubicBezTo>
                    <a:pt x="828" y="1028"/>
                    <a:pt x="860" y="994"/>
                    <a:pt x="883" y="951"/>
                  </a:cubicBezTo>
                  <a:cubicBezTo>
                    <a:pt x="892" y="930"/>
                    <a:pt x="904" y="912"/>
                    <a:pt x="916" y="893"/>
                  </a:cubicBezTo>
                  <a:cubicBezTo>
                    <a:pt x="947" y="844"/>
                    <a:pt x="956" y="793"/>
                    <a:pt x="973" y="742"/>
                  </a:cubicBezTo>
                  <a:cubicBezTo>
                    <a:pt x="975" y="736"/>
                    <a:pt x="978" y="729"/>
                    <a:pt x="981" y="723"/>
                  </a:cubicBezTo>
                  <a:cubicBezTo>
                    <a:pt x="991" y="702"/>
                    <a:pt x="1000" y="680"/>
                    <a:pt x="1008" y="657"/>
                  </a:cubicBezTo>
                  <a:cubicBezTo>
                    <a:pt x="1032" y="568"/>
                    <a:pt x="1032" y="479"/>
                    <a:pt x="1008" y="390"/>
                  </a:cubicBezTo>
                  <a:cubicBezTo>
                    <a:pt x="1007" y="383"/>
                    <a:pt x="1005" y="375"/>
                    <a:pt x="1004" y="366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80" y="276"/>
                    <a:pt x="938" y="205"/>
                    <a:pt x="878" y="144"/>
                  </a:cubicBezTo>
                  <a:cubicBezTo>
                    <a:pt x="846" y="115"/>
                    <a:pt x="814" y="90"/>
                    <a:pt x="777" y="66"/>
                  </a:cubicBezTo>
                  <a:cubicBezTo>
                    <a:pt x="723" y="31"/>
                    <a:pt x="663" y="13"/>
                    <a:pt x="598" y="9"/>
                  </a:cubicBezTo>
                  <a:cubicBezTo>
                    <a:pt x="572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9"/>
            <p:cNvSpPr/>
            <p:nvPr/>
          </p:nvSpPr>
          <p:spPr>
            <a:xfrm>
              <a:off x="6315528" y="1128780"/>
              <a:ext cx="30550" cy="32360"/>
            </a:xfrm>
            <a:custGeom>
              <a:avLst/>
              <a:gdLst/>
              <a:ahLst/>
              <a:cxnLst/>
              <a:rect l="l" t="t" r="r" b="b"/>
              <a:pathLst>
                <a:path w="979" h="1037" extrusionOk="0">
                  <a:moveTo>
                    <a:pt x="474" y="0"/>
                  </a:moveTo>
                  <a:cubicBezTo>
                    <a:pt x="404" y="0"/>
                    <a:pt x="339" y="18"/>
                    <a:pt x="278" y="54"/>
                  </a:cubicBezTo>
                  <a:cubicBezTo>
                    <a:pt x="220" y="88"/>
                    <a:pt x="172" y="134"/>
                    <a:pt x="138" y="193"/>
                  </a:cubicBezTo>
                  <a:cubicBezTo>
                    <a:pt x="118" y="234"/>
                    <a:pt x="101" y="275"/>
                    <a:pt x="85" y="317"/>
                  </a:cubicBezTo>
                  <a:cubicBezTo>
                    <a:pt x="80" y="330"/>
                    <a:pt x="76" y="342"/>
                    <a:pt x="72" y="356"/>
                  </a:cubicBezTo>
                  <a:cubicBezTo>
                    <a:pt x="72" y="357"/>
                    <a:pt x="72" y="358"/>
                    <a:pt x="72" y="359"/>
                  </a:cubicBezTo>
                  <a:cubicBezTo>
                    <a:pt x="71" y="361"/>
                    <a:pt x="69" y="363"/>
                    <a:pt x="68" y="366"/>
                  </a:cubicBezTo>
                  <a:cubicBezTo>
                    <a:pt x="52" y="401"/>
                    <a:pt x="37" y="437"/>
                    <a:pt x="23" y="472"/>
                  </a:cubicBezTo>
                  <a:cubicBezTo>
                    <a:pt x="1" y="552"/>
                    <a:pt x="1" y="630"/>
                    <a:pt x="23" y="709"/>
                  </a:cubicBezTo>
                  <a:cubicBezTo>
                    <a:pt x="36" y="767"/>
                    <a:pt x="63" y="818"/>
                    <a:pt x="102" y="860"/>
                  </a:cubicBezTo>
                  <a:cubicBezTo>
                    <a:pt x="134" y="909"/>
                    <a:pt x="176" y="947"/>
                    <a:pt x="227" y="976"/>
                  </a:cubicBezTo>
                  <a:cubicBezTo>
                    <a:pt x="278" y="1008"/>
                    <a:pt x="334" y="1026"/>
                    <a:pt x="392" y="1028"/>
                  </a:cubicBezTo>
                  <a:cubicBezTo>
                    <a:pt x="417" y="1034"/>
                    <a:pt x="442" y="1036"/>
                    <a:pt x="466" y="1036"/>
                  </a:cubicBezTo>
                  <a:cubicBezTo>
                    <a:pt x="501" y="1036"/>
                    <a:pt x="535" y="1031"/>
                    <a:pt x="570" y="1021"/>
                  </a:cubicBezTo>
                  <a:cubicBezTo>
                    <a:pt x="646" y="999"/>
                    <a:pt x="711" y="961"/>
                    <a:pt x="767" y="906"/>
                  </a:cubicBezTo>
                  <a:cubicBezTo>
                    <a:pt x="789" y="884"/>
                    <a:pt x="807" y="856"/>
                    <a:pt x="827" y="831"/>
                  </a:cubicBezTo>
                  <a:cubicBezTo>
                    <a:pt x="884" y="759"/>
                    <a:pt x="925" y="716"/>
                    <a:pt x="948" y="623"/>
                  </a:cubicBezTo>
                  <a:cubicBezTo>
                    <a:pt x="950" y="616"/>
                    <a:pt x="951" y="608"/>
                    <a:pt x="952" y="601"/>
                  </a:cubicBezTo>
                  <a:cubicBezTo>
                    <a:pt x="969" y="514"/>
                    <a:pt x="978" y="448"/>
                    <a:pt x="954" y="360"/>
                  </a:cubicBezTo>
                  <a:cubicBezTo>
                    <a:pt x="948" y="320"/>
                    <a:pt x="932" y="285"/>
                    <a:pt x="909" y="255"/>
                  </a:cubicBezTo>
                  <a:cubicBezTo>
                    <a:pt x="883" y="205"/>
                    <a:pt x="845" y="166"/>
                    <a:pt x="799" y="135"/>
                  </a:cubicBezTo>
                  <a:cubicBezTo>
                    <a:pt x="770" y="108"/>
                    <a:pt x="736" y="90"/>
                    <a:pt x="699" y="76"/>
                  </a:cubicBezTo>
                  <a:cubicBezTo>
                    <a:pt x="689" y="68"/>
                    <a:pt x="681" y="60"/>
                    <a:pt x="671" y="54"/>
                  </a:cubicBezTo>
                  <a:cubicBezTo>
                    <a:pt x="610" y="18"/>
                    <a:pt x="544" y="0"/>
                    <a:pt x="47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9"/>
            <p:cNvSpPr/>
            <p:nvPr/>
          </p:nvSpPr>
          <p:spPr>
            <a:xfrm>
              <a:off x="6384366" y="1162044"/>
              <a:ext cx="39069" cy="36635"/>
            </a:xfrm>
            <a:custGeom>
              <a:avLst/>
              <a:gdLst/>
              <a:ahLst/>
              <a:cxnLst/>
              <a:rect l="l" t="t" r="r" b="b"/>
              <a:pathLst>
                <a:path w="1252" h="1174" extrusionOk="0">
                  <a:moveTo>
                    <a:pt x="556" y="1"/>
                  </a:moveTo>
                  <a:cubicBezTo>
                    <a:pt x="512" y="1"/>
                    <a:pt x="468" y="8"/>
                    <a:pt x="424" y="22"/>
                  </a:cubicBezTo>
                  <a:cubicBezTo>
                    <a:pt x="350" y="39"/>
                    <a:pt x="286" y="73"/>
                    <a:pt x="230" y="123"/>
                  </a:cubicBezTo>
                  <a:cubicBezTo>
                    <a:pt x="169" y="163"/>
                    <a:pt x="120" y="216"/>
                    <a:pt x="85" y="282"/>
                  </a:cubicBezTo>
                  <a:lnTo>
                    <a:pt x="27" y="418"/>
                  </a:lnTo>
                  <a:cubicBezTo>
                    <a:pt x="0" y="519"/>
                    <a:pt x="0" y="619"/>
                    <a:pt x="27" y="720"/>
                  </a:cubicBezTo>
                  <a:cubicBezTo>
                    <a:pt x="46" y="765"/>
                    <a:pt x="66" y="810"/>
                    <a:pt x="85" y="855"/>
                  </a:cubicBezTo>
                  <a:cubicBezTo>
                    <a:pt x="135" y="941"/>
                    <a:pt x="203" y="1008"/>
                    <a:pt x="288" y="1059"/>
                  </a:cubicBezTo>
                  <a:cubicBezTo>
                    <a:pt x="290" y="1060"/>
                    <a:pt x="291" y="1061"/>
                    <a:pt x="293" y="1062"/>
                  </a:cubicBezTo>
                  <a:cubicBezTo>
                    <a:pt x="338" y="1081"/>
                    <a:pt x="383" y="1100"/>
                    <a:pt x="429" y="1120"/>
                  </a:cubicBezTo>
                  <a:cubicBezTo>
                    <a:pt x="433" y="1121"/>
                    <a:pt x="439" y="1123"/>
                    <a:pt x="443" y="1124"/>
                  </a:cubicBezTo>
                  <a:lnTo>
                    <a:pt x="465" y="1131"/>
                  </a:lnTo>
                  <a:cubicBezTo>
                    <a:pt x="481" y="1137"/>
                    <a:pt x="499" y="1143"/>
                    <a:pt x="516" y="1148"/>
                  </a:cubicBezTo>
                  <a:cubicBezTo>
                    <a:pt x="547" y="1159"/>
                    <a:pt x="565" y="1158"/>
                    <a:pt x="608" y="1165"/>
                  </a:cubicBezTo>
                  <a:cubicBezTo>
                    <a:pt x="644" y="1169"/>
                    <a:pt x="659" y="1173"/>
                    <a:pt x="679" y="1173"/>
                  </a:cubicBezTo>
                  <a:cubicBezTo>
                    <a:pt x="685" y="1173"/>
                    <a:pt x="693" y="1173"/>
                    <a:pt x="701" y="1172"/>
                  </a:cubicBezTo>
                  <a:cubicBezTo>
                    <a:pt x="717" y="1170"/>
                    <a:pt x="734" y="1168"/>
                    <a:pt x="749" y="1167"/>
                  </a:cubicBezTo>
                  <a:cubicBezTo>
                    <a:pt x="839" y="1166"/>
                    <a:pt x="923" y="1144"/>
                    <a:pt x="1002" y="1098"/>
                  </a:cubicBezTo>
                  <a:cubicBezTo>
                    <a:pt x="1077" y="1054"/>
                    <a:pt x="1137" y="994"/>
                    <a:pt x="1181" y="919"/>
                  </a:cubicBezTo>
                  <a:cubicBezTo>
                    <a:pt x="1227" y="841"/>
                    <a:pt x="1249" y="756"/>
                    <a:pt x="1250" y="666"/>
                  </a:cubicBezTo>
                  <a:cubicBezTo>
                    <a:pt x="1252" y="597"/>
                    <a:pt x="1237" y="533"/>
                    <a:pt x="1206" y="474"/>
                  </a:cubicBezTo>
                  <a:cubicBezTo>
                    <a:pt x="1199" y="453"/>
                    <a:pt x="1188" y="434"/>
                    <a:pt x="1178" y="414"/>
                  </a:cubicBezTo>
                  <a:lnTo>
                    <a:pt x="1181" y="414"/>
                  </a:lnTo>
                  <a:cubicBezTo>
                    <a:pt x="1174" y="400"/>
                    <a:pt x="1168" y="387"/>
                    <a:pt x="1162" y="373"/>
                  </a:cubicBezTo>
                  <a:cubicBezTo>
                    <a:pt x="1159" y="367"/>
                    <a:pt x="1155" y="360"/>
                    <a:pt x="1152" y="352"/>
                  </a:cubicBezTo>
                  <a:cubicBezTo>
                    <a:pt x="1123" y="316"/>
                    <a:pt x="1095" y="278"/>
                    <a:pt x="1066" y="241"/>
                  </a:cubicBezTo>
                  <a:lnTo>
                    <a:pt x="1062" y="238"/>
                  </a:lnTo>
                  <a:cubicBezTo>
                    <a:pt x="1058" y="234"/>
                    <a:pt x="1055" y="232"/>
                    <a:pt x="1051" y="229"/>
                  </a:cubicBezTo>
                  <a:cubicBezTo>
                    <a:pt x="1038" y="217"/>
                    <a:pt x="1026" y="207"/>
                    <a:pt x="1012" y="196"/>
                  </a:cubicBezTo>
                  <a:cubicBezTo>
                    <a:pt x="1007" y="191"/>
                    <a:pt x="1001" y="187"/>
                    <a:pt x="994" y="182"/>
                  </a:cubicBezTo>
                  <a:cubicBezTo>
                    <a:pt x="991" y="179"/>
                    <a:pt x="987" y="175"/>
                    <a:pt x="983" y="172"/>
                  </a:cubicBezTo>
                  <a:cubicBezTo>
                    <a:pt x="964" y="156"/>
                    <a:pt x="944" y="141"/>
                    <a:pt x="923" y="126"/>
                  </a:cubicBezTo>
                  <a:cubicBezTo>
                    <a:pt x="905" y="105"/>
                    <a:pt x="884" y="90"/>
                    <a:pt x="860" y="79"/>
                  </a:cubicBezTo>
                  <a:cubicBezTo>
                    <a:pt x="795" y="37"/>
                    <a:pt x="725" y="15"/>
                    <a:pt x="650" y="11"/>
                  </a:cubicBezTo>
                  <a:cubicBezTo>
                    <a:pt x="619" y="4"/>
                    <a:pt x="587" y="1"/>
                    <a:pt x="55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9"/>
            <p:cNvSpPr/>
            <p:nvPr/>
          </p:nvSpPr>
          <p:spPr>
            <a:xfrm>
              <a:off x="6312033" y="913059"/>
              <a:ext cx="35605" cy="43094"/>
            </a:xfrm>
            <a:custGeom>
              <a:avLst/>
              <a:gdLst/>
              <a:ahLst/>
              <a:cxnLst/>
              <a:rect l="l" t="t" r="r" b="b"/>
              <a:pathLst>
                <a:path w="1141" h="1381" extrusionOk="0">
                  <a:moveTo>
                    <a:pt x="624" y="0"/>
                  </a:moveTo>
                  <a:cubicBezTo>
                    <a:pt x="582" y="0"/>
                    <a:pt x="540" y="5"/>
                    <a:pt x="493" y="16"/>
                  </a:cubicBezTo>
                  <a:cubicBezTo>
                    <a:pt x="484" y="17"/>
                    <a:pt x="476" y="20"/>
                    <a:pt x="468" y="23"/>
                  </a:cubicBezTo>
                  <a:cubicBezTo>
                    <a:pt x="428" y="37"/>
                    <a:pt x="384" y="54"/>
                    <a:pt x="347" y="76"/>
                  </a:cubicBezTo>
                  <a:cubicBezTo>
                    <a:pt x="329" y="86"/>
                    <a:pt x="307" y="106"/>
                    <a:pt x="296" y="114"/>
                  </a:cubicBezTo>
                  <a:cubicBezTo>
                    <a:pt x="280" y="127"/>
                    <a:pt x="260" y="141"/>
                    <a:pt x="245" y="155"/>
                  </a:cubicBezTo>
                  <a:cubicBezTo>
                    <a:pt x="225" y="173"/>
                    <a:pt x="209" y="197"/>
                    <a:pt x="193" y="218"/>
                  </a:cubicBezTo>
                  <a:cubicBezTo>
                    <a:pt x="169" y="249"/>
                    <a:pt x="145" y="278"/>
                    <a:pt x="129" y="313"/>
                  </a:cubicBezTo>
                  <a:cubicBezTo>
                    <a:pt x="105" y="362"/>
                    <a:pt x="82" y="413"/>
                    <a:pt x="66" y="464"/>
                  </a:cubicBezTo>
                  <a:cubicBezTo>
                    <a:pt x="56" y="491"/>
                    <a:pt x="52" y="522"/>
                    <a:pt x="47" y="549"/>
                  </a:cubicBezTo>
                  <a:cubicBezTo>
                    <a:pt x="28" y="637"/>
                    <a:pt x="1" y="731"/>
                    <a:pt x="9" y="821"/>
                  </a:cubicBezTo>
                  <a:cubicBezTo>
                    <a:pt x="12" y="854"/>
                    <a:pt x="15" y="896"/>
                    <a:pt x="24" y="930"/>
                  </a:cubicBezTo>
                  <a:cubicBezTo>
                    <a:pt x="36" y="985"/>
                    <a:pt x="60" y="1023"/>
                    <a:pt x="93" y="1066"/>
                  </a:cubicBezTo>
                  <a:cubicBezTo>
                    <a:pt x="108" y="1085"/>
                    <a:pt x="122" y="1101"/>
                    <a:pt x="139" y="1117"/>
                  </a:cubicBezTo>
                  <a:cubicBezTo>
                    <a:pt x="145" y="1133"/>
                    <a:pt x="153" y="1148"/>
                    <a:pt x="160" y="1164"/>
                  </a:cubicBezTo>
                  <a:cubicBezTo>
                    <a:pt x="199" y="1229"/>
                    <a:pt x="251" y="1281"/>
                    <a:pt x="316" y="1320"/>
                  </a:cubicBezTo>
                  <a:cubicBezTo>
                    <a:pt x="366" y="1353"/>
                    <a:pt x="421" y="1369"/>
                    <a:pt x="478" y="1372"/>
                  </a:cubicBezTo>
                  <a:cubicBezTo>
                    <a:pt x="502" y="1378"/>
                    <a:pt x="527" y="1380"/>
                    <a:pt x="551" y="1380"/>
                  </a:cubicBezTo>
                  <a:cubicBezTo>
                    <a:pt x="585" y="1380"/>
                    <a:pt x="618" y="1375"/>
                    <a:pt x="652" y="1364"/>
                  </a:cubicBezTo>
                  <a:cubicBezTo>
                    <a:pt x="726" y="1343"/>
                    <a:pt x="790" y="1306"/>
                    <a:pt x="844" y="1252"/>
                  </a:cubicBezTo>
                  <a:cubicBezTo>
                    <a:pt x="897" y="1190"/>
                    <a:pt x="949" y="1125"/>
                    <a:pt x="989" y="1055"/>
                  </a:cubicBezTo>
                  <a:cubicBezTo>
                    <a:pt x="1029" y="986"/>
                    <a:pt x="1060" y="910"/>
                    <a:pt x="1086" y="836"/>
                  </a:cubicBezTo>
                  <a:cubicBezTo>
                    <a:pt x="1102" y="791"/>
                    <a:pt x="1112" y="744"/>
                    <a:pt x="1120" y="698"/>
                  </a:cubicBezTo>
                  <a:cubicBezTo>
                    <a:pt x="1127" y="645"/>
                    <a:pt x="1138" y="584"/>
                    <a:pt x="1140" y="528"/>
                  </a:cubicBezTo>
                  <a:cubicBezTo>
                    <a:pt x="1141" y="500"/>
                    <a:pt x="1135" y="472"/>
                    <a:pt x="1131" y="444"/>
                  </a:cubicBezTo>
                  <a:cubicBezTo>
                    <a:pt x="1127" y="413"/>
                    <a:pt x="1126" y="387"/>
                    <a:pt x="1117" y="358"/>
                  </a:cubicBezTo>
                  <a:cubicBezTo>
                    <a:pt x="1088" y="277"/>
                    <a:pt x="1048" y="197"/>
                    <a:pt x="983" y="140"/>
                  </a:cubicBezTo>
                  <a:cubicBezTo>
                    <a:pt x="917" y="81"/>
                    <a:pt x="844" y="32"/>
                    <a:pt x="755" y="14"/>
                  </a:cubicBezTo>
                  <a:cubicBezTo>
                    <a:pt x="708" y="5"/>
                    <a:pt x="666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9"/>
            <p:cNvSpPr/>
            <p:nvPr/>
          </p:nvSpPr>
          <p:spPr>
            <a:xfrm>
              <a:off x="6181222" y="958868"/>
              <a:ext cx="42813" cy="45466"/>
            </a:xfrm>
            <a:custGeom>
              <a:avLst/>
              <a:gdLst/>
              <a:ahLst/>
              <a:cxnLst/>
              <a:rect l="l" t="t" r="r" b="b"/>
              <a:pathLst>
                <a:path w="1372" h="1457" extrusionOk="0">
                  <a:moveTo>
                    <a:pt x="760" y="1"/>
                  </a:moveTo>
                  <a:cubicBezTo>
                    <a:pt x="758" y="1"/>
                    <a:pt x="756" y="1"/>
                    <a:pt x="754" y="1"/>
                  </a:cubicBezTo>
                  <a:cubicBezTo>
                    <a:pt x="415" y="12"/>
                    <a:pt x="64" y="217"/>
                    <a:pt x="24" y="579"/>
                  </a:cubicBezTo>
                  <a:cubicBezTo>
                    <a:pt x="0" y="798"/>
                    <a:pt x="90" y="1021"/>
                    <a:pt x="241" y="1181"/>
                  </a:cubicBezTo>
                  <a:cubicBezTo>
                    <a:pt x="398" y="1347"/>
                    <a:pt x="597" y="1457"/>
                    <a:pt x="811" y="1457"/>
                  </a:cubicBezTo>
                  <a:cubicBezTo>
                    <a:pt x="875" y="1457"/>
                    <a:pt x="941" y="1447"/>
                    <a:pt x="1008" y="1425"/>
                  </a:cubicBezTo>
                  <a:cubicBezTo>
                    <a:pt x="1302" y="1330"/>
                    <a:pt x="1371" y="971"/>
                    <a:pt x="1337" y="657"/>
                  </a:cubicBezTo>
                  <a:cubicBezTo>
                    <a:pt x="1322" y="526"/>
                    <a:pt x="1291" y="403"/>
                    <a:pt x="1249" y="311"/>
                  </a:cubicBezTo>
                  <a:cubicBezTo>
                    <a:pt x="1245" y="300"/>
                    <a:pt x="1239" y="290"/>
                    <a:pt x="1234" y="280"/>
                  </a:cubicBezTo>
                  <a:cubicBezTo>
                    <a:pt x="1230" y="274"/>
                    <a:pt x="1226" y="269"/>
                    <a:pt x="1223" y="262"/>
                  </a:cubicBezTo>
                  <a:cubicBezTo>
                    <a:pt x="1201" y="232"/>
                    <a:pt x="1173" y="195"/>
                    <a:pt x="1149" y="168"/>
                  </a:cubicBezTo>
                  <a:cubicBezTo>
                    <a:pt x="1082" y="95"/>
                    <a:pt x="1005" y="56"/>
                    <a:pt x="914" y="24"/>
                  </a:cubicBezTo>
                  <a:cubicBezTo>
                    <a:pt x="905" y="21"/>
                    <a:pt x="897" y="19"/>
                    <a:pt x="889" y="16"/>
                  </a:cubicBezTo>
                  <a:cubicBezTo>
                    <a:pt x="848" y="9"/>
                    <a:pt x="803" y="1"/>
                    <a:pt x="7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9"/>
            <p:cNvSpPr/>
            <p:nvPr/>
          </p:nvSpPr>
          <p:spPr>
            <a:xfrm>
              <a:off x="6147676" y="1091365"/>
              <a:ext cx="44405" cy="38507"/>
            </a:xfrm>
            <a:custGeom>
              <a:avLst/>
              <a:gdLst/>
              <a:ahLst/>
              <a:cxnLst/>
              <a:rect l="l" t="t" r="r" b="b"/>
              <a:pathLst>
                <a:path w="1423" h="1234" extrusionOk="0">
                  <a:moveTo>
                    <a:pt x="684" y="0"/>
                  </a:moveTo>
                  <a:cubicBezTo>
                    <a:pt x="678" y="0"/>
                    <a:pt x="673" y="0"/>
                    <a:pt x="668" y="1"/>
                  </a:cubicBezTo>
                  <a:cubicBezTo>
                    <a:pt x="618" y="6"/>
                    <a:pt x="566" y="13"/>
                    <a:pt x="516" y="22"/>
                  </a:cubicBezTo>
                  <a:cubicBezTo>
                    <a:pt x="511" y="22"/>
                    <a:pt x="506" y="23"/>
                    <a:pt x="501" y="24"/>
                  </a:cubicBezTo>
                  <a:cubicBezTo>
                    <a:pt x="491" y="26"/>
                    <a:pt x="481" y="29"/>
                    <a:pt x="471" y="33"/>
                  </a:cubicBezTo>
                  <a:cubicBezTo>
                    <a:pt x="427" y="49"/>
                    <a:pt x="378" y="70"/>
                    <a:pt x="335" y="90"/>
                  </a:cubicBezTo>
                  <a:cubicBezTo>
                    <a:pt x="331" y="92"/>
                    <a:pt x="327" y="94"/>
                    <a:pt x="324" y="96"/>
                  </a:cubicBezTo>
                  <a:cubicBezTo>
                    <a:pt x="278" y="122"/>
                    <a:pt x="224" y="168"/>
                    <a:pt x="193" y="194"/>
                  </a:cubicBezTo>
                  <a:cubicBezTo>
                    <a:pt x="184" y="202"/>
                    <a:pt x="177" y="208"/>
                    <a:pt x="171" y="216"/>
                  </a:cubicBezTo>
                  <a:cubicBezTo>
                    <a:pt x="138" y="252"/>
                    <a:pt x="107" y="291"/>
                    <a:pt x="81" y="333"/>
                  </a:cubicBezTo>
                  <a:cubicBezTo>
                    <a:pt x="79" y="336"/>
                    <a:pt x="78" y="339"/>
                    <a:pt x="77" y="341"/>
                  </a:cubicBezTo>
                  <a:cubicBezTo>
                    <a:pt x="59" y="383"/>
                    <a:pt x="41" y="425"/>
                    <a:pt x="23" y="467"/>
                  </a:cubicBezTo>
                  <a:cubicBezTo>
                    <a:pt x="22" y="469"/>
                    <a:pt x="22" y="470"/>
                    <a:pt x="21" y="472"/>
                  </a:cubicBezTo>
                  <a:cubicBezTo>
                    <a:pt x="20" y="475"/>
                    <a:pt x="20" y="478"/>
                    <a:pt x="19" y="481"/>
                  </a:cubicBezTo>
                  <a:cubicBezTo>
                    <a:pt x="16" y="504"/>
                    <a:pt x="13" y="527"/>
                    <a:pt x="10" y="550"/>
                  </a:cubicBezTo>
                  <a:cubicBezTo>
                    <a:pt x="5" y="575"/>
                    <a:pt x="2" y="601"/>
                    <a:pt x="0" y="626"/>
                  </a:cubicBezTo>
                  <a:cubicBezTo>
                    <a:pt x="3" y="649"/>
                    <a:pt x="7" y="672"/>
                    <a:pt x="10" y="695"/>
                  </a:cubicBezTo>
                  <a:cubicBezTo>
                    <a:pt x="10" y="742"/>
                    <a:pt x="21" y="786"/>
                    <a:pt x="45" y="828"/>
                  </a:cubicBezTo>
                  <a:cubicBezTo>
                    <a:pt x="77" y="902"/>
                    <a:pt x="83" y="930"/>
                    <a:pt x="154" y="997"/>
                  </a:cubicBezTo>
                  <a:lnTo>
                    <a:pt x="157" y="1000"/>
                  </a:lnTo>
                  <a:cubicBezTo>
                    <a:pt x="171" y="1012"/>
                    <a:pt x="248" y="1074"/>
                    <a:pt x="264" y="1083"/>
                  </a:cubicBezTo>
                  <a:cubicBezTo>
                    <a:pt x="266" y="1083"/>
                    <a:pt x="267" y="1084"/>
                    <a:pt x="269" y="1085"/>
                  </a:cubicBezTo>
                  <a:cubicBezTo>
                    <a:pt x="284" y="1095"/>
                    <a:pt x="376" y="1133"/>
                    <a:pt x="393" y="1138"/>
                  </a:cubicBezTo>
                  <a:cubicBezTo>
                    <a:pt x="411" y="1143"/>
                    <a:pt x="427" y="1144"/>
                    <a:pt x="445" y="1146"/>
                  </a:cubicBezTo>
                  <a:lnTo>
                    <a:pt x="446" y="1146"/>
                  </a:lnTo>
                  <a:cubicBezTo>
                    <a:pt x="449" y="1148"/>
                    <a:pt x="452" y="1149"/>
                    <a:pt x="457" y="1151"/>
                  </a:cubicBezTo>
                  <a:cubicBezTo>
                    <a:pt x="484" y="1164"/>
                    <a:pt x="571" y="1203"/>
                    <a:pt x="600" y="1212"/>
                  </a:cubicBezTo>
                  <a:cubicBezTo>
                    <a:pt x="614" y="1216"/>
                    <a:pt x="744" y="1234"/>
                    <a:pt x="759" y="1234"/>
                  </a:cubicBezTo>
                  <a:cubicBezTo>
                    <a:pt x="788" y="1233"/>
                    <a:pt x="811" y="1227"/>
                    <a:pt x="844" y="1223"/>
                  </a:cubicBezTo>
                  <a:cubicBezTo>
                    <a:pt x="872" y="1219"/>
                    <a:pt x="908" y="1216"/>
                    <a:pt x="939" y="1210"/>
                  </a:cubicBezTo>
                  <a:cubicBezTo>
                    <a:pt x="951" y="1207"/>
                    <a:pt x="963" y="1203"/>
                    <a:pt x="975" y="1198"/>
                  </a:cubicBezTo>
                  <a:cubicBezTo>
                    <a:pt x="1024" y="1179"/>
                    <a:pt x="1076" y="1158"/>
                    <a:pt x="1123" y="1135"/>
                  </a:cubicBezTo>
                  <a:cubicBezTo>
                    <a:pt x="1130" y="1132"/>
                    <a:pt x="1136" y="1128"/>
                    <a:pt x="1142" y="1125"/>
                  </a:cubicBezTo>
                  <a:cubicBezTo>
                    <a:pt x="1225" y="1076"/>
                    <a:pt x="1291" y="1009"/>
                    <a:pt x="1340" y="926"/>
                  </a:cubicBezTo>
                  <a:cubicBezTo>
                    <a:pt x="1381" y="862"/>
                    <a:pt x="1403" y="794"/>
                    <a:pt x="1406" y="720"/>
                  </a:cubicBezTo>
                  <a:cubicBezTo>
                    <a:pt x="1423" y="647"/>
                    <a:pt x="1419" y="572"/>
                    <a:pt x="1396" y="499"/>
                  </a:cubicBezTo>
                  <a:cubicBezTo>
                    <a:pt x="1370" y="405"/>
                    <a:pt x="1322" y="323"/>
                    <a:pt x="1254" y="254"/>
                  </a:cubicBezTo>
                  <a:cubicBezTo>
                    <a:pt x="1254" y="254"/>
                    <a:pt x="1253" y="253"/>
                    <a:pt x="1253" y="253"/>
                  </a:cubicBezTo>
                  <a:lnTo>
                    <a:pt x="1253" y="253"/>
                  </a:lnTo>
                  <a:cubicBezTo>
                    <a:pt x="1246" y="244"/>
                    <a:pt x="1238" y="235"/>
                    <a:pt x="1231" y="227"/>
                  </a:cubicBezTo>
                  <a:cubicBezTo>
                    <a:pt x="1224" y="220"/>
                    <a:pt x="1216" y="212"/>
                    <a:pt x="1208" y="205"/>
                  </a:cubicBezTo>
                  <a:cubicBezTo>
                    <a:pt x="1163" y="168"/>
                    <a:pt x="1108" y="117"/>
                    <a:pt x="1049" y="92"/>
                  </a:cubicBezTo>
                  <a:cubicBezTo>
                    <a:pt x="1004" y="72"/>
                    <a:pt x="958" y="50"/>
                    <a:pt x="911" y="33"/>
                  </a:cubicBezTo>
                  <a:cubicBezTo>
                    <a:pt x="907" y="32"/>
                    <a:pt x="901" y="30"/>
                    <a:pt x="897" y="29"/>
                  </a:cubicBezTo>
                  <a:cubicBezTo>
                    <a:pt x="887" y="26"/>
                    <a:pt x="876" y="24"/>
                    <a:pt x="866" y="22"/>
                  </a:cubicBezTo>
                  <a:cubicBezTo>
                    <a:pt x="817" y="13"/>
                    <a:pt x="762" y="6"/>
                    <a:pt x="713" y="2"/>
                  </a:cubicBezTo>
                  <a:cubicBezTo>
                    <a:pt x="708" y="1"/>
                    <a:pt x="704" y="1"/>
                    <a:pt x="698" y="1"/>
                  </a:cubicBezTo>
                  <a:cubicBezTo>
                    <a:pt x="694" y="0"/>
                    <a:pt x="689" y="0"/>
                    <a:pt x="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9"/>
            <p:cNvSpPr/>
            <p:nvPr/>
          </p:nvSpPr>
          <p:spPr>
            <a:xfrm>
              <a:off x="6241479" y="1070052"/>
              <a:ext cx="41783" cy="40161"/>
            </a:xfrm>
            <a:custGeom>
              <a:avLst/>
              <a:gdLst/>
              <a:ahLst/>
              <a:cxnLst/>
              <a:rect l="l" t="t" r="r" b="b"/>
              <a:pathLst>
                <a:path w="1339" h="1287" extrusionOk="0">
                  <a:moveTo>
                    <a:pt x="633" y="0"/>
                  </a:moveTo>
                  <a:cubicBezTo>
                    <a:pt x="627" y="0"/>
                    <a:pt x="621" y="0"/>
                    <a:pt x="614" y="0"/>
                  </a:cubicBezTo>
                  <a:cubicBezTo>
                    <a:pt x="560" y="8"/>
                    <a:pt x="506" y="15"/>
                    <a:pt x="451" y="22"/>
                  </a:cubicBezTo>
                  <a:cubicBezTo>
                    <a:pt x="403" y="43"/>
                    <a:pt x="354" y="64"/>
                    <a:pt x="305" y="84"/>
                  </a:cubicBezTo>
                  <a:cubicBezTo>
                    <a:pt x="233" y="123"/>
                    <a:pt x="176" y="175"/>
                    <a:pt x="133" y="242"/>
                  </a:cubicBezTo>
                  <a:cubicBezTo>
                    <a:pt x="79" y="302"/>
                    <a:pt x="42" y="371"/>
                    <a:pt x="23" y="450"/>
                  </a:cubicBezTo>
                  <a:lnTo>
                    <a:pt x="23" y="454"/>
                  </a:lnTo>
                  <a:cubicBezTo>
                    <a:pt x="16" y="508"/>
                    <a:pt x="7" y="562"/>
                    <a:pt x="0" y="617"/>
                  </a:cubicBezTo>
                  <a:cubicBezTo>
                    <a:pt x="0" y="620"/>
                    <a:pt x="0" y="622"/>
                    <a:pt x="0" y="625"/>
                  </a:cubicBezTo>
                  <a:cubicBezTo>
                    <a:pt x="0" y="655"/>
                    <a:pt x="10" y="704"/>
                    <a:pt x="12" y="718"/>
                  </a:cubicBezTo>
                  <a:cubicBezTo>
                    <a:pt x="16" y="748"/>
                    <a:pt x="18" y="782"/>
                    <a:pt x="26" y="813"/>
                  </a:cubicBezTo>
                  <a:cubicBezTo>
                    <a:pt x="47" y="862"/>
                    <a:pt x="68" y="912"/>
                    <a:pt x="88" y="961"/>
                  </a:cubicBezTo>
                  <a:cubicBezTo>
                    <a:pt x="89" y="962"/>
                    <a:pt x="89" y="962"/>
                    <a:pt x="90" y="963"/>
                  </a:cubicBezTo>
                  <a:cubicBezTo>
                    <a:pt x="129" y="1035"/>
                    <a:pt x="182" y="1094"/>
                    <a:pt x="250" y="1138"/>
                  </a:cubicBezTo>
                  <a:cubicBezTo>
                    <a:pt x="271" y="1155"/>
                    <a:pt x="292" y="1170"/>
                    <a:pt x="314" y="1187"/>
                  </a:cubicBezTo>
                  <a:cubicBezTo>
                    <a:pt x="317" y="1189"/>
                    <a:pt x="320" y="1191"/>
                    <a:pt x="325" y="1194"/>
                  </a:cubicBezTo>
                  <a:cubicBezTo>
                    <a:pt x="326" y="1195"/>
                    <a:pt x="328" y="1196"/>
                    <a:pt x="330" y="1196"/>
                  </a:cubicBezTo>
                  <a:lnTo>
                    <a:pt x="332" y="1198"/>
                  </a:lnTo>
                  <a:lnTo>
                    <a:pt x="478" y="1258"/>
                  </a:lnTo>
                  <a:cubicBezTo>
                    <a:pt x="532" y="1278"/>
                    <a:pt x="647" y="1285"/>
                    <a:pt x="661" y="1286"/>
                  </a:cubicBezTo>
                  <a:cubicBezTo>
                    <a:pt x="668" y="1287"/>
                    <a:pt x="676" y="1287"/>
                    <a:pt x="685" y="1287"/>
                  </a:cubicBezTo>
                  <a:cubicBezTo>
                    <a:pt x="712" y="1285"/>
                    <a:pt x="751" y="1277"/>
                    <a:pt x="767" y="1275"/>
                  </a:cubicBezTo>
                  <a:cubicBezTo>
                    <a:pt x="786" y="1273"/>
                    <a:pt x="824" y="1269"/>
                    <a:pt x="851" y="1264"/>
                  </a:cubicBezTo>
                  <a:cubicBezTo>
                    <a:pt x="855" y="1264"/>
                    <a:pt x="859" y="1263"/>
                    <a:pt x="863" y="1262"/>
                  </a:cubicBezTo>
                  <a:cubicBezTo>
                    <a:pt x="867" y="1259"/>
                    <a:pt x="871" y="1258"/>
                    <a:pt x="875" y="1256"/>
                  </a:cubicBezTo>
                  <a:cubicBezTo>
                    <a:pt x="908" y="1244"/>
                    <a:pt x="984" y="1212"/>
                    <a:pt x="1016" y="1197"/>
                  </a:cubicBezTo>
                  <a:cubicBezTo>
                    <a:pt x="1018" y="1196"/>
                    <a:pt x="1021" y="1195"/>
                    <a:pt x="1023" y="1194"/>
                  </a:cubicBezTo>
                  <a:cubicBezTo>
                    <a:pt x="1026" y="1192"/>
                    <a:pt x="1029" y="1190"/>
                    <a:pt x="1032" y="1188"/>
                  </a:cubicBezTo>
                  <a:cubicBezTo>
                    <a:pt x="1036" y="1185"/>
                    <a:pt x="1041" y="1182"/>
                    <a:pt x="1045" y="1179"/>
                  </a:cubicBezTo>
                  <a:lnTo>
                    <a:pt x="1045" y="1179"/>
                  </a:lnTo>
                  <a:lnTo>
                    <a:pt x="1043" y="1181"/>
                  </a:lnTo>
                  <a:cubicBezTo>
                    <a:pt x="1063" y="1166"/>
                    <a:pt x="1083" y="1151"/>
                    <a:pt x="1102" y="1135"/>
                  </a:cubicBezTo>
                  <a:cubicBezTo>
                    <a:pt x="1102" y="1134"/>
                    <a:pt x="1103" y="1134"/>
                    <a:pt x="1103" y="1133"/>
                  </a:cubicBezTo>
                  <a:cubicBezTo>
                    <a:pt x="1107" y="1130"/>
                    <a:pt x="1110" y="1128"/>
                    <a:pt x="1114" y="1125"/>
                  </a:cubicBezTo>
                  <a:lnTo>
                    <a:pt x="1114" y="1125"/>
                  </a:lnTo>
                  <a:lnTo>
                    <a:pt x="1105" y="1132"/>
                  </a:lnTo>
                  <a:cubicBezTo>
                    <a:pt x="1123" y="1120"/>
                    <a:pt x="1140" y="1107"/>
                    <a:pt x="1156" y="1092"/>
                  </a:cubicBezTo>
                  <a:lnTo>
                    <a:pt x="1156" y="1092"/>
                  </a:lnTo>
                  <a:cubicBezTo>
                    <a:pt x="1156" y="1092"/>
                    <a:pt x="1156" y="1092"/>
                    <a:pt x="1157" y="1092"/>
                  </a:cubicBezTo>
                  <a:lnTo>
                    <a:pt x="1157" y="1092"/>
                  </a:lnTo>
                  <a:lnTo>
                    <a:pt x="1156" y="1092"/>
                  </a:lnTo>
                  <a:lnTo>
                    <a:pt x="1156" y="1092"/>
                  </a:lnTo>
                  <a:cubicBezTo>
                    <a:pt x="1193" y="1060"/>
                    <a:pt x="1223" y="1021"/>
                    <a:pt x="1248" y="976"/>
                  </a:cubicBezTo>
                  <a:cubicBezTo>
                    <a:pt x="1266" y="931"/>
                    <a:pt x="1285" y="886"/>
                    <a:pt x="1304" y="841"/>
                  </a:cubicBezTo>
                  <a:cubicBezTo>
                    <a:pt x="1305" y="839"/>
                    <a:pt x="1304" y="837"/>
                    <a:pt x="1305" y="835"/>
                  </a:cubicBezTo>
                  <a:cubicBezTo>
                    <a:pt x="1329" y="737"/>
                    <a:pt x="1339" y="607"/>
                    <a:pt x="1303" y="510"/>
                  </a:cubicBezTo>
                  <a:lnTo>
                    <a:pt x="1303" y="510"/>
                  </a:lnTo>
                  <a:lnTo>
                    <a:pt x="1303" y="512"/>
                  </a:lnTo>
                  <a:lnTo>
                    <a:pt x="1303" y="512"/>
                  </a:lnTo>
                  <a:cubicBezTo>
                    <a:pt x="1294" y="469"/>
                    <a:pt x="1277" y="427"/>
                    <a:pt x="1252" y="388"/>
                  </a:cubicBezTo>
                  <a:cubicBezTo>
                    <a:pt x="1225" y="353"/>
                    <a:pt x="1198" y="320"/>
                    <a:pt x="1172" y="285"/>
                  </a:cubicBezTo>
                  <a:cubicBezTo>
                    <a:pt x="1170" y="283"/>
                    <a:pt x="1168" y="282"/>
                    <a:pt x="1166" y="281"/>
                  </a:cubicBezTo>
                  <a:cubicBezTo>
                    <a:pt x="1150" y="266"/>
                    <a:pt x="1127" y="251"/>
                    <a:pt x="1115" y="241"/>
                  </a:cubicBezTo>
                  <a:lnTo>
                    <a:pt x="1115" y="241"/>
                  </a:lnTo>
                  <a:cubicBezTo>
                    <a:pt x="1115" y="241"/>
                    <a:pt x="1115" y="241"/>
                    <a:pt x="1115" y="241"/>
                  </a:cubicBezTo>
                  <a:cubicBezTo>
                    <a:pt x="1117" y="241"/>
                    <a:pt x="1097" y="225"/>
                    <a:pt x="1079" y="212"/>
                  </a:cubicBezTo>
                  <a:cubicBezTo>
                    <a:pt x="1074" y="206"/>
                    <a:pt x="1069" y="200"/>
                    <a:pt x="1062" y="195"/>
                  </a:cubicBezTo>
                  <a:cubicBezTo>
                    <a:pt x="1048" y="184"/>
                    <a:pt x="1029" y="168"/>
                    <a:pt x="1010" y="152"/>
                  </a:cubicBezTo>
                  <a:cubicBezTo>
                    <a:pt x="1002" y="146"/>
                    <a:pt x="994" y="139"/>
                    <a:pt x="986" y="132"/>
                  </a:cubicBezTo>
                  <a:cubicBezTo>
                    <a:pt x="947" y="95"/>
                    <a:pt x="902" y="68"/>
                    <a:pt x="851" y="54"/>
                  </a:cubicBezTo>
                  <a:cubicBezTo>
                    <a:pt x="783" y="18"/>
                    <a:pt x="710" y="0"/>
                    <a:pt x="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9"/>
            <p:cNvSpPr/>
            <p:nvPr/>
          </p:nvSpPr>
          <p:spPr>
            <a:xfrm>
              <a:off x="6255677" y="993131"/>
              <a:ext cx="39537" cy="37602"/>
            </a:xfrm>
            <a:custGeom>
              <a:avLst/>
              <a:gdLst/>
              <a:ahLst/>
              <a:cxnLst/>
              <a:rect l="l" t="t" r="r" b="b"/>
              <a:pathLst>
                <a:path w="1267" h="1205" extrusionOk="0">
                  <a:moveTo>
                    <a:pt x="709" y="1"/>
                  </a:moveTo>
                  <a:cubicBezTo>
                    <a:pt x="620" y="2"/>
                    <a:pt x="536" y="24"/>
                    <a:pt x="460" y="69"/>
                  </a:cubicBezTo>
                  <a:cubicBezTo>
                    <a:pt x="0" y="338"/>
                    <a:pt x="210" y="1091"/>
                    <a:pt x="676" y="1196"/>
                  </a:cubicBezTo>
                  <a:cubicBezTo>
                    <a:pt x="704" y="1202"/>
                    <a:pt x="732" y="1205"/>
                    <a:pt x="759" y="1205"/>
                  </a:cubicBezTo>
                  <a:cubicBezTo>
                    <a:pt x="799" y="1205"/>
                    <a:pt x="838" y="1199"/>
                    <a:pt x="878" y="1186"/>
                  </a:cubicBezTo>
                  <a:cubicBezTo>
                    <a:pt x="918" y="1170"/>
                    <a:pt x="959" y="1152"/>
                    <a:pt x="999" y="1135"/>
                  </a:cubicBezTo>
                  <a:cubicBezTo>
                    <a:pt x="1075" y="1090"/>
                    <a:pt x="1136" y="1029"/>
                    <a:pt x="1181" y="953"/>
                  </a:cubicBezTo>
                  <a:cubicBezTo>
                    <a:pt x="1205" y="905"/>
                    <a:pt x="1221" y="868"/>
                    <a:pt x="1232" y="832"/>
                  </a:cubicBezTo>
                  <a:cubicBezTo>
                    <a:pt x="1237" y="817"/>
                    <a:pt x="1242" y="801"/>
                    <a:pt x="1245" y="787"/>
                  </a:cubicBezTo>
                  <a:cubicBezTo>
                    <a:pt x="1246" y="782"/>
                    <a:pt x="1247" y="777"/>
                    <a:pt x="1248" y="774"/>
                  </a:cubicBezTo>
                  <a:cubicBezTo>
                    <a:pt x="1255" y="738"/>
                    <a:pt x="1260" y="700"/>
                    <a:pt x="1266" y="648"/>
                  </a:cubicBezTo>
                  <a:cubicBezTo>
                    <a:pt x="1267" y="638"/>
                    <a:pt x="1267" y="628"/>
                    <a:pt x="1267" y="617"/>
                  </a:cubicBezTo>
                  <a:cubicBezTo>
                    <a:pt x="1264" y="570"/>
                    <a:pt x="1254" y="521"/>
                    <a:pt x="1248" y="475"/>
                  </a:cubicBezTo>
                  <a:cubicBezTo>
                    <a:pt x="1247" y="468"/>
                    <a:pt x="1246" y="463"/>
                    <a:pt x="1245" y="457"/>
                  </a:cubicBezTo>
                  <a:cubicBezTo>
                    <a:pt x="1231" y="396"/>
                    <a:pt x="1206" y="337"/>
                    <a:pt x="1172" y="284"/>
                  </a:cubicBezTo>
                  <a:cubicBezTo>
                    <a:pt x="1158" y="263"/>
                    <a:pt x="1140" y="242"/>
                    <a:pt x="1127" y="225"/>
                  </a:cubicBezTo>
                  <a:cubicBezTo>
                    <a:pt x="1113" y="207"/>
                    <a:pt x="1096" y="184"/>
                    <a:pt x="1080" y="165"/>
                  </a:cubicBezTo>
                  <a:cubicBezTo>
                    <a:pt x="1046" y="127"/>
                    <a:pt x="999" y="96"/>
                    <a:pt x="958" y="69"/>
                  </a:cubicBezTo>
                  <a:cubicBezTo>
                    <a:pt x="881" y="24"/>
                    <a:pt x="798" y="2"/>
                    <a:pt x="7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9"/>
            <p:cNvSpPr/>
            <p:nvPr/>
          </p:nvSpPr>
          <p:spPr>
            <a:xfrm>
              <a:off x="6389640" y="960772"/>
              <a:ext cx="38070" cy="37976"/>
            </a:xfrm>
            <a:custGeom>
              <a:avLst/>
              <a:gdLst/>
              <a:ahLst/>
              <a:cxnLst/>
              <a:rect l="l" t="t" r="r" b="b"/>
              <a:pathLst>
                <a:path w="1220" h="1217" extrusionOk="0">
                  <a:moveTo>
                    <a:pt x="714" y="0"/>
                  </a:moveTo>
                  <a:cubicBezTo>
                    <a:pt x="708" y="0"/>
                    <a:pt x="702" y="0"/>
                    <a:pt x="697" y="0"/>
                  </a:cubicBezTo>
                  <a:cubicBezTo>
                    <a:pt x="692" y="0"/>
                    <a:pt x="689" y="1"/>
                    <a:pt x="685" y="1"/>
                  </a:cubicBezTo>
                  <a:cubicBezTo>
                    <a:pt x="647" y="6"/>
                    <a:pt x="599" y="11"/>
                    <a:pt x="562" y="18"/>
                  </a:cubicBezTo>
                  <a:cubicBezTo>
                    <a:pt x="553" y="19"/>
                    <a:pt x="545" y="21"/>
                    <a:pt x="537" y="24"/>
                  </a:cubicBezTo>
                  <a:cubicBezTo>
                    <a:pt x="495" y="38"/>
                    <a:pt x="454" y="58"/>
                    <a:pt x="414" y="76"/>
                  </a:cubicBezTo>
                  <a:cubicBezTo>
                    <a:pt x="407" y="78"/>
                    <a:pt x="400" y="81"/>
                    <a:pt x="394" y="85"/>
                  </a:cubicBezTo>
                  <a:cubicBezTo>
                    <a:pt x="379" y="93"/>
                    <a:pt x="365" y="103"/>
                    <a:pt x="351" y="113"/>
                  </a:cubicBezTo>
                  <a:cubicBezTo>
                    <a:pt x="309" y="145"/>
                    <a:pt x="263" y="177"/>
                    <a:pt x="223" y="214"/>
                  </a:cubicBezTo>
                  <a:cubicBezTo>
                    <a:pt x="184" y="251"/>
                    <a:pt x="151" y="298"/>
                    <a:pt x="124" y="345"/>
                  </a:cubicBezTo>
                  <a:cubicBezTo>
                    <a:pt x="98" y="393"/>
                    <a:pt x="77" y="445"/>
                    <a:pt x="58" y="495"/>
                  </a:cubicBezTo>
                  <a:cubicBezTo>
                    <a:pt x="50" y="522"/>
                    <a:pt x="43" y="552"/>
                    <a:pt x="39" y="581"/>
                  </a:cubicBezTo>
                  <a:cubicBezTo>
                    <a:pt x="34" y="596"/>
                    <a:pt x="28" y="611"/>
                    <a:pt x="23" y="625"/>
                  </a:cubicBezTo>
                  <a:cubicBezTo>
                    <a:pt x="1" y="708"/>
                    <a:pt x="1" y="791"/>
                    <a:pt x="23" y="873"/>
                  </a:cubicBezTo>
                  <a:cubicBezTo>
                    <a:pt x="37" y="934"/>
                    <a:pt x="65" y="987"/>
                    <a:pt x="106" y="1032"/>
                  </a:cubicBezTo>
                  <a:cubicBezTo>
                    <a:pt x="140" y="1084"/>
                    <a:pt x="184" y="1123"/>
                    <a:pt x="238" y="1153"/>
                  </a:cubicBezTo>
                  <a:cubicBezTo>
                    <a:pt x="310" y="1195"/>
                    <a:pt x="389" y="1217"/>
                    <a:pt x="474" y="1217"/>
                  </a:cubicBezTo>
                  <a:cubicBezTo>
                    <a:pt x="530" y="1210"/>
                    <a:pt x="590" y="1206"/>
                    <a:pt x="646" y="1190"/>
                  </a:cubicBezTo>
                  <a:cubicBezTo>
                    <a:pt x="700" y="1177"/>
                    <a:pt x="755" y="1150"/>
                    <a:pt x="803" y="1128"/>
                  </a:cubicBezTo>
                  <a:cubicBezTo>
                    <a:pt x="819" y="1121"/>
                    <a:pt x="834" y="1114"/>
                    <a:pt x="847" y="1105"/>
                  </a:cubicBezTo>
                  <a:cubicBezTo>
                    <a:pt x="855" y="1100"/>
                    <a:pt x="862" y="1096"/>
                    <a:pt x="868" y="1091"/>
                  </a:cubicBezTo>
                  <a:cubicBezTo>
                    <a:pt x="907" y="1064"/>
                    <a:pt x="945" y="1034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3" y="929"/>
                    <a:pt x="1088" y="884"/>
                    <a:pt x="1118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8" y="663"/>
                    <a:pt x="1220" y="601"/>
                    <a:pt x="1217" y="512"/>
                  </a:cubicBezTo>
                  <a:cubicBezTo>
                    <a:pt x="1215" y="464"/>
                    <a:pt x="1210" y="414"/>
                    <a:pt x="1196" y="368"/>
                  </a:cubicBezTo>
                  <a:cubicBezTo>
                    <a:pt x="1187" y="350"/>
                    <a:pt x="1180" y="332"/>
                    <a:pt x="1173" y="314"/>
                  </a:cubicBezTo>
                  <a:cubicBezTo>
                    <a:pt x="1165" y="293"/>
                    <a:pt x="1157" y="275"/>
                    <a:pt x="1148" y="255"/>
                  </a:cubicBezTo>
                  <a:cubicBezTo>
                    <a:pt x="1146" y="252"/>
                    <a:pt x="1143" y="248"/>
                    <a:pt x="1140" y="245"/>
                  </a:cubicBezTo>
                  <a:cubicBezTo>
                    <a:pt x="1125" y="222"/>
                    <a:pt x="1092" y="171"/>
                    <a:pt x="1060" y="144"/>
                  </a:cubicBezTo>
                  <a:cubicBezTo>
                    <a:pt x="976" y="75"/>
                    <a:pt x="953" y="57"/>
                    <a:pt x="848" y="21"/>
                  </a:cubicBezTo>
                  <a:cubicBezTo>
                    <a:pt x="806" y="7"/>
                    <a:pt x="759" y="0"/>
                    <a:pt x="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9"/>
            <p:cNvSpPr/>
            <p:nvPr/>
          </p:nvSpPr>
          <p:spPr>
            <a:xfrm>
              <a:off x="6361868" y="1030702"/>
              <a:ext cx="40723" cy="34700"/>
            </a:xfrm>
            <a:custGeom>
              <a:avLst/>
              <a:gdLst/>
              <a:ahLst/>
              <a:cxnLst/>
              <a:rect l="l" t="t" r="r" b="b"/>
              <a:pathLst>
                <a:path w="1305" h="1112" extrusionOk="0">
                  <a:moveTo>
                    <a:pt x="740" y="0"/>
                  </a:moveTo>
                  <a:cubicBezTo>
                    <a:pt x="462" y="0"/>
                    <a:pt x="166" y="119"/>
                    <a:pt x="78" y="326"/>
                  </a:cubicBezTo>
                  <a:cubicBezTo>
                    <a:pt x="62" y="368"/>
                    <a:pt x="44" y="408"/>
                    <a:pt x="26" y="450"/>
                  </a:cubicBezTo>
                  <a:cubicBezTo>
                    <a:pt x="4" y="519"/>
                    <a:pt x="1" y="589"/>
                    <a:pt x="17" y="659"/>
                  </a:cubicBezTo>
                  <a:cubicBezTo>
                    <a:pt x="17" y="706"/>
                    <a:pt x="29" y="750"/>
                    <a:pt x="52" y="790"/>
                  </a:cubicBezTo>
                  <a:cubicBezTo>
                    <a:pt x="73" y="855"/>
                    <a:pt x="110" y="911"/>
                    <a:pt x="160" y="958"/>
                  </a:cubicBezTo>
                  <a:lnTo>
                    <a:pt x="266" y="1040"/>
                  </a:lnTo>
                  <a:cubicBezTo>
                    <a:pt x="347" y="1087"/>
                    <a:pt x="435" y="1111"/>
                    <a:pt x="529" y="1111"/>
                  </a:cubicBezTo>
                  <a:cubicBezTo>
                    <a:pt x="536" y="1111"/>
                    <a:pt x="543" y="1111"/>
                    <a:pt x="551" y="1111"/>
                  </a:cubicBezTo>
                  <a:cubicBezTo>
                    <a:pt x="606" y="1111"/>
                    <a:pt x="664" y="1098"/>
                    <a:pt x="716" y="1088"/>
                  </a:cubicBezTo>
                  <a:cubicBezTo>
                    <a:pt x="734" y="1085"/>
                    <a:pt x="750" y="1079"/>
                    <a:pt x="767" y="1073"/>
                  </a:cubicBezTo>
                  <a:cubicBezTo>
                    <a:pt x="840" y="1046"/>
                    <a:pt x="914" y="1019"/>
                    <a:pt x="976" y="973"/>
                  </a:cubicBezTo>
                  <a:cubicBezTo>
                    <a:pt x="1017" y="942"/>
                    <a:pt x="1070" y="906"/>
                    <a:pt x="1108" y="866"/>
                  </a:cubicBezTo>
                  <a:cubicBezTo>
                    <a:pt x="1146" y="827"/>
                    <a:pt x="1179" y="781"/>
                    <a:pt x="1211" y="736"/>
                  </a:cubicBezTo>
                  <a:cubicBezTo>
                    <a:pt x="1221" y="721"/>
                    <a:pt x="1230" y="707"/>
                    <a:pt x="1238" y="691"/>
                  </a:cubicBezTo>
                  <a:cubicBezTo>
                    <a:pt x="1281" y="607"/>
                    <a:pt x="1305" y="542"/>
                    <a:pt x="1305" y="447"/>
                  </a:cubicBezTo>
                  <a:cubicBezTo>
                    <a:pt x="1305" y="401"/>
                    <a:pt x="1295" y="355"/>
                    <a:pt x="1286" y="310"/>
                  </a:cubicBezTo>
                  <a:cubicBezTo>
                    <a:pt x="1226" y="96"/>
                    <a:pt x="990" y="0"/>
                    <a:pt x="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9"/>
            <p:cNvSpPr/>
            <p:nvPr/>
          </p:nvSpPr>
          <p:spPr>
            <a:xfrm>
              <a:off x="6434263" y="1076480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6" y="1"/>
                  </a:moveTo>
                  <a:cubicBezTo>
                    <a:pt x="689" y="1"/>
                    <a:pt x="683" y="1"/>
                    <a:pt x="676" y="2"/>
                  </a:cubicBezTo>
                  <a:cubicBezTo>
                    <a:pt x="651" y="3"/>
                    <a:pt x="554" y="15"/>
                    <a:pt x="530" y="21"/>
                  </a:cubicBezTo>
                  <a:cubicBezTo>
                    <a:pt x="507" y="30"/>
                    <a:pt x="485" y="39"/>
                    <a:pt x="463" y="50"/>
                  </a:cubicBezTo>
                  <a:cubicBezTo>
                    <a:pt x="418" y="62"/>
                    <a:pt x="378" y="85"/>
                    <a:pt x="345" y="118"/>
                  </a:cubicBezTo>
                  <a:cubicBezTo>
                    <a:pt x="313" y="142"/>
                    <a:pt x="282" y="165"/>
                    <a:pt x="254" y="192"/>
                  </a:cubicBezTo>
                  <a:cubicBezTo>
                    <a:pt x="242" y="204"/>
                    <a:pt x="232" y="216"/>
                    <a:pt x="221" y="229"/>
                  </a:cubicBezTo>
                  <a:cubicBezTo>
                    <a:pt x="183" y="275"/>
                    <a:pt x="145" y="322"/>
                    <a:pt x="112" y="372"/>
                  </a:cubicBezTo>
                  <a:cubicBezTo>
                    <a:pt x="108" y="378"/>
                    <a:pt x="104" y="386"/>
                    <a:pt x="100" y="393"/>
                  </a:cubicBezTo>
                  <a:cubicBezTo>
                    <a:pt x="86" y="417"/>
                    <a:pt x="78" y="441"/>
                    <a:pt x="67" y="468"/>
                  </a:cubicBezTo>
                  <a:cubicBezTo>
                    <a:pt x="54" y="498"/>
                    <a:pt x="44" y="515"/>
                    <a:pt x="37" y="541"/>
                  </a:cubicBezTo>
                  <a:cubicBezTo>
                    <a:pt x="33" y="557"/>
                    <a:pt x="28" y="574"/>
                    <a:pt x="25" y="591"/>
                  </a:cubicBezTo>
                  <a:cubicBezTo>
                    <a:pt x="0" y="685"/>
                    <a:pt x="0" y="779"/>
                    <a:pt x="25" y="873"/>
                  </a:cubicBezTo>
                  <a:cubicBezTo>
                    <a:pt x="42" y="943"/>
                    <a:pt x="73" y="1002"/>
                    <a:pt x="121" y="1053"/>
                  </a:cubicBezTo>
                  <a:cubicBezTo>
                    <a:pt x="157" y="1111"/>
                    <a:pt x="207" y="1157"/>
                    <a:pt x="269" y="1190"/>
                  </a:cubicBezTo>
                  <a:cubicBezTo>
                    <a:pt x="352" y="1238"/>
                    <a:pt x="441" y="1262"/>
                    <a:pt x="536" y="1263"/>
                  </a:cubicBezTo>
                  <a:cubicBezTo>
                    <a:pt x="542" y="1263"/>
                    <a:pt x="548" y="1263"/>
                    <a:pt x="554" y="1263"/>
                  </a:cubicBezTo>
                  <a:cubicBezTo>
                    <a:pt x="568" y="1263"/>
                    <a:pt x="583" y="1262"/>
                    <a:pt x="597" y="1262"/>
                  </a:cubicBezTo>
                  <a:cubicBezTo>
                    <a:pt x="649" y="1256"/>
                    <a:pt x="704" y="1248"/>
                    <a:pt x="756" y="1240"/>
                  </a:cubicBezTo>
                  <a:cubicBezTo>
                    <a:pt x="766" y="1239"/>
                    <a:pt x="777" y="1237"/>
                    <a:pt x="787" y="1233"/>
                  </a:cubicBezTo>
                  <a:cubicBezTo>
                    <a:pt x="827" y="1224"/>
                    <a:pt x="864" y="1207"/>
                    <a:pt x="901" y="1192"/>
                  </a:cubicBezTo>
                  <a:cubicBezTo>
                    <a:pt x="991" y="1153"/>
                    <a:pt x="971" y="1166"/>
                    <a:pt x="1070" y="1084"/>
                  </a:cubicBezTo>
                  <a:cubicBezTo>
                    <a:pt x="1072" y="1082"/>
                    <a:pt x="1075" y="1080"/>
                    <a:pt x="1078" y="1076"/>
                  </a:cubicBezTo>
                  <a:cubicBezTo>
                    <a:pt x="1086" y="1071"/>
                    <a:pt x="1092" y="1064"/>
                    <a:pt x="1098" y="1058"/>
                  </a:cubicBezTo>
                  <a:cubicBezTo>
                    <a:pt x="1137" y="1018"/>
                    <a:pt x="1169" y="972"/>
                    <a:pt x="1203" y="928"/>
                  </a:cubicBezTo>
                  <a:cubicBezTo>
                    <a:pt x="1208" y="921"/>
                    <a:pt x="1213" y="913"/>
                    <a:pt x="1218" y="906"/>
                  </a:cubicBezTo>
                  <a:cubicBezTo>
                    <a:pt x="1221" y="903"/>
                    <a:pt x="1223" y="899"/>
                    <a:pt x="1225" y="895"/>
                  </a:cubicBezTo>
                  <a:cubicBezTo>
                    <a:pt x="1235" y="878"/>
                    <a:pt x="1244" y="859"/>
                    <a:pt x="1250" y="838"/>
                  </a:cubicBezTo>
                  <a:cubicBezTo>
                    <a:pt x="1262" y="821"/>
                    <a:pt x="1270" y="802"/>
                    <a:pt x="1272" y="782"/>
                  </a:cubicBezTo>
                  <a:cubicBezTo>
                    <a:pt x="1302" y="689"/>
                    <a:pt x="1289" y="590"/>
                    <a:pt x="1273" y="496"/>
                  </a:cubicBezTo>
                  <a:cubicBezTo>
                    <a:pt x="1262" y="450"/>
                    <a:pt x="1240" y="409"/>
                    <a:pt x="1209" y="374"/>
                  </a:cubicBezTo>
                  <a:cubicBezTo>
                    <a:pt x="1207" y="371"/>
                    <a:pt x="1204" y="369"/>
                    <a:pt x="1202" y="366"/>
                  </a:cubicBezTo>
                  <a:cubicBezTo>
                    <a:pt x="1185" y="327"/>
                    <a:pt x="1169" y="288"/>
                    <a:pt x="1153" y="250"/>
                  </a:cubicBezTo>
                  <a:cubicBezTo>
                    <a:pt x="1126" y="216"/>
                    <a:pt x="1101" y="183"/>
                    <a:pt x="1075" y="149"/>
                  </a:cubicBezTo>
                  <a:cubicBezTo>
                    <a:pt x="1060" y="135"/>
                    <a:pt x="989" y="81"/>
                    <a:pt x="973" y="70"/>
                  </a:cubicBezTo>
                  <a:cubicBezTo>
                    <a:pt x="892" y="19"/>
                    <a:pt x="861" y="20"/>
                    <a:pt x="781" y="10"/>
                  </a:cubicBezTo>
                  <a:cubicBezTo>
                    <a:pt x="750" y="6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9"/>
            <p:cNvSpPr/>
            <p:nvPr/>
          </p:nvSpPr>
          <p:spPr>
            <a:xfrm>
              <a:off x="6137504" y="1030109"/>
              <a:ext cx="26992" cy="23934"/>
            </a:xfrm>
            <a:custGeom>
              <a:avLst/>
              <a:gdLst/>
              <a:ahLst/>
              <a:cxnLst/>
              <a:rect l="l" t="t" r="r" b="b"/>
              <a:pathLst>
                <a:path w="865" h="767" extrusionOk="0">
                  <a:moveTo>
                    <a:pt x="415" y="0"/>
                  </a:moveTo>
                  <a:cubicBezTo>
                    <a:pt x="406" y="0"/>
                    <a:pt x="396" y="1"/>
                    <a:pt x="386" y="1"/>
                  </a:cubicBezTo>
                  <a:cubicBezTo>
                    <a:pt x="350" y="6"/>
                    <a:pt x="316" y="11"/>
                    <a:pt x="280" y="16"/>
                  </a:cubicBezTo>
                  <a:lnTo>
                    <a:pt x="190" y="54"/>
                  </a:lnTo>
                  <a:cubicBezTo>
                    <a:pt x="163" y="72"/>
                    <a:pt x="137" y="91"/>
                    <a:pt x="113" y="114"/>
                  </a:cubicBezTo>
                  <a:cubicBezTo>
                    <a:pt x="76" y="148"/>
                    <a:pt x="50" y="188"/>
                    <a:pt x="35" y="234"/>
                  </a:cubicBezTo>
                  <a:cubicBezTo>
                    <a:pt x="12" y="279"/>
                    <a:pt x="1" y="327"/>
                    <a:pt x="3" y="378"/>
                  </a:cubicBezTo>
                  <a:cubicBezTo>
                    <a:pt x="5" y="412"/>
                    <a:pt x="9" y="445"/>
                    <a:pt x="16" y="479"/>
                  </a:cubicBezTo>
                  <a:cubicBezTo>
                    <a:pt x="33" y="538"/>
                    <a:pt x="69" y="605"/>
                    <a:pt x="116" y="647"/>
                  </a:cubicBezTo>
                  <a:cubicBezTo>
                    <a:pt x="142" y="671"/>
                    <a:pt x="169" y="694"/>
                    <a:pt x="200" y="713"/>
                  </a:cubicBezTo>
                  <a:cubicBezTo>
                    <a:pt x="263" y="750"/>
                    <a:pt x="323" y="765"/>
                    <a:pt x="396" y="766"/>
                  </a:cubicBezTo>
                  <a:lnTo>
                    <a:pt x="452" y="766"/>
                  </a:lnTo>
                  <a:cubicBezTo>
                    <a:pt x="455" y="767"/>
                    <a:pt x="459" y="767"/>
                    <a:pt x="462" y="767"/>
                  </a:cubicBezTo>
                  <a:cubicBezTo>
                    <a:pt x="483" y="767"/>
                    <a:pt x="501" y="764"/>
                    <a:pt x="525" y="761"/>
                  </a:cubicBezTo>
                  <a:cubicBezTo>
                    <a:pt x="556" y="757"/>
                    <a:pt x="569" y="757"/>
                    <a:pt x="593" y="747"/>
                  </a:cubicBezTo>
                  <a:lnTo>
                    <a:pt x="640" y="728"/>
                  </a:lnTo>
                  <a:cubicBezTo>
                    <a:pt x="692" y="713"/>
                    <a:pt x="737" y="687"/>
                    <a:pt x="774" y="649"/>
                  </a:cubicBezTo>
                  <a:cubicBezTo>
                    <a:pt x="803" y="622"/>
                    <a:pt x="824" y="590"/>
                    <a:pt x="836" y="552"/>
                  </a:cubicBezTo>
                  <a:cubicBezTo>
                    <a:pt x="856" y="516"/>
                    <a:pt x="864" y="478"/>
                    <a:pt x="862" y="436"/>
                  </a:cubicBezTo>
                  <a:cubicBezTo>
                    <a:pt x="862" y="381"/>
                    <a:pt x="848" y="330"/>
                    <a:pt x="821" y="283"/>
                  </a:cubicBezTo>
                  <a:cubicBezTo>
                    <a:pt x="814" y="271"/>
                    <a:pt x="806" y="259"/>
                    <a:pt x="798" y="246"/>
                  </a:cubicBezTo>
                  <a:cubicBezTo>
                    <a:pt x="796" y="244"/>
                    <a:pt x="794" y="241"/>
                    <a:pt x="793" y="238"/>
                  </a:cubicBezTo>
                  <a:cubicBezTo>
                    <a:pt x="791" y="236"/>
                    <a:pt x="790" y="234"/>
                    <a:pt x="789" y="232"/>
                  </a:cubicBezTo>
                  <a:cubicBezTo>
                    <a:pt x="770" y="208"/>
                    <a:pt x="752" y="184"/>
                    <a:pt x="733" y="159"/>
                  </a:cubicBezTo>
                  <a:cubicBezTo>
                    <a:pt x="707" y="132"/>
                    <a:pt x="674" y="111"/>
                    <a:pt x="642" y="90"/>
                  </a:cubicBezTo>
                  <a:lnTo>
                    <a:pt x="595" y="59"/>
                  </a:lnTo>
                  <a:cubicBezTo>
                    <a:pt x="593" y="57"/>
                    <a:pt x="590" y="55"/>
                    <a:pt x="588" y="53"/>
                  </a:cubicBezTo>
                  <a:cubicBezTo>
                    <a:pt x="558" y="40"/>
                    <a:pt x="527" y="28"/>
                    <a:pt x="497" y="15"/>
                  </a:cubicBezTo>
                  <a:cubicBezTo>
                    <a:pt x="462" y="4"/>
                    <a:pt x="43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9"/>
            <p:cNvSpPr/>
            <p:nvPr/>
          </p:nvSpPr>
          <p:spPr>
            <a:xfrm>
              <a:off x="6244038" y="907723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7"/>
                  </a:cubicBezTo>
                  <a:cubicBezTo>
                    <a:pt x="364" y="26"/>
                    <a:pt x="324" y="43"/>
                    <a:pt x="287" y="68"/>
                  </a:cubicBezTo>
                  <a:cubicBezTo>
                    <a:pt x="204" y="116"/>
                    <a:pt x="156" y="176"/>
                    <a:pt x="103" y="254"/>
                  </a:cubicBezTo>
                  <a:cubicBezTo>
                    <a:pt x="27" y="367"/>
                    <a:pt x="1" y="532"/>
                    <a:pt x="43" y="664"/>
                  </a:cubicBezTo>
                  <a:cubicBezTo>
                    <a:pt x="59" y="717"/>
                    <a:pt x="83" y="768"/>
                    <a:pt x="105" y="817"/>
                  </a:cubicBezTo>
                  <a:cubicBezTo>
                    <a:pt x="113" y="831"/>
                    <a:pt x="119" y="844"/>
                    <a:pt x="127" y="857"/>
                  </a:cubicBezTo>
                  <a:cubicBezTo>
                    <a:pt x="153" y="898"/>
                    <a:pt x="193" y="954"/>
                    <a:pt x="221" y="981"/>
                  </a:cubicBezTo>
                  <a:cubicBezTo>
                    <a:pt x="289" y="1049"/>
                    <a:pt x="380" y="1090"/>
                    <a:pt x="469" y="1120"/>
                  </a:cubicBezTo>
                  <a:cubicBezTo>
                    <a:pt x="501" y="1124"/>
                    <a:pt x="534" y="1128"/>
                    <a:pt x="566" y="1132"/>
                  </a:cubicBezTo>
                  <a:cubicBezTo>
                    <a:pt x="570" y="1132"/>
                    <a:pt x="574" y="1132"/>
                    <a:pt x="579" y="1132"/>
                  </a:cubicBezTo>
                  <a:cubicBezTo>
                    <a:pt x="625" y="1132"/>
                    <a:pt x="668" y="1122"/>
                    <a:pt x="707" y="1101"/>
                  </a:cubicBezTo>
                  <a:cubicBezTo>
                    <a:pt x="739" y="1092"/>
                    <a:pt x="766" y="1077"/>
                    <a:pt x="789" y="1054"/>
                  </a:cubicBezTo>
                  <a:cubicBezTo>
                    <a:pt x="829" y="1029"/>
                    <a:pt x="860" y="994"/>
                    <a:pt x="883" y="951"/>
                  </a:cubicBezTo>
                  <a:cubicBezTo>
                    <a:pt x="892" y="930"/>
                    <a:pt x="904" y="911"/>
                    <a:pt x="916" y="892"/>
                  </a:cubicBezTo>
                  <a:cubicBezTo>
                    <a:pt x="947" y="843"/>
                    <a:pt x="956" y="793"/>
                    <a:pt x="972" y="742"/>
                  </a:cubicBezTo>
                  <a:cubicBezTo>
                    <a:pt x="975" y="735"/>
                    <a:pt x="978" y="730"/>
                    <a:pt x="980" y="724"/>
                  </a:cubicBezTo>
                  <a:cubicBezTo>
                    <a:pt x="991" y="702"/>
                    <a:pt x="1000" y="680"/>
                    <a:pt x="1009" y="657"/>
                  </a:cubicBezTo>
                  <a:cubicBezTo>
                    <a:pt x="1033" y="568"/>
                    <a:pt x="1033" y="480"/>
                    <a:pt x="1009" y="391"/>
                  </a:cubicBezTo>
                  <a:cubicBezTo>
                    <a:pt x="1007" y="383"/>
                    <a:pt x="1006" y="374"/>
                    <a:pt x="1003" y="367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79" y="277"/>
                    <a:pt x="937" y="205"/>
                    <a:pt x="878" y="144"/>
                  </a:cubicBezTo>
                  <a:cubicBezTo>
                    <a:pt x="846" y="116"/>
                    <a:pt x="813" y="90"/>
                    <a:pt x="777" y="67"/>
                  </a:cubicBezTo>
                  <a:cubicBezTo>
                    <a:pt x="722" y="31"/>
                    <a:pt x="662" y="12"/>
                    <a:pt x="598" y="9"/>
                  </a:cubicBezTo>
                  <a:cubicBezTo>
                    <a:pt x="571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9"/>
            <p:cNvSpPr/>
            <p:nvPr/>
          </p:nvSpPr>
          <p:spPr>
            <a:xfrm>
              <a:off x="6223973" y="1171094"/>
              <a:ext cx="33296" cy="36791"/>
            </a:xfrm>
            <a:custGeom>
              <a:avLst/>
              <a:gdLst/>
              <a:ahLst/>
              <a:cxnLst/>
              <a:rect l="l" t="t" r="r" b="b"/>
              <a:pathLst>
                <a:path w="1067" h="1179" extrusionOk="0">
                  <a:moveTo>
                    <a:pt x="594" y="0"/>
                  </a:moveTo>
                  <a:cubicBezTo>
                    <a:pt x="551" y="0"/>
                    <a:pt x="508" y="6"/>
                    <a:pt x="470" y="16"/>
                  </a:cubicBezTo>
                  <a:cubicBezTo>
                    <a:pt x="390" y="39"/>
                    <a:pt x="313" y="85"/>
                    <a:pt x="255" y="146"/>
                  </a:cubicBezTo>
                  <a:cubicBezTo>
                    <a:pt x="219" y="185"/>
                    <a:pt x="186" y="229"/>
                    <a:pt x="158" y="275"/>
                  </a:cubicBezTo>
                  <a:cubicBezTo>
                    <a:pt x="131" y="317"/>
                    <a:pt x="118" y="356"/>
                    <a:pt x="111" y="400"/>
                  </a:cubicBezTo>
                  <a:cubicBezTo>
                    <a:pt x="95" y="419"/>
                    <a:pt x="79" y="437"/>
                    <a:pt x="65" y="458"/>
                  </a:cubicBezTo>
                  <a:cubicBezTo>
                    <a:pt x="22" y="533"/>
                    <a:pt x="0" y="613"/>
                    <a:pt x="0" y="700"/>
                  </a:cubicBezTo>
                  <a:cubicBezTo>
                    <a:pt x="6" y="742"/>
                    <a:pt x="12" y="785"/>
                    <a:pt x="17" y="826"/>
                  </a:cubicBezTo>
                  <a:cubicBezTo>
                    <a:pt x="40" y="908"/>
                    <a:pt x="81" y="978"/>
                    <a:pt x="140" y="1038"/>
                  </a:cubicBezTo>
                  <a:cubicBezTo>
                    <a:pt x="183" y="1084"/>
                    <a:pt x="235" y="1117"/>
                    <a:pt x="294" y="1136"/>
                  </a:cubicBezTo>
                  <a:cubicBezTo>
                    <a:pt x="347" y="1164"/>
                    <a:pt x="404" y="1178"/>
                    <a:pt x="465" y="1178"/>
                  </a:cubicBezTo>
                  <a:cubicBezTo>
                    <a:pt x="470" y="1178"/>
                    <a:pt x="474" y="1178"/>
                    <a:pt x="478" y="1178"/>
                  </a:cubicBezTo>
                  <a:cubicBezTo>
                    <a:pt x="564" y="1177"/>
                    <a:pt x="645" y="1156"/>
                    <a:pt x="719" y="1112"/>
                  </a:cubicBezTo>
                  <a:cubicBezTo>
                    <a:pt x="791" y="1070"/>
                    <a:pt x="849" y="1013"/>
                    <a:pt x="891" y="940"/>
                  </a:cubicBezTo>
                  <a:cubicBezTo>
                    <a:pt x="909" y="915"/>
                    <a:pt x="921" y="884"/>
                    <a:pt x="932" y="853"/>
                  </a:cubicBezTo>
                  <a:cubicBezTo>
                    <a:pt x="943" y="825"/>
                    <a:pt x="954" y="799"/>
                    <a:pt x="960" y="771"/>
                  </a:cubicBezTo>
                  <a:cubicBezTo>
                    <a:pt x="964" y="760"/>
                    <a:pt x="969" y="750"/>
                    <a:pt x="972" y="739"/>
                  </a:cubicBezTo>
                  <a:cubicBezTo>
                    <a:pt x="980" y="719"/>
                    <a:pt x="986" y="698"/>
                    <a:pt x="992" y="677"/>
                  </a:cubicBezTo>
                  <a:cubicBezTo>
                    <a:pt x="1006" y="644"/>
                    <a:pt x="1020" y="613"/>
                    <a:pt x="1030" y="580"/>
                  </a:cubicBezTo>
                  <a:cubicBezTo>
                    <a:pt x="1067" y="464"/>
                    <a:pt x="1051" y="326"/>
                    <a:pt x="988" y="222"/>
                  </a:cubicBezTo>
                  <a:cubicBezTo>
                    <a:pt x="927" y="121"/>
                    <a:pt x="835" y="53"/>
                    <a:pt x="723" y="18"/>
                  </a:cubicBezTo>
                  <a:cubicBezTo>
                    <a:pt x="684" y="6"/>
                    <a:pt x="639" y="0"/>
                    <a:pt x="5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9"/>
            <p:cNvSpPr/>
            <p:nvPr/>
          </p:nvSpPr>
          <p:spPr>
            <a:xfrm>
              <a:off x="6322737" y="1120885"/>
              <a:ext cx="30518" cy="32360"/>
            </a:xfrm>
            <a:custGeom>
              <a:avLst/>
              <a:gdLst/>
              <a:ahLst/>
              <a:cxnLst/>
              <a:rect l="l" t="t" r="r" b="b"/>
              <a:pathLst>
                <a:path w="978" h="1037" extrusionOk="0">
                  <a:moveTo>
                    <a:pt x="473" y="1"/>
                  </a:moveTo>
                  <a:cubicBezTo>
                    <a:pt x="403" y="1"/>
                    <a:pt x="337" y="19"/>
                    <a:pt x="276" y="53"/>
                  </a:cubicBezTo>
                  <a:cubicBezTo>
                    <a:pt x="218" y="88"/>
                    <a:pt x="172" y="135"/>
                    <a:pt x="137" y="194"/>
                  </a:cubicBezTo>
                  <a:cubicBezTo>
                    <a:pt x="116" y="233"/>
                    <a:pt x="99" y="276"/>
                    <a:pt x="84" y="318"/>
                  </a:cubicBezTo>
                  <a:cubicBezTo>
                    <a:pt x="79" y="331"/>
                    <a:pt x="74" y="343"/>
                    <a:pt x="71" y="356"/>
                  </a:cubicBezTo>
                  <a:cubicBezTo>
                    <a:pt x="71" y="357"/>
                    <a:pt x="71" y="358"/>
                    <a:pt x="70" y="360"/>
                  </a:cubicBezTo>
                  <a:cubicBezTo>
                    <a:pt x="69" y="362"/>
                    <a:pt x="67" y="364"/>
                    <a:pt x="66" y="366"/>
                  </a:cubicBezTo>
                  <a:cubicBezTo>
                    <a:pt x="51" y="402"/>
                    <a:pt x="36" y="437"/>
                    <a:pt x="21" y="473"/>
                  </a:cubicBezTo>
                  <a:cubicBezTo>
                    <a:pt x="0" y="551"/>
                    <a:pt x="0" y="631"/>
                    <a:pt x="21" y="710"/>
                  </a:cubicBezTo>
                  <a:cubicBezTo>
                    <a:pt x="35" y="767"/>
                    <a:pt x="62" y="817"/>
                    <a:pt x="101" y="861"/>
                  </a:cubicBezTo>
                  <a:cubicBezTo>
                    <a:pt x="132" y="909"/>
                    <a:pt x="174" y="947"/>
                    <a:pt x="226" y="975"/>
                  </a:cubicBezTo>
                  <a:cubicBezTo>
                    <a:pt x="276" y="1008"/>
                    <a:pt x="332" y="1026"/>
                    <a:pt x="391" y="1029"/>
                  </a:cubicBezTo>
                  <a:cubicBezTo>
                    <a:pt x="416" y="1034"/>
                    <a:pt x="440" y="1037"/>
                    <a:pt x="465" y="1037"/>
                  </a:cubicBezTo>
                  <a:cubicBezTo>
                    <a:pt x="500" y="1037"/>
                    <a:pt x="534" y="1031"/>
                    <a:pt x="568" y="1020"/>
                  </a:cubicBezTo>
                  <a:cubicBezTo>
                    <a:pt x="644" y="999"/>
                    <a:pt x="710" y="961"/>
                    <a:pt x="765" y="906"/>
                  </a:cubicBezTo>
                  <a:cubicBezTo>
                    <a:pt x="787" y="884"/>
                    <a:pt x="806" y="856"/>
                    <a:pt x="825" y="832"/>
                  </a:cubicBezTo>
                  <a:cubicBezTo>
                    <a:pt x="883" y="760"/>
                    <a:pt x="924" y="716"/>
                    <a:pt x="947" y="624"/>
                  </a:cubicBezTo>
                  <a:cubicBezTo>
                    <a:pt x="948" y="616"/>
                    <a:pt x="949" y="609"/>
                    <a:pt x="951" y="602"/>
                  </a:cubicBezTo>
                  <a:cubicBezTo>
                    <a:pt x="968" y="514"/>
                    <a:pt x="978" y="448"/>
                    <a:pt x="954" y="360"/>
                  </a:cubicBezTo>
                  <a:cubicBezTo>
                    <a:pt x="946" y="320"/>
                    <a:pt x="932" y="286"/>
                    <a:pt x="907" y="255"/>
                  </a:cubicBezTo>
                  <a:cubicBezTo>
                    <a:pt x="881" y="205"/>
                    <a:pt x="845" y="165"/>
                    <a:pt x="798" y="135"/>
                  </a:cubicBezTo>
                  <a:cubicBezTo>
                    <a:pt x="768" y="109"/>
                    <a:pt x="734" y="90"/>
                    <a:pt x="697" y="75"/>
                  </a:cubicBezTo>
                  <a:cubicBezTo>
                    <a:pt x="688" y="68"/>
                    <a:pt x="679" y="60"/>
                    <a:pt x="669" y="53"/>
                  </a:cubicBezTo>
                  <a:cubicBezTo>
                    <a:pt x="608" y="19"/>
                    <a:pt x="543" y="1"/>
                    <a:pt x="4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9"/>
            <p:cNvSpPr/>
            <p:nvPr/>
          </p:nvSpPr>
          <p:spPr>
            <a:xfrm>
              <a:off x="6316183" y="1191408"/>
              <a:ext cx="27086" cy="30175"/>
            </a:xfrm>
            <a:custGeom>
              <a:avLst/>
              <a:gdLst/>
              <a:ahLst/>
              <a:cxnLst/>
              <a:rect l="l" t="t" r="r" b="b"/>
              <a:pathLst>
                <a:path w="868" h="967" extrusionOk="0">
                  <a:moveTo>
                    <a:pt x="439" y="1"/>
                  </a:moveTo>
                  <a:cubicBezTo>
                    <a:pt x="369" y="1"/>
                    <a:pt x="303" y="18"/>
                    <a:pt x="243" y="54"/>
                  </a:cubicBezTo>
                  <a:cubicBezTo>
                    <a:pt x="239" y="55"/>
                    <a:pt x="235" y="57"/>
                    <a:pt x="233" y="59"/>
                  </a:cubicBezTo>
                  <a:cubicBezTo>
                    <a:pt x="231" y="60"/>
                    <a:pt x="230" y="61"/>
                    <a:pt x="229" y="62"/>
                  </a:cubicBezTo>
                  <a:cubicBezTo>
                    <a:pt x="204" y="80"/>
                    <a:pt x="168" y="106"/>
                    <a:pt x="145" y="127"/>
                  </a:cubicBezTo>
                  <a:cubicBezTo>
                    <a:pt x="142" y="129"/>
                    <a:pt x="139" y="132"/>
                    <a:pt x="136" y="136"/>
                  </a:cubicBezTo>
                  <a:cubicBezTo>
                    <a:pt x="135" y="137"/>
                    <a:pt x="134" y="138"/>
                    <a:pt x="133" y="139"/>
                  </a:cubicBezTo>
                  <a:cubicBezTo>
                    <a:pt x="116" y="160"/>
                    <a:pt x="80" y="205"/>
                    <a:pt x="66" y="227"/>
                  </a:cubicBezTo>
                  <a:cubicBezTo>
                    <a:pt x="65" y="228"/>
                    <a:pt x="64" y="230"/>
                    <a:pt x="62" y="231"/>
                  </a:cubicBezTo>
                  <a:cubicBezTo>
                    <a:pt x="52" y="247"/>
                    <a:pt x="45" y="264"/>
                    <a:pt x="39" y="283"/>
                  </a:cubicBezTo>
                  <a:cubicBezTo>
                    <a:pt x="21" y="317"/>
                    <a:pt x="11" y="352"/>
                    <a:pt x="11" y="391"/>
                  </a:cubicBezTo>
                  <a:cubicBezTo>
                    <a:pt x="1" y="465"/>
                    <a:pt x="1" y="433"/>
                    <a:pt x="10" y="507"/>
                  </a:cubicBezTo>
                  <a:cubicBezTo>
                    <a:pt x="13" y="531"/>
                    <a:pt x="13" y="549"/>
                    <a:pt x="20" y="569"/>
                  </a:cubicBezTo>
                  <a:cubicBezTo>
                    <a:pt x="21" y="571"/>
                    <a:pt x="22" y="573"/>
                    <a:pt x="22" y="575"/>
                  </a:cubicBezTo>
                  <a:cubicBezTo>
                    <a:pt x="34" y="606"/>
                    <a:pt x="52" y="651"/>
                    <a:pt x="67" y="680"/>
                  </a:cubicBezTo>
                  <a:cubicBezTo>
                    <a:pt x="69" y="685"/>
                    <a:pt x="71" y="689"/>
                    <a:pt x="73" y="693"/>
                  </a:cubicBezTo>
                  <a:cubicBezTo>
                    <a:pt x="75" y="696"/>
                    <a:pt x="76" y="698"/>
                    <a:pt x="77" y="699"/>
                  </a:cubicBezTo>
                  <a:cubicBezTo>
                    <a:pt x="78" y="700"/>
                    <a:pt x="78" y="701"/>
                    <a:pt x="79" y="702"/>
                  </a:cubicBezTo>
                  <a:cubicBezTo>
                    <a:pt x="101" y="730"/>
                    <a:pt x="123" y="758"/>
                    <a:pt x="145" y="787"/>
                  </a:cubicBezTo>
                  <a:cubicBezTo>
                    <a:pt x="146" y="788"/>
                    <a:pt x="146" y="789"/>
                    <a:pt x="147" y="790"/>
                  </a:cubicBezTo>
                  <a:cubicBezTo>
                    <a:pt x="176" y="812"/>
                    <a:pt x="204" y="834"/>
                    <a:pt x="232" y="856"/>
                  </a:cubicBezTo>
                  <a:cubicBezTo>
                    <a:pt x="233" y="856"/>
                    <a:pt x="234" y="857"/>
                    <a:pt x="235" y="857"/>
                  </a:cubicBezTo>
                  <a:lnTo>
                    <a:pt x="244" y="861"/>
                  </a:lnTo>
                  <a:cubicBezTo>
                    <a:pt x="246" y="863"/>
                    <a:pt x="248" y="866"/>
                    <a:pt x="250" y="868"/>
                  </a:cubicBezTo>
                  <a:cubicBezTo>
                    <a:pt x="279" y="901"/>
                    <a:pt x="316" y="924"/>
                    <a:pt x="357" y="937"/>
                  </a:cubicBezTo>
                  <a:cubicBezTo>
                    <a:pt x="383" y="952"/>
                    <a:pt x="411" y="960"/>
                    <a:pt x="441" y="960"/>
                  </a:cubicBezTo>
                  <a:cubicBezTo>
                    <a:pt x="459" y="964"/>
                    <a:pt x="477" y="966"/>
                    <a:pt x="495" y="966"/>
                  </a:cubicBezTo>
                  <a:cubicBezTo>
                    <a:pt x="521" y="966"/>
                    <a:pt x="548" y="962"/>
                    <a:pt x="574" y="954"/>
                  </a:cubicBezTo>
                  <a:cubicBezTo>
                    <a:pt x="600" y="943"/>
                    <a:pt x="627" y="932"/>
                    <a:pt x="654" y="921"/>
                  </a:cubicBezTo>
                  <a:cubicBezTo>
                    <a:pt x="704" y="891"/>
                    <a:pt x="744" y="851"/>
                    <a:pt x="773" y="801"/>
                  </a:cubicBezTo>
                  <a:cubicBezTo>
                    <a:pt x="790" y="764"/>
                    <a:pt x="807" y="726"/>
                    <a:pt x="819" y="686"/>
                  </a:cubicBezTo>
                  <a:cubicBezTo>
                    <a:pt x="848" y="636"/>
                    <a:pt x="851" y="609"/>
                    <a:pt x="858" y="551"/>
                  </a:cubicBezTo>
                  <a:cubicBezTo>
                    <a:pt x="867" y="514"/>
                    <a:pt x="867" y="477"/>
                    <a:pt x="858" y="440"/>
                  </a:cubicBezTo>
                  <a:cubicBezTo>
                    <a:pt x="857" y="434"/>
                    <a:pt x="856" y="429"/>
                    <a:pt x="856" y="422"/>
                  </a:cubicBezTo>
                  <a:cubicBezTo>
                    <a:pt x="855" y="401"/>
                    <a:pt x="854" y="381"/>
                    <a:pt x="842" y="338"/>
                  </a:cubicBezTo>
                  <a:cubicBezTo>
                    <a:pt x="829" y="288"/>
                    <a:pt x="811" y="253"/>
                    <a:pt x="788" y="218"/>
                  </a:cubicBezTo>
                  <a:lnTo>
                    <a:pt x="787" y="216"/>
                  </a:lnTo>
                  <a:cubicBezTo>
                    <a:pt x="783" y="209"/>
                    <a:pt x="782" y="202"/>
                    <a:pt x="777" y="194"/>
                  </a:cubicBezTo>
                  <a:cubicBezTo>
                    <a:pt x="742" y="136"/>
                    <a:pt x="696" y="88"/>
                    <a:pt x="637" y="54"/>
                  </a:cubicBezTo>
                  <a:cubicBezTo>
                    <a:pt x="575" y="18"/>
                    <a:pt x="510" y="1"/>
                    <a:pt x="4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9"/>
            <p:cNvSpPr/>
            <p:nvPr/>
          </p:nvSpPr>
          <p:spPr>
            <a:xfrm>
              <a:off x="6391544" y="1154180"/>
              <a:ext cx="39069" cy="36603"/>
            </a:xfrm>
            <a:custGeom>
              <a:avLst/>
              <a:gdLst/>
              <a:ahLst/>
              <a:cxnLst/>
              <a:rect l="l" t="t" r="r" b="b"/>
              <a:pathLst>
                <a:path w="1252" h="1173" extrusionOk="0">
                  <a:moveTo>
                    <a:pt x="554" y="0"/>
                  </a:moveTo>
                  <a:cubicBezTo>
                    <a:pt x="510" y="0"/>
                    <a:pt x="467" y="7"/>
                    <a:pt x="423" y="20"/>
                  </a:cubicBezTo>
                  <a:cubicBezTo>
                    <a:pt x="350" y="38"/>
                    <a:pt x="285" y="72"/>
                    <a:pt x="231" y="122"/>
                  </a:cubicBezTo>
                  <a:cubicBezTo>
                    <a:pt x="169" y="163"/>
                    <a:pt x="120" y="215"/>
                    <a:pt x="84" y="281"/>
                  </a:cubicBezTo>
                  <a:lnTo>
                    <a:pt x="27" y="417"/>
                  </a:lnTo>
                  <a:cubicBezTo>
                    <a:pt x="0" y="517"/>
                    <a:pt x="0" y="618"/>
                    <a:pt x="27" y="718"/>
                  </a:cubicBezTo>
                  <a:cubicBezTo>
                    <a:pt x="46" y="763"/>
                    <a:pt x="65" y="808"/>
                    <a:pt x="84" y="853"/>
                  </a:cubicBezTo>
                  <a:cubicBezTo>
                    <a:pt x="134" y="939"/>
                    <a:pt x="202" y="1007"/>
                    <a:pt x="288" y="1058"/>
                  </a:cubicBezTo>
                  <a:cubicBezTo>
                    <a:pt x="289" y="1059"/>
                    <a:pt x="291" y="1060"/>
                    <a:pt x="292" y="1061"/>
                  </a:cubicBezTo>
                  <a:cubicBezTo>
                    <a:pt x="338" y="1080"/>
                    <a:pt x="383" y="1099"/>
                    <a:pt x="428" y="1118"/>
                  </a:cubicBezTo>
                  <a:cubicBezTo>
                    <a:pt x="433" y="1119"/>
                    <a:pt x="438" y="1121"/>
                    <a:pt x="442" y="1122"/>
                  </a:cubicBezTo>
                  <a:lnTo>
                    <a:pt x="465" y="1130"/>
                  </a:lnTo>
                  <a:cubicBezTo>
                    <a:pt x="482" y="1136"/>
                    <a:pt x="498" y="1141"/>
                    <a:pt x="515" y="1146"/>
                  </a:cubicBezTo>
                  <a:cubicBezTo>
                    <a:pt x="548" y="1158"/>
                    <a:pt x="564" y="1157"/>
                    <a:pt x="607" y="1163"/>
                  </a:cubicBezTo>
                  <a:cubicBezTo>
                    <a:pt x="644" y="1168"/>
                    <a:pt x="659" y="1172"/>
                    <a:pt x="679" y="1172"/>
                  </a:cubicBezTo>
                  <a:cubicBezTo>
                    <a:pt x="685" y="1172"/>
                    <a:pt x="693" y="1172"/>
                    <a:pt x="701" y="1171"/>
                  </a:cubicBezTo>
                  <a:cubicBezTo>
                    <a:pt x="717" y="1168"/>
                    <a:pt x="733" y="1166"/>
                    <a:pt x="749" y="1165"/>
                  </a:cubicBezTo>
                  <a:cubicBezTo>
                    <a:pt x="839" y="1164"/>
                    <a:pt x="923" y="1142"/>
                    <a:pt x="1001" y="1096"/>
                  </a:cubicBezTo>
                  <a:cubicBezTo>
                    <a:pt x="1076" y="1052"/>
                    <a:pt x="1136" y="993"/>
                    <a:pt x="1181" y="917"/>
                  </a:cubicBezTo>
                  <a:cubicBezTo>
                    <a:pt x="1226" y="840"/>
                    <a:pt x="1249" y="755"/>
                    <a:pt x="1249" y="665"/>
                  </a:cubicBezTo>
                  <a:cubicBezTo>
                    <a:pt x="1252" y="597"/>
                    <a:pt x="1237" y="532"/>
                    <a:pt x="1206" y="472"/>
                  </a:cubicBezTo>
                  <a:cubicBezTo>
                    <a:pt x="1199" y="452"/>
                    <a:pt x="1188" y="433"/>
                    <a:pt x="1178" y="414"/>
                  </a:cubicBezTo>
                  <a:lnTo>
                    <a:pt x="1181" y="413"/>
                  </a:lnTo>
                  <a:cubicBezTo>
                    <a:pt x="1175" y="399"/>
                    <a:pt x="1168" y="386"/>
                    <a:pt x="1162" y="373"/>
                  </a:cubicBezTo>
                  <a:cubicBezTo>
                    <a:pt x="1158" y="366"/>
                    <a:pt x="1155" y="358"/>
                    <a:pt x="1152" y="351"/>
                  </a:cubicBezTo>
                  <a:cubicBezTo>
                    <a:pt x="1123" y="314"/>
                    <a:pt x="1095" y="278"/>
                    <a:pt x="1066" y="241"/>
                  </a:cubicBezTo>
                  <a:lnTo>
                    <a:pt x="1062" y="237"/>
                  </a:lnTo>
                  <a:cubicBezTo>
                    <a:pt x="1058" y="234"/>
                    <a:pt x="1054" y="231"/>
                    <a:pt x="1050" y="228"/>
                  </a:cubicBezTo>
                  <a:cubicBezTo>
                    <a:pt x="1037" y="217"/>
                    <a:pt x="1025" y="207"/>
                    <a:pt x="1012" y="195"/>
                  </a:cubicBezTo>
                  <a:cubicBezTo>
                    <a:pt x="1006" y="191"/>
                    <a:pt x="1000" y="186"/>
                    <a:pt x="995" y="180"/>
                  </a:cubicBezTo>
                  <a:cubicBezTo>
                    <a:pt x="990" y="177"/>
                    <a:pt x="987" y="174"/>
                    <a:pt x="983" y="171"/>
                  </a:cubicBezTo>
                  <a:cubicBezTo>
                    <a:pt x="963" y="155"/>
                    <a:pt x="943" y="140"/>
                    <a:pt x="923" y="125"/>
                  </a:cubicBezTo>
                  <a:cubicBezTo>
                    <a:pt x="906" y="104"/>
                    <a:pt x="885" y="88"/>
                    <a:pt x="861" y="78"/>
                  </a:cubicBezTo>
                  <a:cubicBezTo>
                    <a:pt x="795" y="36"/>
                    <a:pt x="725" y="14"/>
                    <a:pt x="649" y="11"/>
                  </a:cubicBezTo>
                  <a:cubicBezTo>
                    <a:pt x="617" y="4"/>
                    <a:pt x="586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9"/>
            <p:cNvSpPr/>
            <p:nvPr/>
          </p:nvSpPr>
          <p:spPr>
            <a:xfrm>
              <a:off x="6147676" y="1100258"/>
              <a:ext cx="42439" cy="29614"/>
            </a:xfrm>
            <a:custGeom>
              <a:avLst/>
              <a:gdLst/>
              <a:ahLst/>
              <a:cxnLst/>
              <a:rect l="l" t="t" r="r" b="b"/>
              <a:pathLst>
                <a:path w="1360" h="949" extrusionOk="0">
                  <a:moveTo>
                    <a:pt x="117" y="0"/>
                  </a:moveTo>
                  <a:cubicBezTo>
                    <a:pt x="105" y="16"/>
                    <a:pt x="91" y="31"/>
                    <a:pt x="81" y="48"/>
                  </a:cubicBezTo>
                  <a:cubicBezTo>
                    <a:pt x="79" y="51"/>
                    <a:pt x="78" y="54"/>
                    <a:pt x="76" y="56"/>
                  </a:cubicBezTo>
                  <a:cubicBezTo>
                    <a:pt x="59" y="98"/>
                    <a:pt x="41" y="140"/>
                    <a:pt x="23" y="182"/>
                  </a:cubicBezTo>
                  <a:cubicBezTo>
                    <a:pt x="22" y="184"/>
                    <a:pt x="22" y="185"/>
                    <a:pt x="21" y="187"/>
                  </a:cubicBezTo>
                  <a:cubicBezTo>
                    <a:pt x="20" y="190"/>
                    <a:pt x="20" y="193"/>
                    <a:pt x="19" y="196"/>
                  </a:cubicBezTo>
                  <a:cubicBezTo>
                    <a:pt x="16" y="219"/>
                    <a:pt x="13" y="242"/>
                    <a:pt x="10" y="265"/>
                  </a:cubicBezTo>
                  <a:cubicBezTo>
                    <a:pt x="5" y="290"/>
                    <a:pt x="2" y="316"/>
                    <a:pt x="0" y="341"/>
                  </a:cubicBezTo>
                  <a:cubicBezTo>
                    <a:pt x="3" y="364"/>
                    <a:pt x="7" y="387"/>
                    <a:pt x="10" y="410"/>
                  </a:cubicBezTo>
                  <a:cubicBezTo>
                    <a:pt x="10" y="457"/>
                    <a:pt x="21" y="501"/>
                    <a:pt x="45" y="542"/>
                  </a:cubicBezTo>
                  <a:cubicBezTo>
                    <a:pt x="77" y="617"/>
                    <a:pt x="83" y="645"/>
                    <a:pt x="154" y="712"/>
                  </a:cubicBezTo>
                  <a:cubicBezTo>
                    <a:pt x="155" y="712"/>
                    <a:pt x="156" y="714"/>
                    <a:pt x="157" y="715"/>
                  </a:cubicBezTo>
                  <a:cubicBezTo>
                    <a:pt x="171" y="727"/>
                    <a:pt x="248" y="789"/>
                    <a:pt x="264" y="798"/>
                  </a:cubicBezTo>
                  <a:cubicBezTo>
                    <a:pt x="266" y="798"/>
                    <a:pt x="267" y="799"/>
                    <a:pt x="269" y="800"/>
                  </a:cubicBezTo>
                  <a:cubicBezTo>
                    <a:pt x="284" y="808"/>
                    <a:pt x="376" y="848"/>
                    <a:pt x="393" y="852"/>
                  </a:cubicBezTo>
                  <a:cubicBezTo>
                    <a:pt x="411" y="858"/>
                    <a:pt x="427" y="859"/>
                    <a:pt x="445" y="861"/>
                  </a:cubicBezTo>
                  <a:lnTo>
                    <a:pt x="446" y="861"/>
                  </a:lnTo>
                  <a:cubicBezTo>
                    <a:pt x="449" y="863"/>
                    <a:pt x="452" y="864"/>
                    <a:pt x="457" y="866"/>
                  </a:cubicBezTo>
                  <a:cubicBezTo>
                    <a:pt x="484" y="878"/>
                    <a:pt x="571" y="918"/>
                    <a:pt x="600" y="927"/>
                  </a:cubicBezTo>
                  <a:cubicBezTo>
                    <a:pt x="614" y="930"/>
                    <a:pt x="744" y="949"/>
                    <a:pt x="759" y="949"/>
                  </a:cubicBezTo>
                  <a:cubicBezTo>
                    <a:pt x="788" y="948"/>
                    <a:pt x="811" y="942"/>
                    <a:pt x="844" y="938"/>
                  </a:cubicBezTo>
                  <a:cubicBezTo>
                    <a:pt x="872" y="934"/>
                    <a:pt x="908" y="931"/>
                    <a:pt x="939" y="925"/>
                  </a:cubicBezTo>
                  <a:cubicBezTo>
                    <a:pt x="951" y="922"/>
                    <a:pt x="963" y="918"/>
                    <a:pt x="975" y="913"/>
                  </a:cubicBezTo>
                  <a:cubicBezTo>
                    <a:pt x="1024" y="894"/>
                    <a:pt x="1076" y="873"/>
                    <a:pt x="1123" y="850"/>
                  </a:cubicBezTo>
                  <a:cubicBezTo>
                    <a:pt x="1130" y="847"/>
                    <a:pt x="1136" y="843"/>
                    <a:pt x="1141" y="840"/>
                  </a:cubicBezTo>
                  <a:cubicBezTo>
                    <a:pt x="1225" y="791"/>
                    <a:pt x="1291" y="724"/>
                    <a:pt x="1340" y="641"/>
                  </a:cubicBezTo>
                  <a:cubicBezTo>
                    <a:pt x="1349" y="627"/>
                    <a:pt x="1354" y="613"/>
                    <a:pt x="1360" y="599"/>
                  </a:cubicBezTo>
                  <a:lnTo>
                    <a:pt x="1360" y="599"/>
                  </a:lnTo>
                  <a:cubicBezTo>
                    <a:pt x="1251" y="637"/>
                    <a:pt x="1136" y="656"/>
                    <a:pt x="1022" y="656"/>
                  </a:cubicBezTo>
                  <a:cubicBezTo>
                    <a:pt x="900" y="656"/>
                    <a:pt x="778" y="634"/>
                    <a:pt x="665" y="588"/>
                  </a:cubicBezTo>
                  <a:cubicBezTo>
                    <a:pt x="409" y="483"/>
                    <a:pt x="209" y="260"/>
                    <a:pt x="1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9"/>
            <p:cNvSpPr/>
            <p:nvPr/>
          </p:nvSpPr>
          <p:spPr>
            <a:xfrm>
              <a:off x="6223973" y="1178084"/>
              <a:ext cx="29301" cy="29801"/>
            </a:xfrm>
            <a:custGeom>
              <a:avLst/>
              <a:gdLst/>
              <a:ahLst/>
              <a:cxnLst/>
              <a:rect l="l" t="t" r="r" b="b"/>
              <a:pathLst>
                <a:path w="939" h="955" extrusionOk="0">
                  <a:moveTo>
                    <a:pt x="196" y="1"/>
                  </a:moveTo>
                  <a:cubicBezTo>
                    <a:pt x="183" y="17"/>
                    <a:pt x="170" y="33"/>
                    <a:pt x="158" y="50"/>
                  </a:cubicBezTo>
                  <a:cubicBezTo>
                    <a:pt x="132" y="93"/>
                    <a:pt x="118" y="132"/>
                    <a:pt x="111" y="175"/>
                  </a:cubicBezTo>
                  <a:cubicBezTo>
                    <a:pt x="95" y="195"/>
                    <a:pt x="79" y="213"/>
                    <a:pt x="66" y="234"/>
                  </a:cubicBezTo>
                  <a:cubicBezTo>
                    <a:pt x="22" y="309"/>
                    <a:pt x="0" y="389"/>
                    <a:pt x="0" y="476"/>
                  </a:cubicBezTo>
                  <a:cubicBezTo>
                    <a:pt x="6" y="518"/>
                    <a:pt x="12" y="561"/>
                    <a:pt x="18" y="602"/>
                  </a:cubicBezTo>
                  <a:cubicBezTo>
                    <a:pt x="40" y="684"/>
                    <a:pt x="81" y="754"/>
                    <a:pt x="140" y="814"/>
                  </a:cubicBezTo>
                  <a:cubicBezTo>
                    <a:pt x="183" y="860"/>
                    <a:pt x="235" y="893"/>
                    <a:pt x="294" y="912"/>
                  </a:cubicBezTo>
                  <a:cubicBezTo>
                    <a:pt x="348" y="940"/>
                    <a:pt x="404" y="954"/>
                    <a:pt x="465" y="954"/>
                  </a:cubicBezTo>
                  <a:cubicBezTo>
                    <a:pt x="470" y="954"/>
                    <a:pt x="474" y="954"/>
                    <a:pt x="478" y="954"/>
                  </a:cubicBezTo>
                  <a:cubicBezTo>
                    <a:pt x="565" y="953"/>
                    <a:pt x="645" y="932"/>
                    <a:pt x="720" y="888"/>
                  </a:cubicBezTo>
                  <a:cubicBezTo>
                    <a:pt x="791" y="846"/>
                    <a:pt x="849" y="789"/>
                    <a:pt x="891" y="716"/>
                  </a:cubicBezTo>
                  <a:cubicBezTo>
                    <a:pt x="909" y="691"/>
                    <a:pt x="921" y="660"/>
                    <a:pt x="933" y="629"/>
                  </a:cubicBezTo>
                  <a:cubicBezTo>
                    <a:pt x="935" y="622"/>
                    <a:pt x="936" y="616"/>
                    <a:pt x="939" y="610"/>
                  </a:cubicBezTo>
                  <a:lnTo>
                    <a:pt x="939" y="610"/>
                  </a:lnTo>
                  <a:cubicBezTo>
                    <a:pt x="864" y="638"/>
                    <a:pt x="788" y="656"/>
                    <a:pt x="711" y="656"/>
                  </a:cubicBezTo>
                  <a:cubicBezTo>
                    <a:pt x="678" y="656"/>
                    <a:pt x="646" y="652"/>
                    <a:pt x="613" y="645"/>
                  </a:cubicBezTo>
                  <a:cubicBezTo>
                    <a:pt x="427" y="602"/>
                    <a:pt x="288" y="436"/>
                    <a:pt x="231" y="254"/>
                  </a:cubicBezTo>
                  <a:cubicBezTo>
                    <a:pt x="206" y="172"/>
                    <a:pt x="197" y="86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9"/>
            <p:cNvSpPr/>
            <p:nvPr/>
          </p:nvSpPr>
          <p:spPr>
            <a:xfrm>
              <a:off x="6316183" y="1197087"/>
              <a:ext cx="24995" cy="24496"/>
            </a:xfrm>
            <a:custGeom>
              <a:avLst/>
              <a:gdLst/>
              <a:ahLst/>
              <a:cxnLst/>
              <a:rect l="l" t="t" r="r" b="b"/>
              <a:pathLst>
                <a:path w="801" h="785" extrusionOk="0">
                  <a:moveTo>
                    <a:pt x="98" y="1"/>
                  </a:moveTo>
                  <a:cubicBezTo>
                    <a:pt x="86" y="17"/>
                    <a:pt x="73" y="34"/>
                    <a:pt x="66" y="45"/>
                  </a:cubicBezTo>
                  <a:cubicBezTo>
                    <a:pt x="65" y="46"/>
                    <a:pt x="64" y="48"/>
                    <a:pt x="62" y="49"/>
                  </a:cubicBezTo>
                  <a:cubicBezTo>
                    <a:pt x="52" y="65"/>
                    <a:pt x="45" y="82"/>
                    <a:pt x="39" y="101"/>
                  </a:cubicBezTo>
                  <a:cubicBezTo>
                    <a:pt x="21" y="135"/>
                    <a:pt x="11" y="170"/>
                    <a:pt x="11" y="209"/>
                  </a:cubicBezTo>
                  <a:cubicBezTo>
                    <a:pt x="1" y="283"/>
                    <a:pt x="1" y="251"/>
                    <a:pt x="10" y="325"/>
                  </a:cubicBezTo>
                  <a:cubicBezTo>
                    <a:pt x="13" y="349"/>
                    <a:pt x="13" y="367"/>
                    <a:pt x="20" y="387"/>
                  </a:cubicBezTo>
                  <a:cubicBezTo>
                    <a:pt x="21" y="389"/>
                    <a:pt x="22" y="391"/>
                    <a:pt x="22" y="393"/>
                  </a:cubicBezTo>
                  <a:cubicBezTo>
                    <a:pt x="34" y="425"/>
                    <a:pt x="52" y="469"/>
                    <a:pt x="67" y="498"/>
                  </a:cubicBezTo>
                  <a:cubicBezTo>
                    <a:pt x="69" y="503"/>
                    <a:pt x="71" y="507"/>
                    <a:pt x="73" y="511"/>
                  </a:cubicBezTo>
                  <a:cubicBezTo>
                    <a:pt x="75" y="514"/>
                    <a:pt x="76" y="516"/>
                    <a:pt x="77" y="518"/>
                  </a:cubicBezTo>
                  <a:cubicBezTo>
                    <a:pt x="78" y="518"/>
                    <a:pt x="78" y="519"/>
                    <a:pt x="79" y="520"/>
                  </a:cubicBezTo>
                  <a:cubicBezTo>
                    <a:pt x="101" y="548"/>
                    <a:pt x="123" y="576"/>
                    <a:pt x="145" y="606"/>
                  </a:cubicBezTo>
                  <a:cubicBezTo>
                    <a:pt x="146" y="606"/>
                    <a:pt x="146" y="607"/>
                    <a:pt x="147" y="608"/>
                  </a:cubicBezTo>
                  <a:cubicBezTo>
                    <a:pt x="176" y="630"/>
                    <a:pt x="204" y="652"/>
                    <a:pt x="232" y="674"/>
                  </a:cubicBezTo>
                  <a:cubicBezTo>
                    <a:pt x="233" y="674"/>
                    <a:pt x="234" y="675"/>
                    <a:pt x="235" y="676"/>
                  </a:cubicBezTo>
                  <a:lnTo>
                    <a:pt x="244" y="679"/>
                  </a:lnTo>
                  <a:cubicBezTo>
                    <a:pt x="246" y="681"/>
                    <a:pt x="248" y="684"/>
                    <a:pt x="250" y="686"/>
                  </a:cubicBezTo>
                  <a:cubicBezTo>
                    <a:pt x="279" y="719"/>
                    <a:pt x="316" y="742"/>
                    <a:pt x="357" y="755"/>
                  </a:cubicBezTo>
                  <a:cubicBezTo>
                    <a:pt x="383" y="771"/>
                    <a:pt x="411" y="778"/>
                    <a:pt x="441" y="778"/>
                  </a:cubicBezTo>
                  <a:cubicBezTo>
                    <a:pt x="460" y="782"/>
                    <a:pt x="479" y="784"/>
                    <a:pt x="497" y="784"/>
                  </a:cubicBezTo>
                  <a:cubicBezTo>
                    <a:pt x="523" y="784"/>
                    <a:pt x="548" y="780"/>
                    <a:pt x="574" y="772"/>
                  </a:cubicBezTo>
                  <a:cubicBezTo>
                    <a:pt x="600" y="761"/>
                    <a:pt x="627" y="750"/>
                    <a:pt x="654" y="739"/>
                  </a:cubicBezTo>
                  <a:cubicBezTo>
                    <a:pt x="704" y="709"/>
                    <a:pt x="744" y="669"/>
                    <a:pt x="773" y="619"/>
                  </a:cubicBezTo>
                  <a:cubicBezTo>
                    <a:pt x="783" y="597"/>
                    <a:pt x="791" y="575"/>
                    <a:pt x="800" y="552"/>
                  </a:cubicBezTo>
                  <a:lnTo>
                    <a:pt x="800" y="552"/>
                  </a:lnTo>
                  <a:cubicBezTo>
                    <a:pt x="767" y="560"/>
                    <a:pt x="733" y="564"/>
                    <a:pt x="698" y="564"/>
                  </a:cubicBezTo>
                  <a:cubicBezTo>
                    <a:pt x="614" y="564"/>
                    <a:pt x="528" y="541"/>
                    <a:pt x="455" y="499"/>
                  </a:cubicBezTo>
                  <a:cubicBezTo>
                    <a:pt x="290" y="404"/>
                    <a:pt x="184" y="230"/>
                    <a:pt x="116" y="52"/>
                  </a:cubicBezTo>
                  <a:cubicBezTo>
                    <a:pt x="110" y="35"/>
                    <a:pt x="104" y="17"/>
                    <a:pt x="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9"/>
            <p:cNvSpPr/>
            <p:nvPr/>
          </p:nvSpPr>
          <p:spPr>
            <a:xfrm>
              <a:off x="6391544" y="1162543"/>
              <a:ext cx="38445" cy="28241"/>
            </a:xfrm>
            <a:custGeom>
              <a:avLst/>
              <a:gdLst/>
              <a:ahLst/>
              <a:cxnLst/>
              <a:rect l="l" t="t" r="r" b="b"/>
              <a:pathLst>
                <a:path w="1232" h="905" extrusionOk="0">
                  <a:moveTo>
                    <a:pt x="93" y="0"/>
                  </a:moveTo>
                  <a:cubicBezTo>
                    <a:pt x="91" y="6"/>
                    <a:pt x="87" y="9"/>
                    <a:pt x="84" y="14"/>
                  </a:cubicBezTo>
                  <a:lnTo>
                    <a:pt x="27" y="149"/>
                  </a:lnTo>
                  <a:cubicBezTo>
                    <a:pt x="0" y="251"/>
                    <a:pt x="0" y="351"/>
                    <a:pt x="27" y="451"/>
                  </a:cubicBezTo>
                  <a:cubicBezTo>
                    <a:pt x="46" y="496"/>
                    <a:pt x="65" y="541"/>
                    <a:pt x="84" y="586"/>
                  </a:cubicBezTo>
                  <a:cubicBezTo>
                    <a:pt x="134" y="672"/>
                    <a:pt x="202" y="739"/>
                    <a:pt x="288" y="790"/>
                  </a:cubicBezTo>
                  <a:cubicBezTo>
                    <a:pt x="289" y="792"/>
                    <a:pt x="291" y="793"/>
                    <a:pt x="293" y="794"/>
                  </a:cubicBezTo>
                  <a:cubicBezTo>
                    <a:pt x="338" y="813"/>
                    <a:pt x="383" y="831"/>
                    <a:pt x="428" y="850"/>
                  </a:cubicBezTo>
                  <a:cubicBezTo>
                    <a:pt x="434" y="852"/>
                    <a:pt x="438" y="853"/>
                    <a:pt x="443" y="855"/>
                  </a:cubicBezTo>
                  <a:lnTo>
                    <a:pt x="465" y="863"/>
                  </a:lnTo>
                  <a:cubicBezTo>
                    <a:pt x="482" y="868"/>
                    <a:pt x="498" y="874"/>
                    <a:pt x="515" y="880"/>
                  </a:cubicBezTo>
                  <a:cubicBezTo>
                    <a:pt x="548" y="890"/>
                    <a:pt x="564" y="890"/>
                    <a:pt x="607" y="896"/>
                  </a:cubicBezTo>
                  <a:cubicBezTo>
                    <a:pt x="643" y="901"/>
                    <a:pt x="658" y="904"/>
                    <a:pt x="676" y="904"/>
                  </a:cubicBezTo>
                  <a:cubicBezTo>
                    <a:pt x="684" y="904"/>
                    <a:pt x="692" y="904"/>
                    <a:pt x="701" y="903"/>
                  </a:cubicBezTo>
                  <a:cubicBezTo>
                    <a:pt x="717" y="902"/>
                    <a:pt x="733" y="899"/>
                    <a:pt x="749" y="897"/>
                  </a:cubicBezTo>
                  <a:cubicBezTo>
                    <a:pt x="840" y="897"/>
                    <a:pt x="923" y="874"/>
                    <a:pt x="1001" y="829"/>
                  </a:cubicBezTo>
                  <a:cubicBezTo>
                    <a:pt x="1076" y="785"/>
                    <a:pt x="1136" y="725"/>
                    <a:pt x="1181" y="650"/>
                  </a:cubicBezTo>
                  <a:cubicBezTo>
                    <a:pt x="1203" y="612"/>
                    <a:pt x="1220" y="571"/>
                    <a:pt x="1231" y="530"/>
                  </a:cubicBezTo>
                  <a:lnTo>
                    <a:pt x="1231" y="530"/>
                  </a:lnTo>
                  <a:cubicBezTo>
                    <a:pt x="1141" y="550"/>
                    <a:pt x="1049" y="566"/>
                    <a:pt x="957" y="570"/>
                  </a:cubicBezTo>
                  <a:cubicBezTo>
                    <a:pt x="937" y="571"/>
                    <a:pt x="916" y="571"/>
                    <a:pt x="896" y="571"/>
                  </a:cubicBezTo>
                  <a:cubicBezTo>
                    <a:pt x="684" y="571"/>
                    <a:pt x="469" y="516"/>
                    <a:pt x="308" y="380"/>
                  </a:cubicBezTo>
                  <a:cubicBezTo>
                    <a:pt x="195" y="285"/>
                    <a:pt x="115" y="146"/>
                    <a:pt x="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9"/>
            <p:cNvSpPr/>
            <p:nvPr/>
          </p:nvSpPr>
          <p:spPr>
            <a:xfrm>
              <a:off x="6434263" y="1086996"/>
              <a:ext cx="40317" cy="28896"/>
            </a:xfrm>
            <a:custGeom>
              <a:avLst/>
              <a:gdLst/>
              <a:ahLst/>
              <a:cxnLst/>
              <a:rect l="l" t="t" r="r" b="b"/>
              <a:pathLst>
                <a:path w="1292" h="926" extrusionOk="0">
                  <a:moveTo>
                    <a:pt x="138" y="1"/>
                  </a:moveTo>
                  <a:cubicBezTo>
                    <a:pt x="130" y="12"/>
                    <a:pt x="121" y="23"/>
                    <a:pt x="112" y="35"/>
                  </a:cubicBezTo>
                  <a:cubicBezTo>
                    <a:pt x="108" y="41"/>
                    <a:pt x="104" y="49"/>
                    <a:pt x="100" y="56"/>
                  </a:cubicBezTo>
                  <a:cubicBezTo>
                    <a:pt x="86" y="80"/>
                    <a:pt x="79" y="104"/>
                    <a:pt x="67" y="131"/>
                  </a:cubicBezTo>
                  <a:cubicBezTo>
                    <a:pt x="55" y="161"/>
                    <a:pt x="45" y="178"/>
                    <a:pt x="37" y="204"/>
                  </a:cubicBezTo>
                  <a:cubicBezTo>
                    <a:pt x="33" y="220"/>
                    <a:pt x="28" y="237"/>
                    <a:pt x="25" y="254"/>
                  </a:cubicBezTo>
                  <a:cubicBezTo>
                    <a:pt x="0" y="348"/>
                    <a:pt x="0" y="442"/>
                    <a:pt x="25" y="536"/>
                  </a:cubicBezTo>
                  <a:cubicBezTo>
                    <a:pt x="42" y="604"/>
                    <a:pt x="73" y="665"/>
                    <a:pt x="121" y="716"/>
                  </a:cubicBezTo>
                  <a:cubicBezTo>
                    <a:pt x="158" y="774"/>
                    <a:pt x="207" y="819"/>
                    <a:pt x="269" y="853"/>
                  </a:cubicBezTo>
                  <a:cubicBezTo>
                    <a:pt x="352" y="901"/>
                    <a:pt x="441" y="925"/>
                    <a:pt x="537" y="925"/>
                  </a:cubicBezTo>
                  <a:cubicBezTo>
                    <a:pt x="545" y="926"/>
                    <a:pt x="552" y="926"/>
                    <a:pt x="560" y="926"/>
                  </a:cubicBezTo>
                  <a:cubicBezTo>
                    <a:pt x="572" y="926"/>
                    <a:pt x="584" y="925"/>
                    <a:pt x="597" y="924"/>
                  </a:cubicBezTo>
                  <a:cubicBezTo>
                    <a:pt x="650" y="919"/>
                    <a:pt x="704" y="911"/>
                    <a:pt x="757" y="903"/>
                  </a:cubicBezTo>
                  <a:cubicBezTo>
                    <a:pt x="766" y="902"/>
                    <a:pt x="777" y="900"/>
                    <a:pt x="787" y="896"/>
                  </a:cubicBezTo>
                  <a:cubicBezTo>
                    <a:pt x="827" y="887"/>
                    <a:pt x="864" y="870"/>
                    <a:pt x="901" y="855"/>
                  </a:cubicBezTo>
                  <a:cubicBezTo>
                    <a:pt x="992" y="816"/>
                    <a:pt x="971" y="829"/>
                    <a:pt x="1070" y="747"/>
                  </a:cubicBezTo>
                  <a:cubicBezTo>
                    <a:pt x="1073" y="745"/>
                    <a:pt x="1075" y="743"/>
                    <a:pt x="1078" y="741"/>
                  </a:cubicBezTo>
                  <a:cubicBezTo>
                    <a:pt x="1086" y="734"/>
                    <a:pt x="1092" y="727"/>
                    <a:pt x="1099" y="721"/>
                  </a:cubicBezTo>
                  <a:cubicBezTo>
                    <a:pt x="1138" y="681"/>
                    <a:pt x="1169" y="635"/>
                    <a:pt x="1203" y="591"/>
                  </a:cubicBezTo>
                  <a:cubicBezTo>
                    <a:pt x="1208" y="584"/>
                    <a:pt x="1213" y="576"/>
                    <a:pt x="1218" y="569"/>
                  </a:cubicBezTo>
                  <a:cubicBezTo>
                    <a:pt x="1221" y="566"/>
                    <a:pt x="1223" y="563"/>
                    <a:pt x="1225" y="559"/>
                  </a:cubicBezTo>
                  <a:cubicBezTo>
                    <a:pt x="1235" y="541"/>
                    <a:pt x="1245" y="522"/>
                    <a:pt x="1250" y="501"/>
                  </a:cubicBezTo>
                  <a:cubicBezTo>
                    <a:pt x="1262" y="484"/>
                    <a:pt x="1270" y="466"/>
                    <a:pt x="1273" y="446"/>
                  </a:cubicBezTo>
                  <a:cubicBezTo>
                    <a:pt x="1288" y="397"/>
                    <a:pt x="1292" y="348"/>
                    <a:pt x="1290" y="298"/>
                  </a:cubicBezTo>
                  <a:lnTo>
                    <a:pt x="1290" y="298"/>
                  </a:lnTo>
                  <a:cubicBezTo>
                    <a:pt x="1148" y="435"/>
                    <a:pt x="955" y="520"/>
                    <a:pt x="761" y="520"/>
                  </a:cubicBezTo>
                  <a:cubicBezTo>
                    <a:pt x="706" y="520"/>
                    <a:pt x="651" y="513"/>
                    <a:pt x="597" y="499"/>
                  </a:cubicBezTo>
                  <a:cubicBezTo>
                    <a:pt x="367" y="438"/>
                    <a:pt x="188" y="230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9"/>
            <p:cNvSpPr/>
            <p:nvPr/>
          </p:nvSpPr>
          <p:spPr>
            <a:xfrm>
              <a:off x="6389640" y="979214"/>
              <a:ext cx="33577" cy="19534"/>
            </a:xfrm>
            <a:custGeom>
              <a:avLst/>
              <a:gdLst/>
              <a:ahLst/>
              <a:cxnLst/>
              <a:rect l="l" t="t" r="r" b="b"/>
              <a:pathLst>
                <a:path w="1076" h="626" extrusionOk="0">
                  <a:moveTo>
                    <a:pt x="35" y="1"/>
                  </a:moveTo>
                  <a:cubicBezTo>
                    <a:pt x="31" y="12"/>
                    <a:pt x="27" y="23"/>
                    <a:pt x="23" y="34"/>
                  </a:cubicBezTo>
                  <a:cubicBezTo>
                    <a:pt x="1" y="117"/>
                    <a:pt x="1" y="200"/>
                    <a:pt x="23" y="282"/>
                  </a:cubicBezTo>
                  <a:cubicBezTo>
                    <a:pt x="37" y="344"/>
                    <a:pt x="65" y="396"/>
                    <a:pt x="106" y="441"/>
                  </a:cubicBezTo>
                  <a:cubicBezTo>
                    <a:pt x="140" y="493"/>
                    <a:pt x="183" y="532"/>
                    <a:pt x="237" y="562"/>
                  </a:cubicBezTo>
                  <a:cubicBezTo>
                    <a:pt x="310" y="605"/>
                    <a:pt x="389" y="626"/>
                    <a:pt x="474" y="626"/>
                  </a:cubicBezTo>
                  <a:cubicBezTo>
                    <a:pt x="530" y="619"/>
                    <a:pt x="590" y="615"/>
                    <a:pt x="646" y="600"/>
                  </a:cubicBezTo>
                  <a:cubicBezTo>
                    <a:pt x="700" y="586"/>
                    <a:pt x="755" y="559"/>
                    <a:pt x="803" y="537"/>
                  </a:cubicBezTo>
                  <a:cubicBezTo>
                    <a:pt x="819" y="530"/>
                    <a:pt x="834" y="523"/>
                    <a:pt x="847" y="515"/>
                  </a:cubicBezTo>
                  <a:cubicBezTo>
                    <a:pt x="855" y="509"/>
                    <a:pt x="862" y="505"/>
                    <a:pt x="868" y="500"/>
                  </a:cubicBezTo>
                  <a:cubicBezTo>
                    <a:pt x="907" y="473"/>
                    <a:pt x="945" y="443"/>
                    <a:pt x="981" y="413"/>
                  </a:cubicBezTo>
                  <a:cubicBezTo>
                    <a:pt x="994" y="403"/>
                    <a:pt x="1005" y="391"/>
                    <a:pt x="1017" y="379"/>
                  </a:cubicBezTo>
                  <a:cubicBezTo>
                    <a:pt x="1038" y="356"/>
                    <a:pt x="1056" y="328"/>
                    <a:pt x="1075" y="303"/>
                  </a:cubicBezTo>
                  <a:lnTo>
                    <a:pt x="1075" y="303"/>
                  </a:lnTo>
                  <a:cubicBezTo>
                    <a:pt x="942" y="365"/>
                    <a:pt x="801" y="403"/>
                    <a:pt x="655" y="403"/>
                  </a:cubicBezTo>
                  <a:cubicBezTo>
                    <a:pt x="641" y="403"/>
                    <a:pt x="626" y="402"/>
                    <a:pt x="612" y="402"/>
                  </a:cubicBezTo>
                  <a:cubicBezTo>
                    <a:pt x="365" y="389"/>
                    <a:pt x="119" y="222"/>
                    <a:pt x="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9"/>
            <p:cNvSpPr/>
            <p:nvPr/>
          </p:nvSpPr>
          <p:spPr>
            <a:xfrm>
              <a:off x="6361868" y="1040438"/>
              <a:ext cx="34232" cy="24964"/>
            </a:xfrm>
            <a:custGeom>
              <a:avLst/>
              <a:gdLst/>
              <a:ahLst/>
              <a:cxnLst/>
              <a:rect l="l" t="t" r="r" b="b"/>
              <a:pathLst>
                <a:path w="1097" h="800" extrusionOk="0">
                  <a:moveTo>
                    <a:pt x="87" y="0"/>
                  </a:moveTo>
                  <a:cubicBezTo>
                    <a:pt x="84" y="4"/>
                    <a:pt x="80" y="8"/>
                    <a:pt x="78" y="14"/>
                  </a:cubicBezTo>
                  <a:cubicBezTo>
                    <a:pt x="61" y="56"/>
                    <a:pt x="44" y="96"/>
                    <a:pt x="26" y="138"/>
                  </a:cubicBezTo>
                  <a:cubicBezTo>
                    <a:pt x="4" y="207"/>
                    <a:pt x="1" y="277"/>
                    <a:pt x="17" y="347"/>
                  </a:cubicBezTo>
                  <a:cubicBezTo>
                    <a:pt x="17" y="394"/>
                    <a:pt x="29" y="438"/>
                    <a:pt x="52" y="478"/>
                  </a:cubicBezTo>
                  <a:cubicBezTo>
                    <a:pt x="73" y="542"/>
                    <a:pt x="110" y="599"/>
                    <a:pt x="160" y="646"/>
                  </a:cubicBezTo>
                  <a:lnTo>
                    <a:pt x="266" y="728"/>
                  </a:lnTo>
                  <a:cubicBezTo>
                    <a:pt x="347" y="775"/>
                    <a:pt x="435" y="799"/>
                    <a:pt x="529" y="799"/>
                  </a:cubicBezTo>
                  <a:cubicBezTo>
                    <a:pt x="536" y="799"/>
                    <a:pt x="543" y="799"/>
                    <a:pt x="551" y="799"/>
                  </a:cubicBezTo>
                  <a:cubicBezTo>
                    <a:pt x="606" y="799"/>
                    <a:pt x="664" y="786"/>
                    <a:pt x="716" y="776"/>
                  </a:cubicBezTo>
                  <a:cubicBezTo>
                    <a:pt x="734" y="773"/>
                    <a:pt x="750" y="767"/>
                    <a:pt x="767" y="761"/>
                  </a:cubicBezTo>
                  <a:cubicBezTo>
                    <a:pt x="840" y="734"/>
                    <a:pt x="914" y="707"/>
                    <a:pt x="976" y="661"/>
                  </a:cubicBezTo>
                  <a:cubicBezTo>
                    <a:pt x="1014" y="632"/>
                    <a:pt x="1060" y="599"/>
                    <a:pt x="1097" y="563"/>
                  </a:cubicBezTo>
                  <a:lnTo>
                    <a:pt x="1097" y="563"/>
                  </a:lnTo>
                  <a:cubicBezTo>
                    <a:pt x="1080" y="568"/>
                    <a:pt x="1063" y="575"/>
                    <a:pt x="1047" y="579"/>
                  </a:cubicBezTo>
                  <a:cubicBezTo>
                    <a:pt x="973" y="595"/>
                    <a:pt x="898" y="603"/>
                    <a:pt x="822" y="603"/>
                  </a:cubicBezTo>
                  <a:cubicBezTo>
                    <a:pt x="650" y="603"/>
                    <a:pt x="478" y="559"/>
                    <a:pt x="340" y="459"/>
                  </a:cubicBezTo>
                  <a:cubicBezTo>
                    <a:pt x="195" y="352"/>
                    <a:pt x="96" y="177"/>
                    <a:pt x="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9"/>
            <p:cNvSpPr/>
            <p:nvPr/>
          </p:nvSpPr>
          <p:spPr>
            <a:xfrm>
              <a:off x="6322737" y="1130496"/>
              <a:ext cx="24434" cy="22748"/>
            </a:xfrm>
            <a:custGeom>
              <a:avLst/>
              <a:gdLst/>
              <a:ahLst/>
              <a:cxnLst/>
              <a:rect l="l" t="t" r="r" b="b"/>
              <a:pathLst>
                <a:path w="783" h="729" extrusionOk="0">
                  <a:moveTo>
                    <a:pt x="88" y="1"/>
                  </a:moveTo>
                  <a:cubicBezTo>
                    <a:pt x="86" y="4"/>
                    <a:pt x="85" y="7"/>
                    <a:pt x="84" y="10"/>
                  </a:cubicBezTo>
                  <a:cubicBezTo>
                    <a:pt x="79" y="23"/>
                    <a:pt x="74" y="35"/>
                    <a:pt x="71" y="48"/>
                  </a:cubicBezTo>
                  <a:cubicBezTo>
                    <a:pt x="71" y="50"/>
                    <a:pt x="71" y="51"/>
                    <a:pt x="70" y="52"/>
                  </a:cubicBezTo>
                  <a:cubicBezTo>
                    <a:pt x="69" y="54"/>
                    <a:pt x="67" y="56"/>
                    <a:pt x="66" y="58"/>
                  </a:cubicBezTo>
                  <a:cubicBezTo>
                    <a:pt x="51" y="94"/>
                    <a:pt x="37" y="129"/>
                    <a:pt x="21" y="165"/>
                  </a:cubicBezTo>
                  <a:cubicBezTo>
                    <a:pt x="0" y="243"/>
                    <a:pt x="0" y="322"/>
                    <a:pt x="21" y="402"/>
                  </a:cubicBezTo>
                  <a:cubicBezTo>
                    <a:pt x="35" y="459"/>
                    <a:pt x="62" y="510"/>
                    <a:pt x="101" y="553"/>
                  </a:cubicBezTo>
                  <a:cubicBezTo>
                    <a:pt x="132" y="601"/>
                    <a:pt x="174" y="639"/>
                    <a:pt x="226" y="667"/>
                  </a:cubicBezTo>
                  <a:cubicBezTo>
                    <a:pt x="277" y="700"/>
                    <a:pt x="332" y="718"/>
                    <a:pt x="391" y="721"/>
                  </a:cubicBezTo>
                  <a:cubicBezTo>
                    <a:pt x="416" y="726"/>
                    <a:pt x="440" y="729"/>
                    <a:pt x="465" y="729"/>
                  </a:cubicBezTo>
                  <a:cubicBezTo>
                    <a:pt x="500" y="729"/>
                    <a:pt x="535" y="723"/>
                    <a:pt x="569" y="712"/>
                  </a:cubicBezTo>
                  <a:cubicBezTo>
                    <a:pt x="645" y="691"/>
                    <a:pt x="710" y="653"/>
                    <a:pt x="765" y="598"/>
                  </a:cubicBezTo>
                  <a:cubicBezTo>
                    <a:pt x="772" y="591"/>
                    <a:pt x="777" y="584"/>
                    <a:pt x="783" y="576"/>
                  </a:cubicBezTo>
                  <a:lnTo>
                    <a:pt x="783" y="576"/>
                  </a:lnTo>
                  <a:cubicBezTo>
                    <a:pt x="777" y="576"/>
                    <a:pt x="770" y="576"/>
                    <a:pt x="764" y="576"/>
                  </a:cubicBezTo>
                  <a:cubicBezTo>
                    <a:pt x="706" y="576"/>
                    <a:pt x="648" y="572"/>
                    <a:pt x="590" y="560"/>
                  </a:cubicBezTo>
                  <a:cubicBezTo>
                    <a:pt x="355" y="507"/>
                    <a:pt x="140" y="324"/>
                    <a:pt x="95" y="86"/>
                  </a:cubicBezTo>
                  <a:cubicBezTo>
                    <a:pt x="90" y="58"/>
                    <a:pt x="89" y="30"/>
                    <a:pt x="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9"/>
            <p:cNvSpPr/>
            <p:nvPr/>
          </p:nvSpPr>
          <p:spPr>
            <a:xfrm>
              <a:off x="6241479" y="1077822"/>
              <a:ext cx="38413" cy="32422"/>
            </a:xfrm>
            <a:custGeom>
              <a:avLst/>
              <a:gdLst/>
              <a:ahLst/>
              <a:cxnLst/>
              <a:rect l="l" t="t" r="r" b="b"/>
              <a:pathLst>
                <a:path w="1231" h="1039" extrusionOk="0">
                  <a:moveTo>
                    <a:pt x="128" y="0"/>
                  </a:moveTo>
                  <a:cubicBezTo>
                    <a:pt x="76" y="58"/>
                    <a:pt x="41" y="125"/>
                    <a:pt x="23" y="201"/>
                  </a:cubicBezTo>
                  <a:lnTo>
                    <a:pt x="22" y="205"/>
                  </a:lnTo>
                  <a:cubicBezTo>
                    <a:pt x="15" y="259"/>
                    <a:pt x="7" y="313"/>
                    <a:pt x="0" y="368"/>
                  </a:cubicBezTo>
                  <a:cubicBezTo>
                    <a:pt x="0" y="371"/>
                    <a:pt x="0" y="373"/>
                    <a:pt x="0" y="376"/>
                  </a:cubicBezTo>
                  <a:cubicBezTo>
                    <a:pt x="0" y="406"/>
                    <a:pt x="10" y="455"/>
                    <a:pt x="12" y="469"/>
                  </a:cubicBezTo>
                  <a:cubicBezTo>
                    <a:pt x="16" y="499"/>
                    <a:pt x="17" y="533"/>
                    <a:pt x="26" y="564"/>
                  </a:cubicBezTo>
                  <a:cubicBezTo>
                    <a:pt x="46" y="613"/>
                    <a:pt x="67" y="663"/>
                    <a:pt x="88" y="712"/>
                  </a:cubicBezTo>
                  <a:cubicBezTo>
                    <a:pt x="89" y="713"/>
                    <a:pt x="89" y="714"/>
                    <a:pt x="90" y="714"/>
                  </a:cubicBezTo>
                  <a:cubicBezTo>
                    <a:pt x="129" y="786"/>
                    <a:pt x="182" y="845"/>
                    <a:pt x="249" y="889"/>
                  </a:cubicBezTo>
                  <a:cubicBezTo>
                    <a:pt x="271" y="906"/>
                    <a:pt x="292" y="921"/>
                    <a:pt x="313" y="938"/>
                  </a:cubicBezTo>
                  <a:cubicBezTo>
                    <a:pt x="317" y="940"/>
                    <a:pt x="320" y="942"/>
                    <a:pt x="323" y="945"/>
                  </a:cubicBezTo>
                  <a:cubicBezTo>
                    <a:pt x="326" y="946"/>
                    <a:pt x="328" y="947"/>
                    <a:pt x="329" y="948"/>
                  </a:cubicBezTo>
                  <a:lnTo>
                    <a:pt x="332" y="949"/>
                  </a:lnTo>
                  <a:lnTo>
                    <a:pt x="478" y="1010"/>
                  </a:lnTo>
                  <a:cubicBezTo>
                    <a:pt x="531" y="1029"/>
                    <a:pt x="647" y="1036"/>
                    <a:pt x="659" y="1038"/>
                  </a:cubicBezTo>
                  <a:cubicBezTo>
                    <a:pt x="665" y="1038"/>
                    <a:pt x="671" y="1038"/>
                    <a:pt x="676" y="1038"/>
                  </a:cubicBezTo>
                  <a:cubicBezTo>
                    <a:pt x="679" y="1038"/>
                    <a:pt x="681" y="1038"/>
                    <a:pt x="684" y="1038"/>
                  </a:cubicBezTo>
                  <a:cubicBezTo>
                    <a:pt x="712" y="1036"/>
                    <a:pt x="751" y="1028"/>
                    <a:pt x="767" y="1026"/>
                  </a:cubicBezTo>
                  <a:cubicBezTo>
                    <a:pt x="786" y="1024"/>
                    <a:pt x="824" y="1020"/>
                    <a:pt x="851" y="1015"/>
                  </a:cubicBezTo>
                  <a:cubicBezTo>
                    <a:pt x="855" y="1015"/>
                    <a:pt x="858" y="1014"/>
                    <a:pt x="863" y="1013"/>
                  </a:cubicBezTo>
                  <a:cubicBezTo>
                    <a:pt x="867" y="1010"/>
                    <a:pt x="871" y="1009"/>
                    <a:pt x="875" y="1007"/>
                  </a:cubicBezTo>
                  <a:cubicBezTo>
                    <a:pt x="908" y="995"/>
                    <a:pt x="984" y="963"/>
                    <a:pt x="1015" y="948"/>
                  </a:cubicBezTo>
                  <a:cubicBezTo>
                    <a:pt x="1017" y="947"/>
                    <a:pt x="1021" y="947"/>
                    <a:pt x="1023" y="945"/>
                  </a:cubicBezTo>
                  <a:cubicBezTo>
                    <a:pt x="1026" y="943"/>
                    <a:pt x="1029" y="941"/>
                    <a:pt x="1032" y="939"/>
                  </a:cubicBezTo>
                  <a:cubicBezTo>
                    <a:pt x="1039" y="935"/>
                    <a:pt x="1045" y="930"/>
                    <a:pt x="1051" y="925"/>
                  </a:cubicBezTo>
                  <a:lnTo>
                    <a:pt x="1051" y="925"/>
                  </a:lnTo>
                  <a:cubicBezTo>
                    <a:pt x="1068" y="913"/>
                    <a:pt x="1085" y="900"/>
                    <a:pt x="1101" y="886"/>
                  </a:cubicBezTo>
                  <a:cubicBezTo>
                    <a:pt x="1102" y="885"/>
                    <a:pt x="1103" y="885"/>
                    <a:pt x="1103" y="884"/>
                  </a:cubicBezTo>
                  <a:cubicBezTo>
                    <a:pt x="1104" y="883"/>
                    <a:pt x="1106" y="882"/>
                    <a:pt x="1107" y="881"/>
                  </a:cubicBezTo>
                  <a:lnTo>
                    <a:pt x="1107" y="881"/>
                  </a:lnTo>
                  <a:cubicBezTo>
                    <a:pt x="1121" y="872"/>
                    <a:pt x="1135" y="861"/>
                    <a:pt x="1148" y="850"/>
                  </a:cubicBezTo>
                  <a:lnTo>
                    <a:pt x="1148" y="850"/>
                  </a:lnTo>
                  <a:cubicBezTo>
                    <a:pt x="1151" y="848"/>
                    <a:pt x="1154" y="845"/>
                    <a:pt x="1157" y="843"/>
                  </a:cubicBezTo>
                  <a:lnTo>
                    <a:pt x="1157" y="843"/>
                  </a:lnTo>
                  <a:lnTo>
                    <a:pt x="1151" y="847"/>
                  </a:lnTo>
                  <a:lnTo>
                    <a:pt x="1151" y="847"/>
                  </a:lnTo>
                  <a:cubicBezTo>
                    <a:pt x="1182" y="820"/>
                    <a:pt x="1208" y="787"/>
                    <a:pt x="1231" y="751"/>
                  </a:cubicBezTo>
                  <a:lnTo>
                    <a:pt x="1231" y="751"/>
                  </a:lnTo>
                  <a:cubicBezTo>
                    <a:pt x="1141" y="775"/>
                    <a:pt x="1049" y="788"/>
                    <a:pt x="957" y="788"/>
                  </a:cubicBezTo>
                  <a:cubicBezTo>
                    <a:pt x="868" y="788"/>
                    <a:pt x="780" y="776"/>
                    <a:pt x="693" y="749"/>
                  </a:cubicBezTo>
                  <a:cubicBezTo>
                    <a:pt x="374" y="647"/>
                    <a:pt x="134" y="326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9"/>
            <p:cNvSpPr/>
            <p:nvPr/>
          </p:nvSpPr>
          <p:spPr>
            <a:xfrm>
              <a:off x="6137535" y="1035352"/>
              <a:ext cx="25588" cy="18692"/>
            </a:xfrm>
            <a:custGeom>
              <a:avLst/>
              <a:gdLst/>
              <a:ahLst/>
              <a:cxnLst/>
              <a:rect l="l" t="t" r="r" b="b"/>
              <a:pathLst>
                <a:path w="820" h="599" extrusionOk="0">
                  <a:moveTo>
                    <a:pt x="66" y="1"/>
                  </a:moveTo>
                  <a:cubicBezTo>
                    <a:pt x="53" y="21"/>
                    <a:pt x="42" y="43"/>
                    <a:pt x="34" y="66"/>
                  </a:cubicBezTo>
                  <a:cubicBezTo>
                    <a:pt x="11" y="111"/>
                    <a:pt x="1" y="158"/>
                    <a:pt x="3" y="209"/>
                  </a:cubicBezTo>
                  <a:cubicBezTo>
                    <a:pt x="4" y="244"/>
                    <a:pt x="9" y="277"/>
                    <a:pt x="16" y="310"/>
                  </a:cubicBezTo>
                  <a:cubicBezTo>
                    <a:pt x="32" y="370"/>
                    <a:pt x="69" y="436"/>
                    <a:pt x="115" y="479"/>
                  </a:cubicBezTo>
                  <a:cubicBezTo>
                    <a:pt x="141" y="503"/>
                    <a:pt x="168" y="526"/>
                    <a:pt x="199" y="544"/>
                  </a:cubicBezTo>
                  <a:cubicBezTo>
                    <a:pt x="262" y="582"/>
                    <a:pt x="322" y="596"/>
                    <a:pt x="396" y="598"/>
                  </a:cubicBezTo>
                  <a:lnTo>
                    <a:pt x="451" y="598"/>
                  </a:lnTo>
                  <a:cubicBezTo>
                    <a:pt x="454" y="599"/>
                    <a:pt x="458" y="599"/>
                    <a:pt x="461" y="599"/>
                  </a:cubicBezTo>
                  <a:cubicBezTo>
                    <a:pt x="482" y="599"/>
                    <a:pt x="500" y="596"/>
                    <a:pt x="524" y="593"/>
                  </a:cubicBezTo>
                  <a:cubicBezTo>
                    <a:pt x="555" y="589"/>
                    <a:pt x="568" y="589"/>
                    <a:pt x="592" y="579"/>
                  </a:cubicBezTo>
                  <a:lnTo>
                    <a:pt x="639" y="560"/>
                  </a:lnTo>
                  <a:cubicBezTo>
                    <a:pt x="691" y="545"/>
                    <a:pt x="736" y="519"/>
                    <a:pt x="773" y="481"/>
                  </a:cubicBezTo>
                  <a:cubicBezTo>
                    <a:pt x="793" y="463"/>
                    <a:pt x="807" y="442"/>
                    <a:pt x="819" y="420"/>
                  </a:cubicBezTo>
                  <a:lnTo>
                    <a:pt x="819" y="420"/>
                  </a:lnTo>
                  <a:cubicBezTo>
                    <a:pt x="769" y="438"/>
                    <a:pt x="718" y="456"/>
                    <a:pt x="665" y="466"/>
                  </a:cubicBezTo>
                  <a:cubicBezTo>
                    <a:pt x="630" y="472"/>
                    <a:pt x="593" y="476"/>
                    <a:pt x="556" y="476"/>
                  </a:cubicBezTo>
                  <a:cubicBezTo>
                    <a:pt x="465" y="476"/>
                    <a:pt x="374" y="453"/>
                    <a:pt x="301" y="399"/>
                  </a:cubicBezTo>
                  <a:cubicBezTo>
                    <a:pt x="252" y="361"/>
                    <a:pt x="213" y="310"/>
                    <a:pt x="180" y="256"/>
                  </a:cubicBezTo>
                  <a:cubicBezTo>
                    <a:pt x="130" y="177"/>
                    <a:pt x="93" y="90"/>
                    <a:pt x="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6257144" y="998280"/>
              <a:ext cx="34388" cy="32453"/>
            </a:xfrm>
            <a:custGeom>
              <a:avLst/>
              <a:gdLst/>
              <a:ahLst/>
              <a:cxnLst/>
              <a:rect l="l" t="t" r="r" b="b"/>
              <a:pathLst>
                <a:path w="1102" h="1040" extrusionOk="0">
                  <a:moveTo>
                    <a:pt x="294" y="1"/>
                  </a:moveTo>
                  <a:cubicBezTo>
                    <a:pt x="0" y="321"/>
                    <a:pt x="210" y="937"/>
                    <a:pt x="628" y="1031"/>
                  </a:cubicBezTo>
                  <a:cubicBezTo>
                    <a:pt x="656" y="1037"/>
                    <a:pt x="684" y="1040"/>
                    <a:pt x="712" y="1040"/>
                  </a:cubicBezTo>
                  <a:cubicBezTo>
                    <a:pt x="752" y="1040"/>
                    <a:pt x="791" y="1034"/>
                    <a:pt x="830" y="1021"/>
                  </a:cubicBezTo>
                  <a:cubicBezTo>
                    <a:pt x="871" y="1005"/>
                    <a:pt x="912" y="988"/>
                    <a:pt x="952" y="970"/>
                  </a:cubicBezTo>
                  <a:cubicBezTo>
                    <a:pt x="1013" y="935"/>
                    <a:pt x="1061" y="885"/>
                    <a:pt x="1102" y="830"/>
                  </a:cubicBezTo>
                  <a:lnTo>
                    <a:pt x="1102" y="830"/>
                  </a:lnTo>
                  <a:cubicBezTo>
                    <a:pt x="1093" y="830"/>
                    <a:pt x="1085" y="830"/>
                    <a:pt x="1076" y="830"/>
                  </a:cubicBezTo>
                  <a:cubicBezTo>
                    <a:pt x="897" y="830"/>
                    <a:pt x="712" y="757"/>
                    <a:pt x="580" y="631"/>
                  </a:cubicBezTo>
                  <a:cubicBezTo>
                    <a:pt x="410" y="468"/>
                    <a:pt x="321" y="238"/>
                    <a:pt x="2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9"/>
            <p:cNvSpPr/>
            <p:nvPr/>
          </p:nvSpPr>
          <p:spPr>
            <a:xfrm>
              <a:off x="6181222" y="967169"/>
              <a:ext cx="41035" cy="37196"/>
            </a:xfrm>
            <a:custGeom>
              <a:avLst/>
              <a:gdLst/>
              <a:ahLst/>
              <a:cxnLst/>
              <a:rect l="l" t="t" r="r" b="b"/>
              <a:pathLst>
                <a:path w="1315" h="1192" extrusionOk="0">
                  <a:moveTo>
                    <a:pt x="162" y="1"/>
                  </a:moveTo>
                  <a:cubicBezTo>
                    <a:pt x="89" y="86"/>
                    <a:pt x="38" y="190"/>
                    <a:pt x="24" y="315"/>
                  </a:cubicBezTo>
                  <a:cubicBezTo>
                    <a:pt x="0" y="533"/>
                    <a:pt x="90" y="756"/>
                    <a:pt x="241" y="915"/>
                  </a:cubicBezTo>
                  <a:cubicBezTo>
                    <a:pt x="399" y="1082"/>
                    <a:pt x="597" y="1191"/>
                    <a:pt x="810" y="1191"/>
                  </a:cubicBezTo>
                  <a:cubicBezTo>
                    <a:pt x="875" y="1191"/>
                    <a:pt x="941" y="1181"/>
                    <a:pt x="1008" y="1159"/>
                  </a:cubicBezTo>
                  <a:cubicBezTo>
                    <a:pt x="1180" y="1104"/>
                    <a:pt x="1273" y="957"/>
                    <a:pt x="1315" y="784"/>
                  </a:cubicBezTo>
                  <a:lnTo>
                    <a:pt x="1315" y="784"/>
                  </a:lnTo>
                  <a:cubicBezTo>
                    <a:pt x="1217" y="828"/>
                    <a:pt x="1109" y="850"/>
                    <a:pt x="1001" y="850"/>
                  </a:cubicBezTo>
                  <a:cubicBezTo>
                    <a:pt x="825" y="850"/>
                    <a:pt x="648" y="794"/>
                    <a:pt x="510" y="685"/>
                  </a:cubicBezTo>
                  <a:cubicBezTo>
                    <a:pt x="302" y="523"/>
                    <a:pt x="183" y="265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9"/>
            <p:cNvSpPr/>
            <p:nvPr/>
          </p:nvSpPr>
          <p:spPr>
            <a:xfrm>
              <a:off x="6312033" y="930597"/>
              <a:ext cx="32360" cy="25557"/>
            </a:xfrm>
            <a:custGeom>
              <a:avLst/>
              <a:gdLst/>
              <a:ahLst/>
              <a:cxnLst/>
              <a:rect l="l" t="t" r="r" b="b"/>
              <a:pathLst>
                <a:path w="1037" h="819" extrusionOk="0">
                  <a:moveTo>
                    <a:pt x="44" y="0"/>
                  </a:moveTo>
                  <a:cubicBezTo>
                    <a:pt x="26" y="84"/>
                    <a:pt x="1" y="173"/>
                    <a:pt x="9" y="259"/>
                  </a:cubicBezTo>
                  <a:cubicBezTo>
                    <a:pt x="12" y="292"/>
                    <a:pt x="15" y="334"/>
                    <a:pt x="24" y="368"/>
                  </a:cubicBezTo>
                  <a:cubicBezTo>
                    <a:pt x="36" y="423"/>
                    <a:pt x="60" y="461"/>
                    <a:pt x="93" y="504"/>
                  </a:cubicBezTo>
                  <a:cubicBezTo>
                    <a:pt x="108" y="523"/>
                    <a:pt x="122" y="539"/>
                    <a:pt x="139" y="555"/>
                  </a:cubicBezTo>
                  <a:cubicBezTo>
                    <a:pt x="145" y="571"/>
                    <a:pt x="153" y="586"/>
                    <a:pt x="160" y="602"/>
                  </a:cubicBezTo>
                  <a:cubicBezTo>
                    <a:pt x="199" y="667"/>
                    <a:pt x="250" y="719"/>
                    <a:pt x="316" y="758"/>
                  </a:cubicBezTo>
                  <a:cubicBezTo>
                    <a:pt x="366" y="791"/>
                    <a:pt x="421" y="807"/>
                    <a:pt x="478" y="810"/>
                  </a:cubicBezTo>
                  <a:cubicBezTo>
                    <a:pt x="502" y="816"/>
                    <a:pt x="527" y="818"/>
                    <a:pt x="551" y="818"/>
                  </a:cubicBezTo>
                  <a:cubicBezTo>
                    <a:pt x="585" y="818"/>
                    <a:pt x="619" y="813"/>
                    <a:pt x="653" y="802"/>
                  </a:cubicBezTo>
                  <a:cubicBezTo>
                    <a:pt x="726" y="781"/>
                    <a:pt x="791" y="744"/>
                    <a:pt x="845" y="690"/>
                  </a:cubicBezTo>
                  <a:cubicBezTo>
                    <a:pt x="897" y="628"/>
                    <a:pt x="949" y="563"/>
                    <a:pt x="990" y="493"/>
                  </a:cubicBezTo>
                  <a:cubicBezTo>
                    <a:pt x="1007" y="463"/>
                    <a:pt x="1022" y="431"/>
                    <a:pt x="1037" y="398"/>
                  </a:cubicBezTo>
                  <a:lnTo>
                    <a:pt x="1037" y="398"/>
                  </a:lnTo>
                  <a:cubicBezTo>
                    <a:pt x="937" y="460"/>
                    <a:pt x="818" y="492"/>
                    <a:pt x="699" y="492"/>
                  </a:cubicBezTo>
                  <a:cubicBezTo>
                    <a:pt x="599" y="492"/>
                    <a:pt x="499" y="470"/>
                    <a:pt x="410" y="424"/>
                  </a:cubicBezTo>
                  <a:cubicBezTo>
                    <a:pt x="238" y="338"/>
                    <a:pt x="113" y="18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9"/>
            <p:cNvSpPr/>
            <p:nvPr/>
          </p:nvSpPr>
          <p:spPr>
            <a:xfrm>
              <a:off x="6244630" y="922359"/>
              <a:ext cx="28272" cy="20751"/>
            </a:xfrm>
            <a:custGeom>
              <a:avLst/>
              <a:gdLst/>
              <a:ahLst/>
              <a:cxnLst/>
              <a:rect l="l" t="t" r="r" b="b"/>
              <a:pathLst>
                <a:path w="906" h="665" extrusionOk="0">
                  <a:moveTo>
                    <a:pt x="9" y="1"/>
                  </a:moveTo>
                  <a:lnTo>
                    <a:pt x="9" y="1"/>
                  </a:lnTo>
                  <a:cubicBezTo>
                    <a:pt x="1" y="67"/>
                    <a:pt x="4" y="135"/>
                    <a:pt x="24" y="195"/>
                  </a:cubicBezTo>
                  <a:cubicBezTo>
                    <a:pt x="40" y="248"/>
                    <a:pt x="63" y="300"/>
                    <a:pt x="86" y="348"/>
                  </a:cubicBezTo>
                  <a:cubicBezTo>
                    <a:pt x="93" y="362"/>
                    <a:pt x="100" y="375"/>
                    <a:pt x="108" y="388"/>
                  </a:cubicBezTo>
                  <a:cubicBezTo>
                    <a:pt x="134" y="430"/>
                    <a:pt x="174" y="485"/>
                    <a:pt x="202" y="513"/>
                  </a:cubicBezTo>
                  <a:cubicBezTo>
                    <a:pt x="270" y="580"/>
                    <a:pt x="361" y="621"/>
                    <a:pt x="450" y="651"/>
                  </a:cubicBezTo>
                  <a:cubicBezTo>
                    <a:pt x="482" y="655"/>
                    <a:pt x="515" y="659"/>
                    <a:pt x="547" y="664"/>
                  </a:cubicBezTo>
                  <a:cubicBezTo>
                    <a:pt x="549" y="664"/>
                    <a:pt x="551" y="664"/>
                    <a:pt x="554" y="664"/>
                  </a:cubicBezTo>
                  <a:cubicBezTo>
                    <a:pt x="601" y="664"/>
                    <a:pt x="646" y="654"/>
                    <a:pt x="688" y="632"/>
                  </a:cubicBezTo>
                  <a:cubicBezTo>
                    <a:pt x="720" y="623"/>
                    <a:pt x="747" y="608"/>
                    <a:pt x="769" y="585"/>
                  </a:cubicBezTo>
                  <a:cubicBezTo>
                    <a:pt x="810" y="560"/>
                    <a:pt x="841" y="525"/>
                    <a:pt x="864" y="482"/>
                  </a:cubicBezTo>
                  <a:cubicBezTo>
                    <a:pt x="872" y="461"/>
                    <a:pt x="885" y="442"/>
                    <a:pt x="897" y="423"/>
                  </a:cubicBezTo>
                  <a:cubicBezTo>
                    <a:pt x="901" y="417"/>
                    <a:pt x="902" y="410"/>
                    <a:pt x="906" y="404"/>
                  </a:cubicBezTo>
                  <a:lnTo>
                    <a:pt x="906" y="404"/>
                  </a:lnTo>
                  <a:cubicBezTo>
                    <a:pt x="840" y="421"/>
                    <a:pt x="771" y="429"/>
                    <a:pt x="703" y="429"/>
                  </a:cubicBezTo>
                  <a:cubicBezTo>
                    <a:pt x="564" y="429"/>
                    <a:pt x="425" y="394"/>
                    <a:pt x="305" y="323"/>
                  </a:cubicBezTo>
                  <a:cubicBezTo>
                    <a:pt x="177" y="248"/>
                    <a:pt x="76" y="132"/>
                    <a:pt x="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9"/>
            <p:cNvSpPr/>
            <p:nvPr/>
          </p:nvSpPr>
          <p:spPr>
            <a:xfrm>
              <a:off x="6163497" y="1099041"/>
              <a:ext cx="62" cy="187"/>
            </a:xfrm>
            <a:custGeom>
              <a:avLst/>
              <a:gdLst/>
              <a:ahLst/>
              <a:cxnLst/>
              <a:rect l="l" t="t" r="r" b="b"/>
              <a:pathLst>
                <a:path w="2" h="6" extrusionOk="0">
                  <a:moveTo>
                    <a:pt x="2" y="1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4"/>
                    <a:pt x="2" y="3"/>
                    <a:pt x="2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9"/>
            <p:cNvSpPr/>
            <p:nvPr/>
          </p:nvSpPr>
          <p:spPr>
            <a:xfrm>
              <a:off x="6163341" y="1096451"/>
              <a:ext cx="13730" cy="8519"/>
            </a:xfrm>
            <a:custGeom>
              <a:avLst/>
              <a:gdLst/>
              <a:ahLst/>
              <a:cxnLst/>
              <a:rect l="l" t="t" r="r" b="b"/>
              <a:pathLst>
                <a:path w="440" h="273" extrusionOk="0">
                  <a:moveTo>
                    <a:pt x="161" y="1"/>
                  </a:moveTo>
                  <a:cubicBezTo>
                    <a:pt x="150" y="1"/>
                    <a:pt x="140" y="1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ubicBezTo>
                    <a:pt x="116" y="1"/>
                    <a:pt x="115" y="1"/>
                    <a:pt x="114" y="1"/>
                  </a:cubicBezTo>
                  <a:cubicBezTo>
                    <a:pt x="88" y="1"/>
                    <a:pt x="63" y="14"/>
                    <a:pt x="42" y="32"/>
                  </a:cubicBezTo>
                  <a:cubicBezTo>
                    <a:pt x="36" y="38"/>
                    <a:pt x="31" y="43"/>
                    <a:pt x="26" y="49"/>
                  </a:cubicBezTo>
                  <a:cubicBezTo>
                    <a:pt x="24" y="52"/>
                    <a:pt x="19" y="54"/>
                    <a:pt x="17" y="58"/>
                  </a:cubicBezTo>
                  <a:cubicBezTo>
                    <a:pt x="17" y="59"/>
                    <a:pt x="17" y="59"/>
                    <a:pt x="16" y="60"/>
                  </a:cubicBezTo>
                  <a:lnTo>
                    <a:pt x="25" y="51"/>
                  </a:lnTo>
                  <a:lnTo>
                    <a:pt x="25" y="51"/>
                  </a:lnTo>
                  <a:cubicBezTo>
                    <a:pt x="17" y="61"/>
                    <a:pt x="9" y="69"/>
                    <a:pt x="7" y="82"/>
                  </a:cubicBezTo>
                  <a:cubicBezTo>
                    <a:pt x="6" y="84"/>
                    <a:pt x="6" y="87"/>
                    <a:pt x="6" y="89"/>
                  </a:cubicBezTo>
                  <a:cubicBezTo>
                    <a:pt x="1" y="113"/>
                    <a:pt x="3" y="137"/>
                    <a:pt x="12" y="160"/>
                  </a:cubicBezTo>
                  <a:cubicBezTo>
                    <a:pt x="20" y="181"/>
                    <a:pt x="37" y="205"/>
                    <a:pt x="59" y="215"/>
                  </a:cubicBezTo>
                  <a:cubicBezTo>
                    <a:pt x="83" y="225"/>
                    <a:pt x="109" y="237"/>
                    <a:pt x="136" y="245"/>
                  </a:cubicBezTo>
                  <a:cubicBezTo>
                    <a:pt x="154" y="250"/>
                    <a:pt x="175" y="252"/>
                    <a:pt x="195" y="255"/>
                  </a:cubicBezTo>
                  <a:cubicBezTo>
                    <a:pt x="214" y="259"/>
                    <a:pt x="234" y="263"/>
                    <a:pt x="254" y="266"/>
                  </a:cubicBezTo>
                  <a:cubicBezTo>
                    <a:pt x="264" y="268"/>
                    <a:pt x="275" y="269"/>
                    <a:pt x="285" y="271"/>
                  </a:cubicBezTo>
                  <a:cubicBezTo>
                    <a:pt x="292" y="272"/>
                    <a:pt x="299" y="272"/>
                    <a:pt x="306" y="272"/>
                  </a:cubicBezTo>
                  <a:cubicBezTo>
                    <a:pt x="323" y="272"/>
                    <a:pt x="338" y="269"/>
                    <a:pt x="355" y="263"/>
                  </a:cubicBezTo>
                  <a:cubicBezTo>
                    <a:pt x="390" y="248"/>
                    <a:pt x="420" y="217"/>
                    <a:pt x="431" y="180"/>
                  </a:cubicBezTo>
                  <a:cubicBezTo>
                    <a:pt x="439" y="147"/>
                    <a:pt x="431" y="113"/>
                    <a:pt x="415" y="84"/>
                  </a:cubicBezTo>
                  <a:cubicBezTo>
                    <a:pt x="397" y="49"/>
                    <a:pt x="361" y="28"/>
                    <a:pt x="323" y="23"/>
                  </a:cubicBezTo>
                  <a:cubicBezTo>
                    <a:pt x="303" y="20"/>
                    <a:pt x="284" y="17"/>
                    <a:pt x="264" y="14"/>
                  </a:cubicBezTo>
                  <a:cubicBezTo>
                    <a:pt x="234" y="9"/>
                    <a:pt x="204" y="2"/>
                    <a:pt x="173" y="1"/>
                  </a:cubicBezTo>
                  <a:cubicBezTo>
                    <a:pt x="169" y="1"/>
                    <a:pt x="165" y="1"/>
                    <a:pt x="1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9"/>
            <p:cNvSpPr/>
            <p:nvPr/>
          </p:nvSpPr>
          <p:spPr>
            <a:xfrm>
              <a:off x="6163404" y="1099228"/>
              <a:ext cx="125" cy="687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1" y="22"/>
                  </a:moveTo>
                  <a:cubicBezTo>
                    <a:pt x="2" y="15"/>
                    <a:pt x="3" y="7"/>
                    <a:pt x="4" y="0"/>
                  </a:cubicBezTo>
                  <a:lnTo>
                    <a:pt x="4" y="0"/>
                  </a:lnTo>
                  <a:cubicBezTo>
                    <a:pt x="3" y="7"/>
                    <a:pt x="2" y="15"/>
                    <a:pt x="1" y="2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9"/>
            <p:cNvSpPr/>
            <p:nvPr/>
          </p:nvSpPr>
          <p:spPr>
            <a:xfrm>
              <a:off x="6149143" y="1033542"/>
              <a:ext cx="6709" cy="5804"/>
            </a:xfrm>
            <a:custGeom>
              <a:avLst/>
              <a:gdLst/>
              <a:ahLst/>
              <a:cxnLst/>
              <a:rect l="l" t="t" r="r" b="b"/>
              <a:pathLst>
                <a:path w="215" h="186" extrusionOk="0">
                  <a:moveTo>
                    <a:pt x="67" y="0"/>
                  </a:moveTo>
                  <a:cubicBezTo>
                    <a:pt x="56" y="0"/>
                    <a:pt x="44" y="3"/>
                    <a:pt x="34" y="10"/>
                  </a:cubicBezTo>
                  <a:cubicBezTo>
                    <a:pt x="23" y="15"/>
                    <a:pt x="16" y="23"/>
                    <a:pt x="10" y="34"/>
                  </a:cubicBezTo>
                  <a:cubicBezTo>
                    <a:pt x="3" y="44"/>
                    <a:pt x="0" y="55"/>
                    <a:pt x="0" y="67"/>
                  </a:cubicBezTo>
                  <a:cubicBezTo>
                    <a:pt x="0" y="71"/>
                    <a:pt x="0" y="75"/>
                    <a:pt x="0" y="79"/>
                  </a:cubicBezTo>
                  <a:cubicBezTo>
                    <a:pt x="1" y="87"/>
                    <a:pt x="2" y="99"/>
                    <a:pt x="6" y="108"/>
                  </a:cubicBezTo>
                  <a:cubicBezTo>
                    <a:pt x="10" y="119"/>
                    <a:pt x="13" y="128"/>
                    <a:pt x="18" y="137"/>
                  </a:cubicBezTo>
                  <a:cubicBezTo>
                    <a:pt x="19" y="138"/>
                    <a:pt x="19" y="138"/>
                    <a:pt x="20" y="139"/>
                  </a:cubicBezTo>
                  <a:cubicBezTo>
                    <a:pt x="29" y="154"/>
                    <a:pt x="32" y="156"/>
                    <a:pt x="43" y="166"/>
                  </a:cubicBezTo>
                  <a:cubicBezTo>
                    <a:pt x="54" y="173"/>
                    <a:pt x="62" y="179"/>
                    <a:pt x="76" y="181"/>
                  </a:cubicBezTo>
                  <a:cubicBezTo>
                    <a:pt x="77" y="181"/>
                    <a:pt x="78" y="181"/>
                    <a:pt x="79" y="182"/>
                  </a:cubicBezTo>
                  <a:cubicBezTo>
                    <a:pt x="88" y="183"/>
                    <a:pt x="98" y="186"/>
                    <a:pt x="108" y="186"/>
                  </a:cubicBezTo>
                  <a:cubicBezTo>
                    <a:pt x="110" y="186"/>
                    <a:pt x="112" y="186"/>
                    <a:pt x="113" y="186"/>
                  </a:cubicBezTo>
                  <a:cubicBezTo>
                    <a:pt x="122" y="184"/>
                    <a:pt x="131" y="183"/>
                    <a:pt x="140" y="182"/>
                  </a:cubicBezTo>
                  <a:cubicBezTo>
                    <a:pt x="142" y="181"/>
                    <a:pt x="144" y="181"/>
                    <a:pt x="147" y="180"/>
                  </a:cubicBezTo>
                  <a:cubicBezTo>
                    <a:pt x="163" y="176"/>
                    <a:pt x="177" y="167"/>
                    <a:pt x="189" y="154"/>
                  </a:cubicBezTo>
                  <a:cubicBezTo>
                    <a:pt x="194" y="147"/>
                    <a:pt x="201" y="139"/>
                    <a:pt x="204" y="131"/>
                  </a:cubicBezTo>
                  <a:cubicBezTo>
                    <a:pt x="211" y="121"/>
                    <a:pt x="214" y="109"/>
                    <a:pt x="214" y="98"/>
                  </a:cubicBezTo>
                  <a:cubicBezTo>
                    <a:pt x="215" y="88"/>
                    <a:pt x="213" y="80"/>
                    <a:pt x="209" y="71"/>
                  </a:cubicBezTo>
                  <a:cubicBezTo>
                    <a:pt x="205" y="63"/>
                    <a:pt x="201" y="56"/>
                    <a:pt x="195" y="49"/>
                  </a:cubicBezTo>
                  <a:cubicBezTo>
                    <a:pt x="189" y="43"/>
                    <a:pt x="180" y="40"/>
                    <a:pt x="172" y="37"/>
                  </a:cubicBezTo>
                  <a:lnTo>
                    <a:pt x="173" y="37"/>
                  </a:lnTo>
                  <a:cubicBezTo>
                    <a:pt x="172" y="37"/>
                    <a:pt x="171" y="36"/>
                    <a:pt x="170" y="35"/>
                  </a:cubicBezTo>
                  <a:cubicBezTo>
                    <a:pt x="168" y="35"/>
                    <a:pt x="167" y="33"/>
                    <a:pt x="165" y="33"/>
                  </a:cubicBezTo>
                  <a:cubicBezTo>
                    <a:pt x="165" y="33"/>
                    <a:pt x="164" y="32"/>
                    <a:pt x="164" y="32"/>
                  </a:cubicBezTo>
                  <a:cubicBezTo>
                    <a:pt x="159" y="30"/>
                    <a:pt x="155" y="27"/>
                    <a:pt x="150" y="26"/>
                  </a:cubicBezTo>
                  <a:cubicBezTo>
                    <a:pt x="148" y="25"/>
                    <a:pt x="145" y="24"/>
                    <a:pt x="143" y="22"/>
                  </a:cubicBezTo>
                  <a:lnTo>
                    <a:pt x="143" y="22"/>
                  </a:lnTo>
                  <a:cubicBezTo>
                    <a:pt x="144" y="23"/>
                    <a:pt x="145" y="24"/>
                    <a:pt x="147" y="25"/>
                  </a:cubicBezTo>
                  <a:cubicBezTo>
                    <a:pt x="145" y="24"/>
                    <a:pt x="144" y="24"/>
                    <a:pt x="142" y="23"/>
                  </a:cubicBezTo>
                  <a:cubicBezTo>
                    <a:pt x="137" y="21"/>
                    <a:pt x="134" y="18"/>
                    <a:pt x="130" y="16"/>
                  </a:cubicBezTo>
                  <a:cubicBezTo>
                    <a:pt x="127" y="14"/>
                    <a:pt x="124" y="13"/>
                    <a:pt x="120" y="12"/>
                  </a:cubicBezTo>
                  <a:cubicBezTo>
                    <a:pt x="117" y="11"/>
                    <a:pt x="106" y="10"/>
                    <a:pt x="100" y="10"/>
                  </a:cubicBezTo>
                  <a:cubicBezTo>
                    <a:pt x="89" y="3"/>
                    <a:pt x="79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9"/>
            <p:cNvSpPr/>
            <p:nvPr/>
          </p:nvSpPr>
          <p:spPr>
            <a:xfrm>
              <a:off x="6198478" y="965421"/>
              <a:ext cx="12513" cy="9611"/>
            </a:xfrm>
            <a:custGeom>
              <a:avLst/>
              <a:gdLst/>
              <a:ahLst/>
              <a:cxnLst/>
              <a:rect l="l" t="t" r="r" b="b"/>
              <a:pathLst>
                <a:path w="401" h="308" extrusionOk="0">
                  <a:moveTo>
                    <a:pt x="138" y="1"/>
                  </a:moveTo>
                  <a:cubicBezTo>
                    <a:pt x="137" y="1"/>
                    <a:pt x="135" y="1"/>
                    <a:pt x="134" y="1"/>
                  </a:cubicBezTo>
                  <a:cubicBezTo>
                    <a:pt x="118" y="1"/>
                    <a:pt x="98" y="5"/>
                    <a:pt x="82" y="7"/>
                  </a:cubicBezTo>
                  <a:cubicBezTo>
                    <a:pt x="64" y="13"/>
                    <a:pt x="47" y="22"/>
                    <a:pt x="33" y="37"/>
                  </a:cubicBezTo>
                  <a:cubicBezTo>
                    <a:pt x="23" y="46"/>
                    <a:pt x="15" y="58"/>
                    <a:pt x="11" y="71"/>
                  </a:cubicBezTo>
                  <a:cubicBezTo>
                    <a:pt x="4" y="85"/>
                    <a:pt x="1" y="98"/>
                    <a:pt x="2" y="114"/>
                  </a:cubicBezTo>
                  <a:cubicBezTo>
                    <a:pt x="2" y="134"/>
                    <a:pt x="6" y="152"/>
                    <a:pt x="16" y="170"/>
                  </a:cubicBezTo>
                  <a:cubicBezTo>
                    <a:pt x="24" y="179"/>
                    <a:pt x="30" y="188"/>
                    <a:pt x="37" y="197"/>
                  </a:cubicBezTo>
                  <a:cubicBezTo>
                    <a:pt x="51" y="215"/>
                    <a:pt x="68" y="227"/>
                    <a:pt x="87" y="238"/>
                  </a:cubicBezTo>
                  <a:cubicBezTo>
                    <a:pt x="101" y="246"/>
                    <a:pt x="115" y="254"/>
                    <a:pt x="129" y="262"/>
                  </a:cubicBezTo>
                  <a:cubicBezTo>
                    <a:pt x="153" y="274"/>
                    <a:pt x="174" y="287"/>
                    <a:pt x="201" y="293"/>
                  </a:cubicBezTo>
                  <a:cubicBezTo>
                    <a:pt x="226" y="300"/>
                    <a:pt x="250" y="307"/>
                    <a:pt x="275" y="307"/>
                  </a:cubicBezTo>
                  <a:cubicBezTo>
                    <a:pt x="286" y="307"/>
                    <a:pt x="297" y="306"/>
                    <a:pt x="308" y="303"/>
                  </a:cubicBezTo>
                  <a:cubicBezTo>
                    <a:pt x="329" y="296"/>
                    <a:pt x="348" y="286"/>
                    <a:pt x="364" y="270"/>
                  </a:cubicBezTo>
                  <a:cubicBezTo>
                    <a:pt x="375" y="259"/>
                    <a:pt x="384" y="246"/>
                    <a:pt x="389" y="230"/>
                  </a:cubicBezTo>
                  <a:cubicBezTo>
                    <a:pt x="396" y="216"/>
                    <a:pt x="401" y="200"/>
                    <a:pt x="400" y="182"/>
                  </a:cubicBezTo>
                  <a:cubicBezTo>
                    <a:pt x="400" y="160"/>
                    <a:pt x="394" y="139"/>
                    <a:pt x="383" y="120"/>
                  </a:cubicBezTo>
                  <a:cubicBezTo>
                    <a:pt x="366" y="87"/>
                    <a:pt x="334" y="70"/>
                    <a:pt x="304" y="52"/>
                  </a:cubicBezTo>
                  <a:cubicBezTo>
                    <a:pt x="280" y="39"/>
                    <a:pt x="255" y="30"/>
                    <a:pt x="230" y="23"/>
                  </a:cubicBezTo>
                  <a:lnTo>
                    <a:pt x="185" y="9"/>
                  </a:lnTo>
                  <a:cubicBezTo>
                    <a:pt x="170" y="6"/>
                    <a:pt x="154" y="1"/>
                    <a:pt x="1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9"/>
            <p:cNvSpPr/>
            <p:nvPr/>
          </p:nvSpPr>
          <p:spPr>
            <a:xfrm>
              <a:off x="6210274" y="976655"/>
              <a:ext cx="6459" cy="7302"/>
            </a:xfrm>
            <a:custGeom>
              <a:avLst/>
              <a:gdLst/>
              <a:ahLst/>
              <a:cxnLst/>
              <a:rect l="l" t="t" r="r" b="b"/>
              <a:pathLst>
                <a:path w="207" h="234" extrusionOk="0">
                  <a:moveTo>
                    <a:pt x="102" y="1"/>
                  </a:moveTo>
                  <a:cubicBezTo>
                    <a:pt x="93" y="1"/>
                    <a:pt x="84" y="2"/>
                    <a:pt x="76" y="4"/>
                  </a:cubicBezTo>
                  <a:cubicBezTo>
                    <a:pt x="49" y="11"/>
                    <a:pt x="27" y="31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6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7"/>
                    <a:pt x="15" y="57"/>
                  </a:cubicBezTo>
                  <a:lnTo>
                    <a:pt x="15" y="57"/>
                  </a:lnTo>
                  <a:cubicBezTo>
                    <a:pt x="13" y="61"/>
                    <a:pt x="11" y="64"/>
                    <a:pt x="10" y="68"/>
                  </a:cubicBezTo>
                  <a:cubicBezTo>
                    <a:pt x="10" y="70"/>
                    <a:pt x="9" y="70"/>
                    <a:pt x="8" y="71"/>
                  </a:cubicBezTo>
                  <a:cubicBezTo>
                    <a:pt x="8" y="74"/>
                    <a:pt x="7" y="76"/>
                    <a:pt x="6" y="80"/>
                  </a:cubicBezTo>
                  <a:cubicBezTo>
                    <a:pt x="6" y="80"/>
                    <a:pt x="5" y="81"/>
                    <a:pt x="5" y="81"/>
                  </a:cubicBezTo>
                  <a:cubicBezTo>
                    <a:pt x="1" y="95"/>
                    <a:pt x="3" y="110"/>
                    <a:pt x="5" y="125"/>
                  </a:cubicBezTo>
                  <a:cubicBezTo>
                    <a:pt x="5" y="124"/>
                    <a:pt x="5" y="124"/>
                    <a:pt x="5" y="123"/>
                  </a:cubicBezTo>
                  <a:cubicBezTo>
                    <a:pt x="6" y="128"/>
                    <a:pt x="5" y="133"/>
                    <a:pt x="5" y="139"/>
                  </a:cubicBezTo>
                  <a:cubicBezTo>
                    <a:pt x="6" y="148"/>
                    <a:pt x="7" y="156"/>
                    <a:pt x="8" y="164"/>
                  </a:cubicBezTo>
                  <a:cubicBezTo>
                    <a:pt x="11" y="172"/>
                    <a:pt x="15" y="179"/>
                    <a:pt x="18" y="186"/>
                  </a:cubicBezTo>
                  <a:cubicBezTo>
                    <a:pt x="23" y="194"/>
                    <a:pt x="28" y="200"/>
                    <a:pt x="33" y="206"/>
                  </a:cubicBezTo>
                  <a:cubicBezTo>
                    <a:pt x="41" y="216"/>
                    <a:pt x="52" y="222"/>
                    <a:pt x="63" y="226"/>
                  </a:cubicBezTo>
                  <a:cubicBezTo>
                    <a:pt x="71" y="230"/>
                    <a:pt x="79" y="232"/>
                    <a:pt x="87" y="232"/>
                  </a:cubicBezTo>
                  <a:cubicBezTo>
                    <a:pt x="92" y="233"/>
                    <a:pt x="96" y="234"/>
                    <a:pt x="100" y="234"/>
                  </a:cubicBezTo>
                  <a:cubicBezTo>
                    <a:pt x="104" y="234"/>
                    <a:pt x="108" y="233"/>
                    <a:pt x="113" y="232"/>
                  </a:cubicBezTo>
                  <a:cubicBezTo>
                    <a:pt x="121" y="232"/>
                    <a:pt x="129" y="230"/>
                    <a:pt x="137" y="226"/>
                  </a:cubicBezTo>
                  <a:cubicBezTo>
                    <a:pt x="148" y="222"/>
                    <a:pt x="159" y="216"/>
                    <a:pt x="167" y="206"/>
                  </a:cubicBezTo>
                  <a:cubicBezTo>
                    <a:pt x="171" y="201"/>
                    <a:pt x="180" y="192"/>
                    <a:pt x="183" y="185"/>
                  </a:cubicBezTo>
                  <a:cubicBezTo>
                    <a:pt x="184" y="184"/>
                    <a:pt x="184" y="184"/>
                    <a:pt x="185" y="183"/>
                  </a:cubicBezTo>
                  <a:cubicBezTo>
                    <a:pt x="186" y="181"/>
                    <a:pt x="186" y="180"/>
                    <a:pt x="187" y="178"/>
                  </a:cubicBezTo>
                  <a:cubicBezTo>
                    <a:pt x="192" y="168"/>
                    <a:pt x="197" y="156"/>
                    <a:pt x="200" y="143"/>
                  </a:cubicBezTo>
                  <a:cubicBezTo>
                    <a:pt x="202" y="142"/>
                    <a:pt x="202" y="140"/>
                    <a:pt x="202" y="138"/>
                  </a:cubicBezTo>
                  <a:cubicBezTo>
                    <a:pt x="203" y="137"/>
                    <a:pt x="203" y="136"/>
                    <a:pt x="203" y="135"/>
                  </a:cubicBezTo>
                  <a:cubicBezTo>
                    <a:pt x="204" y="127"/>
                    <a:pt x="205" y="117"/>
                    <a:pt x="207" y="108"/>
                  </a:cubicBezTo>
                  <a:cubicBezTo>
                    <a:pt x="207" y="94"/>
                    <a:pt x="204" y="81"/>
                    <a:pt x="197" y="69"/>
                  </a:cubicBezTo>
                  <a:cubicBezTo>
                    <a:pt x="194" y="60"/>
                    <a:pt x="194" y="60"/>
                    <a:pt x="191" y="55"/>
                  </a:cubicBezTo>
                  <a:cubicBezTo>
                    <a:pt x="186" y="47"/>
                    <a:pt x="180" y="40"/>
                    <a:pt x="174" y="34"/>
                  </a:cubicBezTo>
                  <a:cubicBezTo>
                    <a:pt x="173" y="31"/>
                    <a:pt x="171" y="30"/>
                    <a:pt x="170" y="29"/>
                  </a:cubicBezTo>
                  <a:cubicBezTo>
                    <a:pt x="152" y="11"/>
                    <a:pt x="127" y="1"/>
                    <a:pt x="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9"/>
            <p:cNvSpPr/>
            <p:nvPr/>
          </p:nvSpPr>
          <p:spPr>
            <a:xfrm>
              <a:off x="6259578" y="911655"/>
              <a:ext cx="11671" cy="8301"/>
            </a:xfrm>
            <a:custGeom>
              <a:avLst/>
              <a:gdLst/>
              <a:ahLst/>
              <a:cxnLst/>
              <a:rect l="l" t="t" r="r" b="b"/>
              <a:pathLst>
                <a:path w="374" h="266" extrusionOk="0">
                  <a:moveTo>
                    <a:pt x="161" y="0"/>
                  </a:moveTo>
                  <a:cubicBezTo>
                    <a:pt x="159" y="0"/>
                    <a:pt x="157" y="0"/>
                    <a:pt x="156" y="0"/>
                  </a:cubicBezTo>
                  <a:cubicBezTo>
                    <a:pt x="131" y="1"/>
                    <a:pt x="106" y="5"/>
                    <a:pt x="82" y="9"/>
                  </a:cubicBezTo>
                  <a:lnTo>
                    <a:pt x="55" y="20"/>
                  </a:lnTo>
                  <a:cubicBezTo>
                    <a:pt x="43" y="26"/>
                    <a:pt x="32" y="36"/>
                    <a:pt x="25" y="48"/>
                  </a:cubicBezTo>
                  <a:cubicBezTo>
                    <a:pt x="11" y="66"/>
                    <a:pt x="1" y="90"/>
                    <a:pt x="2" y="113"/>
                  </a:cubicBezTo>
                  <a:cubicBezTo>
                    <a:pt x="3" y="133"/>
                    <a:pt x="7" y="152"/>
                    <a:pt x="17" y="169"/>
                  </a:cubicBezTo>
                  <a:cubicBezTo>
                    <a:pt x="30" y="194"/>
                    <a:pt x="55" y="210"/>
                    <a:pt x="82" y="219"/>
                  </a:cubicBezTo>
                  <a:cubicBezTo>
                    <a:pt x="84" y="219"/>
                    <a:pt x="86" y="220"/>
                    <a:pt x="87" y="221"/>
                  </a:cubicBezTo>
                  <a:cubicBezTo>
                    <a:pt x="104" y="228"/>
                    <a:pt x="119" y="237"/>
                    <a:pt x="137" y="241"/>
                  </a:cubicBezTo>
                  <a:cubicBezTo>
                    <a:pt x="150" y="244"/>
                    <a:pt x="162" y="247"/>
                    <a:pt x="175" y="252"/>
                  </a:cubicBezTo>
                  <a:cubicBezTo>
                    <a:pt x="180" y="254"/>
                    <a:pt x="185" y="255"/>
                    <a:pt x="190" y="258"/>
                  </a:cubicBezTo>
                  <a:cubicBezTo>
                    <a:pt x="206" y="263"/>
                    <a:pt x="223" y="265"/>
                    <a:pt x="239" y="265"/>
                  </a:cubicBezTo>
                  <a:cubicBezTo>
                    <a:pt x="242" y="265"/>
                    <a:pt x="246" y="265"/>
                    <a:pt x="250" y="265"/>
                  </a:cubicBezTo>
                  <a:cubicBezTo>
                    <a:pt x="257" y="265"/>
                    <a:pt x="264" y="265"/>
                    <a:pt x="272" y="265"/>
                  </a:cubicBezTo>
                  <a:cubicBezTo>
                    <a:pt x="274" y="265"/>
                    <a:pt x="275" y="265"/>
                    <a:pt x="276" y="265"/>
                  </a:cubicBezTo>
                  <a:cubicBezTo>
                    <a:pt x="308" y="265"/>
                    <a:pt x="340" y="244"/>
                    <a:pt x="356" y="218"/>
                  </a:cubicBezTo>
                  <a:cubicBezTo>
                    <a:pt x="374" y="187"/>
                    <a:pt x="373" y="150"/>
                    <a:pt x="356" y="120"/>
                  </a:cubicBezTo>
                  <a:cubicBezTo>
                    <a:pt x="353" y="113"/>
                    <a:pt x="348" y="107"/>
                    <a:pt x="345" y="101"/>
                  </a:cubicBezTo>
                  <a:cubicBezTo>
                    <a:pt x="337" y="88"/>
                    <a:pt x="326" y="71"/>
                    <a:pt x="316" y="62"/>
                  </a:cubicBezTo>
                  <a:cubicBezTo>
                    <a:pt x="291" y="39"/>
                    <a:pt x="259" y="28"/>
                    <a:pt x="228" y="16"/>
                  </a:cubicBezTo>
                  <a:cubicBezTo>
                    <a:pt x="207" y="7"/>
                    <a:pt x="184" y="0"/>
                    <a:pt x="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9"/>
            <p:cNvSpPr/>
            <p:nvPr/>
          </p:nvSpPr>
          <p:spPr>
            <a:xfrm>
              <a:off x="6279642" y="999310"/>
              <a:ext cx="8020" cy="8113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7" y="135"/>
                  </a:moveTo>
                  <a:lnTo>
                    <a:pt x="17" y="135"/>
                  </a:lnTo>
                  <a:cubicBezTo>
                    <a:pt x="18" y="136"/>
                    <a:pt x="19" y="137"/>
                    <a:pt x="19" y="138"/>
                  </a:cubicBezTo>
                  <a:lnTo>
                    <a:pt x="19" y="138"/>
                  </a:lnTo>
                  <a:cubicBezTo>
                    <a:pt x="19" y="137"/>
                    <a:pt x="18" y="136"/>
                    <a:pt x="17" y="135"/>
                  </a:cubicBezTo>
                  <a:close/>
                  <a:moveTo>
                    <a:pt x="113" y="0"/>
                  </a:moveTo>
                  <a:cubicBezTo>
                    <a:pt x="96" y="0"/>
                    <a:pt x="80" y="3"/>
                    <a:pt x="63" y="6"/>
                  </a:cubicBezTo>
                  <a:cubicBezTo>
                    <a:pt x="50" y="10"/>
                    <a:pt x="37" y="17"/>
                    <a:pt x="27" y="28"/>
                  </a:cubicBezTo>
                  <a:cubicBezTo>
                    <a:pt x="16" y="38"/>
                    <a:pt x="8" y="51"/>
                    <a:pt x="5" y="64"/>
                  </a:cubicBezTo>
                  <a:cubicBezTo>
                    <a:pt x="1" y="80"/>
                    <a:pt x="1" y="95"/>
                    <a:pt x="5" y="109"/>
                  </a:cubicBezTo>
                  <a:cubicBezTo>
                    <a:pt x="8" y="122"/>
                    <a:pt x="14" y="133"/>
                    <a:pt x="23" y="143"/>
                  </a:cubicBezTo>
                  <a:lnTo>
                    <a:pt x="23" y="143"/>
                  </a:lnTo>
                  <a:cubicBezTo>
                    <a:pt x="24" y="145"/>
                    <a:pt x="25" y="147"/>
                    <a:pt x="27" y="149"/>
                  </a:cubicBezTo>
                  <a:cubicBezTo>
                    <a:pt x="28" y="151"/>
                    <a:pt x="29" y="154"/>
                    <a:pt x="30" y="156"/>
                  </a:cubicBezTo>
                  <a:lnTo>
                    <a:pt x="47" y="177"/>
                  </a:lnTo>
                  <a:cubicBezTo>
                    <a:pt x="48" y="180"/>
                    <a:pt x="51" y="182"/>
                    <a:pt x="53" y="183"/>
                  </a:cubicBezTo>
                  <a:lnTo>
                    <a:pt x="53" y="183"/>
                  </a:lnTo>
                  <a:cubicBezTo>
                    <a:pt x="58" y="188"/>
                    <a:pt x="63" y="191"/>
                    <a:pt x="68" y="196"/>
                  </a:cubicBezTo>
                  <a:cubicBezTo>
                    <a:pt x="70" y="198"/>
                    <a:pt x="72" y="201"/>
                    <a:pt x="74" y="203"/>
                  </a:cubicBezTo>
                  <a:cubicBezTo>
                    <a:pt x="75" y="205"/>
                    <a:pt x="76" y="206"/>
                    <a:pt x="76" y="206"/>
                  </a:cubicBezTo>
                  <a:lnTo>
                    <a:pt x="97" y="222"/>
                  </a:lnTo>
                  <a:cubicBezTo>
                    <a:pt x="99" y="222"/>
                    <a:pt x="101" y="223"/>
                    <a:pt x="102" y="224"/>
                  </a:cubicBezTo>
                  <a:cubicBezTo>
                    <a:pt x="107" y="228"/>
                    <a:pt x="113" y="230"/>
                    <a:pt x="118" y="234"/>
                  </a:cubicBezTo>
                  <a:cubicBezTo>
                    <a:pt x="120" y="235"/>
                    <a:pt x="122" y="237"/>
                    <a:pt x="125" y="238"/>
                  </a:cubicBezTo>
                  <a:cubicBezTo>
                    <a:pt x="127" y="240"/>
                    <a:pt x="131" y="241"/>
                    <a:pt x="134" y="242"/>
                  </a:cubicBezTo>
                  <a:cubicBezTo>
                    <a:pt x="140" y="244"/>
                    <a:pt x="145" y="247"/>
                    <a:pt x="150" y="251"/>
                  </a:cubicBezTo>
                  <a:cubicBezTo>
                    <a:pt x="155" y="253"/>
                    <a:pt x="160" y="255"/>
                    <a:pt x="165" y="257"/>
                  </a:cubicBezTo>
                  <a:cubicBezTo>
                    <a:pt x="169" y="258"/>
                    <a:pt x="174" y="259"/>
                    <a:pt x="179" y="259"/>
                  </a:cubicBezTo>
                  <a:cubicBezTo>
                    <a:pt x="182" y="259"/>
                    <a:pt x="185" y="259"/>
                    <a:pt x="188" y="258"/>
                  </a:cubicBezTo>
                  <a:cubicBezTo>
                    <a:pt x="199" y="256"/>
                    <a:pt x="213" y="252"/>
                    <a:pt x="221" y="242"/>
                  </a:cubicBezTo>
                  <a:cubicBezTo>
                    <a:pt x="235" y="225"/>
                    <a:pt x="248" y="208"/>
                    <a:pt x="253" y="186"/>
                  </a:cubicBezTo>
                  <a:cubicBezTo>
                    <a:pt x="257" y="173"/>
                    <a:pt x="257" y="158"/>
                    <a:pt x="256" y="146"/>
                  </a:cubicBezTo>
                  <a:cubicBezTo>
                    <a:pt x="254" y="121"/>
                    <a:pt x="252" y="100"/>
                    <a:pt x="238" y="79"/>
                  </a:cubicBezTo>
                  <a:cubicBezTo>
                    <a:pt x="232" y="66"/>
                    <a:pt x="219" y="53"/>
                    <a:pt x="209" y="43"/>
                  </a:cubicBezTo>
                  <a:cubicBezTo>
                    <a:pt x="191" y="27"/>
                    <a:pt x="172" y="12"/>
                    <a:pt x="149" y="5"/>
                  </a:cubicBezTo>
                  <a:cubicBezTo>
                    <a:pt x="137" y="2"/>
                    <a:pt x="125" y="0"/>
                    <a:pt x="1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9"/>
            <p:cNvSpPr/>
            <p:nvPr/>
          </p:nvSpPr>
          <p:spPr>
            <a:xfrm>
              <a:off x="6256520" y="1075856"/>
              <a:ext cx="13855" cy="8862"/>
            </a:xfrm>
            <a:custGeom>
              <a:avLst/>
              <a:gdLst/>
              <a:ahLst/>
              <a:cxnLst/>
              <a:rect l="l" t="t" r="r" b="b"/>
              <a:pathLst>
                <a:path w="444" h="284" extrusionOk="0">
                  <a:moveTo>
                    <a:pt x="157" y="1"/>
                  </a:moveTo>
                  <a:cubicBezTo>
                    <a:pt x="131" y="3"/>
                    <a:pt x="112" y="7"/>
                    <a:pt x="90" y="18"/>
                  </a:cubicBezTo>
                  <a:cubicBezTo>
                    <a:pt x="76" y="25"/>
                    <a:pt x="63" y="33"/>
                    <a:pt x="52" y="43"/>
                  </a:cubicBezTo>
                  <a:cubicBezTo>
                    <a:pt x="18" y="68"/>
                    <a:pt x="1" y="119"/>
                    <a:pt x="24" y="158"/>
                  </a:cubicBezTo>
                  <a:cubicBezTo>
                    <a:pt x="37" y="179"/>
                    <a:pt x="53" y="192"/>
                    <a:pt x="75" y="203"/>
                  </a:cubicBezTo>
                  <a:cubicBezTo>
                    <a:pt x="80" y="206"/>
                    <a:pt x="85" y="209"/>
                    <a:pt x="91" y="212"/>
                  </a:cubicBezTo>
                  <a:cubicBezTo>
                    <a:pt x="105" y="219"/>
                    <a:pt x="119" y="224"/>
                    <a:pt x="135" y="226"/>
                  </a:cubicBezTo>
                  <a:cubicBezTo>
                    <a:pt x="162" y="231"/>
                    <a:pt x="190" y="239"/>
                    <a:pt x="216" y="250"/>
                  </a:cubicBezTo>
                  <a:cubicBezTo>
                    <a:pt x="206" y="246"/>
                    <a:pt x="196" y="241"/>
                    <a:pt x="187" y="237"/>
                  </a:cubicBezTo>
                  <a:lnTo>
                    <a:pt x="187" y="237"/>
                  </a:lnTo>
                  <a:cubicBezTo>
                    <a:pt x="204" y="245"/>
                    <a:pt x="221" y="252"/>
                    <a:pt x="239" y="259"/>
                  </a:cubicBezTo>
                  <a:cubicBezTo>
                    <a:pt x="254" y="267"/>
                    <a:pt x="269" y="275"/>
                    <a:pt x="282" y="278"/>
                  </a:cubicBezTo>
                  <a:cubicBezTo>
                    <a:pt x="295" y="282"/>
                    <a:pt x="307" y="283"/>
                    <a:pt x="319" y="283"/>
                  </a:cubicBezTo>
                  <a:cubicBezTo>
                    <a:pt x="342" y="283"/>
                    <a:pt x="364" y="277"/>
                    <a:pt x="387" y="265"/>
                  </a:cubicBezTo>
                  <a:cubicBezTo>
                    <a:pt x="421" y="248"/>
                    <a:pt x="443" y="206"/>
                    <a:pt x="442" y="168"/>
                  </a:cubicBezTo>
                  <a:cubicBezTo>
                    <a:pt x="442" y="146"/>
                    <a:pt x="439" y="133"/>
                    <a:pt x="432" y="114"/>
                  </a:cubicBezTo>
                  <a:cubicBezTo>
                    <a:pt x="420" y="86"/>
                    <a:pt x="399" y="66"/>
                    <a:pt x="374" y="51"/>
                  </a:cubicBezTo>
                  <a:cubicBezTo>
                    <a:pt x="363" y="45"/>
                    <a:pt x="351" y="38"/>
                    <a:pt x="340" y="33"/>
                  </a:cubicBezTo>
                  <a:cubicBezTo>
                    <a:pt x="319" y="25"/>
                    <a:pt x="300" y="15"/>
                    <a:pt x="277" y="11"/>
                  </a:cubicBezTo>
                  <a:cubicBezTo>
                    <a:pt x="256" y="7"/>
                    <a:pt x="233" y="4"/>
                    <a:pt x="211" y="2"/>
                  </a:cubicBezTo>
                  <a:cubicBezTo>
                    <a:pt x="199" y="1"/>
                    <a:pt x="187" y="1"/>
                    <a:pt x="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9"/>
            <p:cNvSpPr/>
            <p:nvPr/>
          </p:nvSpPr>
          <p:spPr>
            <a:xfrm>
              <a:off x="6240511" y="1176742"/>
              <a:ext cx="7708" cy="7271"/>
            </a:xfrm>
            <a:custGeom>
              <a:avLst/>
              <a:gdLst/>
              <a:ahLst/>
              <a:cxnLst/>
              <a:rect l="l" t="t" r="r" b="b"/>
              <a:pathLst>
                <a:path w="247" h="233" extrusionOk="0">
                  <a:moveTo>
                    <a:pt x="100" y="1"/>
                  </a:moveTo>
                  <a:cubicBezTo>
                    <a:pt x="91" y="2"/>
                    <a:pt x="82" y="3"/>
                    <a:pt x="74" y="5"/>
                  </a:cubicBezTo>
                  <a:cubicBezTo>
                    <a:pt x="66" y="8"/>
                    <a:pt x="58" y="11"/>
                    <a:pt x="50" y="14"/>
                  </a:cubicBezTo>
                  <a:cubicBezTo>
                    <a:pt x="44" y="19"/>
                    <a:pt x="37" y="25"/>
                    <a:pt x="30" y="30"/>
                  </a:cubicBezTo>
                  <a:cubicBezTo>
                    <a:pt x="21" y="38"/>
                    <a:pt x="14" y="49"/>
                    <a:pt x="10" y="61"/>
                  </a:cubicBezTo>
                  <a:cubicBezTo>
                    <a:pt x="6" y="69"/>
                    <a:pt x="4" y="77"/>
                    <a:pt x="4" y="85"/>
                  </a:cubicBezTo>
                  <a:cubicBezTo>
                    <a:pt x="1" y="95"/>
                    <a:pt x="1" y="103"/>
                    <a:pt x="4" y="112"/>
                  </a:cubicBezTo>
                  <a:cubicBezTo>
                    <a:pt x="4" y="121"/>
                    <a:pt x="6" y="129"/>
                    <a:pt x="10" y="137"/>
                  </a:cubicBezTo>
                  <a:cubicBezTo>
                    <a:pt x="14" y="149"/>
                    <a:pt x="21" y="160"/>
                    <a:pt x="30" y="168"/>
                  </a:cubicBezTo>
                  <a:cubicBezTo>
                    <a:pt x="36" y="173"/>
                    <a:pt x="41" y="179"/>
                    <a:pt x="46" y="184"/>
                  </a:cubicBezTo>
                  <a:cubicBezTo>
                    <a:pt x="46" y="185"/>
                    <a:pt x="47" y="186"/>
                    <a:pt x="48" y="187"/>
                  </a:cubicBezTo>
                  <a:cubicBezTo>
                    <a:pt x="54" y="193"/>
                    <a:pt x="61" y="200"/>
                    <a:pt x="70" y="204"/>
                  </a:cubicBezTo>
                  <a:cubicBezTo>
                    <a:pt x="71" y="205"/>
                    <a:pt x="73" y="206"/>
                    <a:pt x="74" y="207"/>
                  </a:cubicBezTo>
                  <a:cubicBezTo>
                    <a:pt x="76" y="208"/>
                    <a:pt x="78" y="209"/>
                    <a:pt x="80" y="210"/>
                  </a:cubicBezTo>
                  <a:cubicBezTo>
                    <a:pt x="83" y="213"/>
                    <a:pt x="88" y="216"/>
                    <a:pt x="91" y="218"/>
                  </a:cubicBezTo>
                  <a:cubicBezTo>
                    <a:pt x="102" y="226"/>
                    <a:pt x="115" y="230"/>
                    <a:pt x="129" y="231"/>
                  </a:cubicBezTo>
                  <a:cubicBezTo>
                    <a:pt x="132" y="232"/>
                    <a:pt x="136" y="232"/>
                    <a:pt x="139" y="232"/>
                  </a:cubicBezTo>
                  <a:cubicBezTo>
                    <a:pt x="141" y="232"/>
                    <a:pt x="142" y="232"/>
                    <a:pt x="143" y="232"/>
                  </a:cubicBezTo>
                  <a:lnTo>
                    <a:pt x="151" y="232"/>
                  </a:lnTo>
                  <a:cubicBezTo>
                    <a:pt x="160" y="231"/>
                    <a:pt x="167" y="230"/>
                    <a:pt x="176" y="229"/>
                  </a:cubicBezTo>
                  <a:cubicBezTo>
                    <a:pt x="188" y="226"/>
                    <a:pt x="199" y="220"/>
                    <a:pt x="207" y="212"/>
                  </a:cubicBezTo>
                  <a:cubicBezTo>
                    <a:pt x="214" y="208"/>
                    <a:pt x="219" y="203"/>
                    <a:pt x="224" y="195"/>
                  </a:cubicBezTo>
                  <a:cubicBezTo>
                    <a:pt x="232" y="186"/>
                    <a:pt x="237" y="175"/>
                    <a:pt x="240" y="164"/>
                  </a:cubicBezTo>
                  <a:cubicBezTo>
                    <a:pt x="241" y="162"/>
                    <a:pt x="241" y="161"/>
                    <a:pt x="243" y="159"/>
                  </a:cubicBezTo>
                  <a:cubicBezTo>
                    <a:pt x="243" y="158"/>
                    <a:pt x="243" y="157"/>
                    <a:pt x="244" y="156"/>
                  </a:cubicBezTo>
                  <a:cubicBezTo>
                    <a:pt x="245" y="147"/>
                    <a:pt x="246" y="138"/>
                    <a:pt x="247" y="128"/>
                  </a:cubicBezTo>
                  <a:cubicBezTo>
                    <a:pt x="246" y="119"/>
                    <a:pt x="245" y="110"/>
                    <a:pt x="244" y="101"/>
                  </a:cubicBezTo>
                  <a:cubicBezTo>
                    <a:pt x="243" y="96"/>
                    <a:pt x="237" y="82"/>
                    <a:pt x="232" y="75"/>
                  </a:cubicBezTo>
                  <a:cubicBezTo>
                    <a:pt x="224" y="62"/>
                    <a:pt x="214" y="51"/>
                    <a:pt x="204" y="40"/>
                  </a:cubicBezTo>
                  <a:cubicBezTo>
                    <a:pt x="203" y="39"/>
                    <a:pt x="203" y="38"/>
                    <a:pt x="202" y="37"/>
                  </a:cubicBezTo>
                  <a:cubicBezTo>
                    <a:pt x="201" y="36"/>
                    <a:pt x="200" y="36"/>
                    <a:pt x="200" y="35"/>
                  </a:cubicBezTo>
                  <a:cubicBezTo>
                    <a:pt x="195" y="32"/>
                    <a:pt x="192" y="30"/>
                    <a:pt x="188" y="27"/>
                  </a:cubicBezTo>
                  <a:cubicBezTo>
                    <a:pt x="182" y="21"/>
                    <a:pt x="173" y="15"/>
                    <a:pt x="164" y="13"/>
                  </a:cubicBezTo>
                  <a:cubicBezTo>
                    <a:pt x="157" y="10"/>
                    <a:pt x="151" y="7"/>
                    <a:pt x="144" y="6"/>
                  </a:cubicBezTo>
                  <a:cubicBezTo>
                    <a:pt x="133" y="4"/>
                    <a:pt x="120" y="2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9"/>
            <p:cNvSpPr/>
            <p:nvPr/>
          </p:nvSpPr>
          <p:spPr>
            <a:xfrm>
              <a:off x="6328884" y="1195558"/>
              <a:ext cx="6210" cy="5554"/>
            </a:xfrm>
            <a:custGeom>
              <a:avLst/>
              <a:gdLst/>
              <a:ahLst/>
              <a:cxnLst/>
              <a:rect l="l" t="t" r="r" b="b"/>
              <a:pathLst>
                <a:path w="199" h="178" extrusionOk="0">
                  <a:moveTo>
                    <a:pt x="86" y="0"/>
                  </a:moveTo>
                  <a:cubicBezTo>
                    <a:pt x="80" y="0"/>
                    <a:pt x="74" y="1"/>
                    <a:pt x="69" y="3"/>
                  </a:cubicBezTo>
                  <a:cubicBezTo>
                    <a:pt x="69" y="4"/>
                    <a:pt x="68" y="4"/>
                    <a:pt x="67" y="4"/>
                  </a:cubicBezTo>
                  <a:lnTo>
                    <a:pt x="63" y="4"/>
                  </a:lnTo>
                  <a:lnTo>
                    <a:pt x="53" y="6"/>
                  </a:lnTo>
                  <a:cubicBezTo>
                    <a:pt x="41" y="9"/>
                    <a:pt x="31" y="15"/>
                    <a:pt x="22" y="24"/>
                  </a:cubicBezTo>
                  <a:cubicBezTo>
                    <a:pt x="16" y="30"/>
                    <a:pt x="10" y="37"/>
                    <a:pt x="7" y="47"/>
                  </a:cubicBezTo>
                  <a:cubicBezTo>
                    <a:pt x="3" y="55"/>
                    <a:pt x="1" y="63"/>
                    <a:pt x="2" y="73"/>
                  </a:cubicBezTo>
                  <a:cubicBezTo>
                    <a:pt x="2" y="85"/>
                    <a:pt x="5" y="98"/>
                    <a:pt x="11" y="108"/>
                  </a:cubicBezTo>
                  <a:cubicBezTo>
                    <a:pt x="12" y="111"/>
                    <a:pt x="14" y="115"/>
                    <a:pt x="17" y="118"/>
                  </a:cubicBezTo>
                  <a:cubicBezTo>
                    <a:pt x="17" y="120"/>
                    <a:pt x="18" y="121"/>
                    <a:pt x="19" y="122"/>
                  </a:cubicBezTo>
                  <a:cubicBezTo>
                    <a:pt x="19" y="123"/>
                    <a:pt x="19" y="124"/>
                    <a:pt x="20" y="125"/>
                  </a:cubicBezTo>
                  <a:cubicBezTo>
                    <a:pt x="24" y="130"/>
                    <a:pt x="28" y="137"/>
                    <a:pt x="32" y="142"/>
                  </a:cubicBezTo>
                  <a:cubicBezTo>
                    <a:pt x="37" y="147"/>
                    <a:pt x="43" y="151"/>
                    <a:pt x="50" y="155"/>
                  </a:cubicBezTo>
                  <a:cubicBezTo>
                    <a:pt x="57" y="159"/>
                    <a:pt x="65" y="163"/>
                    <a:pt x="72" y="166"/>
                  </a:cubicBezTo>
                  <a:cubicBezTo>
                    <a:pt x="81" y="172"/>
                    <a:pt x="92" y="175"/>
                    <a:pt x="103" y="176"/>
                  </a:cubicBezTo>
                  <a:cubicBezTo>
                    <a:pt x="108" y="177"/>
                    <a:pt x="112" y="178"/>
                    <a:pt x="117" y="178"/>
                  </a:cubicBezTo>
                  <a:cubicBezTo>
                    <a:pt x="123" y="178"/>
                    <a:pt x="130" y="177"/>
                    <a:pt x="137" y="174"/>
                  </a:cubicBezTo>
                  <a:cubicBezTo>
                    <a:pt x="147" y="172"/>
                    <a:pt x="157" y="167"/>
                    <a:pt x="165" y="160"/>
                  </a:cubicBezTo>
                  <a:cubicBezTo>
                    <a:pt x="174" y="154"/>
                    <a:pt x="181" y="146"/>
                    <a:pt x="186" y="137"/>
                  </a:cubicBezTo>
                  <a:cubicBezTo>
                    <a:pt x="189" y="130"/>
                    <a:pt x="192" y="123"/>
                    <a:pt x="194" y="117"/>
                  </a:cubicBezTo>
                  <a:cubicBezTo>
                    <a:pt x="199" y="102"/>
                    <a:pt x="199" y="87"/>
                    <a:pt x="194" y="73"/>
                  </a:cubicBezTo>
                  <a:cubicBezTo>
                    <a:pt x="191" y="65"/>
                    <a:pt x="189" y="59"/>
                    <a:pt x="186" y="53"/>
                  </a:cubicBezTo>
                  <a:cubicBezTo>
                    <a:pt x="179" y="40"/>
                    <a:pt x="168" y="30"/>
                    <a:pt x="156" y="22"/>
                  </a:cubicBezTo>
                  <a:cubicBezTo>
                    <a:pt x="145" y="17"/>
                    <a:pt x="135" y="12"/>
                    <a:pt x="124" y="8"/>
                  </a:cubicBezTo>
                  <a:cubicBezTo>
                    <a:pt x="115" y="3"/>
                    <a:pt x="106" y="0"/>
                    <a:pt x="96" y="0"/>
                  </a:cubicBezTo>
                  <a:cubicBezTo>
                    <a:pt x="95" y="0"/>
                    <a:pt x="93" y="0"/>
                    <a:pt x="92" y="1"/>
                  </a:cubicBezTo>
                  <a:cubicBezTo>
                    <a:pt x="90" y="0"/>
                    <a:pt x="88" y="0"/>
                    <a:pt x="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9"/>
            <p:cNvSpPr/>
            <p:nvPr/>
          </p:nvSpPr>
          <p:spPr>
            <a:xfrm>
              <a:off x="6337933" y="1126065"/>
              <a:ext cx="10578" cy="8769"/>
            </a:xfrm>
            <a:custGeom>
              <a:avLst/>
              <a:gdLst/>
              <a:ahLst/>
              <a:cxnLst/>
              <a:rect l="l" t="t" r="r" b="b"/>
              <a:pathLst>
                <a:path w="339" h="281" extrusionOk="0">
                  <a:moveTo>
                    <a:pt x="126" y="1"/>
                  </a:moveTo>
                  <a:cubicBezTo>
                    <a:pt x="100" y="1"/>
                    <a:pt x="74" y="10"/>
                    <a:pt x="53" y="25"/>
                  </a:cubicBezTo>
                  <a:cubicBezTo>
                    <a:pt x="42" y="32"/>
                    <a:pt x="31" y="40"/>
                    <a:pt x="25" y="51"/>
                  </a:cubicBezTo>
                  <a:cubicBezTo>
                    <a:pt x="15" y="61"/>
                    <a:pt x="9" y="73"/>
                    <a:pt x="6" y="85"/>
                  </a:cubicBezTo>
                  <a:cubicBezTo>
                    <a:pt x="1" y="110"/>
                    <a:pt x="1" y="142"/>
                    <a:pt x="16" y="164"/>
                  </a:cubicBezTo>
                  <a:cubicBezTo>
                    <a:pt x="25" y="175"/>
                    <a:pt x="31" y="188"/>
                    <a:pt x="43" y="198"/>
                  </a:cubicBezTo>
                  <a:cubicBezTo>
                    <a:pt x="55" y="210"/>
                    <a:pt x="69" y="218"/>
                    <a:pt x="83" y="226"/>
                  </a:cubicBezTo>
                  <a:cubicBezTo>
                    <a:pt x="90" y="231"/>
                    <a:pt x="95" y="235"/>
                    <a:pt x="101" y="238"/>
                  </a:cubicBezTo>
                  <a:cubicBezTo>
                    <a:pt x="112" y="245"/>
                    <a:pt x="124" y="248"/>
                    <a:pt x="137" y="253"/>
                  </a:cubicBezTo>
                  <a:cubicBezTo>
                    <a:pt x="151" y="260"/>
                    <a:pt x="165" y="268"/>
                    <a:pt x="180" y="271"/>
                  </a:cubicBezTo>
                  <a:cubicBezTo>
                    <a:pt x="185" y="273"/>
                    <a:pt x="190" y="275"/>
                    <a:pt x="195" y="276"/>
                  </a:cubicBezTo>
                  <a:cubicBezTo>
                    <a:pt x="205" y="279"/>
                    <a:pt x="216" y="281"/>
                    <a:pt x="226" y="281"/>
                  </a:cubicBezTo>
                  <a:cubicBezTo>
                    <a:pt x="236" y="281"/>
                    <a:pt x="246" y="280"/>
                    <a:pt x="256" y="278"/>
                  </a:cubicBezTo>
                  <a:cubicBezTo>
                    <a:pt x="272" y="276"/>
                    <a:pt x="287" y="271"/>
                    <a:pt x="300" y="261"/>
                  </a:cubicBezTo>
                  <a:cubicBezTo>
                    <a:pt x="321" y="245"/>
                    <a:pt x="337" y="219"/>
                    <a:pt x="335" y="193"/>
                  </a:cubicBezTo>
                  <a:cubicBezTo>
                    <a:pt x="335" y="192"/>
                    <a:pt x="335" y="191"/>
                    <a:pt x="335" y="190"/>
                  </a:cubicBezTo>
                  <a:cubicBezTo>
                    <a:pt x="336" y="185"/>
                    <a:pt x="339" y="180"/>
                    <a:pt x="339" y="175"/>
                  </a:cubicBezTo>
                  <a:cubicBezTo>
                    <a:pt x="339" y="156"/>
                    <a:pt x="334" y="137"/>
                    <a:pt x="324" y="121"/>
                  </a:cubicBezTo>
                  <a:cubicBezTo>
                    <a:pt x="321" y="115"/>
                    <a:pt x="319" y="110"/>
                    <a:pt x="316" y="104"/>
                  </a:cubicBezTo>
                  <a:cubicBezTo>
                    <a:pt x="314" y="102"/>
                    <a:pt x="313" y="99"/>
                    <a:pt x="312" y="97"/>
                  </a:cubicBezTo>
                  <a:cubicBezTo>
                    <a:pt x="306" y="88"/>
                    <a:pt x="298" y="78"/>
                    <a:pt x="291" y="70"/>
                  </a:cubicBezTo>
                  <a:cubicBezTo>
                    <a:pt x="290" y="69"/>
                    <a:pt x="289" y="68"/>
                    <a:pt x="288" y="67"/>
                  </a:cubicBezTo>
                  <a:cubicBezTo>
                    <a:pt x="270" y="53"/>
                    <a:pt x="252" y="38"/>
                    <a:pt x="232" y="26"/>
                  </a:cubicBezTo>
                  <a:cubicBezTo>
                    <a:pt x="204" y="8"/>
                    <a:pt x="171" y="5"/>
                    <a:pt x="138" y="1"/>
                  </a:cubicBezTo>
                  <a:cubicBezTo>
                    <a:pt x="134" y="1"/>
                    <a:pt x="130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9"/>
            <p:cNvSpPr/>
            <p:nvPr/>
          </p:nvSpPr>
          <p:spPr>
            <a:xfrm>
              <a:off x="6406147" y="1158268"/>
              <a:ext cx="11047" cy="8363"/>
            </a:xfrm>
            <a:custGeom>
              <a:avLst/>
              <a:gdLst/>
              <a:ahLst/>
              <a:cxnLst/>
              <a:rect l="l" t="t" r="r" b="b"/>
              <a:pathLst>
                <a:path w="354" h="268" extrusionOk="0">
                  <a:moveTo>
                    <a:pt x="100" y="239"/>
                  </a:moveTo>
                  <a:cubicBezTo>
                    <a:pt x="102" y="240"/>
                    <a:pt x="103" y="240"/>
                    <a:pt x="105" y="241"/>
                  </a:cubicBezTo>
                  <a:cubicBezTo>
                    <a:pt x="103" y="240"/>
                    <a:pt x="102" y="240"/>
                    <a:pt x="100" y="239"/>
                  </a:cubicBezTo>
                  <a:close/>
                  <a:moveTo>
                    <a:pt x="148" y="1"/>
                  </a:moveTo>
                  <a:cubicBezTo>
                    <a:pt x="136" y="1"/>
                    <a:pt x="125" y="2"/>
                    <a:pt x="114" y="6"/>
                  </a:cubicBezTo>
                  <a:cubicBezTo>
                    <a:pt x="94" y="11"/>
                    <a:pt x="75" y="20"/>
                    <a:pt x="57" y="29"/>
                  </a:cubicBezTo>
                  <a:cubicBezTo>
                    <a:pt x="49" y="35"/>
                    <a:pt x="41" y="40"/>
                    <a:pt x="34" y="46"/>
                  </a:cubicBezTo>
                  <a:cubicBezTo>
                    <a:pt x="28" y="54"/>
                    <a:pt x="22" y="61"/>
                    <a:pt x="17" y="68"/>
                  </a:cubicBezTo>
                  <a:cubicBezTo>
                    <a:pt x="13" y="78"/>
                    <a:pt x="8" y="86"/>
                    <a:pt x="5" y="96"/>
                  </a:cubicBezTo>
                  <a:cubicBezTo>
                    <a:pt x="0" y="110"/>
                    <a:pt x="0" y="125"/>
                    <a:pt x="3" y="139"/>
                  </a:cubicBezTo>
                  <a:cubicBezTo>
                    <a:pt x="3" y="150"/>
                    <a:pt x="5" y="159"/>
                    <a:pt x="11" y="168"/>
                  </a:cubicBezTo>
                  <a:cubicBezTo>
                    <a:pt x="14" y="178"/>
                    <a:pt x="18" y="186"/>
                    <a:pt x="25" y="193"/>
                  </a:cubicBezTo>
                  <a:cubicBezTo>
                    <a:pt x="39" y="211"/>
                    <a:pt x="58" y="222"/>
                    <a:pt x="79" y="229"/>
                  </a:cubicBezTo>
                  <a:lnTo>
                    <a:pt x="75" y="228"/>
                  </a:lnTo>
                  <a:lnTo>
                    <a:pt x="75" y="228"/>
                  </a:lnTo>
                  <a:cubicBezTo>
                    <a:pt x="76" y="229"/>
                    <a:pt x="78" y="229"/>
                    <a:pt x="79" y="231"/>
                  </a:cubicBezTo>
                  <a:cubicBezTo>
                    <a:pt x="81" y="231"/>
                    <a:pt x="82" y="233"/>
                    <a:pt x="84" y="233"/>
                  </a:cubicBezTo>
                  <a:cubicBezTo>
                    <a:pt x="87" y="234"/>
                    <a:pt x="91" y="236"/>
                    <a:pt x="96" y="237"/>
                  </a:cubicBezTo>
                  <a:lnTo>
                    <a:pt x="96" y="237"/>
                  </a:lnTo>
                  <a:cubicBezTo>
                    <a:pt x="107" y="244"/>
                    <a:pt x="119" y="247"/>
                    <a:pt x="132" y="248"/>
                  </a:cubicBezTo>
                  <a:lnTo>
                    <a:pt x="135" y="248"/>
                  </a:lnTo>
                  <a:cubicBezTo>
                    <a:pt x="146" y="249"/>
                    <a:pt x="157" y="253"/>
                    <a:pt x="168" y="256"/>
                  </a:cubicBezTo>
                  <a:cubicBezTo>
                    <a:pt x="173" y="257"/>
                    <a:pt x="179" y="260"/>
                    <a:pt x="184" y="261"/>
                  </a:cubicBezTo>
                  <a:cubicBezTo>
                    <a:pt x="198" y="265"/>
                    <a:pt x="215" y="265"/>
                    <a:pt x="229" y="266"/>
                  </a:cubicBezTo>
                  <a:cubicBezTo>
                    <a:pt x="232" y="267"/>
                    <a:pt x="236" y="267"/>
                    <a:pt x="238" y="267"/>
                  </a:cubicBezTo>
                  <a:cubicBezTo>
                    <a:pt x="240" y="267"/>
                    <a:pt x="242" y="267"/>
                    <a:pt x="244" y="267"/>
                  </a:cubicBezTo>
                  <a:cubicBezTo>
                    <a:pt x="257" y="267"/>
                    <a:pt x="271" y="264"/>
                    <a:pt x="282" y="258"/>
                  </a:cubicBezTo>
                  <a:cubicBezTo>
                    <a:pt x="305" y="248"/>
                    <a:pt x="326" y="233"/>
                    <a:pt x="337" y="211"/>
                  </a:cubicBezTo>
                  <a:cubicBezTo>
                    <a:pt x="347" y="193"/>
                    <a:pt x="352" y="173"/>
                    <a:pt x="353" y="153"/>
                  </a:cubicBezTo>
                  <a:cubicBezTo>
                    <a:pt x="354" y="122"/>
                    <a:pt x="338" y="94"/>
                    <a:pt x="319" y="71"/>
                  </a:cubicBezTo>
                  <a:cubicBezTo>
                    <a:pt x="315" y="67"/>
                    <a:pt x="312" y="63"/>
                    <a:pt x="308" y="59"/>
                  </a:cubicBezTo>
                  <a:lnTo>
                    <a:pt x="304" y="55"/>
                  </a:lnTo>
                  <a:cubicBezTo>
                    <a:pt x="295" y="48"/>
                    <a:pt x="287" y="42"/>
                    <a:pt x="278" y="36"/>
                  </a:cubicBezTo>
                  <a:cubicBezTo>
                    <a:pt x="268" y="30"/>
                    <a:pt x="255" y="25"/>
                    <a:pt x="244" y="21"/>
                  </a:cubicBezTo>
                  <a:cubicBezTo>
                    <a:pt x="232" y="16"/>
                    <a:pt x="221" y="13"/>
                    <a:pt x="209" y="10"/>
                  </a:cubicBezTo>
                  <a:cubicBezTo>
                    <a:pt x="189" y="5"/>
                    <a:pt x="168" y="1"/>
                    <a:pt x="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9"/>
            <p:cNvSpPr/>
            <p:nvPr/>
          </p:nvSpPr>
          <p:spPr>
            <a:xfrm>
              <a:off x="6418349" y="1165289"/>
              <a:ext cx="6647" cy="6522"/>
            </a:xfrm>
            <a:custGeom>
              <a:avLst/>
              <a:gdLst/>
              <a:ahLst/>
              <a:cxnLst/>
              <a:rect l="l" t="t" r="r" b="b"/>
              <a:pathLst>
                <a:path w="213" h="209" extrusionOk="0">
                  <a:moveTo>
                    <a:pt x="107" y="1"/>
                  </a:moveTo>
                  <a:cubicBezTo>
                    <a:pt x="98" y="1"/>
                    <a:pt x="88" y="2"/>
                    <a:pt x="79" y="4"/>
                  </a:cubicBezTo>
                  <a:cubicBezTo>
                    <a:pt x="75" y="7"/>
                    <a:pt x="71" y="8"/>
                    <a:pt x="66" y="10"/>
                  </a:cubicBezTo>
                  <a:cubicBezTo>
                    <a:pt x="53" y="14"/>
                    <a:pt x="42" y="21"/>
                    <a:pt x="33" y="32"/>
                  </a:cubicBezTo>
                  <a:cubicBezTo>
                    <a:pt x="23" y="41"/>
                    <a:pt x="15" y="52"/>
                    <a:pt x="11" y="65"/>
                  </a:cubicBezTo>
                  <a:cubicBezTo>
                    <a:pt x="9" y="69"/>
                    <a:pt x="8" y="74"/>
                    <a:pt x="6" y="78"/>
                  </a:cubicBezTo>
                  <a:cubicBezTo>
                    <a:pt x="6" y="78"/>
                    <a:pt x="6" y="79"/>
                    <a:pt x="6" y="79"/>
                  </a:cubicBezTo>
                  <a:cubicBezTo>
                    <a:pt x="6" y="79"/>
                    <a:pt x="6" y="80"/>
                    <a:pt x="6" y="80"/>
                  </a:cubicBezTo>
                  <a:cubicBezTo>
                    <a:pt x="2" y="93"/>
                    <a:pt x="1" y="114"/>
                    <a:pt x="5" y="129"/>
                  </a:cubicBezTo>
                  <a:lnTo>
                    <a:pt x="6" y="131"/>
                  </a:lnTo>
                  <a:cubicBezTo>
                    <a:pt x="6" y="131"/>
                    <a:pt x="6" y="132"/>
                    <a:pt x="7" y="132"/>
                  </a:cubicBezTo>
                  <a:cubicBezTo>
                    <a:pt x="9" y="141"/>
                    <a:pt x="13" y="149"/>
                    <a:pt x="17" y="157"/>
                  </a:cubicBezTo>
                  <a:cubicBezTo>
                    <a:pt x="23" y="164"/>
                    <a:pt x="28" y="171"/>
                    <a:pt x="33" y="178"/>
                  </a:cubicBezTo>
                  <a:cubicBezTo>
                    <a:pt x="40" y="183"/>
                    <a:pt x="47" y="189"/>
                    <a:pt x="54" y="194"/>
                  </a:cubicBezTo>
                  <a:cubicBezTo>
                    <a:pt x="62" y="198"/>
                    <a:pt x="71" y="202"/>
                    <a:pt x="79" y="204"/>
                  </a:cubicBezTo>
                  <a:cubicBezTo>
                    <a:pt x="88" y="207"/>
                    <a:pt x="98" y="208"/>
                    <a:pt x="107" y="208"/>
                  </a:cubicBezTo>
                  <a:cubicBezTo>
                    <a:pt x="116" y="208"/>
                    <a:pt x="126" y="207"/>
                    <a:pt x="134" y="204"/>
                  </a:cubicBezTo>
                  <a:cubicBezTo>
                    <a:pt x="152" y="200"/>
                    <a:pt x="168" y="191"/>
                    <a:pt x="181" y="178"/>
                  </a:cubicBezTo>
                  <a:lnTo>
                    <a:pt x="184" y="175"/>
                  </a:lnTo>
                  <a:cubicBezTo>
                    <a:pt x="193" y="167"/>
                    <a:pt x="199" y="155"/>
                    <a:pt x="204" y="144"/>
                  </a:cubicBezTo>
                  <a:cubicBezTo>
                    <a:pt x="210" y="131"/>
                    <a:pt x="213" y="119"/>
                    <a:pt x="213" y="105"/>
                  </a:cubicBezTo>
                  <a:cubicBezTo>
                    <a:pt x="211" y="96"/>
                    <a:pt x="210" y="87"/>
                    <a:pt x="209" y="78"/>
                  </a:cubicBezTo>
                  <a:cubicBezTo>
                    <a:pt x="204" y="61"/>
                    <a:pt x="195" y="46"/>
                    <a:pt x="183" y="34"/>
                  </a:cubicBezTo>
                  <a:cubicBezTo>
                    <a:pt x="183" y="33"/>
                    <a:pt x="182" y="32"/>
                    <a:pt x="181" y="32"/>
                  </a:cubicBezTo>
                  <a:cubicBezTo>
                    <a:pt x="167" y="18"/>
                    <a:pt x="152" y="10"/>
                    <a:pt x="134" y="4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9"/>
            <p:cNvSpPr/>
            <p:nvPr/>
          </p:nvSpPr>
          <p:spPr>
            <a:xfrm>
              <a:off x="6455701" y="1081067"/>
              <a:ext cx="9081" cy="8613"/>
            </a:xfrm>
            <a:custGeom>
              <a:avLst/>
              <a:gdLst/>
              <a:ahLst/>
              <a:cxnLst/>
              <a:rect l="l" t="t" r="r" b="b"/>
              <a:pathLst>
                <a:path w="291" h="276" extrusionOk="0">
                  <a:moveTo>
                    <a:pt x="127" y="0"/>
                  </a:moveTo>
                  <a:cubicBezTo>
                    <a:pt x="115" y="0"/>
                    <a:pt x="103" y="2"/>
                    <a:pt x="92" y="4"/>
                  </a:cubicBezTo>
                  <a:cubicBezTo>
                    <a:pt x="79" y="7"/>
                    <a:pt x="67" y="12"/>
                    <a:pt x="56" y="20"/>
                  </a:cubicBezTo>
                  <a:cubicBezTo>
                    <a:pt x="49" y="25"/>
                    <a:pt x="42" y="31"/>
                    <a:pt x="34" y="37"/>
                  </a:cubicBezTo>
                  <a:cubicBezTo>
                    <a:pt x="28" y="44"/>
                    <a:pt x="23" y="51"/>
                    <a:pt x="18" y="59"/>
                  </a:cubicBezTo>
                  <a:lnTo>
                    <a:pt x="6" y="85"/>
                  </a:lnTo>
                  <a:cubicBezTo>
                    <a:pt x="2" y="100"/>
                    <a:pt x="1" y="114"/>
                    <a:pt x="4" y="128"/>
                  </a:cubicBezTo>
                  <a:cubicBezTo>
                    <a:pt x="4" y="138"/>
                    <a:pt x="7" y="147"/>
                    <a:pt x="11" y="155"/>
                  </a:cubicBezTo>
                  <a:cubicBezTo>
                    <a:pt x="14" y="164"/>
                    <a:pt x="19" y="173"/>
                    <a:pt x="26" y="179"/>
                  </a:cubicBezTo>
                  <a:cubicBezTo>
                    <a:pt x="28" y="182"/>
                    <a:pt x="31" y="184"/>
                    <a:pt x="33" y="186"/>
                  </a:cubicBezTo>
                  <a:cubicBezTo>
                    <a:pt x="37" y="196"/>
                    <a:pt x="44" y="204"/>
                    <a:pt x="55" y="217"/>
                  </a:cubicBezTo>
                  <a:lnTo>
                    <a:pt x="58" y="221"/>
                  </a:lnTo>
                  <a:cubicBezTo>
                    <a:pt x="63" y="225"/>
                    <a:pt x="67" y="230"/>
                    <a:pt x="72" y="235"/>
                  </a:cubicBezTo>
                  <a:cubicBezTo>
                    <a:pt x="81" y="244"/>
                    <a:pt x="92" y="251"/>
                    <a:pt x="102" y="259"/>
                  </a:cubicBezTo>
                  <a:cubicBezTo>
                    <a:pt x="122" y="270"/>
                    <a:pt x="143" y="275"/>
                    <a:pt x="166" y="275"/>
                  </a:cubicBezTo>
                  <a:cubicBezTo>
                    <a:pt x="178" y="275"/>
                    <a:pt x="188" y="273"/>
                    <a:pt x="200" y="271"/>
                  </a:cubicBezTo>
                  <a:cubicBezTo>
                    <a:pt x="220" y="266"/>
                    <a:pt x="242" y="254"/>
                    <a:pt x="255" y="239"/>
                  </a:cubicBezTo>
                  <a:cubicBezTo>
                    <a:pt x="262" y="231"/>
                    <a:pt x="270" y="223"/>
                    <a:pt x="275" y="214"/>
                  </a:cubicBezTo>
                  <a:cubicBezTo>
                    <a:pt x="280" y="205"/>
                    <a:pt x="284" y="196"/>
                    <a:pt x="287" y="185"/>
                  </a:cubicBezTo>
                  <a:cubicBezTo>
                    <a:pt x="291" y="173"/>
                    <a:pt x="291" y="164"/>
                    <a:pt x="291" y="155"/>
                  </a:cubicBezTo>
                  <a:cubicBezTo>
                    <a:pt x="291" y="155"/>
                    <a:pt x="291" y="154"/>
                    <a:pt x="291" y="153"/>
                  </a:cubicBezTo>
                  <a:cubicBezTo>
                    <a:pt x="291" y="143"/>
                    <a:pt x="291" y="133"/>
                    <a:pt x="287" y="118"/>
                  </a:cubicBezTo>
                  <a:lnTo>
                    <a:pt x="273" y="88"/>
                  </a:lnTo>
                  <a:cubicBezTo>
                    <a:pt x="266" y="76"/>
                    <a:pt x="258" y="66"/>
                    <a:pt x="247" y="58"/>
                  </a:cubicBezTo>
                  <a:lnTo>
                    <a:pt x="247" y="58"/>
                  </a:lnTo>
                  <a:cubicBezTo>
                    <a:pt x="247" y="58"/>
                    <a:pt x="247" y="58"/>
                    <a:pt x="247" y="58"/>
                  </a:cubicBezTo>
                  <a:cubicBezTo>
                    <a:pt x="247" y="58"/>
                    <a:pt x="246" y="57"/>
                    <a:pt x="246" y="57"/>
                  </a:cubicBezTo>
                  <a:lnTo>
                    <a:pt x="246" y="57"/>
                  </a:lnTo>
                  <a:cubicBezTo>
                    <a:pt x="246" y="57"/>
                    <a:pt x="245" y="56"/>
                    <a:pt x="244" y="56"/>
                  </a:cubicBezTo>
                  <a:lnTo>
                    <a:pt x="244" y="56"/>
                  </a:lnTo>
                  <a:cubicBezTo>
                    <a:pt x="243" y="55"/>
                    <a:pt x="243" y="54"/>
                    <a:pt x="242" y="53"/>
                  </a:cubicBezTo>
                  <a:cubicBezTo>
                    <a:pt x="242" y="53"/>
                    <a:pt x="241" y="52"/>
                    <a:pt x="241" y="52"/>
                  </a:cubicBezTo>
                  <a:cubicBezTo>
                    <a:pt x="237" y="50"/>
                    <a:pt x="234" y="47"/>
                    <a:pt x="232" y="45"/>
                  </a:cubicBezTo>
                  <a:cubicBezTo>
                    <a:pt x="231" y="44"/>
                    <a:pt x="229" y="43"/>
                    <a:pt x="228" y="42"/>
                  </a:cubicBezTo>
                  <a:cubicBezTo>
                    <a:pt x="212" y="26"/>
                    <a:pt x="194" y="16"/>
                    <a:pt x="174" y="10"/>
                  </a:cubicBezTo>
                  <a:cubicBezTo>
                    <a:pt x="174" y="10"/>
                    <a:pt x="172" y="10"/>
                    <a:pt x="171" y="8"/>
                  </a:cubicBezTo>
                  <a:lnTo>
                    <a:pt x="164" y="6"/>
                  </a:lnTo>
                  <a:cubicBezTo>
                    <a:pt x="152" y="2"/>
                    <a:pt x="140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9"/>
            <p:cNvSpPr/>
            <p:nvPr/>
          </p:nvSpPr>
          <p:spPr>
            <a:xfrm>
              <a:off x="6372134" y="1034104"/>
              <a:ext cx="13418" cy="8425"/>
            </a:xfrm>
            <a:custGeom>
              <a:avLst/>
              <a:gdLst/>
              <a:ahLst/>
              <a:cxnLst/>
              <a:rect l="l" t="t" r="r" b="b"/>
              <a:pathLst>
                <a:path w="430" h="270" extrusionOk="0">
                  <a:moveTo>
                    <a:pt x="281" y="1"/>
                  </a:moveTo>
                  <a:cubicBezTo>
                    <a:pt x="279" y="1"/>
                    <a:pt x="276" y="1"/>
                    <a:pt x="273" y="1"/>
                  </a:cubicBezTo>
                  <a:cubicBezTo>
                    <a:pt x="244" y="1"/>
                    <a:pt x="217" y="2"/>
                    <a:pt x="189" y="7"/>
                  </a:cubicBezTo>
                  <a:cubicBezTo>
                    <a:pt x="172" y="11"/>
                    <a:pt x="154" y="14"/>
                    <a:pt x="138" y="17"/>
                  </a:cubicBezTo>
                  <a:cubicBezTo>
                    <a:pt x="114" y="21"/>
                    <a:pt x="94" y="33"/>
                    <a:pt x="72" y="42"/>
                  </a:cubicBezTo>
                  <a:lnTo>
                    <a:pt x="72" y="42"/>
                  </a:lnTo>
                  <a:cubicBezTo>
                    <a:pt x="73" y="42"/>
                    <a:pt x="73" y="41"/>
                    <a:pt x="74" y="41"/>
                  </a:cubicBezTo>
                  <a:lnTo>
                    <a:pt x="74" y="41"/>
                  </a:lnTo>
                  <a:lnTo>
                    <a:pt x="71" y="43"/>
                  </a:lnTo>
                  <a:cubicBezTo>
                    <a:pt x="71" y="43"/>
                    <a:pt x="72" y="43"/>
                    <a:pt x="72" y="42"/>
                  </a:cubicBezTo>
                  <a:lnTo>
                    <a:pt x="72" y="42"/>
                  </a:lnTo>
                  <a:cubicBezTo>
                    <a:pt x="72" y="43"/>
                    <a:pt x="71" y="43"/>
                    <a:pt x="71" y="43"/>
                  </a:cubicBezTo>
                  <a:cubicBezTo>
                    <a:pt x="67" y="45"/>
                    <a:pt x="62" y="46"/>
                    <a:pt x="58" y="49"/>
                  </a:cubicBezTo>
                  <a:lnTo>
                    <a:pt x="58" y="49"/>
                  </a:lnTo>
                  <a:cubicBezTo>
                    <a:pt x="41" y="57"/>
                    <a:pt x="26" y="70"/>
                    <a:pt x="18" y="85"/>
                  </a:cubicBezTo>
                  <a:cubicBezTo>
                    <a:pt x="6" y="108"/>
                    <a:pt x="1" y="134"/>
                    <a:pt x="8" y="159"/>
                  </a:cubicBezTo>
                  <a:cubicBezTo>
                    <a:pt x="12" y="172"/>
                    <a:pt x="17" y="183"/>
                    <a:pt x="24" y="194"/>
                  </a:cubicBezTo>
                  <a:cubicBezTo>
                    <a:pt x="46" y="225"/>
                    <a:pt x="67" y="237"/>
                    <a:pt x="100" y="249"/>
                  </a:cubicBezTo>
                  <a:cubicBezTo>
                    <a:pt x="120" y="258"/>
                    <a:pt x="132" y="260"/>
                    <a:pt x="157" y="263"/>
                  </a:cubicBezTo>
                  <a:cubicBezTo>
                    <a:pt x="168" y="264"/>
                    <a:pt x="180" y="265"/>
                    <a:pt x="191" y="266"/>
                  </a:cubicBezTo>
                  <a:cubicBezTo>
                    <a:pt x="202" y="267"/>
                    <a:pt x="213" y="268"/>
                    <a:pt x="225" y="269"/>
                  </a:cubicBezTo>
                  <a:cubicBezTo>
                    <a:pt x="227" y="269"/>
                    <a:pt x="229" y="269"/>
                    <a:pt x="231" y="269"/>
                  </a:cubicBezTo>
                  <a:cubicBezTo>
                    <a:pt x="240" y="269"/>
                    <a:pt x="249" y="268"/>
                    <a:pt x="258" y="268"/>
                  </a:cubicBezTo>
                  <a:cubicBezTo>
                    <a:pt x="279" y="266"/>
                    <a:pt x="302" y="266"/>
                    <a:pt x="322" y="261"/>
                  </a:cubicBezTo>
                  <a:cubicBezTo>
                    <a:pt x="351" y="253"/>
                    <a:pt x="375" y="238"/>
                    <a:pt x="394" y="216"/>
                  </a:cubicBezTo>
                  <a:cubicBezTo>
                    <a:pt x="414" y="192"/>
                    <a:pt x="430" y="164"/>
                    <a:pt x="429" y="132"/>
                  </a:cubicBezTo>
                  <a:cubicBezTo>
                    <a:pt x="428" y="101"/>
                    <a:pt x="416" y="72"/>
                    <a:pt x="394" y="49"/>
                  </a:cubicBezTo>
                  <a:cubicBezTo>
                    <a:pt x="379" y="34"/>
                    <a:pt x="363" y="21"/>
                    <a:pt x="343" y="13"/>
                  </a:cubicBezTo>
                  <a:cubicBezTo>
                    <a:pt x="323" y="4"/>
                    <a:pt x="302" y="1"/>
                    <a:pt x="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9"/>
            <p:cNvSpPr/>
            <p:nvPr/>
          </p:nvSpPr>
          <p:spPr>
            <a:xfrm>
              <a:off x="6388860" y="1035570"/>
              <a:ext cx="7240" cy="6834"/>
            </a:xfrm>
            <a:custGeom>
              <a:avLst/>
              <a:gdLst/>
              <a:ahLst/>
              <a:cxnLst/>
              <a:rect l="l" t="t" r="r" b="b"/>
              <a:pathLst>
                <a:path w="232" h="219" extrusionOk="0">
                  <a:moveTo>
                    <a:pt x="105" y="0"/>
                  </a:moveTo>
                  <a:cubicBezTo>
                    <a:pt x="98" y="0"/>
                    <a:pt x="90" y="1"/>
                    <a:pt x="82" y="3"/>
                  </a:cubicBezTo>
                  <a:lnTo>
                    <a:pt x="82" y="3"/>
                  </a:lnTo>
                  <a:lnTo>
                    <a:pt x="79" y="3"/>
                  </a:lnTo>
                  <a:cubicBezTo>
                    <a:pt x="78" y="3"/>
                    <a:pt x="78" y="3"/>
                    <a:pt x="77" y="3"/>
                  </a:cubicBezTo>
                  <a:cubicBezTo>
                    <a:pt x="76" y="3"/>
                    <a:pt x="75" y="3"/>
                    <a:pt x="75" y="3"/>
                  </a:cubicBezTo>
                  <a:lnTo>
                    <a:pt x="73" y="3"/>
                  </a:lnTo>
                  <a:cubicBezTo>
                    <a:pt x="72" y="4"/>
                    <a:pt x="71" y="4"/>
                    <a:pt x="70" y="4"/>
                  </a:cubicBezTo>
                  <a:lnTo>
                    <a:pt x="67" y="4"/>
                  </a:lnTo>
                  <a:cubicBezTo>
                    <a:pt x="56" y="7"/>
                    <a:pt x="45" y="13"/>
                    <a:pt x="37" y="21"/>
                  </a:cubicBezTo>
                  <a:cubicBezTo>
                    <a:pt x="30" y="25"/>
                    <a:pt x="25" y="31"/>
                    <a:pt x="20" y="37"/>
                  </a:cubicBezTo>
                  <a:cubicBezTo>
                    <a:pt x="13" y="45"/>
                    <a:pt x="8" y="56"/>
                    <a:pt x="5" y="67"/>
                  </a:cubicBezTo>
                  <a:cubicBezTo>
                    <a:pt x="3" y="79"/>
                    <a:pt x="0" y="89"/>
                    <a:pt x="0" y="100"/>
                  </a:cubicBezTo>
                  <a:lnTo>
                    <a:pt x="0" y="102"/>
                  </a:lnTo>
                  <a:cubicBezTo>
                    <a:pt x="0" y="121"/>
                    <a:pt x="5" y="137"/>
                    <a:pt x="14" y="153"/>
                  </a:cubicBezTo>
                  <a:cubicBezTo>
                    <a:pt x="17" y="157"/>
                    <a:pt x="20" y="161"/>
                    <a:pt x="22" y="164"/>
                  </a:cubicBezTo>
                  <a:cubicBezTo>
                    <a:pt x="28" y="172"/>
                    <a:pt x="29" y="173"/>
                    <a:pt x="33" y="177"/>
                  </a:cubicBezTo>
                  <a:cubicBezTo>
                    <a:pt x="40" y="182"/>
                    <a:pt x="49" y="189"/>
                    <a:pt x="56" y="194"/>
                  </a:cubicBezTo>
                  <a:cubicBezTo>
                    <a:pt x="59" y="197"/>
                    <a:pt x="63" y="199"/>
                    <a:pt x="67" y="201"/>
                  </a:cubicBezTo>
                  <a:cubicBezTo>
                    <a:pt x="77" y="206"/>
                    <a:pt x="88" y="211"/>
                    <a:pt x="97" y="214"/>
                  </a:cubicBezTo>
                  <a:cubicBezTo>
                    <a:pt x="98" y="215"/>
                    <a:pt x="99" y="215"/>
                    <a:pt x="100" y="215"/>
                  </a:cubicBezTo>
                  <a:cubicBezTo>
                    <a:pt x="109" y="217"/>
                    <a:pt x="118" y="219"/>
                    <a:pt x="127" y="219"/>
                  </a:cubicBezTo>
                  <a:cubicBezTo>
                    <a:pt x="136" y="219"/>
                    <a:pt x="146" y="217"/>
                    <a:pt x="155" y="215"/>
                  </a:cubicBezTo>
                  <a:cubicBezTo>
                    <a:pt x="169" y="212"/>
                    <a:pt x="180" y="205"/>
                    <a:pt x="190" y="197"/>
                  </a:cubicBezTo>
                  <a:cubicBezTo>
                    <a:pt x="202" y="188"/>
                    <a:pt x="210" y="182"/>
                    <a:pt x="217" y="167"/>
                  </a:cubicBezTo>
                  <a:lnTo>
                    <a:pt x="218" y="167"/>
                  </a:lnTo>
                  <a:cubicBezTo>
                    <a:pt x="222" y="159"/>
                    <a:pt x="225" y="151"/>
                    <a:pt x="228" y="143"/>
                  </a:cubicBezTo>
                  <a:cubicBezTo>
                    <a:pt x="229" y="138"/>
                    <a:pt x="229" y="139"/>
                    <a:pt x="230" y="130"/>
                  </a:cubicBezTo>
                  <a:cubicBezTo>
                    <a:pt x="231" y="122"/>
                    <a:pt x="231" y="122"/>
                    <a:pt x="231" y="117"/>
                  </a:cubicBezTo>
                  <a:cubicBezTo>
                    <a:pt x="231" y="117"/>
                    <a:pt x="231" y="116"/>
                    <a:pt x="232" y="116"/>
                  </a:cubicBezTo>
                  <a:cubicBezTo>
                    <a:pt x="232" y="110"/>
                    <a:pt x="232" y="118"/>
                    <a:pt x="230" y="102"/>
                  </a:cubicBezTo>
                  <a:cubicBezTo>
                    <a:pt x="230" y="96"/>
                    <a:pt x="229" y="91"/>
                    <a:pt x="228" y="87"/>
                  </a:cubicBezTo>
                  <a:cubicBezTo>
                    <a:pt x="222" y="69"/>
                    <a:pt x="214" y="55"/>
                    <a:pt x="200" y="41"/>
                  </a:cubicBezTo>
                  <a:cubicBezTo>
                    <a:pt x="194" y="36"/>
                    <a:pt x="187" y="31"/>
                    <a:pt x="179" y="25"/>
                  </a:cubicBezTo>
                  <a:cubicBezTo>
                    <a:pt x="173" y="21"/>
                    <a:pt x="166" y="19"/>
                    <a:pt x="160" y="16"/>
                  </a:cubicBezTo>
                  <a:lnTo>
                    <a:pt x="157" y="16"/>
                  </a:lnTo>
                  <a:cubicBezTo>
                    <a:pt x="152" y="13"/>
                    <a:pt x="150" y="12"/>
                    <a:pt x="143" y="9"/>
                  </a:cubicBezTo>
                  <a:cubicBezTo>
                    <a:pt x="139" y="6"/>
                    <a:pt x="134" y="4"/>
                    <a:pt x="129" y="3"/>
                  </a:cubicBezTo>
                  <a:cubicBezTo>
                    <a:pt x="121" y="1"/>
                    <a:pt x="113" y="0"/>
                    <a:pt x="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9"/>
            <p:cNvSpPr/>
            <p:nvPr/>
          </p:nvSpPr>
          <p:spPr>
            <a:xfrm>
              <a:off x="6407583" y="965328"/>
              <a:ext cx="11920" cy="8644"/>
            </a:xfrm>
            <a:custGeom>
              <a:avLst/>
              <a:gdLst/>
              <a:ahLst/>
              <a:cxnLst/>
              <a:rect l="l" t="t" r="r" b="b"/>
              <a:pathLst>
                <a:path w="382" h="277" extrusionOk="0">
                  <a:moveTo>
                    <a:pt x="129" y="239"/>
                  </a:moveTo>
                  <a:cubicBezTo>
                    <a:pt x="130" y="239"/>
                    <a:pt x="130" y="239"/>
                    <a:pt x="131" y="239"/>
                  </a:cubicBezTo>
                  <a:lnTo>
                    <a:pt x="131" y="239"/>
                  </a:lnTo>
                  <a:lnTo>
                    <a:pt x="128" y="239"/>
                  </a:lnTo>
                  <a:close/>
                  <a:moveTo>
                    <a:pt x="118" y="239"/>
                  </a:moveTo>
                  <a:cubicBezTo>
                    <a:pt x="117" y="239"/>
                    <a:pt x="115" y="240"/>
                    <a:pt x="113" y="240"/>
                  </a:cubicBezTo>
                  <a:cubicBezTo>
                    <a:pt x="115" y="239"/>
                    <a:pt x="117" y="239"/>
                    <a:pt x="118" y="239"/>
                  </a:cubicBezTo>
                  <a:close/>
                  <a:moveTo>
                    <a:pt x="132" y="239"/>
                  </a:moveTo>
                  <a:cubicBezTo>
                    <a:pt x="136" y="239"/>
                    <a:pt x="140" y="240"/>
                    <a:pt x="144" y="241"/>
                  </a:cubicBezTo>
                  <a:lnTo>
                    <a:pt x="132" y="239"/>
                  </a:lnTo>
                  <a:close/>
                  <a:moveTo>
                    <a:pt x="166" y="1"/>
                  </a:moveTo>
                  <a:cubicBezTo>
                    <a:pt x="152" y="2"/>
                    <a:pt x="136" y="3"/>
                    <a:pt x="124" y="6"/>
                  </a:cubicBezTo>
                  <a:cubicBezTo>
                    <a:pt x="112" y="10"/>
                    <a:pt x="99" y="17"/>
                    <a:pt x="87" y="22"/>
                  </a:cubicBezTo>
                  <a:cubicBezTo>
                    <a:pt x="73" y="29"/>
                    <a:pt x="61" y="41"/>
                    <a:pt x="47" y="50"/>
                  </a:cubicBezTo>
                  <a:cubicBezTo>
                    <a:pt x="42" y="55"/>
                    <a:pt x="36" y="61"/>
                    <a:pt x="32" y="66"/>
                  </a:cubicBezTo>
                  <a:lnTo>
                    <a:pt x="15" y="87"/>
                  </a:lnTo>
                  <a:cubicBezTo>
                    <a:pt x="7" y="99"/>
                    <a:pt x="3" y="112"/>
                    <a:pt x="3" y="125"/>
                  </a:cubicBezTo>
                  <a:cubicBezTo>
                    <a:pt x="0" y="147"/>
                    <a:pt x="2" y="172"/>
                    <a:pt x="15" y="190"/>
                  </a:cubicBezTo>
                  <a:cubicBezTo>
                    <a:pt x="24" y="206"/>
                    <a:pt x="37" y="219"/>
                    <a:pt x="51" y="228"/>
                  </a:cubicBezTo>
                  <a:cubicBezTo>
                    <a:pt x="66" y="237"/>
                    <a:pt x="83" y="241"/>
                    <a:pt x="100" y="241"/>
                  </a:cubicBezTo>
                  <a:cubicBezTo>
                    <a:pt x="108" y="241"/>
                    <a:pt x="115" y="240"/>
                    <a:pt x="122" y="239"/>
                  </a:cubicBezTo>
                  <a:lnTo>
                    <a:pt x="122" y="239"/>
                  </a:lnTo>
                  <a:cubicBezTo>
                    <a:pt x="123" y="239"/>
                    <a:pt x="125" y="239"/>
                    <a:pt x="126" y="239"/>
                  </a:cubicBezTo>
                  <a:cubicBezTo>
                    <a:pt x="128" y="239"/>
                    <a:pt x="130" y="239"/>
                    <a:pt x="132" y="239"/>
                  </a:cubicBezTo>
                  <a:lnTo>
                    <a:pt x="132" y="239"/>
                  </a:lnTo>
                  <a:cubicBezTo>
                    <a:pt x="141" y="241"/>
                    <a:pt x="151" y="243"/>
                    <a:pt x="160" y="243"/>
                  </a:cubicBezTo>
                  <a:cubicBezTo>
                    <a:pt x="161" y="243"/>
                    <a:pt x="163" y="244"/>
                    <a:pt x="166" y="244"/>
                  </a:cubicBezTo>
                  <a:cubicBezTo>
                    <a:pt x="168" y="246"/>
                    <a:pt x="171" y="247"/>
                    <a:pt x="174" y="249"/>
                  </a:cubicBezTo>
                  <a:cubicBezTo>
                    <a:pt x="178" y="252"/>
                    <a:pt x="181" y="256"/>
                    <a:pt x="186" y="259"/>
                  </a:cubicBezTo>
                  <a:cubicBezTo>
                    <a:pt x="197" y="264"/>
                    <a:pt x="206" y="268"/>
                    <a:pt x="217" y="272"/>
                  </a:cubicBezTo>
                  <a:cubicBezTo>
                    <a:pt x="228" y="275"/>
                    <a:pt x="239" y="277"/>
                    <a:pt x="250" y="277"/>
                  </a:cubicBezTo>
                  <a:cubicBezTo>
                    <a:pt x="260" y="277"/>
                    <a:pt x="271" y="275"/>
                    <a:pt x="282" y="272"/>
                  </a:cubicBezTo>
                  <a:cubicBezTo>
                    <a:pt x="284" y="272"/>
                    <a:pt x="285" y="271"/>
                    <a:pt x="286" y="271"/>
                  </a:cubicBezTo>
                  <a:cubicBezTo>
                    <a:pt x="306" y="266"/>
                    <a:pt x="322" y="256"/>
                    <a:pt x="337" y="242"/>
                  </a:cubicBezTo>
                  <a:cubicBezTo>
                    <a:pt x="351" y="227"/>
                    <a:pt x="361" y="210"/>
                    <a:pt x="366" y="190"/>
                  </a:cubicBezTo>
                  <a:cubicBezTo>
                    <a:pt x="381" y="146"/>
                    <a:pt x="365" y="95"/>
                    <a:pt x="333" y="63"/>
                  </a:cubicBezTo>
                  <a:cubicBezTo>
                    <a:pt x="322" y="53"/>
                    <a:pt x="311" y="45"/>
                    <a:pt x="299" y="38"/>
                  </a:cubicBezTo>
                  <a:cubicBezTo>
                    <a:pt x="296" y="35"/>
                    <a:pt x="293" y="33"/>
                    <a:pt x="290" y="31"/>
                  </a:cubicBezTo>
                  <a:cubicBezTo>
                    <a:pt x="274" y="23"/>
                    <a:pt x="258" y="17"/>
                    <a:pt x="241" y="11"/>
                  </a:cubicBezTo>
                  <a:cubicBezTo>
                    <a:pt x="224" y="6"/>
                    <a:pt x="205" y="4"/>
                    <a:pt x="189" y="2"/>
                  </a:cubicBezTo>
                  <a:cubicBezTo>
                    <a:pt x="181" y="1"/>
                    <a:pt x="173" y="1"/>
                    <a:pt x="1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9"/>
            <p:cNvSpPr/>
            <p:nvPr/>
          </p:nvSpPr>
          <p:spPr>
            <a:xfrm>
              <a:off x="6324359" y="920174"/>
              <a:ext cx="14666" cy="9268"/>
            </a:xfrm>
            <a:custGeom>
              <a:avLst/>
              <a:gdLst/>
              <a:ahLst/>
              <a:cxnLst/>
              <a:rect l="l" t="t" r="r" b="b"/>
              <a:pathLst>
                <a:path w="470" h="297" extrusionOk="0">
                  <a:moveTo>
                    <a:pt x="290" y="1"/>
                  </a:moveTo>
                  <a:cubicBezTo>
                    <a:pt x="252" y="1"/>
                    <a:pt x="214" y="4"/>
                    <a:pt x="177" y="13"/>
                  </a:cubicBezTo>
                  <a:cubicBezTo>
                    <a:pt x="161" y="17"/>
                    <a:pt x="143" y="21"/>
                    <a:pt x="126" y="26"/>
                  </a:cubicBezTo>
                  <a:cubicBezTo>
                    <a:pt x="118" y="28"/>
                    <a:pt x="109" y="30"/>
                    <a:pt x="101" y="32"/>
                  </a:cubicBezTo>
                  <a:cubicBezTo>
                    <a:pt x="80" y="39"/>
                    <a:pt x="69" y="45"/>
                    <a:pt x="54" y="57"/>
                  </a:cubicBezTo>
                  <a:cubicBezTo>
                    <a:pt x="38" y="67"/>
                    <a:pt x="24" y="80"/>
                    <a:pt x="15" y="97"/>
                  </a:cubicBezTo>
                  <a:cubicBezTo>
                    <a:pt x="6" y="114"/>
                    <a:pt x="0" y="131"/>
                    <a:pt x="0" y="151"/>
                  </a:cubicBezTo>
                  <a:cubicBezTo>
                    <a:pt x="0" y="192"/>
                    <a:pt x="21" y="221"/>
                    <a:pt x="54" y="244"/>
                  </a:cubicBezTo>
                  <a:cubicBezTo>
                    <a:pt x="69" y="255"/>
                    <a:pt x="81" y="263"/>
                    <a:pt x="101" y="269"/>
                  </a:cubicBezTo>
                  <a:cubicBezTo>
                    <a:pt x="108" y="272"/>
                    <a:pt x="116" y="273"/>
                    <a:pt x="124" y="275"/>
                  </a:cubicBezTo>
                  <a:cubicBezTo>
                    <a:pt x="142" y="278"/>
                    <a:pt x="159" y="282"/>
                    <a:pt x="177" y="286"/>
                  </a:cubicBezTo>
                  <a:cubicBezTo>
                    <a:pt x="207" y="292"/>
                    <a:pt x="235" y="297"/>
                    <a:pt x="264" y="297"/>
                  </a:cubicBezTo>
                  <a:cubicBezTo>
                    <a:pt x="274" y="296"/>
                    <a:pt x="283" y="296"/>
                    <a:pt x="293" y="296"/>
                  </a:cubicBezTo>
                  <a:cubicBezTo>
                    <a:pt x="303" y="296"/>
                    <a:pt x="312" y="296"/>
                    <a:pt x="322" y="296"/>
                  </a:cubicBezTo>
                  <a:cubicBezTo>
                    <a:pt x="360" y="294"/>
                    <a:pt x="397" y="281"/>
                    <a:pt x="425" y="253"/>
                  </a:cubicBezTo>
                  <a:cubicBezTo>
                    <a:pt x="450" y="227"/>
                    <a:pt x="469" y="185"/>
                    <a:pt x="468" y="148"/>
                  </a:cubicBezTo>
                  <a:cubicBezTo>
                    <a:pt x="466" y="110"/>
                    <a:pt x="455" y="72"/>
                    <a:pt x="425" y="44"/>
                  </a:cubicBezTo>
                  <a:cubicBezTo>
                    <a:pt x="396" y="17"/>
                    <a:pt x="361" y="3"/>
                    <a:pt x="322" y="2"/>
                  </a:cubicBezTo>
                  <a:cubicBezTo>
                    <a:pt x="311" y="1"/>
                    <a:pt x="300" y="1"/>
                    <a:pt x="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9"/>
            <p:cNvSpPr/>
            <p:nvPr/>
          </p:nvSpPr>
          <p:spPr>
            <a:xfrm>
              <a:off x="6406366" y="903604"/>
              <a:ext cx="49148" cy="39568"/>
            </a:xfrm>
            <a:custGeom>
              <a:avLst/>
              <a:gdLst/>
              <a:ahLst/>
              <a:cxnLst/>
              <a:rect l="l" t="t" r="r" b="b"/>
              <a:pathLst>
                <a:path w="1575" h="1268" extrusionOk="0">
                  <a:moveTo>
                    <a:pt x="453" y="0"/>
                  </a:moveTo>
                  <a:cubicBezTo>
                    <a:pt x="359" y="0"/>
                    <a:pt x="268" y="24"/>
                    <a:pt x="189" y="86"/>
                  </a:cubicBezTo>
                  <a:cubicBezTo>
                    <a:pt x="71" y="177"/>
                    <a:pt x="0" y="328"/>
                    <a:pt x="41" y="478"/>
                  </a:cubicBezTo>
                  <a:cubicBezTo>
                    <a:pt x="78" y="614"/>
                    <a:pt x="185" y="700"/>
                    <a:pt x="292" y="781"/>
                  </a:cubicBezTo>
                  <a:cubicBezTo>
                    <a:pt x="298" y="785"/>
                    <a:pt x="304" y="788"/>
                    <a:pt x="309" y="792"/>
                  </a:cubicBezTo>
                  <a:cubicBezTo>
                    <a:pt x="315" y="800"/>
                    <a:pt x="320" y="810"/>
                    <a:pt x="327" y="819"/>
                  </a:cubicBezTo>
                  <a:cubicBezTo>
                    <a:pt x="435" y="961"/>
                    <a:pt x="568" y="1084"/>
                    <a:pt x="730" y="1159"/>
                  </a:cubicBezTo>
                  <a:cubicBezTo>
                    <a:pt x="812" y="1197"/>
                    <a:pt x="894" y="1232"/>
                    <a:pt x="982" y="1247"/>
                  </a:cubicBezTo>
                  <a:cubicBezTo>
                    <a:pt x="1039" y="1258"/>
                    <a:pt x="1100" y="1267"/>
                    <a:pt x="1161" y="1267"/>
                  </a:cubicBezTo>
                  <a:cubicBezTo>
                    <a:pt x="1212" y="1267"/>
                    <a:pt x="1264" y="1261"/>
                    <a:pt x="1311" y="1243"/>
                  </a:cubicBezTo>
                  <a:cubicBezTo>
                    <a:pt x="1492" y="1175"/>
                    <a:pt x="1575" y="1007"/>
                    <a:pt x="1541" y="820"/>
                  </a:cubicBezTo>
                  <a:cubicBezTo>
                    <a:pt x="1526" y="735"/>
                    <a:pt x="1480" y="652"/>
                    <a:pt x="1430" y="582"/>
                  </a:cubicBezTo>
                  <a:cubicBezTo>
                    <a:pt x="1328" y="434"/>
                    <a:pt x="1199" y="313"/>
                    <a:pt x="1048" y="215"/>
                  </a:cubicBezTo>
                  <a:cubicBezTo>
                    <a:pt x="986" y="175"/>
                    <a:pt x="920" y="140"/>
                    <a:pt x="853" y="111"/>
                  </a:cubicBezTo>
                  <a:cubicBezTo>
                    <a:pt x="768" y="73"/>
                    <a:pt x="679" y="33"/>
                    <a:pt x="587" y="14"/>
                  </a:cubicBezTo>
                  <a:cubicBezTo>
                    <a:pt x="542" y="5"/>
                    <a:pt x="497" y="0"/>
                    <a:pt x="45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9"/>
            <p:cNvSpPr/>
            <p:nvPr/>
          </p:nvSpPr>
          <p:spPr>
            <a:xfrm>
              <a:off x="6457168" y="948009"/>
              <a:ext cx="17724" cy="18754"/>
            </a:xfrm>
            <a:custGeom>
              <a:avLst/>
              <a:gdLst/>
              <a:ahLst/>
              <a:cxnLst/>
              <a:rect l="l" t="t" r="r" b="b"/>
              <a:pathLst>
                <a:path w="568" h="601" extrusionOk="0">
                  <a:moveTo>
                    <a:pt x="217" y="0"/>
                  </a:moveTo>
                  <a:cubicBezTo>
                    <a:pt x="189" y="0"/>
                    <a:pt x="163" y="6"/>
                    <a:pt x="139" y="19"/>
                  </a:cubicBezTo>
                  <a:cubicBezTo>
                    <a:pt x="121" y="24"/>
                    <a:pt x="105" y="34"/>
                    <a:pt x="91" y="47"/>
                  </a:cubicBezTo>
                  <a:cubicBezTo>
                    <a:pt x="68" y="63"/>
                    <a:pt x="49" y="83"/>
                    <a:pt x="35" y="109"/>
                  </a:cubicBezTo>
                  <a:lnTo>
                    <a:pt x="14" y="161"/>
                  </a:lnTo>
                  <a:lnTo>
                    <a:pt x="5" y="219"/>
                  </a:lnTo>
                  <a:cubicBezTo>
                    <a:pt x="5" y="230"/>
                    <a:pt x="6" y="241"/>
                    <a:pt x="8" y="251"/>
                  </a:cubicBezTo>
                  <a:cubicBezTo>
                    <a:pt x="4" y="270"/>
                    <a:pt x="1" y="288"/>
                    <a:pt x="1" y="308"/>
                  </a:cubicBezTo>
                  <a:cubicBezTo>
                    <a:pt x="1" y="309"/>
                    <a:pt x="1" y="309"/>
                    <a:pt x="1" y="310"/>
                  </a:cubicBezTo>
                  <a:cubicBezTo>
                    <a:pt x="4" y="334"/>
                    <a:pt x="7" y="359"/>
                    <a:pt x="10" y="383"/>
                  </a:cubicBezTo>
                  <a:cubicBezTo>
                    <a:pt x="20" y="406"/>
                    <a:pt x="29" y="428"/>
                    <a:pt x="39" y="450"/>
                  </a:cubicBezTo>
                  <a:cubicBezTo>
                    <a:pt x="39" y="451"/>
                    <a:pt x="40" y="452"/>
                    <a:pt x="40" y="453"/>
                  </a:cubicBezTo>
                  <a:cubicBezTo>
                    <a:pt x="41" y="455"/>
                    <a:pt x="42" y="459"/>
                    <a:pt x="44" y="462"/>
                  </a:cubicBezTo>
                  <a:cubicBezTo>
                    <a:pt x="57" y="481"/>
                    <a:pt x="72" y="499"/>
                    <a:pt x="87" y="518"/>
                  </a:cubicBezTo>
                  <a:cubicBezTo>
                    <a:pt x="106" y="533"/>
                    <a:pt x="124" y="548"/>
                    <a:pt x="143" y="562"/>
                  </a:cubicBezTo>
                  <a:cubicBezTo>
                    <a:pt x="166" y="572"/>
                    <a:pt x="188" y="581"/>
                    <a:pt x="210" y="590"/>
                  </a:cubicBezTo>
                  <a:cubicBezTo>
                    <a:pt x="232" y="597"/>
                    <a:pt x="253" y="600"/>
                    <a:pt x="273" y="600"/>
                  </a:cubicBezTo>
                  <a:cubicBezTo>
                    <a:pt x="289" y="600"/>
                    <a:pt x="305" y="598"/>
                    <a:pt x="321" y="595"/>
                  </a:cubicBezTo>
                  <a:cubicBezTo>
                    <a:pt x="347" y="595"/>
                    <a:pt x="370" y="588"/>
                    <a:pt x="392" y="576"/>
                  </a:cubicBezTo>
                  <a:cubicBezTo>
                    <a:pt x="415" y="570"/>
                    <a:pt x="436" y="557"/>
                    <a:pt x="454" y="540"/>
                  </a:cubicBezTo>
                  <a:cubicBezTo>
                    <a:pt x="475" y="528"/>
                    <a:pt x="492" y="511"/>
                    <a:pt x="504" y="490"/>
                  </a:cubicBezTo>
                  <a:cubicBezTo>
                    <a:pt x="528" y="463"/>
                    <a:pt x="545" y="431"/>
                    <a:pt x="554" y="395"/>
                  </a:cubicBezTo>
                  <a:lnTo>
                    <a:pt x="555" y="394"/>
                  </a:lnTo>
                  <a:cubicBezTo>
                    <a:pt x="567" y="343"/>
                    <a:pt x="567" y="294"/>
                    <a:pt x="555" y="245"/>
                  </a:cubicBezTo>
                  <a:cubicBezTo>
                    <a:pt x="548" y="221"/>
                    <a:pt x="538" y="200"/>
                    <a:pt x="525" y="180"/>
                  </a:cubicBezTo>
                  <a:cubicBezTo>
                    <a:pt x="525" y="180"/>
                    <a:pt x="525" y="179"/>
                    <a:pt x="525" y="179"/>
                  </a:cubicBezTo>
                  <a:cubicBezTo>
                    <a:pt x="524" y="177"/>
                    <a:pt x="522" y="175"/>
                    <a:pt x="520" y="172"/>
                  </a:cubicBezTo>
                  <a:cubicBezTo>
                    <a:pt x="517" y="167"/>
                    <a:pt x="514" y="162"/>
                    <a:pt x="511" y="158"/>
                  </a:cubicBezTo>
                  <a:cubicBezTo>
                    <a:pt x="507" y="155"/>
                    <a:pt x="506" y="152"/>
                    <a:pt x="504" y="150"/>
                  </a:cubicBezTo>
                  <a:cubicBezTo>
                    <a:pt x="503" y="149"/>
                    <a:pt x="503" y="149"/>
                    <a:pt x="502" y="148"/>
                  </a:cubicBezTo>
                  <a:cubicBezTo>
                    <a:pt x="500" y="146"/>
                    <a:pt x="499" y="144"/>
                    <a:pt x="497" y="141"/>
                  </a:cubicBezTo>
                  <a:cubicBezTo>
                    <a:pt x="484" y="121"/>
                    <a:pt x="468" y="104"/>
                    <a:pt x="447" y="91"/>
                  </a:cubicBezTo>
                  <a:cubicBezTo>
                    <a:pt x="438" y="83"/>
                    <a:pt x="428" y="75"/>
                    <a:pt x="417" y="68"/>
                  </a:cubicBezTo>
                  <a:cubicBezTo>
                    <a:pt x="408" y="63"/>
                    <a:pt x="399" y="61"/>
                    <a:pt x="389" y="57"/>
                  </a:cubicBezTo>
                  <a:cubicBezTo>
                    <a:pt x="384" y="54"/>
                    <a:pt x="380" y="49"/>
                    <a:pt x="376" y="46"/>
                  </a:cubicBezTo>
                  <a:cubicBezTo>
                    <a:pt x="372" y="44"/>
                    <a:pt x="369" y="42"/>
                    <a:pt x="366" y="41"/>
                  </a:cubicBezTo>
                  <a:cubicBezTo>
                    <a:pt x="345" y="31"/>
                    <a:pt x="324" y="22"/>
                    <a:pt x="303" y="14"/>
                  </a:cubicBezTo>
                  <a:cubicBezTo>
                    <a:pt x="296" y="12"/>
                    <a:pt x="289" y="10"/>
                    <a:pt x="281" y="9"/>
                  </a:cubicBezTo>
                  <a:lnTo>
                    <a:pt x="224" y="0"/>
                  </a:lnTo>
                  <a:cubicBezTo>
                    <a:pt x="222" y="0"/>
                    <a:pt x="220" y="0"/>
                    <a:pt x="21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9"/>
            <p:cNvSpPr/>
            <p:nvPr/>
          </p:nvSpPr>
          <p:spPr>
            <a:xfrm>
              <a:off x="6297679" y="867157"/>
              <a:ext cx="22873" cy="22312"/>
            </a:xfrm>
            <a:custGeom>
              <a:avLst/>
              <a:gdLst/>
              <a:ahLst/>
              <a:cxnLst/>
              <a:rect l="l" t="t" r="r" b="b"/>
              <a:pathLst>
                <a:path w="733" h="715" extrusionOk="0">
                  <a:moveTo>
                    <a:pt x="419" y="1"/>
                  </a:moveTo>
                  <a:cubicBezTo>
                    <a:pt x="414" y="1"/>
                    <a:pt x="408" y="1"/>
                    <a:pt x="404" y="2"/>
                  </a:cubicBezTo>
                  <a:cubicBezTo>
                    <a:pt x="380" y="4"/>
                    <a:pt x="353" y="7"/>
                    <a:pt x="329" y="12"/>
                  </a:cubicBezTo>
                  <a:cubicBezTo>
                    <a:pt x="318" y="14"/>
                    <a:pt x="307" y="18"/>
                    <a:pt x="296" y="22"/>
                  </a:cubicBezTo>
                  <a:cubicBezTo>
                    <a:pt x="258" y="36"/>
                    <a:pt x="218" y="52"/>
                    <a:pt x="185" y="76"/>
                  </a:cubicBezTo>
                  <a:cubicBezTo>
                    <a:pt x="165" y="91"/>
                    <a:pt x="145" y="107"/>
                    <a:pt x="126" y="122"/>
                  </a:cubicBezTo>
                  <a:cubicBezTo>
                    <a:pt x="106" y="138"/>
                    <a:pt x="91" y="160"/>
                    <a:pt x="78" y="182"/>
                  </a:cubicBezTo>
                  <a:cubicBezTo>
                    <a:pt x="73" y="191"/>
                    <a:pt x="66" y="201"/>
                    <a:pt x="62" y="211"/>
                  </a:cubicBezTo>
                  <a:cubicBezTo>
                    <a:pt x="51" y="238"/>
                    <a:pt x="38" y="266"/>
                    <a:pt x="30" y="294"/>
                  </a:cubicBezTo>
                  <a:cubicBezTo>
                    <a:pt x="26" y="303"/>
                    <a:pt x="28" y="314"/>
                    <a:pt x="26" y="323"/>
                  </a:cubicBezTo>
                  <a:cubicBezTo>
                    <a:pt x="11" y="359"/>
                    <a:pt x="0" y="395"/>
                    <a:pt x="0" y="435"/>
                  </a:cubicBezTo>
                  <a:cubicBezTo>
                    <a:pt x="0" y="485"/>
                    <a:pt x="13" y="533"/>
                    <a:pt x="39" y="575"/>
                  </a:cubicBezTo>
                  <a:cubicBezTo>
                    <a:pt x="63" y="618"/>
                    <a:pt x="97" y="651"/>
                    <a:pt x="138" y="676"/>
                  </a:cubicBezTo>
                  <a:cubicBezTo>
                    <a:pt x="182" y="701"/>
                    <a:pt x="230" y="715"/>
                    <a:pt x="280" y="715"/>
                  </a:cubicBezTo>
                  <a:cubicBezTo>
                    <a:pt x="314" y="713"/>
                    <a:pt x="349" y="707"/>
                    <a:pt x="383" y="701"/>
                  </a:cubicBezTo>
                  <a:cubicBezTo>
                    <a:pt x="394" y="698"/>
                    <a:pt x="404" y="695"/>
                    <a:pt x="415" y="691"/>
                  </a:cubicBezTo>
                  <a:cubicBezTo>
                    <a:pt x="446" y="679"/>
                    <a:pt x="478" y="668"/>
                    <a:pt x="507" y="651"/>
                  </a:cubicBezTo>
                  <a:cubicBezTo>
                    <a:pt x="535" y="635"/>
                    <a:pt x="560" y="613"/>
                    <a:pt x="585" y="593"/>
                  </a:cubicBezTo>
                  <a:cubicBezTo>
                    <a:pt x="620" y="566"/>
                    <a:pt x="646" y="529"/>
                    <a:pt x="671" y="495"/>
                  </a:cubicBezTo>
                  <a:cubicBezTo>
                    <a:pt x="676" y="486"/>
                    <a:pt x="683" y="477"/>
                    <a:pt x="687" y="468"/>
                  </a:cubicBezTo>
                  <a:cubicBezTo>
                    <a:pt x="714" y="412"/>
                    <a:pt x="729" y="371"/>
                    <a:pt x="732" y="309"/>
                  </a:cubicBezTo>
                  <a:cubicBezTo>
                    <a:pt x="733" y="281"/>
                    <a:pt x="729" y="252"/>
                    <a:pt x="722" y="227"/>
                  </a:cubicBezTo>
                  <a:cubicBezTo>
                    <a:pt x="719" y="212"/>
                    <a:pt x="713" y="201"/>
                    <a:pt x="707" y="185"/>
                  </a:cubicBezTo>
                  <a:cubicBezTo>
                    <a:pt x="691" y="148"/>
                    <a:pt x="693" y="153"/>
                    <a:pt x="669" y="121"/>
                  </a:cubicBezTo>
                  <a:cubicBezTo>
                    <a:pt x="640" y="84"/>
                    <a:pt x="638" y="81"/>
                    <a:pt x="591" y="49"/>
                  </a:cubicBezTo>
                  <a:cubicBezTo>
                    <a:pt x="587" y="46"/>
                    <a:pt x="583" y="44"/>
                    <a:pt x="580" y="42"/>
                  </a:cubicBezTo>
                  <a:cubicBezTo>
                    <a:pt x="565" y="34"/>
                    <a:pt x="533" y="22"/>
                    <a:pt x="517" y="15"/>
                  </a:cubicBezTo>
                  <a:cubicBezTo>
                    <a:pt x="515" y="15"/>
                    <a:pt x="513" y="14"/>
                    <a:pt x="511" y="13"/>
                  </a:cubicBezTo>
                  <a:cubicBezTo>
                    <a:pt x="497" y="9"/>
                    <a:pt x="480" y="8"/>
                    <a:pt x="466" y="6"/>
                  </a:cubicBezTo>
                  <a:cubicBezTo>
                    <a:pt x="451" y="4"/>
                    <a:pt x="435" y="1"/>
                    <a:pt x="41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9"/>
            <p:cNvSpPr/>
            <p:nvPr/>
          </p:nvSpPr>
          <p:spPr>
            <a:xfrm>
              <a:off x="6488310" y="1043621"/>
              <a:ext cx="16507" cy="22655"/>
            </a:xfrm>
            <a:custGeom>
              <a:avLst/>
              <a:gdLst/>
              <a:ahLst/>
              <a:cxnLst/>
              <a:rect l="l" t="t" r="r" b="b"/>
              <a:pathLst>
                <a:path w="529" h="726" extrusionOk="0">
                  <a:moveTo>
                    <a:pt x="280" y="1"/>
                  </a:moveTo>
                  <a:cubicBezTo>
                    <a:pt x="200" y="1"/>
                    <a:pt x="131" y="44"/>
                    <a:pt x="89" y="110"/>
                  </a:cubicBezTo>
                  <a:cubicBezTo>
                    <a:pt x="81" y="123"/>
                    <a:pt x="74" y="137"/>
                    <a:pt x="67" y="150"/>
                  </a:cubicBezTo>
                  <a:cubicBezTo>
                    <a:pt x="55" y="179"/>
                    <a:pt x="41" y="208"/>
                    <a:pt x="33" y="238"/>
                  </a:cubicBezTo>
                  <a:cubicBezTo>
                    <a:pt x="24" y="269"/>
                    <a:pt x="21" y="299"/>
                    <a:pt x="17" y="330"/>
                  </a:cubicBezTo>
                  <a:cubicBezTo>
                    <a:pt x="17" y="337"/>
                    <a:pt x="16" y="343"/>
                    <a:pt x="15" y="350"/>
                  </a:cubicBezTo>
                  <a:cubicBezTo>
                    <a:pt x="15" y="360"/>
                    <a:pt x="16" y="369"/>
                    <a:pt x="18" y="379"/>
                  </a:cubicBezTo>
                  <a:cubicBezTo>
                    <a:pt x="19" y="381"/>
                    <a:pt x="19" y="384"/>
                    <a:pt x="19" y="386"/>
                  </a:cubicBezTo>
                  <a:cubicBezTo>
                    <a:pt x="7" y="420"/>
                    <a:pt x="3" y="457"/>
                    <a:pt x="0" y="493"/>
                  </a:cubicBezTo>
                  <a:cubicBezTo>
                    <a:pt x="3" y="514"/>
                    <a:pt x="6" y="534"/>
                    <a:pt x="9" y="555"/>
                  </a:cubicBezTo>
                  <a:cubicBezTo>
                    <a:pt x="16" y="586"/>
                    <a:pt x="30" y="612"/>
                    <a:pt x="51" y="635"/>
                  </a:cubicBezTo>
                  <a:cubicBezTo>
                    <a:pt x="61" y="653"/>
                    <a:pt x="75" y="666"/>
                    <a:pt x="92" y="677"/>
                  </a:cubicBezTo>
                  <a:cubicBezTo>
                    <a:pt x="115" y="698"/>
                    <a:pt x="143" y="712"/>
                    <a:pt x="173" y="720"/>
                  </a:cubicBezTo>
                  <a:cubicBezTo>
                    <a:pt x="193" y="724"/>
                    <a:pt x="214" y="726"/>
                    <a:pt x="235" y="726"/>
                  </a:cubicBezTo>
                  <a:cubicBezTo>
                    <a:pt x="256" y="726"/>
                    <a:pt x="277" y="724"/>
                    <a:pt x="298" y="720"/>
                  </a:cubicBezTo>
                  <a:cubicBezTo>
                    <a:pt x="328" y="712"/>
                    <a:pt x="355" y="698"/>
                    <a:pt x="378" y="677"/>
                  </a:cubicBezTo>
                  <a:cubicBezTo>
                    <a:pt x="403" y="660"/>
                    <a:pt x="423" y="638"/>
                    <a:pt x="438" y="611"/>
                  </a:cubicBezTo>
                  <a:cubicBezTo>
                    <a:pt x="464" y="575"/>
                    <a:pt x="480" y="534"/>
                    <a:pt x="496" y="494"/>
                  </a:cubicBezTo>
                  <a:cubicBezTo>
                    <a:pt x="510" y="460"/>
                    <a:pt x="514" y="427"/>
                    <a:pt x="519" y="391"/>
                  </a:cubicBezTo>
                  <a:cubicBezTo>
                    <a:pt x="524" y="357"/>
                    <a:pt x="529" y="323"/>
                    <a:pt x="525" y="288"/>
                  </a:cubicBezTo>
                  <a:cubicBezTo>
                    <a:pt x="523" y="262"/>
                    <a:pt x="518" y="237"/>
                    <a:pt x="514" y="212"/>
                  </a:cubicBezTo>
                  <a:cubicBezTo>
                    <a:pt x="512" y="196"/>
                    <a:pt x="505" y="185"/>
                    <a:pt x="500" y="170"/>
                  </a:cubicBezTo>
                  <a:cubicBezTo>
                    <a:pt x="490" y="149"/>
                    <a:pt x="483" y="129"/>
                    <a:pt x="470" y="110"/>
                  </a:cubicBezTo>
                  <a:cubicBezTo>
                    <a:pt x="429" y="44"/>
                    <a:pt x="359" y="1"/>
                    <a:pt x="28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9"/>
            <p:cNvSpPr/>
            <p:nvPr/>
          </p:nvSpPr>
          <p:spPr>
            <a:xfrm>
              <a:off x="6491275" y="1115892"/>
              <a:ext cx="14854" cy="14510"/>
            </a:xfrm>
            <a:custGeom>
              <a:avLst/>
              <a:gdLst/>
              <a:ahLst/>
              <a:cxnLst/>
              <a:rect l="l" t="t" r="r" b="b"/>
              <a:pathLst>
                <a:path w="476" h="465" extrusionOk="0">
                  <a:moveTo>
                    <a:pt x="241" y="1"/>
                  </a:moveTo>
                  <a:cubicBezTo>
                    <a:pt x="222" y="1"/>
                    <a:pt x="203" y="2"/>
                    <a:pt x="183" y="5"/>
                  </a:cubicBezTo>
                  <a:cubicBezTo>
                    <a:pt x="174" y="7"/>
                    <a:pt x="142" y="21"/>
                    <a:pt x="124" y="30"/>
                  </a:cubicBezTo>
                  <a:cubicBezTo>
                    <a:pt x="122" y="32"/>
                    <a:pt x="121" y="33"/>
                    <a:pt x="119" y="34"/>
                  </a:cubicBezTo>
                  <a:cubicBezTo>
                    <a:pt x="102" y="42"/>
                    <a:pt x="91" y="49"/>
                    <a:pt x="68" y="72"/>
                  </a:cubicBezTo>
                  <a:cubicBezTo>
                    <a:pt x="39" y="100"/>
                    <a:pt x="20" y="134"/>
                    <a:pt x="10" y="172"/>
                  </a:cubicBezTo>
                  <a:cubicBezTo>
                    <a:pt x="9" y="175"/>
                    <a:pt x="2" y="217"/>
                    <a:pt x="2" y="237"/>
                  </a:cubicBezTo>
                  <a:cubicBezTo>
                    <a:pt x="1" y="269"/>
                    <a:pt x="7" y="298"/>
                    <a:pt x="22" y="325"/>
                  </a:cubicBezTo>
                  <a:cubicBezTo>
                    <a:pt x="30" y="354"/>
                    <a:pt x="46" y="378"/>
                    <a:pt x="68" y="399"/>
                  </a:cubicBezTo>
                  <a:cubicBezTo>
                    <a:pt x="83" y="410"/>
                    <a:pt x="99" y="422"/>
                    <a:pt x="114" y="434"/>
                  </a:cubicBezTo>
                  <a:cubicBezTo>
                    <a:pt x="150" y="454"/>
                    <a:pt x="188" y="464"/>
                    <a:pt x="229" y="464"/>
                  </a:cubicBezTo>
                  <a:cubicBezTo>
                    <a:pt x="274" y="463"/>
                    <a:pt x="316" y="455"/>
                    <a:pt x="354" y="432"/>
                  </a:cubicBezTo>
                  <a:cubicBezTo>
                    <a:pt x="387" y="414"/>
                    <a:pt x="428" y="377"/>
                    <a:pt x="444" y="342"/>
                  </a:cubicBezTo>
                  <a:cubicBezTo>
                    <a:pt x="465" y="306"/>
                    <a:pt x="476" y="268"/>
                    <a:pt x="476" y="227"/>
                  </a:cubicBezTo>
                  <a:cubicBezTo>
                    <a:pt x="476" y="185"/>
                    <a:pt x="465" y="146"/>
                    <a:pt x="444" y="111"/>
                  </a:cubicBezTo>
                  <a:cubicBezTo>
                    <a:pt x="444" y="110"/>
                    <a:pt x="444" y="110"/>
                    <a:pt x="443" y="110"/>
                  </a:cubicBezTo>
                  <a:cubicBezTo>
                    <a:pt x="400" y="37"/>
                    <a:pt x="332" y="1"/>
                    <a:pt x="24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9"/>
            <p:cNvSpPr/>
            <p:nvPr/>
          </p:nvSpPr>
          <p:spPr>
            <a:xfrm>
              <a:off x="6219136" y="1032263"/>
              <a:ext cx="17880" cy="27523"/>
            </a:xfrm>
            <a:custGeom>
              <a:avLst/>
              <a:gdLst/>
              <a:ahLst/>
              <a:cxnLst/>
              <a:rect l="l" t="t" r="r" b="b"/>
              <a:pathLst>
                <a:path w="573" h="882" extrusionOk="0">
                  <a:moveTo>
                    <a:pt x="377" y="0"/>
                  </a:moveTo>
                  <a:cubicBezTo>
                    <a:pt x="361" y="0"/>
                    <a:pt x="346" y="2"/>
                    <a:pt x="331" y="7"/>
                  </a:cubicBezTo>
                  <a:cubicBezTo>
                    <a:pt x="266" y="27"/>
                    <a:pt x="223" y="62"/>
                    <a:pt x="189" y="120"/>
                  </a:cubicBezTo>
                  <a:cubicBezTo>
                    <a:pt x="176" y="140"/>
                    <a:pt x="163" y="161"/>
                    <a:pt x="152" y="182"/>
                  </a:cubicBezTo>
                  <a:cubicBezTo>
                    <a:pt x="121" y="237"/>
                    <a:pt x="89" y="294"/>
                    <a:pt x="69" y="355"/>
                  </a:cubicBezTo>
                  <a:cubicBezTo>
                    <a:pt x="55" y="400"/>
                    <a:pt x="42" y="446"/>
                    <a:pt x="30" y="493"/>
                  </a:cubicBezTo>
                  <a:cubicBezTo>
                    <a:pt x="24" y="516"/>
                    <a:pt x="18" y="539"/>
                    <a:pt x="13" y="564"/>
                  </a:cubicBezTo>
                  <a:cubicBezTo>
                    <a:pt x="4" y="610"/>
                    <a:pt x="0" y="654"/>
                    <a:pt x="13" y="700"/>
                  </a:cubicBezTo>
                  <a:cubicBezTo>
                    <a:pt x="20" y="728"/>
                    <a:pt x="34" y="752"/>
                    <a:pt x="48" y="776"/>
                  </a:cubicBezTo>
                  <a:cubicBezTo>
                    <a:pt x="81" y="836"/>
                    <a:pt x="140" y="870"/>
                    <a:pt x="205" y="880"/>
                  </a:cubicBezTo>
                  <a:cubicBezTo>
                    <a:pt x="216" y="881"/>
                    <a:pt x="226" y="882"/>
                    <a:pt x="236" y="882"/>
                  </a:cubicBezTo>
                  <a:cubicBezTo>
                    <a:pt x="293" y="882"/>
                    <a:pt x="340" y="858"/>
                    <a:pt x="387" y="820"/>
                  </a:cubicBezTo>
                  <a:cubicBezTo>
                    <a:pt x="431" y="784"/>
                    <a:pt x="461" y="735"/>
                    <a:pt x="473" y="680"/>
                  </a:cubicBezTo>
                  <a:cubicBezTo>
                    <a:pt x="480" y="657"/>
                    <a:pt x="483" y="633"/>
                    <a:pt x="489" y="610"/>
                  </a:cubicBezTo>
                  <a:cubicBezTo>
                    <a:pt x="498" y="566"/>
                    <a:pt x="510" y="523"/>
                    <a:pt x="521" y="480"/>
                  </a:cubicBezTo>
                  <a:cubicBezTo>
                    <a:pt x="534" y="437"/>
                    <a:pt x="538" y="392"/>
                    <a:pt x="547" y="348"/>
                  </a:cubicBezTo>
                  <a:cubicBezTo>
                    <a:pt x="551" y="324"/>
                    <a:pt x="556" y="301"/>
                    <a:pt x="561" y="278"/>
                  </a:cubicBezTo>
                  <a:cubicBezTo>
                    <a:pt x="566" y="253"/>
                    <a:pt x="573" y="230"/>
                    <a:pt x="573" y="205"/>
                  </a:cubicBezTo>
                  <a:cubicBezTo>
                    <a:pt x="573" y="162"/>
                    <a:pt x="559" y="128"/>
                    <a:pt x="539" y="92"/>
                  </a:cubicBezTo>
                  <a:cubicBezTo>
                    <a:pt x="510" y="35"/>
                    <a:pt x="442" y="0"/>
                    <a:pt x="37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9"/>
            <p:cNvSpPr/>
            <p:nvPr/>
          </p:nvSpPr>
          <p:spPr>
            <a:xfrm>
              <a:off x="6436354" y="1136706"/>
              <a:ext cx="17381" cy="14292"/>
            </a:xfrm>
            <a:custGeom>
              <a:avLst/>
              <a:gdLst/>
              <a:ahLst/>
              <a:cxnLst/>
              <a:rect l="l" t="t" r="r" b="b"/>
              <a:pathLst>
                <a:path w="557" h="458" extrusionOk="0">
                  <a:moveTo>
                    <a:pt x="341" y="1"/>
                  </a:moveTo>
                  <a:cubicBezTo>
                    <a:pt x="332" y="1"/>
                    <a:pt x="324" y="1"/>
                    <a:pt x="315" y="2"/>
                  </a:cubicBezTo>
                  <a:cubicBezTo>
                    <a:pt x="277" y="4"/>
                    <a:pt x="238" y="13"/>
                    <a:pt x="203" y="32"/>
                  </a:cubicBezTo>
                  <a:lnTo>
                    <a:pt x="202" y="32"/>
                  </a:lnTo>
                  <a:cubicBezTo>
                    <a:pt x="200" y="33"/>
                    <a:pt x="198" y="34"/>
                    <a:pt x="196" y="34"/>
                  </a:cubicBezTo>
                  <a:cubicBezTo>
                    <a:pt x="166" y="43"/>
                    <a:pt x="146" y="56"/>
                    <a:pt x="126" y="71"/>
                  </a:cubicBezTo>
                  <a:cubicBezTo>
                    <a:pt x="113" y="79"/>
                    <a:pt x="101" y="88"/>
                    <a:pt x="87" y="94"/>
                  </a:cubicBezTo>
                  <a:cubicBezTo>
                    <a:pt x="61" y="109"/>
                    <a:pt x="41" y="130"/>
                    <a:pt x="25" y="155"/>
                  </a:cubicBezTo>
                  <a:cubicBezTo>
                    <a:pt x="13" y="175"/>
                    <a:pt x="6" y="196"/>
                    <a:pt x="5" y="219"/>
                  </a:cubicBezTo>
                  <a:cubicBezTo>
                    <a:pt x="0" y="242"/>
                    <a:pt x="1" y="264"/>
                    <a:pt x="9" y="287"/>
                  </a:cubicBezTo>
                  <a:cubicBezTo>
                    <a:pt x="16" y="317"/>
                    <a:pt x="31" y="342"/>
                    <a:pt x="53" y="363"/>
                  </a:cubicBezTo>
                  <a:cubicBezTo>
                    <a:pt x="73" y="383"/>
                    <a:pt x="96" y="401"/>
                    <a:pt x="121" y="417"/>
                  </a:cubicBezTo>
                  <a:cubicBezTo>
                    <a:pt x="128" y="421"/>
                    <a:pt x="134" y="425"/>
                    <a:pt x="141" y="429"/>
                  </a:cubicBezTo>
                  <a:cubicBezTo>
                    <a:pt x="166" y="444"/>
                    <a:pt x="193" y="453"/>
                    <a:pt x="221" y="454"/>
                  </a:cubicBezTo>
                  <a:cubicBezTo>
                    <a:pt x="232" y="456"/>
                    <a:pt x="243" y="458"/>
                    <a:pt x="253" y="458"/>
                  </a:cubicBezTo>
                  <a:cubicBezTo>
                    <a:pt x="258" y="458"/>
                    <a:pt x="263" y="458"/>
                    <a:pt x="267" y="457"/>
                  </a:cubicBezTo>
                  <a:cubicBezTo>
                    <a:pt x="302" y="454"/>
                    <a:pt x="339" y="451"/>
                    <a:pt x="373" y="440"/>
                  </a:cubicBezTo>
                  <a:cubicBezTo>
                    <a:pt x="409" y="429"/>
                    <a:pt x="450" y="410"/>
                    <a:pt x="475" y="379"/>
                  </a:cubicBezTo>
                  <a:cubicBezTo>
                    <a:pt x="489" y="364"/>
                    <a:pt x="505" y="342"/>
                    <a:pt x="515" y="329"/>
                  </a:cubicBezTo>
                  <a:cubicBezTo>
                    <a:pt x="530" y="309"/>
                    <a:pt x="541" y="287"/>
                    <a:pt x="547" y="262"/>
                  </a:cubicBezTo>
                  <a:cubicBezTo>
                    <a:pt x="557" y="210"/>
                    <a:pt x="556" y="149"/>
                    <a:pt x="526" y="102"/>
                  </a:cubicBezTo>
                  <a:cubicBezTo>
                    <a:pt x="497" y="58"/>
                    <a:pt x="455" y="20"/>
                    <a:pt x="402" y="8"/>
                  </a:cubicBezTo>
                  <a:cubicBezTo>
                    <a:pt x="381" y="3"/>
                    <a:pt x="361" y="1"/>
                    <a:pt x="34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9"/>
            <p:cNvSpPr/>
            <p:nvPr/>
          </p:nvSpPr>
          <p:spPr>
            <a:xfrm>
              <a:off x="6295120" y="1118794"/>
              <a:ext cx="13761" cy="23841"/>
            </a:xfrm>
            <a:custGeom>
              <a:avLst/>
              <a:gdLst/>
              <a:ahLst/>
              <a:cxnLst/>
              <a:rect l="l" t="t" r="r" b="b"/>
              <a:pathLst>
                <a:path w="441" h="764" extrusionOk="0">
                  <a:moveTo>
                    <a:pt x="211" y="1"/>
                  </a:moveTo>
                  <a:cubicBezTo>
                    <a:pt x="199" y="1"/>
                    <a:pt x="188" y="2"/>
                    <a:pt x="177" y="4"/>
                  </a:cubicBezTo>
                  <a:cubicBezTo>
                    <a:pt x="100" y="20"/>
                    <a:pt x="37" y="131"/>
                    <a:pt x="14" y="203"/>
                  </a:cubicBezTo>
                  <a:cubicBezTo>
                    <a:pt x="4" y="236"/>
                    <a:pt x="3" y="284"/>
                    <a:pt x="2" y="320"/>
                  </a:cubicBezTo>
                  <a:cubicBezTo>
                    <a:pt x="1" y="347"/>
                    <a:pt x="1" y="375"/>
                    <a:pt x="3" y="401"/>
                  </a:cubicBezTo>
                  <a:cubicBezTo>
                    <a:pt x="5" y="428"/>
                    <a:pt x="6" y="456"/>
                    <a:pt x="13" y="482"/>
                  </a:cubicBezTo>
                  <a:cubicBezTo>
                    <a:pt x="21" y="509"/>
                    <a:pt x="34" y="536"/>
                    <a:pt x="47" y="560"/>
                  </a:cubicBezTo>
                  <a:cubicBezTo>
                    <a:pt x="57" y="582"/>
                    <a:pt x="70" y="604"/>
                    <a:pt x="84" y="625"/>
                  </a:cubicBezTo>
                  <a:cubicBezTo>
                    <a:pt x="91" y="635"/>
                    <a:pt x="98" y="645"/>
                    <a:pt x="104" y="654"/>
                  </a:cubicBezTo>
                  <a:cubicBezTo>
                    <a:pt x="138" y="699"/>
                    <a:pt x="168" y="725"/>
                    <a:pt x="219" y="744"/>
                  </a:cubicBezTo>
                  <a:cubicBezTo>
                    <a:pt x="237" y="750"/>
                    <a:pt x="256" y="756"/>
                    <a:pt x="275" y="761"/>
                  </a:cubicBezTo>
                  <a:cubicBezTo>
                    <a:pt x="284" y="763"/>
                    <a:pt x="293" y="764"/>
                    <a:pt x="302" y="764"/>
                  </a:cubicBezTo>
                  <a:cubicBezTo>
                    <a:pt x="355" y="764"/>
                    <a:pt x="412" y="733"/>
                    <a:pt x="421" y="677"/>
                  </a:cubicBezTo>
                  <a:cubicBezTo>
                    <a:pt x="428" y="644"/>
                    <a:pt x="440" y="610"/>
                    <a:pt x="440" y="576"/>
                  </a:cubicBezTo>
                  <a:cubicBezTo>
                    <a:pt x="440" y="540"/>
                    <a:pt x="431" y="504"/>
                    <a:pt x="425" y="469"/>
                  </a:cubicBezTo>
                  <a:cubicBezTo>
                    <a:pt x="421" y="429"/>
                    <a:pt x="418" y="389"/>
                    <a:pt x="407" y="351"/>
                  </a:cubicBezTo>
                  <a:cubicBezTo>
                    <a:pt x="398" y="323"/>
                    <a:pt x="393" y="295"/>
                    <a:pt x="389" y="267"/>
                  </a:cubicBezTo>
                  <a:cubicBezTo>
                    <a:pt x="387" y="245"/>
                    <a:pt x="386" y="223"/>
                    <a:pt x="381" y="203"/>
                  </a:cubicBezTo>
                  <a:cubicBezTo>
                    <a:pt x="375" y="185"/>
                    <a:pt x="368" y="168"/>
                    <a:pt x="363" y="151"/>
                  </a:cubicBezTo>
                  <a:cubicBezTo>
                    <a:pt x="357" y="130"/>
                    <a:pt x="352" y="110"/>
                    <a:pt x="344" y="90"/>
                  </a:cubicBezTo>
                  <a:cubicBezTo>
                    <a:pt x="320" y="32"/>
                    <a:pt x="269" y="1"/>
                    <a:pt x="21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9"/>
            <p:cNvSpPr/>
            <p:nvPr/>
          </p:nvSpPr>
          <p:spPr>
            <a:xfrm>
              <a:off x="6435199" y="1019437"/>
              <a:ext cx="34357" cy="18193"/>
            </a:xfrm>
            <a:custGeom>
              <a:avLst/>
              <a:gdLst/>
              <a:ahLst/>
              <a:cxnLst/>
              <a:rect l="l" t="t" r="r" b="b"/>
              <a:pathLst>
                <a:path w="1101" h="583" extrusionOk="0">
                  <a:moveTo>
                    <a:pt x="958" y="99"/>
                  </a:moveTo>
                  <a:lnTo>
                    <a:pt x="958" y="99"/>
                  </a:lnTo>
                  <a:cubicBezTo>
                    <a:pt x="959" y="99"/>
                    <a:pt x="961" y="100"/>
                    <a:pt x="962" y="101"/>
                  </a:cubicBezTo>
                  <a:lnTo>
                    <a:pt x="962" y="101"/>
                  </a:lnTo>
                  <a:cubicBezTo>
                    <a:pt x="961" y="100"/>
                    <a:pt x="959" y="99"/>
                    <a:pt x="958" y="99"/>
                  </a:cubicBezTo>
                  <a:close/>
                  <a:moveTo>
                    <a:pt x="597" y="0"/>
                  </a:moveTo>
                  <a:cubicBezTo>
                    <a:pt x="534" y="0"/>
                    <a:pt x="471" y="7"/>
                    <a:pt x="409" y="17"/>
                  </a:cubicBezTo>
                  <a:cubicBezTo>
                    <a:pt x="327" y="29"/>
                    <a:pt x="243" y="51"/>
                    <a:pt x="173" y="95"/>
                  </a:cubicBezTo>
                  <a:cubicBezTo>
                    <a:pt x="126" y="125"/>
                    <a:pt x="72" y="158"/>
                    <a:pt x="42" y="205"/>
                  </a:cubicBezTo>
                  <a:cubicBezTo>
                    <a:pt x="7" y="263"/>
                    <a:pt x="1" y="357"/>
                    <a:pt x="53" y="407"/>
                  </a:cubicBezTo>
                  <a:cubicBezTo>
                    <a:pt x="95" y="445"/>
                    <a:pt x="139" y="468"/>
                    <a:pt x="195" y="471"/>
                  </a:cubicBezTo>
                  <a:cubicBezTo>
                    <a:pt x="224" y="472"/>
                    <a:pt x="252" y="471"/>
                    <a:pt x="281" y="473"/>
                  </a:cubicBezTo>
                  <a:cubicBezTo>
                    <a:pt x="329" y="477"/>
                    <a:pt x="376" y="477"/>
                    <a:pt x="424" y="481"/>
                  </a:cubicBezTo>
                  <a:cubicBezTo>
                    <a:pt x="495" y="494"/>
                    <a:pt x="561" y="516"/>
                    <a:pt x="630" y="537"/>
                  </a:cubicBezTo>
                  <a:cubicBezTo>
                    <a:pt x="664" y="546"/>
                    <a:pt x="697" y="562"/>
                    <a:pt x="731" y="573"/>
                  </a:cubicBezTo>
                  <a:cubicBezTo>
                    <a:pt x="754" y="579"/>
                    <a:pt x="778" y="582"/>
                    <a:pt x="803" y="582"/>
                  </a:cubicBezTo>
                  <a:cubicBezTo>
                    <a:pt x="855" y="582"/>
                    <a:pt x="908" y="568"/>
                    <a:pt x="952" y="542"/>
                  </a:cubicBezTo>
                  <a:cubicBezTo>
                    <a:pt x="976" y="528"/>
                    <a:pt x="1005" y="508"/>
                    <a:pt x="1023" y="485"/>
                  </a:cubicBezTo>
                  <a:cubicBezTo>
                    <a:pt x="1072" y="422"/>
                    <a:pt x="1101" y="364"/>
                    <a:pt x="1089" y="284"/>
                  </a:cubicBezTo>
                  <a:cubicBezTo>
                    <a:pt x="1081" y="217"/>
                    <a:pt x="1042" y="136"/>
                    <a:pt x="975" y="108"/>
                  </a:cubicBezTo>
                  <a:cubicBezTo>
                    <a:pt x="974" y="108"/>
                    <a:pt x="973" y="107"/>
                    <a:pt x="972" y="107"/>
                  </a:cubicBezTo>
                  <a:lnTo>
                    <a:pt x="972" y="107"/>
                  </a:lnTo>
                  <a:cubicBezTo>
                    <a:pt x="961" y="98"/>
                    <a:pt x="949" y="90"/>
                    <a:pt x="937" y="83"/>
                  </a:cubicBezTo>
                  <a:cubicBezTo>
                    <a:pt x="909" y="67"/>
                    <a:pt x="871" y="56"/>
                    <a:pt x="839" y="43"/>
                  </a:cubicBezTo>
                  <a:cubicBezTo>
                    <a:pt x="786" y="22"/>
                    <a:pt x="733" y="11"/>
                    <a:pt x="676" y="4"/>
                  </a:cubicBezTo>
                  <a:cubicBezTo>
                    <a:pt x="649" y="2"/>
                    <a:pt x="623" y="0"/>
                    <a:pt x="59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9"/>
            <p:cNvSpPr/>
            <p:nvPr/>
          </p:nvSpPr>
          <p:spPr>
            <a:xfrm>
              <a:off x="6219885" y="921142"/>
              <a:ext cx="905" cy="1155"/>
            </a:xfrm>
            <a:custGeom>
              <a:avLst/>
              <a:gdLst/>
              <a:ahLst/>
              <a:cxnLst/>
              <a:rect l="l" t="t" r="r" b="b"/>
              <a:pathLst>
                <a:path w="29" h="37" extrusionOk="0">
                  <a:moveTo>
                    <a:pt x="29" y="1"/>
                  </a:moveTo>
                  <a:lnTo>
                    <a:pt x="29" y="1"/>
                  </a:lnTo>
                  <a:cubicBezTo>
                    <a:pt x="19" y="12"/>
                    <a:pt x="10" y="24"/>
                    <a:pt x="1" y="35"/>
                  </a:cubicBezTo>
                  <a:lnTo>
                    <a:pt x="1" y="35"/>
                  </a:lnTo>
                  <a:cubicBezTo>
                    <a:pt x="4" y="32"/>
                    <a:pt x="8" y="30"/>
                    <a:pt x="11" y="26"/>
                  </a:cubicBezTo>
                  <a:cubicBezTo>
                    <a:pt x="16" y="17"/>
                    <a:pt x="22" y="9"/>
                    <a:pt x="29" y="1"/>
                  </a:cubicBezTo>
                  <a:close/>
                  <a:moveTo>
                    <a:pt x="1" y="35"/>
                  </a:moveTo>
                  <a:cubicBezTo>
                    <a:pt x="1" y="36"/>
                    <a:pt x="1" y="36"/>
                    <a:pt x="0" y="36"/>
                  </a:cubicBezTo>
                  <a:cubicBezTo>
                    <a:pt x="1" y="36"/>
                    <a:pt x="1" y="36"/>
                    <a:pt x="1" y="35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9"/>
            <p:cNvSpPr/>
            <p:nvPr/>
          </p:nvSpPr>
          <p:spPr>
            <a:xfrm>
              <a:off x="6219854" y="92226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2" y="1"/>
                    <a:pt x="2" y="0"/>
                  </a:cubicBezTo>
                  <a:close/>
                  <a:moveTo>
                    <a:pt x="1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9"/>
            <p:cNvSpPr/>
            <p:nvPr/>
          </p:nvSpPr>
          <p:spPr>
            <a:xfrm>
              <a:off x="6208058" y="903261"/>
              <a:ext cx="14729" cy="21063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470" y="155"/>
                  </a:moveTo>
                  <a:lnTo>
                    <a:pt x="470" y="155"/>
                  </a:lnTo>
                  <a:cubicBezTo>
                    <a:pt x="470" y="159"/>
                    <a:pt x="470" y="163"/>
                    <a:pt x="469" y="166"/>
                  </a:cubicBezTo>
                  <a:lnTo>
                    <a:pt x="469" y="166"/>
                  </a:lnTo>
                  <a:cubicBezTo>
                    <a:pt x="470" y="163"/>
                    <a:pt x="470" y="159"/>
                    <a:pt x="470" y="155"/>
                  </a:cubicBezTo>
                  <a:close/>
                  <a:moveTo>
                    <a:pt x="326" y="1"/>
                  </a:moveTo>
                  <a:cubicBezTo>
                    <a:pt x="292" y="1"/>
                    <a:pt x="259" y="12"/>
                    <a:pt x="228" y="31"/>
                  </a:cubicBezTo>
                  <a:cubicBezTo>
                    <a:pt x="198" y="47"/>
                    <a:pt x="172" y="69"/>
                    <a:pt x="146" y="89"/>
                  </a:cubicBezTo>
                  <a:cubicBezTo>
                    <a:pt x="117" y="113"/>
                    <a:pt x="96" y="147"/>
                    <a:pt x="80" y="180"/>
                  </a:cubicBezTo>
                  <a:cubicBezTo>
                    <a:pt x="37" y="266"/>
                    <a:pt x="0" y="359"/>
                    <a:pt x="29" y="456"/>
                  </a:cubicBezTo>
                  <a:cubicBezTo>
                    <a:pt x="39" y="492"/>
                    <a:pt x="54" y="529"/>
                    <a:pt x="71" y="562"/>
                  </a:cubicBezTo>
                  <a:cubicBezTo>
                    <a:pt x="91" y="603"/>
                    <a:pt x="133" y="634"/>
                    <a:pt x="174" y="656"/>
                  </a:cubicBezTo>
                  <a:cubicBezTo>
                    <a:pt x="199" y="668"/>
                    <a:pt x="225" y="675"/>
                    <a:pt x="250" y="675"/>
                  </a:cubicBezTo>
                  <a:cubicBezTo>
                    <a:pt x="299" y="675"/>
                    <a:pt x="346" y="652"/>
                    <a:pt x="379" y="609"/>
                  </a:cubicBezTo>
                  <a:cubicBezTo>
                    <a:pt x="402" y="581"/>
                    <a:pt x="423" y="555"/>
                    <a:pt x="433" y="518"/>
                  </a:cubicBezTo>
                  <a:cubicBezTo>
                    <a:pt x="436" y="509"/>
                    <a:pt x="437" y="500"/>
                    <a:pt x="439" y="490"/>
                  </a:cubicBezTo>
                  <a:cubicBezTo>
                    <a:pt x="448" y="454"/>
                    <a:pt x="460" y="425"/>
                    <a:pt x="462" y="384"/>
                  </a:cubicBezTo>
                  <a:cubicBezTo>
                    <a:pt x="463" y="348"/>
                    <a:pt x="460" y="312"/>
                    <a:pt x="463" y="276"/>
                  </a:cubicBezTo>
                  <a:cubicBezTo>
                    <a:pt x="466" y="256"/>
                    <a:pt x="468" y="235"/>
                    <a:pt x="468" y="214"/>
                  </a:cubicBezTo>
                  <a:cubicBezTo>
                    <a:pt x="467" y="198"/>
                    <a:pt x="468" y="182"/>
                    <a:pt x="469" y="166"/>
                  </a:cubicBezTo>
                  <a:lnTo>
                    <a:pt x="469" y="166"/>
                  </a:lnTo>
                  <a:cubicBezTo>
                    <a:pt x="469" y="172"/>
                    <a:pt x="468" y="178"/>
                    <a:pt x="467" y="184"/>
                  </a:cubicBezTo>
                  <a:lnTo>
                    <a:pt x="467" y="184"/>
                  </a:lnTo>
                  <a:cubicBezTo>
                    <a:pt x="472" y="150"/>
                    <a:pt x="472" y="121"/>
                    <a:pt x="458" y="88"/>
                  </a:cubicBezTo>
                  <a:cubicBezTo>
                    <a:pt x="454" y="77"/>
                    <a:pt x="450" y="72"/>
                    <a:pt x="444" y="62"/>
                  </a:cubicBezTo>
                  <a:cubicBezTo>
                    <a:pt x="436" y="48"/>
                    <a:pt x="430" y="35"/>
                    <a:pt x="414" y="27"/>
                  </a:cubicBezTo>
                  <a:cubicBezTo>
                    <a:pt x="401" y="18"/>
                    <a:pt x="386" y="12"/>
                    <a:pt x="371" y="8"/>
                  </a:cubicBezTo>
                  <a:cubicBezTo>
                    <a:pt x="356" y="3"/>
                    <a:pt x="341" y="1"/>
                    <a:pt x="32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9"/>
            <p:cNvSpPr/>
            <p:nvPr/>
          </p:nvSpPr>
          <p:spPr>
            <a:xfrm>
              <a:off x="6124585" y="1077104"/>
              <a:ext cx="13605" cy="20845"/>
            </a:xfrm>
            <a:custGeom>
              <a:avLst/>
              <a:gdLst/>
              <a:ahLst/>
              <a:cxnLst/>
              <a:rect l="l" t="t" r="r" b="b"/>
              <a:pathLst>
                <a:path w="436" h="668" extrusionOk="0">
                  <a:moveTo>
                    <a:pt x="425" y="134"/>
                  </a:moveTo>
                  <a:lnTo>
                    <a:pt x="425" y="134"/>
                  </a:lnTo>
                  <a:cubicBezTo>
                    <a:pt x="426" y="139"/>
                    <a:pt x="427" y="143"/>
                    <a:pt x="427" y="148"/>
                  </a:cubicBezTo>
                  <a:lnTo>
                    <a:pt x="427" y="148"/>
                  </a:lnTo>
                  <a:cubicBezTo>
                    <a:pt x="426" y="143"/>
                    <a:pt x="426" y="139"/>
                    <a:pt x="425" y="134"/>
                  </a:cubicBezTo>
                  <a:close/>
                  <a:moveTo>
                    <a:pt x="367" y="0"/>
                  </a:moveTo>
                  <a:cubicBezTo>
                    <a:pt x="362" y="0"/>
                    <a:pt x="358" y="1"/>
                    <a:pt x="354" y="1"/>
                  </a:cubicBezTo>
                  <a:cubicBezTo>
                    <a:pt x="311" y="11"/>
                    <a:pt x="271" y="25"/>
                    <a:pt x="232" y="41"/>
                  </a:cubicBezTo>
                  <a:cubicBezTo>
                    <a:pt x="217" y="48"/>
                    <a:pt x="201" y="53"/>
                    <a:pt x="188" y="61"/>
                  </a:cubicBezTo>
                  <a:cubicBezTo>
                    <a:pt x="156" y="80"/>
                    <a:pt x="138" y="108"/>
                    <a:pt x="116" y="137"/>
                  </a:cubicBezTo>
                  <a:cubicBezTo>
                    <a:pt x="101" y="156"/>
                    <a:pt x="87" y="177"/>
                    <a:pt x="74" y="199"/>
                  </a:cubicBezTo>
                  <a:cubicBezTo>
                    <a:pt x="61" y="219"/>
                    <a:pt x="51" y="239"/>
                    <a:pt x="40" y="260"/>
                  </a:cubicBezTo>
                  <a:cubicBezTo>
                    <a:pt x="24" y="291"/>
                    <a:pt x="10" y="322"/>
                    <a:pt x="6" y="357"/>
                  </a:cubicBezTo>
                  <a:cubicBezTo>
                    <a:pt x="2" y="377"/>
                    <a:pt x="0" y="396"/>
                    <a:pt x="0" y="416"/>
                  </a:cubicBezTo>
                  <a:cubicBezTo>
                    <a:pt x="1" y="460"/>
                    <a:pt x="3" y="503"/>
                    <a:pt x="20" y="544"/>
                  </a:cubicBezTo>
                  <a:cubicBezTo>
                    <a:pt x="35" y="578"/>
                    <a:pt x="60" y="609"/>
                    <a:pt x="89" y="632"/>
                  </a:cubicBezTo>
                  <a:cubicBezTo>
                    <a:pt x="117" y="653"/>
                    <a:pt x="150" y="668"/>
                    <a:pt x="183" y="668"/>
                  </a:cubicBezTo>
                  <a:cubicBezTo>
                    <a:pt x="203" y="668"/>
                    <a:pt x="223" y="663"/>
                    <a:pt x="242" y="650"/>
                  </a:cubicBezTo>
                  <a:cubicBezTo>
                    <a:pt x="254" y="644"/>
                    <a:pt x="264" y="637"/>
                    <a:pt x="276" y="629"/>
                  </a:cubicBezTo>
                  <a:cubicBezTo>
                    <a:pt x="317" y="602"/>
                    <a:pt x="339" y="568"/>
                    <a:pt x="358" y="524"/>
                  </a:cubicBezTo>
                  <a:lnTo>
                    <a:pt x="358" y="524"/>
                  </a:lnTo>
                  <a:cubicBezTo>
                    <a:pt x="357" y="526"/>
                    <a:pt x="356" y="527"/>
                    <a:pt x="355" y="529"/>
                  </a:cubicBezTo>
                  <a:cubicBezTo>
                    <a:pt x="356" y="527"/>
                    <a:pt x="357" y="525"/>
                    <a:pt x="358" y="523"/>
                  </a:cubicBezTo>
                  <a:cubicBezTo>
                    <a:pt x="359" y="520"/>
                    <a:pt x="361" y="517"/>
                    <a:pt x="362" y="515"/>
                  </a:cubicBezTo>
                  <a:cubicBezTo>
                    <a:pt x="363" y="511"/>
                    <a:pt x="366" y="507"/>
                    <a:pt x="367" y="503"/>
                  </a:cubicBezTo>
                  <a:cubicBezTo>
                    <a:pt x="380" y="474"/>
                    <a:pt x="394" y="443"/>
                    <a:pt x="399" y="411"/>
                  </a:cubicBezTo>
                  <a:cubicBezTo>
                    <a:pt x="401" y="393"/>
                    <a:pt x="402" y="376"/>
                    <a:pt x="404" y="359"/>
                  </a:cubicBezTo>
                  <a:cubicBezTo>
                    <a:pt x="407" y="335"/>
                    <a:pt x="412" y="310"/>
                    <a:pt x="418" y="286"/>
                  </a:cubicBezTo>
                  <a:cubicBezTo>
                    <a:pt x="421" y="273"/>
                    <a:pt x="425" y="260"/>
                    <a:pt x="428" y="246"/>
                  </a:cubicBezTo>
                  <a:cubicBezTo>
                    <a:pt x="436" y="215"/>
                    <a:pt x="433" y="187"/>
                    <a:pt x="429" y="158"/>
                  </a:cubicBezTo>
                  <a:lnTo>
                    <a:pt x="429" y="158"/>
                  </a:lnTo>
                  <a:cubicBezTo>
                    <a:pt x="425" y="124"/>
                    <a:pt x="423" y="89"/>
                    <a:pt x="424" y="56"/>
                  </a:cubicBezTo>
                  <a:cubicBezTo>
                    <a:pt x="426" y="22"/>
                    <a:pt x="397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9"/>
            <p:cNvSpPr/>
            <p:nvPr/>
          </p:nvSpPr>
          <p:spPr>
            <a:xfrm>
              <a:off x="6185903" y="1180954"/>
              <a:ext cx="22655" cy="28521"/>
            </a:xfrm>
            <a:custGeom>
              <a:avLst/>
              <a:gdLst/>
              <a:ahLst/>
              <a:cxnLst/>
              <a:rect l="l" t="t" r="r" b="b"/>
              <a:pathLst>
                <a:path w="726" h="914" extrusionOk="0">
                  <a:moveTo>
                    <a:pt x="217" y="0"/>
                  </a:moveTo>
                  <a:cubicBezTo>
                    <a:pt x="200" y="0"/>
                    <a:pt x="183" y="3"/>
                    <a:pt x="167" y="8"/>
                  </a:cubicBezTo>
                  <a:cubicBezTo>
                    <a:pt x="132" y="21"/>
                    <a:pt x="99" y="38"/>
                    <a:pt x="72" y="63"/>
                  </a:cubicBezTo>
                  <a:cubicBezTo>
                    <a:pt x="29" y="103"/>
                    <a:pt x="13" y="161"/>
                    <a:pt x="9" y="216"/>
                  </a:cubicBezTo>
                  <a:cubicBezTo>
                    <a:pt x="2" y="294"/>
                    <a:pt x="1" y="375"/>
                    <a:pt x="27" y="450"/>
                  </a:cubicBezTo>
                  <a:cubicBezTo>
                    <a:pt x="53" y="523"/>
                    <a:pt x="85" y="596"/>
                    <a:pt x="123" y="663"/>
                  </a:cubicBezTo>
                  <a:cubicBezTo>
                    <a:pt x="147" y="705"/>
                    <a:pt x="179" y="741"/>
                    <a:pt x="215" y="771"/>
                  </a:cubicBezTo>
                  <a:cubicBezTo>
                    <a:pt x="266" y="813"/>
                    <a:pt x="313" y="854"/>
                    <a:pt x="374" y="876"/>
                  </a:cubicBezTo>
                  <a:cubicBezTo>
                    <a:pt x="435" y="897"/>
                    <a:pt x="499" y="905"/>
                    <a:pt x="562" y="912"/>
                  </a:cubicBezTo>
                  <a:cubicBezTo>
                    <a:pt x="566" y="913"/>
                    <a:pt x="570" y="913"/>
                    <a:pt x="574" y="913"/>
                  </a:cubicBezTo>
                  <a:cubicBezTo>
                    <a:pt x="656" y="913"/>
                    <a:pt x="726" y="810"/>
                    <a:pt x="697" y="734"/>
                  </a:cubicBezTo>
                  <a:cubicBezTo>
                    <a:pt x="684" y="700"/>
                    <a:pt x="674" y="664"/>
                    <a:pt x="665" y="628"/>
                  </a:cubicBezTo>
                  <a:cubicBezTo>
                    <a:pt x="656" y="582"/>
                    <a:pt x="635" y="540"/>
                    <a:pt x="616" y="497"/>
                  </a:cubicBezTo>
                  <a:cubicBezTo>
                    <a:pt x="605" y="469"/>
                    <a:pt x="594" y="439"/>
                    <a:pt x="579" y="413"/>
                  </a:cubicBezTo>
                  <a:cubicBezTo>
                    <a:pt x="567" y="395"/>
                    <a:pt x="556" y="377"/>
                    <a:pt x="544" y="360"/>
                  </a:cubicBezTo>
                  <a:cubicBezTo>
                    <a:pt x="526" y="329"/>
                    <a:pt x="512" y="298"/>
                    <a:pt x="498" y="267"/>
                  </a:cubicBezTo>
                  <a:cubicBezTo>
                    <a:pt x="492" y="249"/>
                    <a:pt x="484" y="232"/>
                    <a:pt x="475" y="217"/>
                  </a:cubicBezTo>
                  <a:cubicBezTo>
                    <a:pt x="468" y="205"/>
                    <a:pt x="458" y="192"/>
                    <a:pt x="451" y="180"/>
                  </a:cubicBezTo>
                  <a:cubicBezTo>
                    <a:pt x="436" y="157"/>
                    <a:pt x="423" y="133"/>
                    <a:pt x="411" y="107"/>
                  </a:cubicBezTo>
                  <a:cubicBezTo>
                    <a:pt x="390" y="67"/>
                    <a:pt x="348" y="36"/>
                    <a:pt x="307" y="20"/>
                  </a:cubicBezTo>
                  <a:cubicBezTo>
                    <a:pt x="280" y="8"/>
                    <a:pt x="248" y="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9"/>
            <p:cNvSpPr/>
            <p:nvPr/>
          </p:nvSpPr>
          <p:spPr>
            <a:xfrm>
              <a:off x="6278301" y="1233940"/>
              <a:ext cx="14885" cy="10735"/>
            </a:xfrm>
            <a:custGeom>
              <a:avLst/>
              <a:gdLst/>
              <a:ahLst/>
              <a:cxnLst/>
              <a:rect l="l" t="t" r="r" b="b"/>
              <a:pathLst>
                <a:path w="477" h="344" extrusionOk="0">
                  <a:moveTo>
                    <a:pt x="130" y="0"/>
                  </a:moveTo>
                  <a:cubicBezTo>
                    <a:pt x="120" y="0"/>
                    <a:pt x="110" y="1"/>
                    <a:pt x="100" y="3"/>
                  </a:cubicBezTo>
                  <a:cubicBezTo>
                    <a:pt x="74" y="11"/>
                    <a:pt x="52" y="27"/>
                    <a:pt x="35" y="49"/>
                  </a:cubicBezTo>
                  <a:cubicBezTo>
                    <a:pt x="4" y="89"/>
                    <a:pt x="1" y="144"/>
                    <a:pt x="25" y="189"/>
                  </a:cubicBezTo>
                  <a:cubicBezTo>
                    <a:pt x="34" y="205"/>
                    <a:pt x="50" y="223"/>
                    <a:pt x="61" y="238"/>
                  </a:cubicBezTo>
                  <a:cubicBezTo>
                    <a:pt x="67" y="245"/>
                    <a:pt x="73" y="251"/>
                    <a:pt x="79" y="259"/>
                  </a:cubicBezTo>
                  <a:cubicBezTo>
                    <a:pt x="108" y="292"/>
                    <a:pt x="143" y="321"/>
                    <a:pt x="188" y="330"/>
                  </a:cubicBezTo>
                  <a:cubicBezTo>
                    <a:pt x="219" y="337"/>
                    <a:pt x="252" y="343"/>
                    <a:pt x="284" y="344"/>
                  </a:cubicBezTo>
                  <a:cubicBezTo>
                    <a:pt x="286" y="344"/>
                    <a:pt x="288" y="344"/>
                    <a:pt x="290" y="344"/>
                  </a:cubicBezTo>
                  <a:cubicBezTo>
                    <a:pt x="328" y="344"/>
                    <a:pt x="364" y="324"/>
                    <a:pt x="396" y="306"/>
                  </a:cubicBezTo>
                  <a:cubicBezTo>
                    <a:pt x="460" y="270"/>
                    <a:pt x="477" y="170"/>
                    <a:pt x="420" y="120"/>
                  </a:cubicBezTo>
                  <a:cubicBezTo>
                    <a:pt x="413" y="113"/>
                    <a:pt x="407" y="107"/>
                    <a:pt x="402" y="102"/>
                  </a:cubicBezTo>
                  <a:cubicBezTo>
                    <a:pt x="398" y="98"/>
                    <a:pt x="395" y="94"/>
                    <a:pt x="392" y="91"/>
                  </a:cubicBezTo>
                  <a:cubicBezTo>
                    <a:pt x="376" y="76"/>
                    <a:pt x="362" y="68"/>
                    <a:pt x="346" y="60"/>
                  </a:cubicBezTo>
                  <a:lnTo>
                    <a:pt x="346" y="60"/>
                  </a:lnTo>
                  <a:cubicBezTo>
                    <a:pt x="349" y="62"/>
                    <a:pt x="352" y="63"/>
                    <a:pt x="355" y="64"/>
                  </a:cubicBezTo>
                  <a:cubicBezTo>
                    <a:pt x="339" y="58"/>
                    <a:pt x="323" y="49"/>
                    <a:pt x="307" y="40"/>
                  </a:cubicBezTo>
                  <a:cubicBezTo>
                    <a:pt x="293" y="32"/>
                    <a:pt x="281" y="23"/>
                    <a:pt x="261" y="19"/>
                  </a:cubicBezTo>
                  <a:cubicBezTo>
                    <a:pt x="246" y="16"/>
                    <a:pt x="228" y="14"/>
                    <a:pt x="211" y="13"/>
                  </a:cubicBezTo>
                  <a:cubicBezTo>
                    <a:pt x="196" y="10"/>
                    <a:pt x="182" y="7"/>
                    <a:pt x="167" y="3"/>
                  </a:cubicBezTo>
                  <a:cubicBezTo>
                    <a:pt x="155" y="2"/>
                    <a:pt x="142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9"/>
            <p:cNvSpPr/>
            <p:nvPr/>
          </p:nvSpPr>
          <p:spPr>
            <a:xfrm>
              <a:off x="6387674" y="1209757"/>
              <a:ext cx="18286" cy="11920"/>
            </a:xfrm>
            <a:custGeom>
              <a:avLst/>
              <a:gdLst/>
              <a:ahLst/>
              <a:cxnLst/>
              <a:rect l="l" t="t" r="r" b="b"/>
              <a:pathLst>
                <a:path w="586" h="382" extrusionOk="0">
                  <a:moveTo>
                    <a:pt x="493" y="22"/>
                  </a:moveTo>
                  <a:cubicBezTo>
                    <a:pt x="498" y="24"/>
                    <a:pt x="502" y="26"/>
                    <a:pt x="506" y="28"/>
                  </a:cubicBezTo>
                  <a:cubicBezTo>
                    <a:pt x="502" y="26"/>
                    <a:pt x="498" y="24"/>
                    <a:pt x="493" y="22"/>
                  </a:cubicBezTo>
                  <a:close/>
                  <a:moveTo>
                    <a:pt x="271" y="56"/>
                  </a:moveTo>
                  <a:cubicBezTo>
                    <a:pt x="269" y="58"/>
                    <a:pt x="267" y="60"/>
                    <a:pt x="265" y="61"/>
                  </a:cubicBezTo>
                  <a:cubicBezTo>
                    <a:pt x="267" y="60"/>
                    <a:pt x="269" y="58"/>
                    <a:pt x="271" y="56"/>
                  </a:cubicBezTo>
                  <a:close/>
                  <a:moveTo>
                    <a:pt x="416" y="1"/>
                  </a:moveTo>
                  <a:cubicBezTo>
                    <a:pt x="415" y="1"/>
                    <a:pt x="414" y="1"/>
                    <a:pt x="413" y="1"/>
                  </a:cubicBezTo>
                  <a:cubicBezTo>
                    <a:pt x="393" y="2"/>
                    <a:pt x="373" y="6"/>
                    <a:pt x="355" y="10"/>
                  </a:cubicBezTo>
                  <a:cubicBezTo>
                    <a:pt x="327" y="17"/>
                    <a:pt x="305" y="30"/>
                    <a:pt x="284" y="46"/>
                  </a:cubicBezTo>
                  <a:lnTo>
                    <a:pt x="284" y="46"/>
                  </a:lnTo>
                  <a:cubicBezTo>
                    <a:pt x="289" y="42"/>
                    <a:pt x="294" y="38"/>
                    <a:pt x="299" y="34"/>
                  </a:cubicBezTo>
                  <a:lnTo>
                    <a:pt x="299" y="34"/>
                  </a:lnTo>
                  <a:cubicBezTo>
                    <a:pt x="281" y="48"/>
                    <a:pt x="262" y="60"/>
                    <a:pt x="244" y="71"/>
                  </a:cubicBezTo>
                  <a:cubicBezTo>
                    <a:pt x="234" y="75"/>
                    <a:pt x="225" y="79"/>
                    <a:pt x="215" y="85"/>
                  </a:cubicBezTo>
                  <a:cubicBezTo>
                    <a:pt x="207" y="89"/>
                    <a:pt x="200" y="96"/>
                    <a:pt x="192" y="102"/>
                  </a:cubicBezTo>
                  <a:cubicBezTo>
                    <a:pt x="170" y="119"/>
                    <a:pt x="145" y="134"/>
                    <a:pt x="120" y="146"/>
                  </a:cubicBezTo>
                  <a:lnTo>
                    <a:pt x="119" y="146"/>
                  </a:lnTo>
                  <a:cubicBezTo>
                    <a:pt x="113" y="148"/>
                    <a:pt x="105" y="151"/>
                    <a:pt x="98" y="154"/>
                  </a:cubicBezTo>
                  <a:cubicBezTo>
                    <a:pt x="84" y="158"/>
                    <a:pt x="70" y="161"/>
                    <a:pt x="55" y="163"/>
                  </a:cubicBezTo>
                  <a:cubicBezTo>
                    <a:pt x="29" y="168"/>
                    <a:pt x="8" y="196"/>
                    <a:pt x="5" y="222"/>
                  </a:cubicBezTo>
                  <a:cubicBezTo>
                    <a:pt x="1" y="252"/>
                    <a:pt x="15" y="275"/>
                    <a:pt x="38" y="293"/>
                  </a:cubicBezTo>
                  <a:cubicBezTo>
                    <a:pt x="75" y="320"/>
                    <a:pt x="115" y="339"/>
                    <a:pt x="158" y="356"/>
                  </a:cubicBezTo>
                  <a:cubicBezTo>
                    <a:pt x="199" y="371"/>
                    <a:pt x="244" y="382"/>
                    <a:pt x="289" y="382"/>
                  </a:cubicBezTo>
                  <a:cubicBezTo>
                    <a:pt x="306" y="382"/>
                    <a:pt x="322" y="380"/>
                    <a:pt x="339" y="377"/>
                  </a:cubicBezTo>
                  <a:cubicBezTo>
                    <a:pt x="357" y="373"/>
                    <a:pt x="375" y="367"/>
                    <a:pt x="393" y="361"/>
                  </a:cubicBezTo>
                  <a:cubicBezTo>
                    <a:pt x="436" y="345"/>
                    <a:pt x="478" y="328"/>
                    <a:pt x="513" y="297"/>
                  </a:cubicBezTo>
                  <a:cubicBezTo>
                    <a:pt x="560" y="252"/>
                    <a:pt x="586" y="178"/>
                    <a:pt x="567" y="115"/>
                  </a:cubicBezTo>
                  <a:cubicBezTo>
                    <a:pt x="566" y="111"/>
                    <a:pt x="565" y="106"/>
                    <a:pt x="564" y="102"/>
                  </a:cubicBezTo>
                  <a:cubicBezTo>
                    <a:pt x="557" y="82"/>
                    <a:pt x="548" y="63"/>
                    <a:pt x="532" y="48"/>
                  </a:cubicBezTo>
                  <a:cubicBezTo>
                    <a:pt x="515" y="32"/>
                    <a:pt x="498" y="25"/>
                    <a:pt x="477" y="15"/>
                  </a:cubicBezTo>
                  <a:lnTo>
                    <a:pt x="477" y="15"/>
                  </a:lnTo>
                  <a:cubicBezTo>
                    <a:pt x="482" y="18"/>
                    <a:pt x="488" y="20"/>
                    <a:pt x="493" y="22"/>
                  </a:cubicBezTo>
                  <a:lnTo>
                    <a:pt x="493" y="22"/>
                  </a:lnTo>
                  <a:cubicBezTo>
                    <a:pt x="469" y="12"/>
                    <a:pt x="445" y="1"/>
                    <a:pt x="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9"/>
            <p:cNvSpPr/>
            <p:nvPr/>
          </p:nvSpPr>
          <p:spPr>
            <a:xfrm>
              <a:off x="6146116" y="987015"/>
              <a:ext cx="9736" cy="12451"/>
            </a:xfrm>
            <a:custGeom>
              <a:avLst/>
              <a:gdLst/>
              <a:ahLst/>
              <a:cxnLst/>
              <a:rect l="l" t="t" r="r" b="b"/>
              <a:pathLst>
                <a:path w="312" h="399" extrusionOk="0">
                  <a:moveTo>
                    <a:pt x="204" y="0"/>
                  </a:moveTo>
                  <a:cubicBezTo>
                    <a:pt x="197" y="0"/>
                    <a:pt x="189" y="1"/>
                    <a:pt x="182" y="4"/>
                  </a:cubicBezTo>
                  <a:cubicBezTo>
                    <a:pt x="174" y="7"/>
                    <a:pt x="165" y="9"/>
                    <a:pt x="157" y="12"/>
                  </a:cubicBezTo>
                  <a:cubicBezTo>
                    <a:pt x="138" y="21"/>
                    <a:pt x="120" y="29"/>
                    <a:pt x="105" y="43"/>
                  </a:cubicBezTo>
                  <a:cubicBezTo>
                    <a:pt x="96" y="52"/>
                    <a:pt x="89" y="63"/>
                    <a:pt x="82" y="73"/>
                  </a:cubicBezTo>
                  <a:cubicBezTo>
                    <a:pt x="77" y="78"/>
                    <a:pt x="73" y="84"/>
                    <a:pt x="70" y="89"/>
                  </a:cubicBezTo>
                  <a:cubicBezTo>
                    <a:pt x="62" y="100"/>
                    <a:pt x="54" y="111"/>
                    <a:pt x="46" y="122"/>
                  </a:cubicBezTo>
                  <a:cubicBezTo>
                    <a:pt x="42" y="128"/>
                    <a:pt x="38" y="133"/>
                    <a:pt x="35" y="138"/>
                  </a:cubicBezTo>
                  <a:cubicBezTo>
                    <a:pt x="18" y="163"/>
                    <a:pt x="15" y="190"/>
                    <a:pt x="12" y="219"/>
                  </a:cubicBezTo>
                  <a:cubicBezTo>
                    <a:pt x="8" y="250"/>
                    <a:pt x="0" y="287"/>
                    <a:pt x="8" y="317"/>
                  </a:cubicBezTo>
                  <a:cubicBezTo>
                    <a:pt x="17" y="348"/>
                    <a:pt x="53" y="399"/>
                    <a:pt x="90" y="399"/>
                  </a:cubicBezTo>
                  <a:lnTo>
                    <a:pt x="107" y="399"/>
                  </a:lnTo>
                  <a:cubicBezTo>
                    <a:pt x="142" y="399"/>
                    <a:pt x="173" y="388"/>
                    <a:pt x="197" y="363"/>
                  </a:cubicBezTo>
                  <a:cubicBezTo>
                    <a:pt x="214" y="346"/>
                    <a:pt x="230" y="328"/>
                    <a:pt x="245" y="311"/>
                  </a:cubicBezTo>
                  <a:cubicBezTo>
                    <a:pt x="265" y="290"/>
                    <a:pt x="277" y="270"/>
                    <a:pt x="285" y="242"/>
                  </a:cubicBezTo>
                  <a:cubicBezTo>
                    <a:pt x="286" y="235"/>
                    <a:pt x="287" y="228"/>
                    <a:pt x="289" y="222"/>
                  </a:cubicBezTo>
                  <a:lnTo>
                    <a:pt x="296" y="187"/>
                  </a:lnTo>
                  <a:cubicBezTo>
                    <a:pt x="304" y="158"/>
                    <a:pt x="312" y="125"/>
                    <a:pt x="302" y="95"/>
                  </a:cubicBezTo>
                  <a:cubicBezTo>
                    <a:pt x="299" y="86"/>
                    <a:pt x="295" y="76"/>
                    <a:pt x="291" y="66"/>
                  </a:cubicBezTo>
                  <a:cubicBezTo>
                    <a:pt x="283" y="45"/>
                    <a:pt x="271" y="24"/>
                    <a:pt x="250" y="12"/>
                  </a:cubicBezTo>
                  <a:cubicBezTo>
                    <a:pt x="237" y="5"/>
                    <a:pt x="220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9"/>
            <p:cNvSpPr/>
            <p:nvPr/>
          </p:nvSpPr>
          <p:spPr>
            <a:xfrm>
              <a:off x="6315372" y="986017"/>
              <a:ext cx="26930" cy="25338"/>
            </a:xfrm>
            <a:custGeom>
              <a:avLst/>
              <a:gdLst/>
              <a:ahLst/>
              <a:cxnLst/>
              <a:rect l="l" t="t" r="r" b="b"/>
              <a:pathLst>
                <a:path w="863" h="812" extrusionOk="0">
                  <a:moveTo>
                    <a:pt x="395" y="1"/>
                  </a:moveTo>
                  <a:cubicBezTo>
                    <a:pt x="390" y="1"/>
                    <a:pt x="385" y="1"/>
                    <a:pt x="380" y="2"/>
                  </a:cubicBezTo>
                  <a:cubicBezTo>
                    <a:pt x="350" y="4"/>
                    <a:pt x="319" y="9"/>
                    <a:pt x="288" y="13"/>
                  </a:cubicBezTo>
                  <a:cubicBezTo>
                    <a:pt x="284" y="14"/>
                    <a:pt x="280" y="15"/>
                    <a:pt x="276" y="16"/>
                  </a:cubicBezTo>
                  <a:cubicBezTo>
                    <a:pt x="272" y="17"/>
                    <a:pt x="269" y="18"/>
                    <a:pt x="265" y="19"/>
                  </a:cubicBezTo>
                  <a:cubicBezTo>
                    <a:pt x="244" y="27"/>
                    <a:pt x="209" y="41"/>
                    <a:pt x="189" y="52"/>
                  </a:cubicBezTo>
                  <a:cubicBezTo>
                    <a:pt x="187" y="53"/>
                    <a:pt x="185" y="54"/>
                    <a:pt x="183" y="55"/>
                  </a:cubicBezTo>
                  <a:cubicBezTo>
                    <a:pt x="154" y="71"/>
                    <a:pt x="127" y="92"/>
                    <a:pt x="105" y="115"/>
                  </a:cubicBezTo>
                  <a:cubicBezTo>
                    <a:pt x="105" y="114"/>
                    <a:pt x="105" y="114"/>
                    <a:pt x="105" y="114"/>
                  </a:cubicBezTo>
                  <a:lnTo>
                    <a:pt x="105" y="114"/>
                  </a:lnTo>
                  <a:cubicBezTo>
                    <a:pt x="107" y="114"/>
                    <a:pt x="66" y="161"/>
                    <a:pt x="53" y="184"/>
                  </a:cubicBezTo>
                  <a:cubicBezTo>
                    <a:pt x="47" y="193"/>
                    <a:pt x="36" y="223"/>
                    <a:pt x="35" y="225"/>
                  </a:cubicBezTo>
                  <a:lnTo>
                    <a:pt x="35" y="225"/>
                  </a:lnTo>
                  <a:cubicBezTo>
                    <a:pt x="32" y="233"/>
                    <a:pt x="21" y="253"/>
                    <a:pt x="18" y="267"/>
                  </a:cubicBezTo>
                  <a:cubicBezTo>
                    <a:pt x="1" y="335"/>
                    <a:pt x="6" y="380"/>
                    <a:pt x="17" y="447"/>
                  </a:cubicBezTo>
                  <a:cubicBezTo>
                    <a:pt x="20" y="466"/>
                    <a:pt x="29" y="482"/>
                    <a:pt x="36" y="500"/>
                  </a:cubicBezTo>
                  <a:cubicBezTo>
                    <a:pt x="57" y="549"/>
                    <a:pt x="64" y="567"/>
                    <a:pt x="107" y="611"/>
                  </a:cubicBezTo>
                  <a:cubicBezTo>
                    <a:pt x="112" y="615"/>
                    <a:pt x="116" y="618"/>
                    <a:pt x="121" y="622"/>
                  </a:cubicBezTo>
                  <a:cubicBezTo>
                    <a:pt x="125" y="626"/>
                    <a:pt x="131" y="631"/>
                    <a:pt x="137" y="635"/>
                  </a:cubicBezTo>
                  <a:cubicBezTo>
                    <a:pt x="150" y="654"/>
                    <a:pt x="167" y="673"/>
                    <a:pt x="180" y="690"/>
                  </a:cubicBezTo>
                  <a:cubicBezTo>
                    <a:pt x="183" y="693"/>
                    <a:pt x="186" y="696"/>
                    <a:pt x="189" y="700"/>
                  </a:cubicBezTo>
                  <a:cubicBezTo>
                    <a:pt x="200" y="711"/>
                    <a:pt x="214" y="722"/>
                    <a:pt x="229" y="731"/>
                  </a:cubicBezTo>
                  <a:cubicBezTo>
                    <a:pt x="252" y="754"/>
                    <a:pt x="280" y="771"/>
                    <a:pt x="311" y="779"/>
                  </a:cubicBezTo>
                  <a:cubicBezTo>
                    <a:pt x="326" y="790"/>
                    <a:pt x="342" y="796"/>
                    <a:pt x="359" y="798"/>
                  </a:cubicBezTo>
                  <a:cubicBezTo>
                    <a:pt x="392" y="803"/>
                    <a:pt x="424" y="807"/>
                    <a:pt x="458" y="812"/>
                  </a:cubicBezTo>
                  <a:lnTo>
                    <a:pt x="469" y="812"/>
                  </a:lnTo>
                  <a:cubicBezTo>
                    <a:pt x="507" y="811"/>
                    <a:pt x="547" y="807"/>
                    <a:pt x="584" y="795"/>
                  </a:cubicBezTo>
                  <a:cubicBezTo>
                    <a:pt x="615" y="784"/>
                    <a:pt x="647" y="774"/>
                    <a:pt x="676" y="756"/>
                  </a:cubicBezTo>
                  <a:cubicBezTo>
                    <a:pt x="677" y="755"/>
                    <a:pt x="679" y="754"/>
                    <a:pt x="680" y="753"/>
                  </a:cubicBezTo>
                  <a:cubicBezTo>
                    <a:pt x="690" y="747"/>
                    <a:pt x="743" y="707"/>
                    <a:pt x="751" y="697"/>
                  </a:cubicBezTo>
                  <a:lnTo>
                    <a:pt x="755" y="694"/>
                  </a:lnTo>
                  <a:cubicBezTo>
                    <a:pt x="755" y="694"/>
                    <a:pt x="756" y="693"/>
                    <a:pt x="756" y="692"/>
                  </a:cubicBezTo>
                  <a:cubicBezTo>
                    <a:pt x="774" y="669"/>
                    <a:pt x="792" y="646"/>
                    <a:pt x="810" y="623"/>
                  </a:cubicBezTo>
                  <a:lnTo>
                    <a:pt x="813" y="619"/>
                  </a:lnTo>
                  <a:cubicBezTo>
                    <a:pt x="817" y="611"/>
                    <a:pt x="845" y="545"/>
                    <a:pt x="848" y="535"/>
                  </a:cubicBezTo>
                  <a:cubicBezTo>
                    <a:pt x="848" y="534"/>
                    <a:pt x="848" y="533"/>
                    <a:pt x="849" y="532"/>
                  </a:cubicBezTo>
                  <a:cubicBezTo>
                    <a:pt x="851" y="523"/>
                    <a:pt x="861" y="450"/>
                    <a:pt x="861" y="440"/>
                  </a:cubicBezTo>
                  <a:cubicBezTo>
                    <a:pt x="862" y="439"/>
                    <a:pt x="861" y="437"/>
                    <a:pt x="861" y="436"/>
                  </a:cubicBezTo>
                  <a:cubicBezTo>
                    <a:pt x="862" y="429"/>
                    <a:pt x="863" y="421"/>
                    <a:pt x="863" y="416"/>
                  </a:cubicBezTo>
                  <a:cubicBezTo>
                    <a:pt x="863" y="414"/>
                    <a:pt x="863" y="412"/>
                    <a:pt x="863" y="409"/>
                  </a:cubicBezTo>
                  <a:cubicBezTo>
                    <a:pt x="861" y="394"/>
                    <a:pt x="859" y="379"/>
                    <a:pt x="857" y="366"/>
                  </a:cubicBezTo>
                  <a:cubicBezTo>
                    <a:pt x="856" y="350"/>
                    <a:pt x="854" y="334"/>
                    <a:pt x="850" y="319"/>
                  </a:cubicBezTo>
                  <a:cubicBezTo>
                    <a:pt x="849" y="318"/>
                    <a:pt x="849" y="315"/>
                    <a:pt x="848" y="313"/>
                  </a:cubicBezTo>
                  <a:cubicBezTo>
                    <a:pt x="848" y="312"/>
                    <a:pt x="848" y="311"/>
                    <a:pt x="847" y="310"/>
                  </a:cubicBezTo>
                  <a:cubicBezTo>
                    <a:pt x="837" y="284"/>
                    <a:pt x="825" y="259"/>
                    <a:pt x="815" y="233"/>
                  </a:cubicBezTo>
                  <a:cubicBezTo>
                    <a:pt x="806" y="215"/>
                    <a:pt x="793" y="201"/>
                    <a:pt x="781" y="186"/>
                  </a:cubicBezTo>
                  <a:cubicBezTo>
                    <a:pt x="766" y="166"/>
                    <a:pt x="754" y="149"/>
                    <a:pt x="735" y="133"/>
                  </a:cubicBezTo>
                  <a:cubicBezTo>
                    <a:pt x="709" y="112"/>
                    <a:pt x="677" y="83"/>
                    <a:pt x="643" y="66"/>
                  </a:cubicBezTo>
                  <a:cubicBezTo>
                    <a:pt x="611" y="50"/>
                    <a:pt x="577" y="36"/>
                    <a:pt x="543" y="23"/>
                  </a:cubicBezTo>
                  <a:cubicBezTo>
                    <a:pt x="534" y="20"/>
                    <a:pt x="525" y="17"/>
                    <a:pt x="516" y="16"/>
                  </a:cubicBezTo>
                  <a:cubicBezTo>
                    <a:pt x="480" y="9"/>
                    <a:pt x="444" y="5"/>
                    <a:pt x="409" y="2"/>
                  </a:cubicBezTo>
                  <a:cubicBezTo>
                    <a:pt x="404" y="1"/>
                    <a:pt x="399" y="1"/>
                    <a:pt x="395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9"/>
            <p:cNvSpPr/>
            <p:nvPr/>
          </p:nvSpPr>
          <p:spPr>
            <a:xfrm>
              <a:off x="6347076" y="968043"/>
              <a:ext cx="16819" cy="15759"/>
            </a:xfrm>
            <a:custGeom>
              <a:avLst/>
              <a:gdLst/>
              <a:ahLst/>
              <a:cxnLst/>
              <a:rect l="l" t="t" r="r" b="b"/>
              <a:pathLst>
                <a:path w="539" h="505" extrusionOk="0">
                  <a:moveTo>
                    <a:pt x="284" y="0"/>
                  </a:moveTo>
                  <a:cubicBezTo>
                    <a:pt x="267" y="0"/>
                    <a:pt x="250" y="2"/>
                    <a:pt x="231" y="8"/>
                  </a:cubicBezTo>
                  <a:cubicBezTo>
                    <a:pt x="211" y="15"/>
                    <a:pt x="189" y="26"/>
                    <a:pt x="170" y="34"/>
                  </a:cubicBezTo>
                  <a:cubicBezTo>
                    <a:pt x="164" y="37"/>
                    <a:pt x="158" y="40"/>
                    <a:pt x="152" y="43"/>
                  </a:cubicBezTo>
                  <a:cubicBezTo>
                    <a:pt x="146" y="45"/>
                    <a:pt x="140" y="48"/>
                    <a:pt x="135" y="50"/>
                  </a:cubicBezTo>
                  <a:cubicBezTo>
                    <a:pt x="113" y="60"/>
                    <a:pt x="105" y="65"/>
                    <a:pt x="79" y="91"/>
                  </a:cubicBezTo>
                  <a:cubicBezTo>
                    <a:pt x="53" y="117"/>
                    <a:pt x="21" y="163"/>
                    <a:pt x="14" y="200"/>
                  </a:cubicBezTo>
                  <a:cubicBezTo>
                    <a:pt x="13" y="210"/>
                    <a:pt x="12" y="220"/>
                    <a:pt x="10" y="230"/>
                  </a:cubicBezTo>
                  <a:cubicBezTo>
                    <a:pt x="2" y="257"/>
                    <a:pt x="1" y="285"/>
                    <a:pt x="7" y="313"/>
                  </a:cubicBezTo>
                  <a:cubicBezTo>
                    <a:pt x="8" y="341"/>
                    <a:pt x="17" y="367"/>
                    <a:pt x="31" y="391"/>
                  </a:cubicBezTo>
                  <a:cubicBezTo>
                    <a:pt x="43" y="405"/>
                    <a:pt x="53" y="419"/>
                    <a:pt x="65" y="433"/>
                  </a:cubicBezTo>
                  <a:cubicBezTo>
                    <a:pt x="91" y="459"/>
                    <a:pt x="121" y="477"/>
                    <a:pt x="157" y="486"/>
                  </a:cubicBezTo>
                  <a:cubicBezTo>
                    <a:pt x="165" y="490"/>
                    <a:pt x="174" y="493"/>
                    <a:pt x="183" y="496"/>
                  </a:cubicBezTo>
                  <a:cubicBezTo>
                    <a:pt x="202" y="501"/>
                    <a:pt x="221" y="504"/>
                    <a:pt x="239" y="504"/>
                  </a:cubicBezTo>
                  <a:cubicBezTo>
                    <a:pt x="252" y="504"/>
                    <a:pt x="265" y="503"/>
                    <a:pt x="278" y="500"/>
                  </a:cubicBezTo>
                  <a:cubicBezTo>
                    <a:pt x="291" y="500"/>
                    <a:pt x="302" y="498"/>
                    <a:pt x="314" y="495"/>
                  </a:cubicBezTo>
                  <a:lnTo>
                    <a:pt x="371" y="470"/>
                  </a:lnTo>
                  <a:cubicBezTo>
                    <a:pt x="389" y="458"/>
                    <a:pt x="406" y="445"/>
                    <a:pt x="422" y="431"/>
                  </a:cubicBezTo>
                  <a:cubicBezTo>
                    <a:pt x="427" y="427"/>
                    <a:pt x="432" y="423"/>
                    <a:pt x="437" y="418"/>
                  </a:cubicBezTo>
                  <a:cubicBezTo>
                    <a:pt x="441" y="415"/>
                    <a:pt x="446" y="411"/>
                    <a:pt x="451" y="407"/>
                  </a:cubicBezTo>
                  <a:cubicBezTo>
                    <a:pt x="453" y="405"/>
                    <a:pt x="456" y="403"/>
                    <a:pt x="459" y="401"/>
                  </a:cubicBezTo>
                  <a:cubicBezTo>
                    <a:pt x="471" y="384"/>
                    <a:pt x="483" y="368"/>
                    <a:pt x="496" y="352"/>
                  </a:cubicBezTo>
                  <a:cubicBezTo>
                    <a:pt x="504" y="334"/>
                    <a:pt x="513" y="314"/>
                    <a:pt x="520" y="294"/>
                  </a:cubicBezTo>
                  <a:cubicBezTo>
                    <a:pt x="523" y="284"/>
                    <a:pt x="526" y="275"/>
                    <a:pt x="529" y="266"/>
                  </a:cubicBezTo>
                  <a:cubicBezTo>
                    <a:pt x="538" y="238"/>
                    <a:pt x="539" y="211"/>
                    <a:pt x="533" y="184"/>
                  </a:cubicBezTo>
                  <a:cubicBezTo>
                    <a:pt x="531" y="157"/>
                    <a:pt x="523" y="131"/>
                    <a:pt x="508" y="108"/>
                  </a:cubicBezTo>
                  <a:cubicBezTo>
                    <a:pt x="498" y="94"/>
                    <a:pt x="487" y="79"/>
                    <a:pt x="476" y="66"/>
                  </a:cubicBezTo>
                  <a:cubicBezTo>
                    <a:pt x="451" y="41"/>
                    <a:pt x="421" y="23"/>
                    <a:pt x="385" y="12"/>
                  </a:cubicBezTo>
                  <a:cubicBezTo>
                    <a:pt x="377" y="11"/>
                    <a:pt x="367" y="10"/>
                    <a:pt x="358" y="8"/>
                  </a:cubicBezTo>
                  <a:cubicBezTo>
                    <a:pt x="330" y="4"/>
                    <a:pt x="307" y="0"/>
                    <a:pt x="28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9"/>
            <p:cNvSpPr/>
            <p:nvPr/>
          </p:nvSpPr>
          <p:spPr>
            <a:xfrm>
              <a:off x="6337746" y="1085280"/>
              <a:ext cx="41471" cy="31517"/>
            </a:xfrm>
            <a:custGeom>
              <a:avLst/>
              <a:gdLst/>
              <a:ahLst/>
              <a:cxnLst/>
              <a:rect l="l" t="t" r="r" b="b"/>
              <a:pathLst>
                <a:path w="1329" h="1010" extrusionOk="0">
                  <a:moveTo>
                    <a:pt x="389" y="1"/>
                  </a:moveTo>
                  <a:cubicBezTo>
                    <a:pt x="370" y="1"/>
                    <a:pt x="350" y="3"/>
                    <a:pt x="331" y="7"/>
                  </a:cubicBezTo>
                  <a:cubicBezTo>
                    <a:pt x="259" y="17"/>
                    <a:pt x="184" y="46"/>
                    <a:pt x="133" y="102"/>
                  </a:cubicBezTo>
                  <a:cubicBezTo>
                    <a:pt x="30" y="215"/>
                    <a:pt x="0" y="382"/>
                    <a:pt x="80" y="518"/>
                  </a:cubicBezTo>
                  <a:cubicBezTo>
                    <a:pt x="167" y="668"/>
                    <a:pt x="287" y="788"/>
                    <a:pt x="431" y="884"/>
                  </a:cubicBezTo>
                  <a:cubicBezTo>
                    <a:pt x="475" y="915"/>
                    <a:pt x="529" y="933"/>
                    <a:pt x="578" y="951"/>
                  </a:cubicBezTo>
                  <a:cubicBezTo>
                    <a:pt x="604" y="962"/>
                    <a:pt x="632" y="971"/>
                    <a:pt x="660" y="979"/>
                  </a:cubicBezTo>
                  <a:cubicBezTo>
                    <a:pt x="689" y="986"/>
                    <a:pt x="720" y="992"/>
                    <a:pt x="750" y="996"/>
                  </a:cubicBezTo>
                  <a:cubicBezTo>
                    <a:pt x="778" y="1001"/>
                    <a:pt x="812" y="1009"/>
                    <a:pt x="841" y="1009"/>
                  </a:cubicBezTo>
                  <a:cubicBezTo>
                    <a:pt x="892" y="1008"/>
                    <a:pt x="950" y="993"/>
                    <a:pt x="995" y="967"/>
                  </a:cubicBezTo>
                  <a:cubicBezTo>
                    <a:pt x="999" y="964"/>
                    <a:pt x="1003" y="960"/>
                    <a:pt x="1007" y="957"/>
                  </a:cubicBezTo>
                  <a:cubicBezTo>
                    <a:pt x="1010" y="956"/>
                    <a:pt x="1012" y="956"/>
                    <a:pt x="1015" y="956"/>
                  </a:cubicBezTo>
                  <a:cubicBezTo>
                    <a:pt x="1017" y="956"/>
                    <a:pt x="1019" y="956"/>
                    <a:pt x="1021" y="956"/>
                  </a:cubicBezTo>
                  <a:cubicBezTo>
                    <a:pt x="1067" y="954"/>
                    <a:pt x="1110" y="940"/>
                    <a:pt x="1150" y="914"/>
                  </a:cubicBezTo>
                  <a:cubicBezTo>
                    <a:pt x="1221" y="872"/>
                    <a:pt x="1290" y="790"/>
                    <a:pt x="1309" y="708"/>
                  </a:cubicBezTo>
                  <a:cubicBezTo>
                    <a:pt x="1329" y="620"/>
                    <a:pt x="1324" y="520"/>
                    <a:pt x="1273" y="442"/>
                  </a:cubicBezTo>
                  <a:cubicBezTo>
                    <a:pt x="1234" y="381"/>
                    <a:pt x="1181" y="335"/>
                    <a:pt x="1117" y="305"/>
                  </a:cubicBezTo>
                  <a:lnTo>
                    <a:pt x="1117" y="305"/>
                  </a:lnTo>
                  <a:cubicBezTo>
                    <a:pt x="1118" y="306"/>
                    <a:pt x="1119" y="306"/>
                    <a:pt x="1120" y="307"/>
                  </a:cubicBezTo>
                  <a:cubicBezTo>
                    <a:pt x="1074" y="287"/>
                    <a:pt x="1031" y="263"/>
                    <a:pt x="985" y="242"/>
                  </a:cubicBezTo>
                  <a:lnTo>
                    <a:pt x="842" y="178"/>
                  </a:lnTo>
                  <a:cubicBezTo>
                    <a:pt x="745" y="135"/>
                    <a:pt x="647" y="91"/>
                    <a:pt x="550" y="48"/>
                  </a:cubicBezTo>
                  <a:cubicBezTo>
                    <a:pt x="523" y="37"/>
                    <a:pt x="496" y="24"/>
                    <a:pt x="468" y="13"/>
                  </a:cubicBezTo>
                  <a:cubicBezTo>
                    <a:pt x="442" y="5"/>
                    <a:pt x="415" y="1"/>
                    <a:pt x="38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9"/>
            <p:cNvSpPr/>
            <p:nvPr/>
          </p:nvSpPr>
          <p:spPr>
            <a:xfrm>
              <a:off x="6386613" y="1081098"/>
              <a:ext cx="13761" cy="13075"/>
            </a:xfrm>
            <a:custGeom>
              <a:avLst/>
              <a:gdLst/>
              <a:ahLst/>
              <a:cxnLst/>
              <a:rect l="l" t="t" r="r" b="b"/>
              <a:pathLst>
                <a:path w="441" h="419" extrusionOk="0">
                  <a:moveTo>
                    <a:pt x="233" y="0"/>
                  </a:moveTo>
                  <a:cubicBezTo>
                    <a:pt x="197" y="0"/>
                    <a:pt x="161" y="10"/>
                    <a:pt x="129" y="29"/>
                  </a:cubicBezTo>
                  <a:cubicBezTo>
                    <a:pt x="127" y="32"/>
                    <a:pt x="124" y="33"/>
                    <a:pt x="121" y="35"/>
                  </a:cubicBezTo>
                  <a:cubicBezTo>
                    <a:pt x="114" y="38"/>
                    <a:pt x="108" y="42"/>
                    <a:pt x="103" y="45"/>
                  </a:cubicBezTo>
                  <a:cubicBezTo>
                    <a:pt x="79" y="58"/>
                    <a:pt x="60" y="75"/>
                    <a:pt x="46" y="97"/>
                  </a:cubicBezTo>
                  <a:cubicBezTo>
                    <a:pt x="28" y="116"/>
                    <a:pt x="16" y="139"/>
                    <a:pt x="10" y="165"/>
                  </a:cubicBezTo>
                  <a:cubicBezTo>
                    <a:pt x="2" y="192"/>
                    <a:pt x="0" y="219"/>
                    <a:pt x="7" y="245"/>
                  </a:cubicBezTo>
                  <a:cubicBezTo>
                    <a:pt x="8" y="272"/>
                    <a:pt x="16" y="296"/>
                    <a:pt x="31" y="319"/>
                  </a:cubicBezTo>
                  <a:cubicBezTo>
                    <a:pt x="41" y="333"/>
                    <a:pt x="52" y="347"/>
                    <a:pt x="62" y="360"/>
                  </a:cubicBezTo>
                  <a:cubicBezTo>
                    <a:pt x="87" y="385"/>
                    <a:pt x="116" y="402"/>
                    <a:pt x="150" y="412"/>
                  </a:cubicBezTo>
                  <a:cubicBezTo>
                    <a:pt x="168" y="415"/>
                    <a:pt x="185" y="417"/>
                    <a:pt x="203" y="419"/>
                  </a:cubicBezTo>
                  <a:cubicBezTo>
                    <a:pt x="240" y="419"/>
                    <a:pt x="273" y="410"/>
                    <a:pt x="305" y="392"/>
                  </a:cubicBezTo>
                  <a:cubicBezTo>
                    <a:pt x="311" y="388"/>
                    <a:pt x="317" y="385"/>
                    <a:pt x="323" y="381"/>
                  </a:cubicBezTo>
                  <a:cubicBezTo>
                    <a:pt x="326" y="379"/>
                    <a:pt x="329" y="378"/>
                    <a:pt x="332" y="376"/>
                  </a:cubicBezTo>
                  <a:cubicBezTo>
                    <a:pt x="378" y="349"/>
                    <a:pt x="412" y="307"/>
                    <a:pt x="426" y="254"/>
                  </a:cubicBezTo>
                  <a:cubicBezTo>
                    <a:pt x="441" y="205"/>
                    <a:pt x="435" y="145"/>
                    <a:pt x="407" y="99"/>
                  </a:cubicBezTo>
                  <a:cubicBezTo>
                    <a:pt x="382" y="55"/>
                    <a:pt x="334" y="21"/>
                    <a:pt x="286" y="7"/>
                  </a:cubicBezTo>
                  <a:cubicBezTo>
                    <a:pt x="269" y="3"/>
                    <a:pt x="251" y="0"/>
                    <a:pt x="23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1" name="Google Shape;1531;p49"/>
          <p:cNvGrpSpPr/>
          <p:nvPr/>
        </p:nvGrpSpPr>
        <p:grpSpPr>
          <a:xfrm>
            <a:off x="3109285" y="1225790"/>
            <a:ext cx="1304923" cy="1223709"/>
            <a:chOff x="6351976" y="66530"/>
            <a:chExt cx="281282" cy="263776"/>
          </a:xfrm>
        </p:grpSpPr>
        <p:sp>
          <p:nvSpPr>
            <p:cNvPr id="1532" name="Google Shape;1532;p49"/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9"/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9"/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9"/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9"/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9"/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9"/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9"/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9"/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9"/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9"/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9"/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9"/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9"/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9"/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9"/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9"/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9"/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9"/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9"/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9"/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9"/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9"/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9"/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1090;p47">
            <a:extLst>
              <a:ext uri="{FF2B5EF4-FFF2-40B4-BE49-F238E27FC236}">
                <a16:creationId xmlns:a16="http://schemas.microsoft.com/office/drawing/2014/main" id="{49CEB8FA-5BEC-7139-6B3F-631ADDFB91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207">
            <a:off x="2860180" y="4191761"/>
            <a:ext cx="4971900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</a:pPr>
            <a:r>
              <a:rPr lang="pt-BR" dirty="0"/>
              <a:t>Cada forno possui sua própria fila independente.</a:t>
            </a:r>
            <a:endParaRPr dirty="0"/>
          </a:p>
        </p:txBody>
      </p:sp>
      <p:sp>
        <p:nvSpPr>
          <p:cNvPr id="11" name="Google Shape;1091;p47">
            <a:extLst>
              <a:ext uri="{FF2B5EF4-FFF2-40B4-BE49-F238E27FC236}">
                <a16:creationId xmlns:a16="http://schemas.microsoft.com/office/drawing/2014/main" id="{4961E862-ED50-93C2-77F0-016B09261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60199" y="2794831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pt-BR" sz="3600" dirty="0"/>
              <a:t>Múltiplas Filas + Múltiplos Fornos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>
          <a:extLst>
            <a:ext uri="{FF2B5EF4-FFF2-40B4-BE49-F238E27FC236}">
              <a16:creationId xmlns:a16="http://schemas.microsoft.com/office/drawing/2014/main" id="{4362D01B-D03F-CF8C-57C5-0D4023A7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>
            <a:extLst>
              <a:ext uri="{FF2B5EF4-FFF2-40B4-BE49-F238E27FC236}">
                <a16:creationId xmlns:a16="http://schemas.microsoft.com/office/drawing/2014/main" id="{D80CB38F-FF26-0BAB-D8C3-D426845049B0}"/>
              </a:ext>
            </a:extLst>
          </p:cNvPr>
          <p:cNvSpPr/>
          <p:nvPr/>
        </p:nvSpPr>
        <p:spPr>
          <a:xfrm>
            <a:off x="437566" y="486272"/>
            <a:ext cx="3852300" cy="3852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51">
            <a:extLst>
              <a:ext uri="{FF2B5EF4-FFF2-40B4-BE49-F238E27FC236}">
                <a16:creationId xmlns:a16="http://schemas.microsoft.com/office/drawing/2014/main" id="{342342B7-2C27-3AB0-F9D3-3F24C5F1A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0465" y="611924"/>
            <a:ext cx="3982271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Múltiplas Filas + Múltiplos Fornos</a:t>
            </a:r>
            <a:endParaRPr dirty="0"/>
          </a:p>
        </p:txBody>
      </p:sp>
      <p:sp>
        <p:nvSpPr>
          <p:cNvPr id="1594" name="Google Shape;1594;p51">
            <a:extLst>
              <a:ext uri="{FF2B5EF4-FFF2-40B4-BE49-F238E27FC236}">
                <a16:creationId xmlns:a16="http://schemas.microsoft.com/office/drawing/2014/main" id="{6654E57A-E874-39D3-7A0C-B598541BBE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-296">
            <a:off x="4639886" y="1748252"/>
            <a:ext cx="3783431" cy="2518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dirty="0"/>
              <a:t>Os lotes precisam escolher qual fila entrar e cada forno segue seu próprio fluxo.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br>
              <a:rPr lang="pt-BR" dirty="0"/>
            </a:br>
            <a:r>
              <a:rPr lang="pt-BR" dirty="0"/>
              <a:t>Essa arquitetura revela desigualdades naturais entre filas e gargalos específicos.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br>
              <a:rPr lang="pt-BR" dirty="0"/>
            </a:br>
            <a:r>
              <a:rPr lang="pt-BR" dirty="0"/>
              <a:t>Boa para simular ambientes reais onde os fornos ficam separados fisicamente ou possuem comportamentos distintos.</a:t>
            </a:r>
            <a:endParaRPr dirty="0"/>
          </a:p>
        </p:txBody>
      </p: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3C7119C8-8AC3-8607-50D1-1E9523F70B3C}"/>
              </a:ext>
            </a:extLst>
          </p:cNvPr>
          <p:cNvGrpSpPr/>
          <p:nvPr/>
        </p:nvGrpSpPr>
        <p:grpSpPr>
          <a:xfrm rot="3953491">
            <a:off x="123012" y="269144"/>
            <a:ext cx="815393" cy="671251"/>
            <a:chOff x="1681288" y="1393055"/>
            <a:chExt cx="116536" cy="9593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49257462-5F78-EAB6-F004-5551E615FA1C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161BA89B-3EDB-0362-F822-327FCD42809D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73269366-2537-4909-B952-B901CB25552E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6" name="Google Shape;1596;p51">
            <a:extLst>
              <a:ext uri="{FF2B5EF4-FFF2-40B4-BE49-F238E27FC236}">
                <a16:creationId xmlns:a16="http://schemas.microsoft.com/office/drawing/2014/main" id="{ACFF2533-97D3-3410-4C72-D90D62841185}"/>
              </a:ext>
            </a:extLst>
          </p:cNvPr>
          <p:cNvGrpSpPr/>
          <p:nvPr/>
        </p:nvGrpSpPr>
        <p:grpSpPr>
          <a:xfrm rot="7046616" flipH="1">
            <a:off x="950025" y="3471929"/>
            <a:ext cx="1299698" cy="1944490"/>
            <a:chOff x="2915088" y="1067493"/>
            <a:chExt cx="250763" cy="375147"/>
          </a:xfrm>
        </p:grpSpPr>
        <p:sp>
          <p:nvSpPr>
            <p:cNvPr id="1597" name="Google Shape;1597;p51">
              <a:extLst>
                <a:ext uri="{FF2B5EF4-FFF2-40B4-BE49-F238E27FC236}">
                  <a16:creationId xmlns:a16="http://schemas.microsoft.com/office/drawing/2014/main" id="{4C3681A0-EB80-01E1-E76E-A8D78C9D2D61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>
              <a:extLst>
                <a:ext uri="{FF2B5EF4-FFF2-40B4-BE49-F238E27FC236}">
                  <a16:creationId xmlns:a16="http://schemas.microsoft.com/office/drawing/2014/main" id="{548F5EF2-3293-9AB2-6875-99E896C15144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>
              <a:extLst>
                <a:ext uri="{FF2B5EF4-FFF2-40B4-BE49-F238E27FC236}">
                  <a16:creationId xmlns:a16="http://schemas.microsoft.com/office/drawing/2014/main" id="{C9486AFE-CAEE-E5EB-2408-C7C329ECD8CC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>
              <a:extLst>
                <a:ext uri="{FF2B5EF4-FFF2-40B4-BE49-F238E27FC236}">
                  <a16:creationId xmlns:a16="http://schemas.microsoft.com/office/drawing/2014/main" id="{E8CC0F9A-4452-1A71-EF16-0B6FA88E14CD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>
              <a:extLst>
                <a:ext uri="{FF2B5EF4-FFF2-40B4-BE49-F238E27FC236}">
                  <a16:creationId xmlns:a16="http://schemas.microsoft.com/office/drawing/2014/main" id="{E0F98C8E-6B29-1B83-F7A0-FE48CDA1E235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>
              <a:extLst>
                <a:ext uri="{FF2B5EF4-FFF2-40B4-BE49-F238E27FC236}">
                  <a16:creationId xmlns:a16="http://schemas.microsoft.com/office/drawing/2014/main" id="{325B7875-8509-14E9-9FB6-3CD0CA11B0B9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>
              <a:extLst>
                <a:ext uri="{FF2B5EF4-FFF2-40B4-BE49-F238E27FC236}">
                  <a16:creationId xmlns:a16="http://schemas.microsoft.com/office/drawing/2014/main" id="{B3103939-4898-429A-8776-05387324E6C6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>
              <a:extLst>
                <a:ext uri="{FF2B5EF4-FFF2-40B4-BE49-F238E27FC236}">
                  <a16:creationId xmlns:a16="http://schemas.microsoft.com/office/drawing/2014/main" id="{1DC29353-8793-00DB-D57F-D43E064125AD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>
              <a:extLst>
                <a:ext uri="{FF2B5EF4-FFF2-40B4-BE49-F238E27FC236}">
                  <a16:creationId xmlns:a16="http://schemas.microsoft.com/office/drawing/2014/main" id="{0B6099F8-62E3-38FD-DE52-FA177BB6F4B0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>
              <a:extLst>
                <a:ext uri="{FF2B5EF4-FFF2-40B4-BE49-F238E27FC236}">
                  <a16:creationId xmlns:a16="http://schemas.microsoft.com/office/drawing/2014/main" id="{3DFB9A9D-0600-EF28-A567-792C8A66ACD0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>
              <a:extLst>
                <a:ext uri="{FF2B5EF4-FFF2-40B4-BE49-F238E27FC236}">
                  <a16:creationId xmlns:a16="http://schemas.microsoft.com/office/drawing/2014/main" id="{ACF1A91A-2D59-BC16-2C7E-188A98452867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>
              <a:extLst>
                <a:ext uri="{FF2B5EF4-FFF2-40B4-BE49-F238E27FC236}">
                  <a16:creationId xmlns:a16="http://schemas.microsoft.com/office/drawing/2014/main" id="{A69F4E43-3753-29C9-1BE4-360CB42B6D4D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>
              <a:extLst>
                <a:ext uri="{FF2B5EF4-FFF2-40B4-BE49-F238E27FC236}">
                  <a16:creationId xmlns:a16="http://schemas.microsoft.com/office/drawing/2014/main" id="{6AEF4FE6-C51C-B790-D906-23E9DA0154C4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>
              <a:extLst>
                <a:ext uri="{FF2B5EF4-FFF2-40B4-BE49-F238E27FC236}">
                  <a16:creationId xmlns:a16="http://schemas.microsoft.com/office/drawing/2014/main" id="{1B6B5EE8-FDC8-9356-79C0-68E74ECCABEE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>
              <a:extLst>
                <a:ext uri="{FF2B5EF4-FFF2-40B4-BE49-F238E27FC236}">
                  <a16:creationId xmlns:a16="http://schemas.microsoft.com/office/drawing/2014/main" id="{91C4E6C7-D1C2-47DF-0AF8-926DEA8AD28B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>
              <a:extLst>
                <a:ext uri="{FF2B5EF4-FFF2-40B4-BE49-F238E27FC236}">
                  <a16:creationId xmlns:a16="http://schemas.microsoft.com/office/drawing/2014/main" id="{E73D2A45-19AB-3969-A74A-5CAE5C1699E9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>
              <a:extLst>
                <a:ext uri="{FF2B5EF4-FFF2-40B4-BE49-F238E27FC236}">
                  <a16:creationId xmlns:a16="http://schemas.microsoft.com/office/drawing/2014/main" id="{2D7FDD9B-0D5D-6358-60A0-B6D2A0114B5F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>
              <a:extLst>
                <a:ext uri="{FF2B5EF4-FFF2-40B4-BE49-F238E27FC236}">
                  <a16:creationId xmlns:a16="http://schemas.microsoft.com/office/drawing/2014/main" id="{EA2E44B1-FDE7-53D4-8121-3B395AF2E54E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>
              <a:extLst>
                <a:ext uri="{FF2B5EF4-FFF2-40B4-BE49-F238E27FC236}">
                  <a16:creationId xmlns:a16="http://schemas.microsoft.com/office/drawing/2014/main" id="{351DBD57-31D1-EA25-1274-42C66601978A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>
              <a:extLst>
                <a:ext uri="{FF2B5EF4-FFF2-40B4-BE49-F238E27FC236}">
                  <a16:creationId xmlns:a16="http://schemas.microsoft.com/office/drawing/2014/main" id="{3213C182-CC80-7AF6-6FA8-0782089AACC6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>
              <a:extLst>
                <a:ext uri="{FF2B5EF4-FFF2-40B4-BE49-F238E27FC236}">
                  <a16:creationId xmlns:a16="http://schemas.microsoft.com/office/drawing/2014/main" id="{97036F0E-F6A2-E6C0-48A0-41E4CD68C5D0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>
              <a:extLst>
                <a:ext uri="{FF2B5EF4-FFF2-40B4-BE49-F238E27FC236}">
                  <a16:creationId xmlns:a16="http://schemas.microsoft.com/office/drawing/2014/main" id="{01327016-E272-D15D-7DD1-F410FF8069CA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>
              <a:extLst>
                <a:ext uri="{FF2B5EF4-FFF2-40B4-BE49-F238E27FC236}">
                  <a16:creationId xmlns:a16="http://schemas.microsoft.com/office/drawing/2014/main" id="{B5D5980E-D5A0-E0DE-CA14-9BC7AAB0F526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Espaço Reservado para Imagem 4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B7C64BC7-2C73-7CEF-2AEB-88E5EAE14EB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290" b="290"/>
          <a:stretch>
            <a:fillRect/>
          </a:stretch>
        </p:blipFill>
        <p:spPr>
          <a:xfrm>
            <a:off x="596180" y="674457"/>
            <a:ext cx="3539100" cy="3539100"/>
          </a:xfrm>
        </p:spPr>
      </p:pic>
      <p:grpSp>
        <p:nvGrpSpPr>
          <p:cNvPr id="1620" name="Google Shape;1620;p51">
            <a:extLst>
              <a:ext uri="{FF2B5EF4-FFF2-40B4-BE49-F238E27FC236}">
                <a16:creationId xmlns:a16="http://schemas.microsoft.com/office/drawing/2014/main" id="{1626E15A-19DF-B2C8-954A-3CCD6AD5A896}"/>
              </a:ext>
            </a:extLst>
          </p:cNvPr>
          <p:cNvGrpSpPr/>
          <p:nvPr/>
        </p:nvGrpSpPr>
        <p:grpSpPr>
          <a:xfrm>
            <a:off x="3040279" y="491673"/>
            <a:ext cx="1249313" cy="1171613"/>
            <a:chOff x="6351976" y="66530"/>
            <a:chExt cx="281282" cy="263776"/>
          </a:xfrm>
        </p:grpSpPr>
        <p:sp>
          <p:nvSpPr>
            <p:cNvPr id="1621" name="Google Shape;1621;p51">
              <a:extLst>
                <a:ext uri="{FF2B5EF4-FFF2-40B4-BE49-F238E27FC236}">
                  <a16:creationId xmlns:a16="http://schemas.microsoft.com/office/drawing/2014/main" id="{01BA21E6-71B4-D478-4F5C-51DAFCBC9D64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>
              <a:extLst>
                <a:ext uri="{FF2B5EF4-FFF2-40B4-BE49-F238E27FC236}">
                  <a16:creationId xmlns:a16="http://schemas.microsoft.com/office/drawing/2014/main" id="{2AC1DCB3-7D4B-2137-F209-58EDF5E6EFF2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>
              <a:extLst>
                <a:ext uri="{FF2B5EF4-FFF2-40B4-BE49-F238E27FC236}">
                  <a16:creationId xmlns:a16="http://schemas.microsoft.com/office/drawing/2014/main" id="{DD1F8ECA-7E6D-3932-E605-2C7B1A61A34A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>
              <a:extLst>
                <a:ext uri="{FF2B5EF4-FFF2-40B4-BE49-F238E27FC236}">
                  <a16:creationId xmlns:a16="http://schemas.microsoft.com/office/drawing/2014/main" id="{175AE574-E057-3EFA-AE3C-E3F9773F7372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>
              <a:extLst>
                <a:ext uri="{FF2B5EF4-FFF2-40B4-BE49-F238E27FC236}">
                  <a16:creationId xmlns:a16="http://schemas.microsoft.com/office/drawing/2014/main" id="{252F25F2-5BD6-C5D1-9894-450F625B0032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>
              <a:extLst>
                <a:ext uri="{FF2B5EF4-FFF2-40B4-BE49-F238E27FC236}">
                  <a16:creationId xmlns:a16="http://schemas.microsoft.com/office/drawing/2014/main" id="{D5773BD8-1D7A-6E44-D807-A8BCA35E5B88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>
              <a:extLst>
                <a:ext uri="{FF2B5EF4-FFF2-40B4-BE49-F238E27FC236}">
                  <a16:creationId xmlns:a16="http://schemas.microsoft.com/office/drawing/2014/main" id="{DB945D76-DB65-32BC-E8B7-05B91C82B28A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>
              <a:extLst>
                <a:ext uri="{FF2B5EF4-FFF2-40B4-BE49-F238E27FC236}">
                  <a16:creationId xmlns:a16="http://schemas.microsoft.com/office/drawing/2014/main" id="{4F5BBDAC-3C51-9CCD-6E66-E9F0D8B7C3AC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>
              <a:extLst>
                <a:ext uri="{FF2B5EF4-FFF2-40B4-BE49-F238E27FC236}">
                  <a16:creationId xmlns:a16="http://schemas.microsoft.com/office/drawing/2014/main" id="{0CDBD204-8FA3-4CB1-DBD2-EAE27D82DDE8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>
              <a:extLst>
                <a:ext uri="{FF2B5EF4-FFF2-40B4-BE49-F238E27FC236}">
                  <a16:creationId xmlns:a16="http://schemas.microsoft.com/office/drawing/2014/main" id="{E2233376-753D-0674-04B7-D53B8CB77B3F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>
              <a:extLst>
                <a:ext uri="{FF2B5EF4-FFF2-40B4-BE49-F238E27FC236}">
                  <a16:creationId xmlns:a16="http://schemas.microsoft.com/office/drawing/2014/main" id="{515DB28C-188E-AF92-928E-CAC06E857177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>
              <a:extLst>
                <a:ext uri="{FF2B5EF4-FFF2-40B4-BE49-F238E27FC236}">
                  <a16:creationId xmlns:a16="http://schemas.microsoft.com/office/drawing/2014/main" id="{04E1035B-AD90-F4C6-3406-EAB3E4D210CA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>
              <a:extLst>
                <a:ext uri="{FF2B5EF4-FFF2-40B4-BE49-F238E27FC236}">
                  <a16:creationId xmlns:a16="http://schemas.microsoft.com/office/drawing/2014/main" id="{41B29368-61EA-88C4-8273-9803D836B773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>
              <a:extLst>
                <a:ext uri="{FF2B5EF4-FFF2-40B4-BE49-F238E27FC236}">
                  <a16:creationId xmlns:a16="http://schemas.microsoft.com/office/drawing/2014/main" id="{1235C9F9-700F-E01A-4028-00560ADFF3A9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>
              <a:extLst>
                <a:ext uri="{FF2B5EF4-FFF2-40B4-BE49-F238E27FC236}">
                  <a16:creationId xmlns:a16="http://schemas.microsoft.com/office/drawing/2014/main" id="{DE6242F4-6F83-4A55-D0C6-B0E228D1A7FE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>
              <a:extLst>
                <a:ext uri="{FF2B5EF4-FFF2-40B4-BE49-F238E27FC236}">
                  <a16:creationId xmlns:a16="http://schemas.microsoft.com/office/drawing/2014/main" id="{EC1A430E-D106-1C5F-82D1-28BB4B375194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>
              <a:extLst>
                <a:ext uri="{FF2B5EF4-FFF2-40B4-BE49-F238E27FC236}">
                  <a16:creationId xmlns:a16="http://schemas.microsoft.com/office/drawing/2014/main" id="{09E9BAC2-88C4-EE1D-2CD4-8C387142FB8A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8C4E0179-5198-DA0D-30CB-2D71F7ADD2BA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766CA68F-2E46-1A36-C4E2-A7D7D2AFD880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1E182529-C1C1-EAAB-DFB4-DF2D3FA49017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DEB9A79A-434B-813A-3885-D6A650664BEC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>
              <a:extLst>
                <a:ext uri="{FF2B5EF4-FFF2-40B4-BE49-F238E27FC236}">
                  <a16:creationId xmlns:a16="http://schemas.microsoft.com/office/drawing/2014/main" id="{4282B2FC-F8E7-E4FA-580D-37C48F7B7CDC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>
              <a:extLst>
                <a:ext uri="{FF2B5EF4-FFF2-40B4-BE49-F238E27FC236}">
                  <a16:creationId xmlns:a16="http://schemas.microsoft.com/office/drawing/2014/main" id="{9008AA40-D28D-6BA3-1377-FA5FBAB841F0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>
              <a:extLst>
                <a:ext uri="{FF2B5EF4-FFF2-40B4-BE49-F238E27FC236}">
                  <a16:creationId xmlns:a16="http://schemas.microsoft.com/office/drawing/2014/main" id="{68CFE790-E7B3-DB9F-CA4E-ED9EC04A13F5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6978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>
          <a:extLst>
            <a:ext uri="{FF2B5EF4-FFF2-40B4-BE49-F238E27FC236}">
              <a16:creationId xmlns:a16="http://schemas.microsoft.com/office/drawing/2014/main" id="{07339EE5-3ED1-CC8E-83E5-3523ADE7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7">
            <a:extLst>
              <a:ext uri="{FF2B5EF4-FFF2-40B4-BE49-F238E27FC236}">
                <a16:creationId xmlns:a16="http://schemas.microsoft.com/office/drawing/2014/main" id="{22B947B5-8063-9958-33E6-0901B0F07B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207">
            <a:off x="939074" y="2986738"/>
            <a:ext cx="4971900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pt-BR" dirty="0"/>
              <a:t>Há várias filas, mas somente um forno real processando os lotes.</a:t>
            </a:r>
            <a:endParaRPr dirty="0"/>
          </a:p>
        </p:txBody>
      </p:sp>
      <p:sp>
        <p:nvSpPr>
          <p:cNvPr id="1091" name="Google Shape;1091;p47">
            <a:extLst>
              <a:ext uri="{FF2B5EF4-FFF2-40B4-BE49-F238E27FC236}">
                <a16:creationId xmlns:a16="http://schemas.microsoft.com/office/drawing/2014/main" id="{02C465F8-2D7B-1428-249C-1DB6BE4C8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9250" y="1526013"/>
            <a:ext cx="4971900" cy="15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600" dirty="0"/>
              <a:t>Múltiplas Filas + Um Forno</a:t>
            </a:r>
          </a:p>
        </p:txBody>
      </p:sp>
      <p:grpSp>
        <p:nvGrpSpPr>
          <p:cNvPr id="1092" name="Google Shape;1092;p47">
            <a:extLst>
              <a:ext uri="{FF2B5EF4-FFF2-40B4-BE49-F238E27FC236}">
                <a16:creationId xmlns:a16="http://schemas.microsoft.com/office/drawing/2014/main" id="{B2072998-4707-4F4F-88D9-EEF38D564A3A}"/>
              </a:ext>
            </a:extLst>
          </p:cNvPr>
          <p:cNvGrpSpPr/>
          <p:nvPr/>
        </p:nvGrpSpPr>
        <p:grpSpPr>
          <a:xfrm>
            <a:off x="7103613" y="2246572"/>
            <a:ext cx="2640775" cy="2602898"/>
            <a:chOff x="6065139" y="854051"/>
            <a:chExt cx="462240" cy="455562"/>
          </a:xfrm>
        </p:grpSpPr>
        <p:sp>
          <p:nvSpPr>
            <p:cNvPr id="1093" name="Google Shape;1093;p47">
              <a:extLst>
                <a:ext uri="{FF2B5EF4-FFF2-40B4-BE49-F238E27FC236}">
                  <a16:creationId xmlns:a16="http://schemas.microsoft.com/office/drawing/2014/main" id="{5632FDBC-5EE5-6287-E60B-76ED53FBDB15}"/>
                </a:ext>
              </a:extLst>
            </p:cNvPr>
            <p:cNvSpPr/>
            <p:nvPr/>
          </p:nvSpPr>
          <p:spPr>
            <a:xfrm>
              <a:off x="6065170" y="854051"/>
              <a:ext cx="462208" cy="455562"/>
            </a:xfrm>
            <a:custGeom>
              <a:avLst/>
              <a:gdLst/>
              <a:ahLst/>
              <a:cxnLst/>
              <a:rect l="l" t="t" r="r" b="b"/>
              <a:pathLst>
                <a:path w="14812" h="14599" extrusionOk="0">
                  <a:moveTo>
                    <a:pt x="8340" y="1"/>
                  </a:moveTo>
                  <a:cubicBezTo>
                    <a:pt x="7895" y="1"/>
                    <a:pt x="7457" y="125"/>
                    <a:pt x="7038" y="335"/>
                  </a:cubicBezTo>
                  <a:cubicBezTo>
                    <a:pt x="6942" y="383"/>
                    <a:pt x="6867" y="402"/>
                    <a:pt x="6793" y="402"/>
                  </a:cubicBezTo>
                  <a:cubicBezTo>
                    <a:pt x="6701" y="402"/>
                    <a:pt x="6611" y="373"/>
                    <a:pt x="6486" y="336"/>
                  </a:cubicBezTo>
                  <a:cubicBezTo>
                    <a:pt x="6299" y="281"/>
                    <a:pt x="6103" y="248"/>
                    <a:pt x="5908" y="241"/>
                  </a:cubicBezTo>
                  <a:cubicBezTo>
                    <a:pt x="5881" y="240"/>
                    <a:pt x="5854" y="239"/>
                    <a:pt x="5827" y="239"/>
                  </a:cubicBezTo>
                  <a:cubicBezTo>
                    <a:pt x="5532" y="239"/>
                    <a:pt x="5242" y="302"/>
                    <a:pt x="4968" y="406"/>
                  </a:cubicBezTo>
                  <a:cubicBezTo>
                    <a:pt x="4542" y="468"/>
                    <a:pt x="4131" y="642"/>
                    <a:pt x="3794" y="921"/>
                  </a:cubicBezTo>
                  <a:cubicBezTo>
                    <a:pt x="3485" y="1178"/>
                    <a:pt x="3275" y="1529"/>
                    <a:pt x="2977" y="1798"/>
                  </a:cubicBezTo>
                  <a:cubicBezTo>
                    <a:pt x="2708" y="2040"/>
                    <a:pt x="2380" y="2208"/>
                    <a:pt x="2085" y="2416"/>
                  </a:cubicBezTo>
                  <a:cubicBezTo>
                    <a:pt x="1785" y="2626"/>
                    <a:pt x="1503" y="2870"/>
                    <a:pt x="1324" y="3196"/>
                  </a:cubicBezTo>
                  <a:cubicBezTo>
                    <a:pt x="1127" y="3555"/>
                    <a:pt x="1070" y="3960"/>
                    <a:pt x="946" y="4346"/>
                  </a:cubicBezTo>
                  <a:cubicBezTo>
                    <a:pt x="722" y="5036"/>
                    <a:pt x="53" y="5514"/>
                    <a:pt x="18" y="6278"/>
                  </a:cubicBezTo>
                  <a:cubicBezTo>
                    <a:pt x="1" y="6694"/>
                    <a:pt x="237" y="7034"/>
                    <a:pt x="331" y="7425"/>
                  </a:cubicBezTo>
                  <a:cubicBezTo>
                    <a:pt x="432" y="7842"/>
                    <a:pt x="361" y="8287"/>
                    <a:pt x="325" y="8709"/>
                  </a:cubicBezTo>
                  <a:cubicBezTo>
                    <a:pt x="287" y="9141"/>
                    <a:pt x="285" y="9571"/>
                    <a:pt x="399" y="9994"/>
                  </a:cubicBezTo>
                  <a:cubicBezTo>
                    <a:pt x="509" y="10400"/>
                    <a:pt x="705" y="10782"/>
                    <a:pt x="924" y="11139"/>
                  </a:cubicBezTo>
                  <a:cubicBezTo>
                    <a:pt x="1320" y="11786"/>
                    <a:pt x="1760" y="12505"/>
                    <a:pt x="2392" y="12945"/>
                  </a:cubicBezTo>
                  <a:cubicBezTo>
                    <a:pt x="2731" y="13180"/>
                    <a:pt x="3143" y="13244"/>
                    <a:pt x="3498" y="13445"/>
                  </a:cubicBezTo>
                  <a:cubicBezTo>
                    <a:pt x="3882" y="13663"/>
                    <a:pt x="4268" y="13858"/>
                    <a:pt x="4684" y="14006"/>
                  </a:cubicBezTo>
                  <a:cubicBezTo>
                    <a:pt x="5093" y="14151"/>
                    <a:pt x="5514" y="14261"/>
                    <a:pt x="5937" y="14363"/>
                  </a:cubicBezTo>
                  <a:cubicBezTo>
                    <a:pt x="6365" y="14465"/>
                    <a:pt x="6801" y="14586"/>
                    <a:pt x="7244" y="14598"/>
                  </a:cubicBezTo>
                  <a:cubicBezTo>
                    <a:pt x="7261" y="14599"/>
                    <a:pt x="7278" y="14599"/>
                    <a:pt x="7295" y="14599"/>
                  </a:cubicBezTo>
                  <a:cubicBezTo>
                    <a:pt x="7928" y="14599"/>
                    <a:pt x="8530" y="14248"/>
                    <a:pt x="9160" y="14123"/>
                  </a:cubicBezTo>
                  <a:cubicBezTo>
                    <a:pt x="10002" y="13957"/>
                    <a:pt x="10551" y="13942"/>
                    <a:pt x="11344" y="13513"/>
                  </a:cubicBezTo>
                  <a:cubicBezTo>
                    <a:pt x="12189" y="13056"/>
                    <a:pt x="13334" y="12350"/>
                    <a:pt x="13742" y="11436"/>
                  </a:cubicBezTo>
                  <a:cubicBezTo>
                    <a:pt x="13925" y="11030"/>
                    <a:pt x="14066" y="10605"/>
                    <a:pt x="14221" y="10188"/>
                  </a:cubicBezTo>
                  <a:cubicBezTo>
                    <a:pt x="14375" y="9774"/>
                    <a:pt x="14567" y="9358"/>
                    <a:pt x="14676" y="8929"/>
                  </a:cubicBezTo>
                  <a:cubicBezTo>
                    <a:pt x="14729" y="8718"/>
                    <a:pt x="14750" y="8500"/>
                    <a:pt x="14702" y="8286"/>
                  </a:cubicBezTo>
                  <a:cubicBezTo>
                    <a:pt x="14656" y="8076"/>
                    <a:pt x="14526" y="7906"/>
                    <a:pt x="14457" y="7707"/>
                  </a:cubicBezTo>
                  <a:cubicBezTo>
                    <a:pt x="14339" y="7367"/>
                    <a:pt x="14594" y="6957"/>
                    <a:pt x="14656" y="6624"/>
                  </a:cubicBezTo>
                  <a:cubicBezTo>
                    <a:pt x="14811" y="5779"/>
                    <a:pt x="14198" y="5105"/>
                    <a:pt x="14221" y="4281"/>
                  </a:cubicBezTo>
                  <a:cubicBezTo>
                    <a:pt x="14233" y="3835"/>
                    <a:pt x="14151" y="3471"/>
                    <a:pt x="13871" y="3117"/>
                  </a:cubicBezTo>
                  <a:cubicBezTo>
                    <a:pt x="13607" y="2782"/>
                    <a:pt x="13277" y="2497"/>
                    <a:pt x="12974" y="2200"/>
                  </a:cubicBezTo>
                  <a:cubicBezTo>
                    <a:pt x="12460" y="1696"/>
                    <a:pt x="11869" y="977"/>
                    <a:pt x="11104" y="977"/>
                  </a:cubicBezTo>
                  <a:cubicBezTo>
                    <a:pt x="10989" y="977"/>
                    <a:pt x="10869" y="994"/>
                    <a:pt x="10745" y="1030"/>
                  </a:cubicBezTo>
                  <a:cubicBezTo>
                    <a:pt x="10666" y="1052"/>
                    <a:pt x="10586" y="1083"/>
                    <a:pt x="10505" y="1083"/>
                  </a:cubicBezTo>
                  <a:cubicBezTo>
                    <a:pt x="10492" y="1083"/>
                    <a:pt x="10479" y="1082"/>
                    <a:pt x="10466" y="1080"/>
                  </a:cubicBezTo>
                  <a:cubicBezTo>
                    <a:pt x="10116" y="1031"/>
                    <a:pt x="9593" y="312"/>
                    <a:pt x="9178" y="155"/>
                  </a:cubicBezTo>
                  <a:cubicBezTo>
                    <a:pt x="8898" y="49"/>
                    <a:pt x="8618" y="1"/>
                    <a:pt x="83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7">
              <a:extLst>
                <a:ext uri="{FF2B5EF4-FFF2-40B4-BE49-F238E27FC236}">
                  <a16:creationId xmlns:a16="http://schemas.microsoft.com/office/drawing/2014/main" id="{0AD3CC8B-4D83-199B-7742-7D31455C8656}"/>
                </a:ext>
              </a:extLst>
            </p:cNvPr>
            <p:cNvSpPr/>
            <p:nvPr/>
          </p:nvSpPr>
          <p:spPr>
            <a:xfrm>
              <a:off x="6065139" y="886535"/>
              <a:ext cx="459587" cy="423077"/>
            </a:xfrm>
            <a:custGeom>
              <a:avLst/>
              <a:gdLst/>
              <a:ahLst/>
              <a:cxnLst/>
              <a:rect l="l" t="t" r="r" b="b"/>
              <a:pathLst>
                <a:path w="14728" h="13558" extrusionOk="0">
                  <a:moveTo>
                    <a:pt x="3670" y="0"/>
                  </a:moveTo>
                  <a:lnTo>
                    <a:pt x="3670" y="0"/>
                  </a:lnTo>
                  <a:cubicBezTo>
                    <a:pt x="3426" y="240"/>
                    <a:pt x="3232" y="527"/>
                    <a:pt x="2978" y="756"/>
                  </a:cubicBezTo>
                  <a:cubicBezTo>
                    <a:pt x="2708" y="999"/>
                    <a:pt x="2381" y="1167"/>
                    <a:pt x="2086" y="1375"/>
                  </a:cubicBezTo>
                  <a:cubicBezTo>
                    <a:pt x="1786" y="1585"/>
                    <a:pt x="1503" y="1829"/>
                    <a:pt x="1324" y="2155"/>
                  </a:cubicBezTo>
                  <a:cubicBezTo>
                    <a:pt x="1128" y="2514"/>
                    <a:pt x="1071" y="2919"/>
                    <a:pt x="946" y="3305"/>
                  </a:cubicBezTo>
                  <a:cubicBezTo>
                    <a:pt x="723" y="3994"/>
                    <a:pt x="53" y="4473"/>
                    <a:pt x="19" y="5237"/>
                  </a:cubicBezTo>
                  <a:cubicBezTo>
                    <a:pt x="0" y="5653"/>
                    <a:pt x="237" y="5993"/>
                    <a:pt x="331" y="6384"/>
                  </a:cubicBezTo>
                  <a:cubicBezTo>
                    <a:pt x="433" y="6801"/>
                    <a:pt x="360" y="7246"/>
                    <a:pt x="325" y="7668"/>
                  </a:cubicBezTo>
                  <a:cubicBezTo>
                    <a:pt x="288" y="8100"/>
                    <a:pt x="285" y="8530"/>
                    <a:pt x="400" y="8952"/>
                  </a:cubicBezTo>
                  <a:cubicBezTo>
                    <a:pt x="510" y="9359"/>
                    <a:pt x="706" y="9741"/>
                    <a:pt x="925" y="10098"/>
                  </a:cubicBezTo>
                  <a:cubicBezTo>
                    <a:pt x="1321" y="10745"/>
                    <a:pt x="1761" y="11463"/>
                    <a:pt x="2393" y="11904"/>
                  </a:cubicBezTo>
                  <a:cubicBezTo>
                    <a:pt x="2732" y="12139"/>
                    <a:pt x="3143" y="12203"/>
                    <a:pt x="3499" y="12404"/>
                  </a:cubicBezTo>
                  <a:cubicBezTo>
                    <a:pt x="3883" y="12622"/>
                    <a:pt x="4267" y="12817"/>
                    <a:pt x="4685" y="12965"/>
                  </a:cubicBezTo>
                  <a:cubicBezTo>
                    <a:pt x="5094" y="13110"/>
                    <a:pt x="5515" y="13220"/>
                    <a:pt x="5937" y="13322"/>
                  </a:cubicBezTo>
                  <a:cubicBezTo>
                    <a:pt x="6365" y="13424"/>
                    <a:pt x="6802" y="13545"/>
                    <a:pt x="7244" y="13557"/>
                  </a:cubicBezTo>
                  <a:cubicBezTo>
                    <a:pt x="7261" y="13558"/>
                    <a:pt x="7278" y="13558"/>
                    <a:pt x="7295" y="13558"/>
                  </a:cubicBezTo>
                  <a:cubicBezTo>
                    <a:pt x="7928" y="13558"/>
                    <a:pt x="8530" y="13207"/>
                    <a:pt x="9161" y="13082"/>
                  </a:cubicBezTo>
                  <a:cubicBezTo>
                    <a:pt x="10002" y="12916"/>
                    <a:pt x="10552" y="12901"/>
                    <a:pt x="11345" y="12472"/>
                  </a:cubicBezTo>
                  <a:cubicBezTo>
                    <a:pt x="12189" y="12015"/>
                    <a:pt x="13335" y="11309"/>
                    <a:pt x="13742" y="10395"/>
                  </a:cubicBezTo>
                  <a:cubicBezTo>
                    <a:pt x="13925" y="9989"/>
                    <a:pt x="14066" y="9563"/>
                    <a:pt x="14221" y="9147"/>
                  </a:cubicBezTo>
                  <a:cubicBezTo>
                    <a:pt x="14375" y="8733"/>
                    <a:pt x="14568" y="8316"/>
                    <a:pt x="14677" y="7888"/>
                  </a:cubicBezTo>
                  <a:cubicBezTo>
                    <a:pt x="14708" y="7761"/>
                    <a:pt x="14726" y="7631"/>
                    <a:pt x="14727" y="7502"/>
                  </a:cubicBezTo>
                  <a:lnTo>
                    <a:pt x="14727" y="7502"/>
                  </a:lnTo>
                  <a:cubicBezTo>
                    <a:pt x="14195" y="8279"/>
                    <a:pt x="13616" y="8995"/>
                    <a:pt x="12777" y="9396"/>
                  </a:cubicBezTo>
                  <a:cubicBezTo>
                    <a:pt x="12199" y="9673"/>
                    <a:pt x="11550" y="9766"/>
                    <a:pt x="10910" y="9823"/>
                  </a:cubicBezTo>
                  <a:cubicBezTo>
                    <a:pt x="10512" y="9858"/>
                    <a:pt x="10112" y="9880"/>
                    <a:pt x="9712" y="9880"/>
                  </a:cubicBezTo>
                  <a:cubicBezTo>
                    <a:pt x="9386" y="9880"/>
                    <a:pt x="9061" y="9866"/>
                    <a:pt x="8738" y="9831"/>
                  </a:cubicBezTo>
                  <a:cubicBezTo>
                    <a:pt x="8418" y="9797"/>
                    <a:pt x="8091" y="9739"/>
                    <a:pt x="7821" y="9566"/>
                  </a:cubicBezTo>
                  <a:cubicBezTo>
                    <a:pt x="7613" y="9434"/>
                    <a:pt x="7453" y="9241"/>
                    <a:pt x="7265" y="9084"/>
                  </a:cubicBezTo>
                  <a:cubicBezTo>
                    <a:pt x="6451" y="8405"/>
                    <a:pt x="5178" y="8418"/>
                    <a:pt x="4464" y="7633"/>
                  </a:cubicBezTo>
                  <a:cubicBezTo>
                    <a:pt x="3695" y="6788"/>
                    <a:pt x="3942" y="5473"/>
                    <a:pt x="3767" y="4344"/>
                  </a:cubicBezTo>
                  <a:cubicBezTo>
                    <a:pt x="3661" y="3656"/>
                    <a:pt x="3384" y="3004"/>
                    <a:pt x="3287" y="2316"/>
                  </a:cubicBezTo>
                  <a:cubicBezTo>
                    <a:pt x="3176" y="1529"/>
                    <a:pt x="3318" y="713"/>
                    <a:pt x="36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7">
              <a:extLst>
                <a:ext uri="{FF2B5EF4-FFF2-40B4-BE49-F238E27FC236}">
                  <a16:creationId xmlns:a16="http://schemas.microsoft.com/office/drawing/2014/main" id="{7AFE4584-838C-B463-5809-13B28FE76362}"/>
                </a:ext>
              </a:extLst>
            </p:cNvPr>
            <p:cNvSpPr/>
            <p:nvPr/>
          </p:nvSpPr>
          <p:spPr>
            <a:xfrm>
              <a:off x="6065139" y="921953"/>
              <a:ext cx="435310" cy="387660"/>
            </a:xfrm>
            <a:custGeom>
              <a:avLst/>
              <a:gdLst/>
              <a:ahLst/>
              <a:cxnLst/>
              <a:rect l="l" t="t" r="r" b="b"/>
              <a:pathLst>
                <a:path w="13950" h="12423" extrusionOk="0">
                  <a:moveTo>
                    <a:pt x="2454" y="0"/>
                  </a:moveTo>
                  <a:lnTo>
                    <a:pt x="2454" y="0"/>
                  </a:lnTo>
                  <a:cubicBezTo>
                    <a:pt x="2330" y="79"/>
                    <a:pt x="2206" y="156"/>
                    <a:pt x="2086" y="240"/>
                  </a:cubicBezTo>
                  <a:cubicBezTo>
                    <a:pt x="1786" y="450"/>
                    <a:pt x="1503" y="694"/>
                    <a:pt x="1324" y="1020"/>
                  </a:cubicBezTo>
                  <a:cubicBezTo>
                    <a:pt x="1128" y="1379"/>
                    <a:pt x="1071" y="1784"/>
                    <a:pt x="946" y="2170"/>
                  </a:cubicBezTo>
                  <a:cubicBezTo>
                    <a:pt x="723" y="2859"/>
                    <a:pt x="53" y="3338"/>
                    <a:pt x="19" y="4102"/>
                  </a:cubicBezTo>
                  <a:cubicBezTo>
                    <a:pt x="0" y="4518"/>
                    <a:pt x="237" y="4858"/>
                    <a:pt x="331" y="5249"/>
                  </a:cubicBezTo>
                  <a:cubicBezTo>
                    <a:pt x="433" y="5666"/>
                    <a:pt x="360" y="6111"/>
                    <a:pt x="325" y="6532"/>
                  </a:cubicBezTo>
                  <a:cubicBezTo>
                    <a:pt x="288" y="6965"/>
                    <a:pt x="285" y="7395"/>
                    <a:pt x="400" y="7817"/>
                  </a:cubicBezTo>
                  <a:cubicBezTo>
                    <a:pt x="510" y="8224"/>
                    <a:pt x="706" y="8606"/>
                    <a:pt x="925" y="8963"/>
                  </a:cubicBezTo>
                  <a:cubicBezTo>
                    <a:pt x="1321" y="9610"/>
                    <a:pt x="1761" y="10328"/>
                    <a:pt x="2393" y="10769"/>
                  </a:cubicBezTo>
                  <a:cubicBezTo>
                    <a:pt x="2732" y="11004"/>
                    <a:pt x="3143" y="11067"/>
                    <a:pt x="3499" y="11269"/>
                  </a:cubicBezTo>
                  <a:cubicBezTo>
                    <a:pt x="3883" y="11487"/>
                    <a:pt x="4267" y="11682"/>
                    <a:pt x="4685" y="11830"/>
                  </a:cubicBezTo>
                  <a:cubicBezTo>
                    <a:pt x="5094" y="11975"/>
                    <a:pt x="5515" y="12084"/>
                    <a:pt x="5937" y="12186"/>
                  </a:cubicBezTo>
                  <a:cubicBezTo>
                    <a:pt x="6365" y="12289"/>
                    <a:pt x="6802" y="12410"/>
                    <a:pt x="7244" y="12422"/>
                  </a:cubicBezTo>
                  <a:cubicBezTo>
                    <a:pt x="7261" y="12423"/>
                    <a:pt x="7278" y="12423"/>
                    <a:pt x="7295" y="12423"/>
                  </a:cubicBezTo>
                  <a:cubicBezTo>
                    <a:pt x="7928" y="12423"/>
                    <a:pt x="8530" y="12072"/>
                    <a:pt x="9161" y="11947"/>
                  </a:cubicBezTo>
                  <a:cubicBezTo>
                    <a:pt x="10002" y="11781"/>
                    <a:pt x="10552" y="11765"/>
                    <a:pt x="11345" y="11337"/>
                  </a:cubicBezTo>
                  <a:cubicBezTo>
                    <a:pt x="12190" y="10880"/>
                    <a:pt x="13335" y="10174"/>
                    <a:pt x="13742" y="9260"/>
                  </a:cubicBezTo>
                  <a:cubicBezTo>
                    <a:pt x="13818" y="9093"/>
                    <a:pt x="13885" y="8922"/>
                    <a:pt x="13950" y="8751"/>
                  </a:cubicBezTo>
                  <a:lnTo>
                    <a:pt x="13950" y="8751"/>
                  </a:lnTo>
                  <a:cubicBezTo>
                    <a:pt x="13157" y="9439"/>
                    <a:pt x="12164" y="9856"/>
                    <a:pt x="11191" y="10255"/>
                  </a:cubicBezTo>
                  <a:cubicBezTo>
                    <a:pt x="9979" y="10753"/>
                    <a:pt x="8738" y="11255"/>
                    <a:pt x="7429" y="11327"/>
                  </a:cubicBezTo>
                  <a:cubicBezTo>
                    <a:pt x="7356" y="11331"/>
                    <a:pt x="7281" y="11334"/>
                    <a:pt x="7206" y="11334"/>
                  </a:cubicBezTo>
                  <a:cubicBezTo>
                    <a:pt x="6750" y="11334"/>
                    <a:pt x="6283" y="11249"/>
                    <a:pt x="5945" y="10953"/>
                  </a:cubicBezTo>
                  <a:cubicBezTo>
                    <a:pt x="5809" y="10833"/>
                    <a:pt x="5699" y="10683"/>
                    <a:pt x="5545" y="10586"/>
                  </a:cubicBezTo>
                  <a:cubicBezTo>
                    <a:pt x="5337" y="10457"/>
                    <a:pt x="5081" y="10444"/>
                    <a:pt x="4839" y="10403"/>
                  </a:cubicBezTo>
                  <a:cubicBezTo>
                    <a:pt x="3943" y="10252"/>
                    <a:pt x="3140" y="9631"/>
                    <a:pt x="2767" y="8802"/>
                  </a:cubicBezTo>
                  <a:cubicBezTo>
                    <a:pt x="2644" y="8531"/>
                    <a:pt x="2566" y="8239"/>
                    <a:pt x="2415" y="7981"/>
                  </a:cubicBezTo>
                  <a:cubicBezTo>
                    <a:pt x="2203" y="7619"/>
                    <a:pt x="1862" y="7348"/>
                    <a:pt x="1631" y="6999"/>
                  </a:cubicBezTo>
                  <a:cubicBezTo>
                    <a:pt x="1231" y="6395"/>
                    <a:pt x="1196" y="5624"/>
                    <a:pt x="1232" y="4901"/>
                  </a:cubicBezTo>
                  <a:cubicBezTo>
                    <a:pt x="1319" y="3209"/>
                    <a:pt x="1740" y="1536"/>
                    <a:pt x="2454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7">
              <a:extLst>
                <a:ext uri="{FF2B5EF4-FFF2-40B4-BE49-F238E27FC236}">
                  <a16:creationId xmlns:a16="http://schemas.microsoft.com/office/drawing/2014/main" id="{E3F91020-36BC-6EA5-E12D-05F550118E07}"/>
                </a:ext>
              </a:extLst>
            </p:cNvPr>
            <p:cNvSpPr/>
            <p:nvPr/>
          </p:nvSpPr>
          <p:spPr>
            <a:xfrm>
              <a:off x="6304856" y="920923"/>
              <a:ext cx="35636" cy="43125"/>
            </a:xfrm>
            <a:custGeom>
              <a:avLst/>
              <a:gdLst/>
              <a:ahLst/>
              <a:cxnLst/>
              <a:rect l="l" t="t" r="r" b="b"/>
              <a:pathLst>
                <a:path w="1142" h="1382" extrusionOk="0">
                  <a:moveTo>
                    <a:pt x="624" y="1"/>
                  </a:moveTo>
                  <a:cubicBezTo>
                    <a:pt x="582" y="1"/>
                    <a:pt x="540" y="6"/>
                    <a:pt x="492" y="16"/>
                  </a:cubicBezTo>
                  <a:cubicBezTo>
                    <a:pt x="484" y="18"/>
                    <a:pt x="476" y="20"/>
                    <a:pt x="468" y="24"/>
                  </a:cubicBezTo>
                  <a:cubicBezTo>
                    <a:pt x="428" y="38"/>
                    <a:pt x="384" y="54"/>
                    <a:pt x="347" y="77"/>
                  </a:cubicBezTo>
                  <a:cubicBezTo>
                    <a:pt x="330" y="87"/>
                    <a:pt x="307" y="107"/>
                    <a:pt x="297" y="116"/>
                  </a:cubicBezTo>
                  <a:cubicBezTo>
                    <a:pt x="280" y="128"/>
                    <a:pt x="260" y="141"/>
                    <a:pt x="244" y="155"/>
                  </a:cubicBezTo>
                  <a:cubicBezTo>
                    <a:pt x="225" y="174"/>
                    <a:pt x="209" y="197"/>
                    <a:pt x="193" y="218"/>
                  </a:cubicBezTo>
                  <a:cubicBezTo>
                    <a:pt x="169" y="250"/>
                    <a:pt x="145" y="278"/>
                    <a:pt x="128" y="314"/>
                  </a:cubicBezTo>
                  <a:cubicBezTo>
                    <a:pt x="105" y="363"/>
                    <a:pt x="82" y="413"/>
                    <a:pt x="65" y="465"/>
                  </a:cubicBezTo>
                  <a:cubicBezTo>
                    <a:pt x="56" y="492"/>
                    <a:pt x="52" y="522"/>
                    <a:pt x="47" y="550"/>
                  </a:cubicBezTo>
                  <a:cubicBezTo>
                    <a:pt x="29" y="638"/>
                    <a:pt x="1" y="731"/>
                    <a:pt x="9" y="821"/>
                  </a:cubicBezTo>
                  <a:cubicBezTo>
                    <a:pt x="12" y="856"/>
                    <a:pt x="16" y="896"/>
                    <a:pt x="24" y="930"/>
                  </a:cubicBezTo>
                  <a:cubicBezTo>
                    <a:pt x="36" y="985"/>
                    <a:pt x="60" y="1024"/>
                    <a:pt x="93" y="1066"/>
                  </a:cubicBezTo>
                  <a:cubicBezTo>
                    <a:pt x="107" y="1086"/>
                    <a:pt x="123" y="1103"/>
                    <a:pt x="139" y="1118"/>
                  </a:cubicBezTo>
                  <a:cubicBezTo>
                    <a:pt x="146" y="1134"/>
                    <a:pt x="152" y="1150"/>
                    <a:pt x="160" y="1164"/>
                  </a:cubicBezTo>
                  <a:cubicBezTo>
                    <a:pt x="198" y="1230"/>
                    <a:pt x="251" y="1283"/>
                    <a:pt x="316" y="1321"/>
                  </a:cubicBezTo>
                  <a:cubicBezTo>
                    <a:pt x="366" y="1353"/>
                    <a:pt x="420" y="1371"/>
                    <a:pt x="478" y="1373"/>
                  </a:cubicBezTo>
                  <a:cubicBezTo>
                    <a:pt x="502" y="1378"/>
                    <a:pt x="527" y="1381"/>
                    <a:pt x="551" y="1381"/>
                  </a:cubicBezTo>
                  <a:cubicBezTo>
                    <a:pt x="585" y="1381"/>
                    <a:pt x="618" y="1376"/>
                    <a:pt x="653" y="1365"/>
                  </a:cubicBezTo>
                  <a:cubicBezTo>
                    <a:pt x="726" y="1344"/>
                    <a:pt x="791" y="1307"/>
                    <a:pt x="845" y="1252"/>
                  </a:cubicBezTo>
                  <a:cubicBezTo>
                    <a:pt x="896" y="1192"/>
                    <a:pt x="949" y="1127"/>
                    <a:pt x="990" y="1057"/>
                  </a:cubicBezTo>
                  <a:cubicBezTo>
                    <a:pt x="1029" y="986"/>
                    <a:pt x="1060" y="911"/>
                    <a:pt x="1086" y="836"/>
                  </a:cubicBezTo>
                  <a:cubicBezTo>
                    <a:pt x="1102" y="792"/>
                    <a:pt x="1113" y="746"/>
                    <a:pt x="1119" y="699"/>
                  </a:cubicBezTo>
                  <a:cubicBezTo>
                    <a:pt x="1128" y="646"/>
                    <a:pt x="1139" y="585"/>
                    <a:pt x="1140" y="528"/>
                  </a:cubicBezTo>
                  <a:cubicBezTo>
                    <a:pt x="1141" y="501"/>
                    <a:pt x="1135" y="473"/>
                    <a:pt x="1132" y="445"/>
                  </a:cubicBezTo>
                  <a:cubicBezTo>
                    <a:pt x="1128" y="414"/>
                    <a:pt x="1126" y="388"/>
                    <a:pt x="1116" y="359"/>
                  </a:cubicBezTo>
                  <a:cubicBezTo>
                    <a:pt x="1089" y="277"/>
                    <a:pt x="1049" y="198"/>
                    <a:pt x="982" y="140"/>
                  </a:cubicBezTo>
                  <a:cubicBezTo>
                    <a:pt x="916" y="82"/>
                    <a:pt x="844" y="32"/>
                    <a:pt x="756" y="15"/>
                  </a:cubicBezTo>
                  <a:cubicBezTo>
                    <a:pt x="709" y="6"/>
                    <a:pt x="666" y="1"/>
                    <a:pt x="624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7">
              <a:extLst>
                <a:ext uri="{FF2B5EF4-FFF2-40B4-BE49-F238E27FC236}">
                  <a16:creationId xmlns:a16="http://schemas.microsoft.com/office/drawing/2014/main" id="{7D3A2ADB-69AF-7643-7999-8BDBFFFB9B00}"/>
                </a:ext>
              </a:extLst>
            </p:cNvPr>
            <p:cNvSpPr/>
            <p:nvPr/>
          </p:nvSpPr>
          <p:spPr>
            <a:xfrm>
              <a:off x="6174045" y="966763"/>
              <a:ext cx="42782" cy="45466"/>
            </a:xfrm>
            <a:custGeom>
              <a:avLst/>
              <a:gdLst/>
              <a:ahLst/>
              <a:cxnLst/>
              <a:rect l="l" t="t" r="r" b="b"/>
              <a:pathLst>
                <a:path w="1371" h="1457" extrusionOk="0">
                  <a:moveTo>
                    <a:pt x="767" y="1"/>
                  </a:moveTo>
                  <a:cubicBezTo>
                    <a:pt x="763" y="1"/>
                    <a:pt x="759" y="1"/>
                    <a:pt x="754" y="1"/>
                  </a:cubicBezTo>
                  <a:cubicBezTo>
                    <a:pt x="415" y="13"/>
                    <a:pt x="65" y="217"/>
                    <a:pt x="25" y="580"/>
                  </a:cubicBezTo>
                  <a:cubicBezTo>
                    <a:pt x="1" y="799"/>
                    <a:pt x="90" y="1021"/>
                    <a:pt x="242" y="1182"/>
                  </a:cubicBezTo>
                  <a:cubicBezTo>
                    <a:pt x="399" y="1348"/>
                    <a:pt x="598" y="1457"/>
                    <a:pt x="812" y="1457"/>
                  </a:cubicBezTo>
                  <a:cubicBezTo>
                    <a:pt x="876" y="1457"/>
                    <a:pt x="942" y="1447"/>
                    <a:pt x="1009" y="1425"/>
                  </a:cubicBezTo>
                  <a:cubicBezTo>
                    <a:pt x="1302" y="1329"/>
                    <a:pt x="1371" y="970"/>
                    <a:pt x="1336" y="657"/>
                  </a:cubicBezTo>
                  <a:cubicBezTo>
                    <a:pt x="1323" y="526"/>
                    <a:pt x="1290" y="403"/>
                    <a:pt x="1250" y="311"/>
                  </a:cubicBezTo>
                  <a:cubicBezTo>
                    <a:pt x="1244" y="300"/>
                    <a:pt x="1240" y="290"/>
                    <a:pt x="1234" y="280"/>
                  </a:cubicBezTo>
                  <a:cubicBezTo>
                    <a:pt x="1231" y="274"/>
                    <a:pt x="1226" y="269"/>
                    <a:pt x="1222" y="263"/>
                  </a:cubicBezTo>
                  <a:cubicBezTo>
                    <a:pt x="1201" y="232"/>
                    <a:pt x="1174" y="196"/>
                    <a:pt x="1149" y="168"/>
                  </a:cubicBezTo>
                  <a:cubicBezTo>
                    <a:pt x="1083" y="95"/>
                    <a:pt x="1005" y="56"/>
                    <a:pt x="915" y="24"/>
                  </a:cubicBezTo>
                  <a:cubicBezTo>
                    <a:pt x="905" y="21"/>
                    <a:pt x="898" y="19"/>
                    <a:pt x="888" y="17"/>
                  </a:cubicBezTo>
                  <a:cubicBezTo>
                    <a:pt x="850" y="9"/>
                    <a:pt x="807" y="1"/>
                    <a:pt x="767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7">
              <a:extLst>
                <a:ext uri="{FF2B5EF4-FFF2-40B4-BE49-F238E27FC236}">
                  <a16:creationId xmlns:a16="http://schemas.microsoft.com/office/drawing/2014/main" id="{CC2F4FAB-DB44-A63C-250E-D456722902DF}"/>
                </a:ext>
              </a:extLst>
            </p:cNvPr>
            <p:cNvSpPr/>
            <p:nvPr/>
          </p:nvSpPr>
          <p:spPr>
            <a:xfrm>
              <a:off x="6234270" y="1077947"/>
              <a:ext cx="41815" cy="40161"/>
            </a:xfrm>
            <a:custGeom>
              <a:avLst/>
              <a:gdLst/>
              <a:ahLst/>
              <a:cxnLst/>
              <a:rect l="l" t="t" r="r" b="b"/>
              <a:pathLst>
                <a:path w="1340" h="1287" extrusionOk="0">
                  <a:moveTo>
                    <a:pt x="635" y="0"/>
                  </a:moveTo>
                  <a:cubicBezTo>
                    <a:pt x="628" y="0"/>
                    <a:pt x="622" y="0"/>
                    <a:pt x="615" y="1"/>
                  </a:cubicBezTo>
                  <a:cubicBezTo>
                    <a:pt x="561" y="8"/>
                    <a:pt x="506" y="15"/>
                    <a:pt x="452" y="23"/>
                  </a:cubicBezTo>
                  <a:cubicBezTo>
                    <a:pt x="404" y="43"/>
                    <a:pt x="355" y="63"/>
                    <a:pt x="305" y="84"/>
                  </a:cubicBezTo>
                  <a:cubicBezTo>
                    <a:pt x="234" y="123"/>
                    <a:pt x="177" y="175"/>
                    <a:pt x="134" y="242"/>
                  </a:cubicBezTo>
                  <a:cubicBezTo>
                    <a:pt x="79" y="301"/>
                    <a:pt x="43" y="371"/>
                    <a:pt x="24" y="451"/>
                  </a:cubicBezTo>
                  <a:lnTo>
                    <a:pt x="24" y="454"/>
                  </a:lnTo>
                  <a:lnTo>
                    <a:pt x="2" y="617"/>
                  </a:lnTo>
                  <a:cubicBezTo>
                    <a:pt x="1" y="620"/>
                    <a:pt x="1" y="622"/>
                    <a:pt x="1" y="625"/>
                  </a:cubicBezTo>
                  <a:cubicBezTo>
                    <a:pt x="1" y="655"/>
                    <a:pt x="11" y="703"/>
                    <a:pt x="13" y="719"/>
                  </a:cubicBezTo>
                  <a:cubicBezTo>
                    <a:pt x="17" y="747"/>
                    <a:pt x="19" y="782"/>
                    <a:pt x="27" y="813"/>
                  </a:cubicBezTo>
                  <a:cubicBezTo>
                    <a:pt x="48" y="862"/>
                    <a:pt x="69" y="911"/>
                    <a:pt x="90" y="961"/>
                  </a:cubicBezTo>
                  <a:cubicBezTo>
                    <a:pt x="90" y="961"/>
                    <a:pt x="91" y="962"/>
                    <a:pt x="91" y="964"/>
                  </a:cubicBezTo>
                  <a:cubicBezTo>
                    <a:pt x="130" y="1036"/>
                    <a:pt x="183" y="1094"/>
                    <a:pt x="251" y="1137"/>
                  </a:cubicBezTo>
                  <a:cubicBezTo>
                    <a:pt x="272" y="1154"/>
                    <a:pt x="293" y="1171"/>
                    <a:pt x="315" y="1186"/>
                  </a:cubicBezTo>
                  <a:cubicBezTo>
                    <a:pt x="318" y="1190"/>
                    <a:pt x="321" y="1192"/>
                    <a:pt x="325" y="1194"/>
                  </a:cubicBezTo>
                  <a:cubicBezTo>
                    <a:pt x="326" y="1195"/>
                    <a:pt x="328" y="1195"/>
                    <a:pt x="331" y="1196"/>
                  </a:cubicBezTo>
                  <a:lnTo>
                    <a:pt x="333" y="1197"/>
                  </a:lnTo>
                  <a:lnTo>
                    <a:pt x="479" y="1259"/>
                  </a:lnTo>
                  <a:cubicBezTo>
                    <a:pt x="533" y="1279"/>
                    <a:pt x="648" y="1285"/>
                    <a:pt x="661" y="1286"/>
                  </a:cubicBezTo>
                  <a:cubicBezTo>
                    <a:pt x="669" y="1287"/>
                    <a:pt x="677" y="1287"/>
                    <a:pt x="685" y="1287"/>
                  </a:cubicBezTo>
                  <a:cubicBezTo>
                    <a:pt x="713" y="1284"/>
                    <a:pt x="751" y="1278"/>
                    <a:pt x="768" y="1275"/>
                  </a:cubicBezTo>
                  <a:cubicBezTo>
                    <a:pt x="787" y="1273"/>
                    <a:pt x="825" y="1269"/>
                    <a:pt x="852" y="1264"/>
                  </a:cubicBezTo>
                  <a:cubicBezTo>
                    <a:pt x="856" y="1263"/>
                    <a:pt x="860" y="1262"/>
                    <a:pt x="863" y="1261"/>
                  </a:cubicBezTo>
                  <a:cubicBezTo>
                    <a:pt x="867" y="1260"/>
                    <a:pt x="872" y="1259"/>
                    <a:pt x="876" y="1257"/>
                  </a:cubicBezTo>
                  <a:cubicBezTo>
                    <a:pt x="909" y="1244"/>
                    <a:pt x="986" y="1213"/>
                    <a:pt x="1017" y="1197"/>
                  </a:cubicBezTo>
                  <a:cubicBezTo>
                    <a:pt x="1019" y="1196"/>
                    <a:pt x="1021" y="1195"/>
                    <a:pt x="1023" y="1194"/>
                  </a:cubicBezTo>
                  <a:cubicBezTo>
                    <a:pt x="1027" y="1192"/>
                    <a:pt x="1030" y="1190"/>
                    <a:pt x="1034" y="1188"/>
                  </a:cubicBezTo>
                  <a:cubicBezTo>
                    <a:pt x="1040" y="1184"/>
                    <a:pt x="1047" y="1179"/>
                    <a:pt x="1053" y="1174"/>
                  </a:cubicBezTo>
                  <a:lnTo>
                    <a:pt x="1053" y="1174"/>
                  </a:lnTo>
                  <a:cubicBezTo>
                    <a:pt x="1070" y="1162"/>
                    <a:pt x="1087" y="1148"/>
                    <a:pt x="1103" y="1134"/>
                  </a:cubicBezTo>
                  <a:cubicBezTo>
                    <a:pt x="1103" y="1134"/>
                    <a:pt x="1104" y="1133"/>
                    <a:pt x="1105" y="1133"/>
                  </a:cubicBezTo>
                  <a:cubicBezTo>
                    <a:pt x="1106" y="1132"/>
                    <a:pt x="1107" y="1132"/>
                    <a:pt x="1108" y="1131"/>
                  </a:cubicBezTo>
                  <a:lnTo>
                    <a:pt x="1108" y="1131"/>
                  </a:lnTo>
                  <a:cubicBezTo>
                    <a:pt x="1167" y="1091"/>
                    <a:pt x="1214" y="1040"/>
                    <a:pt x="1248" y="976"/>
                  </a:cubicBezTo>
                  <a:cubicBezTo>
                    <a:pt x="1267" y="931"/>
                    <a:pt x="1286" y="886"/>
                    <a:pt x="1305" y="841"/>
                  </a:cubicBezTo>
                  <a:cubicBezTo>
                    <a:pt x="1306" y="839"/>
                    <a:pt x="1306" y="837"/>
                    <a:pt x="1306" y="835"/>
                  </a:cubicBezTo>
                  <a:cubicBezTo>
                    <a:pt x="1330" y="738"/>
                    <a:pt x="1339" y="607"/>
                    <a:pt x="1304" y="511"/>
                  </a:cubicBezTo>
                  <a:lnTo>
                    <a:pt x="1304" y="511"/>
                  </a:lnTo>
                  <a:cubicBezTo>
                    <a:pt x="1294" y="467"/>
                    <a:pt x="1277" y="426"/>
                    <a:pt x="1253" y="387"/>
                  </a:cubicBezTo>
                  <a:cubicBezTo>
                    <a:pt x="1225" y="352"/>
                    <a:pt x="1199" y="319"/>
                    <a:pt x="1173" y="284"/>
                  </a:cubicBezTo>
                  <a:cubicBezTo>
                    <a:pt x="1171" y="283"/>
                    <a:pt x="1169" y="281"/>
                    <a:pt x="1168" y="280"/>
                  </a:cubicBezTo>
                  <a:cubicBezTo>
                    <a:pt x="1151" y="265"/>
                    <a:pt x="1128" y="250"/>
                    <a:pt x="1117" y="240"/>
                  </a:cubicBezTo>
                  <a:lnTo>
                    <a:pt x="1117" y="240"/>
                  </a:lnTo>
                  <a:cubicBezTo>
                    <a:pt x="1117" y="240"/>
                    <a:pt x="1117" y="241"/>
                    <a:pt x="1117" y="241"/>
                  </a:cubicBezTo>
                  <a:cubicBezTo>
                    <a:pt x="1117" y="241"/>
                    <a:pt x="1098" y="224"/>
                    <a:pt x="1080" y="211"/>
                  </a:cubicBezTo>
                  <a:cubicBezTo>
                    <a:pt x="1075" y="206"/>
                    <a:pt x="1069" y="200"/>
                    <a:pt x="1063" y="195"/>
                  </a:cubicBezTo>
                  <a:cubicBezTo>
                    <a:pt x="1048" y="183"/>
                    <a:pt x="1030" y="167"/>
                    <a:pt x="1011" y="152"/>
                  </a:cubicBezTo>
                  <a:cubicBezTo>
                    <a:pt x="1002" y="146"/>
                    <a:pt x="995" y="138"/>
                    <a:pt x="987" y="133"/>
                  </a:cubicBezTo>
                  <a:cubicBezTo>
                    <a:pt x="948" y="94"/>
                    <a:pt x="903" y="68"/>
                    <a:pt x="852" y="53"/>
                  </a:cubicBezTo>
                  <a:cubicBezTo>
                    <a:pt x="784" y="17"/>
                    <a:pt x="712" y="0"/>
                    <a:pt x="635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7">
              <a:extLst>
                <a:ext uri="{FF2B5EF4-FFF2-40B4-BE49-F238E27FC236}">
                  <a16:creationId xmlns:a16="http://schemas.microsoft.com/office/drawing/2014/main" id="{08A738EA-1E6F-E70D-80D5-1B755D868FE1}"/>
                </a:ext>
              </a:extLst>
            </p:cNvPr>
            <p:cNvSpPr/>
            <p:nvPr/>
          </p:nvSpPr>
          <p:spPr>
            <a:xfrm>
              <a:off x="6248500" y="1001026"/>
              <a:ext cx="39568" cy="37602"/>
            </a:xfrm>
            <a:custGeom>
              <a:avLst/>
              <a:gdLst/>
              <a:ahLst/>
              <a:cxnLst/>
              <a:rect l="l" t="t" r="r" b="b"/>
              <a:pathLst>
                <a:path w="1268" h="1205" extrusionOk="0">
                  <a:moveTo>
                    <a:pt x="709" y="1"/>
                  </a:moveTo>
                  <a:cubicBezTo>
                    <a:pt x="620" y="1"/>
                    <a:pt x="537" y="24"/>
                    <a:pt x="460" y="69"/>
                  </a:cubicBezTo>
                  <a:cubicBezTo>
                    <a:pt x="0" y="338"/>
                    <a:pt x="209" y="1090"/>
                    <a:pt x="676" y="1195"/>
                  </a:cubicBezTo>
                  <a:cubicBezTo>
                    <a:pt x="704" y="1202"/>
                    <a:pt x="733" y="1205"/>
                    <a:pt x="761" y="1205"/>
                  </a:cubicBezTo>
                  <a:cubicBezTo>
                    <a:pt x="800" y="1205"/>
                    <a:pt x="839" y="1199"/>
                    <a:pt x="878" y="1187"/>
                  </a:cubicBezTo>
                  <a:cubicBezTo>
                    <a:pt x="918" y="1169"/>
                    <a:pt x="959" y="1152"/>
                    <a:pt x="1000" y="1135"/>
                  </a:cubicBezTo>
                  <a:cubicBezTo>
                    <a:pt x="1075" y="1090"/>
                    <a:pt x="1136" y="1030"/>
                    <a:pt x="1181" y="953"/>
                  </a:cubicBezTo>
                  <a:cubicBezTo>
                    <a:pt x="1206" y="904"/>
                    <a:pt x="1220" y="867"/>
                    <a:pt x="1232" y="832"/>
                  </a:cubicBezTo>
                  <a:cubicBezTo>
                    <a:pt x="1237" y="817"/>
                    <a:pt x="1241" y="802"/>
                    <a:pt x="1246" y="786"/>
                  </a:cubicBezTo>
                  <a:cubicBezTo>
                    <a:pt x="1246" y="783"/>
                    <a:pt x="1247" y="777"/>
                    <a:pt x="1248" y="773"/>
                  </a:cubicBezTo>
                  <a:cubicBezTo>
                    <a:pt x="1255" y="738"/>
                    <a:pt x="1260" y="700"/>
                    <a:pt x="1265" y="649"/>
                  </a:cubicBezTo>
                  <a:cubicBezTo>
                    <a:pt x="1267" y="638"/>
                    <a:pt x="1268" y="627"/>
                    <a:pt x="1267" y="616"/>
                  </a:cubicBezTo>
                  <a:cubicBezTo>
                    <a:pt x="1263" y="570"/>
                    <a:pt x="1255" y="520"/>
                    <a:pt x="1248" y="474"/>
                  </a:cubicBezTo>
                  <a:cubicBezTo>
                    <a:pt x="1247" y="469"/>
                    <a:pt x="1246" y="462"/>
                    <a:pt x="1245" y="457"/>
                  </a:cubicBezTo>
                  <a:cubicBezTo>
                    <a:pt x="1231" y="397"/>
                    <a:pt x="1206" y="336"/>
                    <a:pt x="1172" y="285"/>
                  </a:cubicBezTo>
                  <a:cubicBezTo>
                    <a:pt x="1159" y="264"/>
                    <a:pt x="1140" y="243"/>
                    <a:pt x="1126" y="224"/>
                  </a:cubicBezTo>
                  <a:cubicBezTo>
                    <a:pt x="1113" y="207"/>
                    <a:pt x="1097" y="183"/>
                    <a:pt x="1080" y="165"/>
                  </a:cubicBezTo>
                  <a:cubicBezTo>
                    <a:pt x="1046" y="126"/>
                    <a:pt x="1000" y="96"/>
                    <a:pt x="958" y="69"/>
                  </a:cubicBezTo>
                  <a:cubicBezTo>
                    <a:pt x="881" y="24"/>
                    <a:pt x="798" y="1"/>
                    <a:pt x="709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7">
              <a:extLst>
                <a:ext uri="{FF2B5EF4-FFF2-40B4-BE49-F238E27FC236}">
                  <a16:creationId xmlns:a16="http://schemas.microsoft.com/office/drawing/2014/main" id="{0A1B286A-9B6C-2E01-0A2F-ED9750DB86AC}"/>
                </a:ext>
              </a:extLst>
            </p:cNvPr>
            <p:cNvSpPr/>
            <p:nvPr/>
          </p:nvSpPr>
          <p:spPr>
            <a:xfrm>
              <a:off x="6382463" y="968667"/>
              <a:ext cx="38101" cy="37976"/>
            </a:xfrm>
            <a:custGeom>
              <a:avLst/>
              <a:gdLst/>
              <a:ahLst/>
              <a:cxnLst/>
              <a:rect l="l" t="t" r="r" b="b"/>
              <a:pathLst>
                <a:path w="1221" h="1217" extrusionOk="0">
                  <a:moveTo>
                    <a:pt x="715" y="0"/>
                  </a:moveTo>
                  <a:cubicBezTo>
                    <a:pt x="709" y="0"/>
                    <a:pt x="703" y="0"/>
                    <a:pt x="696" y="1"/>
                  </a:cubicBezTo>
                  <a:cubicBezTo>
                    <a:pt x="693" y="1"/>
                    <a:pt x="689" y="1"/>
                    <a:pt x="685" y="2"/>
                  </a:cubicBezTo>
                  <a:cubicBezTo>
                    <a:pt x="647" y="5"/>
                    <a:pt x="599" y="11"/>
                    <a:pt x="561" y="18"/>
                  </a:cubicBezTo>
                  <a:cubicBezTo>
                    <a:pt x="553" y="20"/>
                    <a:pt x="546" y="22"/>
                    <a:pt x="537" y="24"/>
                  </a:cubicBezTo>
                  <a:cubicBezTo>
                    <a:pt x="495" y="38"/>
                    <a:pt x="455" y="57"/>
                    <a:pt x="414" y="75"/>
                  </a:cubicBezTo>
                  <a:cubicBezTo>
                    <a:pt x="407" y="78"/>
                    <a:pt x="401" y="81"/>
                    <a:pt x="394" y="84"/>
                  </a:cubicBezTo>
                  <a:cubicBezTo>
                    <a:pt x="379" y="93"/>
                    <a:pt x="366" y="102"/>
                    <a:pt x="352" y="113"/>
                  </a:cubicBezTo>
                  <a:cubicBezTo>
                    <a:pt x="309" y="145"/>
                    <a:pt x="264" y="178"/>
                    <a:pt x="224" y="214"/>
                  </a:cubicBezTo>
                  <a:cubicBezTo>
                    <a:pt x="183" y="251"/>
                    <a:pt x="151" y="298"/>
                    <a:pt x="125" y="345"/>
                  </a:cubicBezTo>
                  <a:cubicBezTo>
                    <a:pt x="98" y="392"/>
                    <a:pt x="77" y="444"/>
                    <a:pt x="59" y="496"/>
                  </a:cubicBezTo>
                  <a:cubicBezTo>
                    <a:pt x="49" y="522"/>
                    <a:pt x="43" y="551"/>
                    <a:pt x="40" y="582"/>
                  </a:cubicBezTo>
                  <a:cubicBezTo>
                    <a:pt x="35" y="596"/>
                    <a:pt x="29" y="611"/>
                    <a:pt x="23" y="626"/>
                  </a:cubicBezTo>
                  <a:cubicBezTo>
                    <a:pt x="0" y="708"/>
                    <a:pt x="0" y="791"/>
                    <a:pt x="23" y="874"/>
                  </a:cubicBezTo>
                  <a:cubicBezTo>
                    <a:pt x="38" y="934"/>
                    <a:pt x="65" y="988"/>
                    <a:pt x="107" y="1033"/>
                  </a:cubicBezTo>
                  <a:cubicBezTo>
                    <a:pt x="140" y="1083"/>
                    <a:pt x="183" y="1124"/>
                    <a:pt x="238" y="1153"/>
                  </a:cubicBezTo>
                  <a:cubicBezTo>
                    <a:pt x="310" y="1195"/>
                    <a:pt x="389" y="1216"/>
                    <a:pt x="473" y="1217"/>
                  </a:cubicBezTo>
                  <a:cubicBezTo>
                    <a:pt x="530" y="1211"/>
                    <a:pt x="590" y="1205"/>
                    <a:pt x="646" y="1191"/>
                  </a:cubicBezTo>
                  <a:cubicBezTo>
                    <a:pt x="700" y="1176"/>
                    <a:pt x="755" y="1150"/>
                    <a:pt x="804" y="1128"/>
                  </a:cubicBezTo>
                  <a:cubicBezTo>
                    <a:pt x="819" y="1121"/>
                    <a:pt x="833" y="1113"/>
                    <a:pt x="848" y="1105"/>
                  </a:cubicBezTo>
                  <a:cubicBezTo>
                    <a:pt x="854" y="1101"/>
                    <a:pt x="862" y="1097"/>
                    <a:pt x="869" y="1091"/>
                  </a:cubicBezTo>
                  <a:cubicBezTo>
                    <a:pt x="907" y="1064"/>
                    <a:pt x="945" y="1035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4" y="929"/>
                    <a:pt x="1089" y="884"/>
                    <a:pt x="1119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9" y="662"/>
                    <a:pt x="1221" y="601"/>
                    <a:pt x="1216" y="512"/>
                  </a:cubicBezTo>
                  <a:cubicBezTo>
                    <a:pt x="1214" y="463"/>
                    <a:pt x="1211" y="414"/>
                    <a:pt x="1196" y="368"/>
                  </a:cubicBezTo>
                  <a:cubicBezTo>
                    <a:pt x="1188" y="350"/>
                    <a:pt x="1180" y="331"/>
                    <a:pt x="1173" y="314"/>
                  </a:cubicBezTo>
                  <a:cubicBezTo>
                    <a:pt x="1165" y="294"/>
                    <a:pt x="1157" y="274"/>
                    <a:pt x="1147" y="255"/>
                  </a:cubicBezTo>
                  <a:cubicBezTo>
                    <a:pt x="1145" y="252"/>
                    <a:pt x="1143" y="249"/>
                    <a:pt x="1141" y="246"/>
                  </a:cubicBezTo>
                  <a:cubicBezTo>
                    <a:pt x="1124" y="222"/>
                    <a:pt x="1092" y="171"/>
                    <a:pt x="1059" y="144"/>
                  </a:cubicBezTo>
                  <a:cubicBezTo>
                    <a:pt x="977" y="74"/>
                    <a:pt x="953" y="56"/>
                    <a:pt x="849" y="22"/>
                  </a:cubicBezTo>
                  <a:cubicBezTo>
                    <a:pt x="807" y="7"/>
                    <a:pt x="761" y="0"/>
                    <a:pt x="715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7">
              <a:extLst>
                <a:ext uri="{FF2B5EF4-FFF2-40B4-BE49-F238E27FC236}">
                  <a16:creationId xmlns:a16="http://schemas.microsoft.com/office/drawing/2014/main" id="{4E3F8FB9-D511-3A0C-3718-FED0AC98CDAF}"/>
                </a:ext>
              </a:extLst>
            </p:cNvPr>
            <p:cNvSpPr/>
            <p:nvPr/>
          </p:nvSpPr>
          <p:spPr>
            <a:xfrm>
              <a:off x="6354722" y="1038566"/>
              <a:ext cx="40691" cy="34731"/>
            </a:xfrm>
            <a:custGeom>
              <a:avLst/>
              <a:gdLst/>
              <a:ahLst/>
              <a:cxnLst/>
              <a:rect l="l" t="t" r="r" b="b"/>
              <a:pathLst>
                <a:path w="1304" h="1113" extrusionOk="0">
                  <a:moveTo>
                    <a:pt x="740" y="1"/>
                  </a:moveTo>
                  <a:cubicBezTo>
                    <a:pt x="461" y="1"/>
                    <a:pt x="165" y="120"/>
                    <a:pt x="78" y="327"/>
                  </a:cubicBezTo>
                  <a:cubicBezTo>
                    <a:pt x="60" y="368"/>
                    <a:pt x="43" y="410"/>
                    <a:pt x="25" y="452"/>
                  </a:cubicBezTo>
                  <a:cubicBezTo>
                    <a:pt x="4" y="521"/>
                    <a:pt x="1" y="590"/>
                    <a:pt x="15" y="660"/>
                  </a:cubicBezTo>
                  <a:cubicBezTo>
                    <a:pt x="16" y="707"/>
                    <a:pt x="28" y="750"/>
                    <a:pt x="51" y="791"/>
                  </a:cubicBezTo>
                  <a:cubicBezTo>
                    <a:pt x="73" y="856"/>
                    <a:pt x="109" y="912"/>
                    <a:pt x="160" y="959"/>
                  </a:cubicBezTo>
                  <a:lnTo>
                    <a:pt x="264" y="1041"/>
                  </a:lnTo>
                  <a:cubicBezTo>
                    <a:pt x="346" y="1088"/>
                    <a:pt x="434" y="1112"/>
                    <a:pt x="528" y="1112"/>
                  </a:cubicBezTo>
                  <a:cubicBezTo>
                    <a:pt x="535" y="1112"/>
                    <a:pt x="542" y="1113"/>
                    <a:pt x="549" y="1113"/>
                  </a:cubicBezTo>
                  <a:cubicBezTo>
                    <a:pt x="605" y="1113"/>
                    <a:pt x="663" y="1099"/>
                    <a:pt x="715" y="1089"/>
                  </a:cubicBezTo>
                  <a:cubicBezTo>
                    <a:pt x="732" y="1086"/>
                    <a:pt x="749" y="1081"/>
                    <a:pt x="766" y="1074"/>
                  </a:cubicBezTo>
                  <a:cubicBezTo>
                    <a:pt x="839" y="1047"/>
                    <a:pt x="912" y="1020"/>
                    <a:pt x="975" y="973"/>
                  </a:cubicBezTo>
                  <a:cubicBezTo>
                    <a:pt x="1016" y="942"/>
                    <a:pt x="1068" y="907"/>
                    <a:pt x="1107" y="867"/>
                  </a:cubicBezTo>
                  <a:cubicBezTo>
                    <a:pt x="1145" y="827"/>
                    <a:pt x="1178" y="781"/>
                    <a:pt x="1210" y="737"/>
                  </a:cubicBezTo>
                  <a:cubicBezTo>
                    <a:pt x="1220" y="723"/>
                    <a:pt x="1229" y="708"/>
                    <a:pt x="1237" y="691"/>
                  </a:cubicBezTo>
                  <a:cubicBezTo>
                    <a:pt x="1280" y="607"/>
                    <a:pt x="1304" y="544"/>
                    <a:pt x="1304" y="447"/>
                  </a:cubicBezTo>
                  <a:cubicBezTo>
                    <a:pt x="1304" y="401"/>
                    <a:pt x="1293" y="356"/>
                    <a:pt x="1286" y="310"/>
                  </a:cubicBezTo>
                  <a:cubicBezTo>
                    <a:pt x="1226" y="96"/>
                    <a:pt x="990" y="1"/>
                    <a:pt x="740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7">
              <a:extLst>
                <a:ext uri="{FF2B5EF4-FFF2-40B4-BE49-F238E27FC236}">
                  <a16:creationId xmlns:a16="http://schemas.microsoft.com/office/drawing/2014/main" id="{5255F035-2D8F-B843-6D32-CBF11A427BD2}"/>
                </a:ext>
              </a:extLst>
            </p:cNvPr>
            <p:cNvSpPr/>
            <p:nvPr/>
          </p:nvSpPr>
          <p:spPr>
            <a:xfrm>
              <a:off x="6427055" y="1084344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7" y="1"/>
                  </a:moveTo>
                  <a:cubicBezTo>
                    <a:pt x="691" y="2"/>
                    <a:pt x="684" y="2"/>
                    <a:pt x="677" y="2"/>
                  </a:cubicBezTo>
                  <a:cubicBezTo>
                    <a:pt x="652" y="4"/>
                    <a:pt x="555" y="15"/>
                    <a:pt x="531" y="22"/>
                  </a:cubicBezTo>
                  <a:cubicBezTo>
                    <a:pt x="508" y="30"/>
                    <a:pt x="486" y="40"/>
                    <a:pt x="464" y="50"/>
                  </a:cubicBezTo>
                  <a:cubicBezTo>
                    <a:pt x="419" y="63"/>
                    <a:pt x="380" y="86"/>
                    <a:pt x="346" y="119"/>
                  </a:cubicBezTo>
                  <a:cubicBezTo>
                    <a:pt x="315" y="143"/>
                    <a:pt x="283" y="165"/>
                    <a:pt x="255" y="193"/>
                  </a:cubicBezTo>
                  <a:cubicBezTo>
                    <a:pt x="244" y="205"/>
                    <a:pt x="232" y="216"/>
                    <a:pt x="223" y="229"/>
                  </a:cubicBezTo>
                  <a:cubicBezTo>
                    <a:pt x="185" y="276"/>
                    <a:pt x="146" y="322"/>
                    <a:pt x="114" y="372"/>
                  </a:cubicBezTo>
                  <a:cubicBezTo>
                    <a:pt x="109" y="380"/>
                    <a:pt x="105" y="387"/>
                    <a:pt x="101" y="393"/>
                  </a:cubicBezTo>
                  <a:cubicBezTo>
                    <a:pt x="88" y="417"/>
                    <a:pt x="79" y="442"/>
                    <a:pt x="68" y="469"/>
                  </a:cubicBezTo>
                  <a:cubicBezTo>
                    <a:pt x="55" y="499"/>
                    <a:pt x="46" y="516"/>
                    <a:pt x="39" y="542"/>
                  </a:cubicBezTo>
                  <a:cubicBezTo>
                    <a:pt x="33" y="559"/>
                    <a:pt x="29" y="575"/>
                    <a:pt x="27" y="592"/>
                  </a:cubicBezTo>
                  <a:cubicBezTo>
                    <a:pt x="1" y="686"/>
                    <a:pt x="1" y="779"/>
                    <a:pt x="27" y="874"/>
                  </a:cubicBezTo>
                  <a:cubicBezTo>
                    <a:pt x="43" y="943"/>
                    <a:pt x="74" y="1003"/>
                    <a:pt x="121" y="1054"/>
                  </a:cubicBezTo>
                  <a:cubicBezTo>
                    <a:pt x="159" y="1112"/>
                    <a:pt x="208" y="1157"/>
                    <a:pt x="270" y="1191"/>
                  </a:cubicBezTo>
                  <a:cubicBezTo>
                    <a:pt x="353" y="1239"/>
                    <a:pt x="443" y="1263"/>
                    <a:pt x="538" y="1263"/>
                  </a:cubicBezTo>
                  <a:cubicBezTo>
                    <a:pt x="546" y="1263"/>
                    <a:pt x="554" y="1264"/>
                    <a:pt x="563" y="1264"/>
                  </a:cubicBezTo>
                  <a:cubicBezTo>
                    <a:pt x="574" y="1264"/>
                    <a:pt x="586" y="1263"/>
                    <a:pt x="598" y="1262"/>
                  </a:cubicBezTo>
                  <a:cubicBezTo>
                    <a:pt x="651" y="1257"/>
                    <a:pt x="704" y="1249"/>
                    <a:pt x="758" y="1241"/>
                  </a:cubicBezTo>
                  <a:cubicBezTo>
                    <a:pt x="768" y="1239"/>
                    <a:pt x="778" y="1237"/>
                    <a:pt x="788" y="1235"/>
                  </a:cubicBezTo>
                  <a:cubicBezTo>
                    <a:pt x="828" y="1225"/>
                    <a:pt x="864" y="1209"/>
                    <a:pt x="903" y="1192"/>
                  </a:cubicBezTo>
                  <a:cubicBezTo>
                    <a:pt x="993" y="1154"/>
                    <a:pt x="973" y="1167"/>
                    <a:pt x="1071" y="1085"/>
                  </a:cubicBezTo>
                  <a:cubicBezTo>
                    <a:pt x="1074" y="1083"/>
                    <a:pt x="1077" y="1080"/>
                    <a:pt x="1079" y="1078"/>
                  </a:cubicBezTo>
                  <a:cubicBezTo>
                    <a:pt x="1086" y="1071"/>
                    <a:pt x="1094" y="1065"/>
                    <a:pt x="1100" y="1059"/>
                  </a:cubicBezTo>
                  <a:cubicBezTo>
                    <a:pt x="1139" y="1019"/>
                    <a:pt x="1171" y="972"/>
                    <a:pt x="1204" y="929"/>
                  </a:cubicBezTo>
                  <a:cubicBezTo>
                    <a:pt x="1209" y="922"/>
                    <a:pt x="1215" y="914"/>
                    <a:pt x="1219" y="906"/>
                  </a:cubicBezTo>
                  <a:cubicBezTo>
                    <a:pt x="1221" y="903"/>
                    <a:pt x="1223" y="900"/>
                    <a:pt x="1226" y="897"/>
                  </a:cubicBezTo>
                  <a:cubicBezTo>
                    <a:pt x="1237" y="879"/>
                    <a:pt x="1245" y="860"/>
                    <a:pt x="1251" y="839"/>
                  </a:cubicBezTo>
                  <a:cubicBezTo>
                    <a:pt x="1263" y="822"/>
                    <a:pt x="1272" y="804"/>
                    <a:pt x="1274" y="784"/>
                  </a:cubicBezTo>
                  <a:cubicBezTo>
                    <a:pt x="1303" y="689"/>
                    <a:pt x="1289" y="591"/>
                    <a:pt x="1275" y="497"/>
                  </a:cubicBezTo>
                  <a:cubicBezTo>
                    <a:pt x="1263" y="450"/>
                    <a:pt x="1242" y="410"/>
                    <a:pt x="1211" y="375"/>
                  </a:cubicBezTo>
                  <a:cubicBezTo>
                    <a:pt x="1208" y="372"/>
                    <a:pt x="1206" y="369"/>
                    <a:pt x="1202" y="366"/>
                  </a:cubicBezTo>
                  <a:cubicBezTo>
                    <a:pt x="1187" y="327"/>
                    <a:pt x="1170" y="289"/>
                    <a:pt x="1154" y="251"/>
                  </a:cubicBezTo>
                  <a:cubicBezTo>
                    <a:pt x="1128" y="217"/>
                    <a:pt x="1102" y="184"/>
                    <a:pt x="1076" y="150"/>
                  </a:cubicBezTo>
                  <a:cubicBezTo>
                    <a:pt x="1061" y="136"/>
                    <a:pt x="990" y="81"/>
                    <a:pt x="973" y="71"/>
                  </a:cubicBezTo>
                  <a:cubicBezTo>
                    <a:pt x="893" y="20"/>
                    <a:pt x="861" y="22"/>
                    <a:pt x="782" y="10"/>
                  </a:cubicBezTo>
                  <a:cubicBezTo>
                    <a:pt x="750" y="6"/>
                    <a:pt x="726" y="1"/>
                    <a:pt x="697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7">
              <a:extLst>
                <a:ext uri="{FF2B5EF4-FFF2-40B4-BE49-F238E27FC236}">
                  <a16:creationId xmlns:a16="http://schemas.microsoft.com/office/drawing/2014/main" id="{DF83A1B7-7B30-86DE-B633-017BAC4AFD41}"/>
                </a:ext>
              </a:extLst>
            </p:cNvPr>
            <p:cNvSpPr/>
            <p:nvPr/>
          </p:nvSpPr>
          <p:spPr>
            <a:xfrm>
              <a:off x="6236860" y="915618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8"/>
                  </a:cubicBezTo>
                  <a:cubicBezTo>
                    <a:pt x="364" y="26"/>
                    <a:pt x="324" y="43"/>
                    <a:pt x="286" y="68"/>
                  </a:cubicBezTo>
                  <a:cubicBezTo>
                    <a:pt x="204" y="116"/>
                    <a:pt x="155" y="176"/>
                    <a:pt x="103" y="254"/>
                  </a:cubicBezTo>
                  <a:cubicBezTo>
                    <a:pt x="27" y="367"/>
                    <a:pt x="1" y="532"/>
                    <a:pt x="42" y="664"/>
                  </a:cubicBezTo>
                  <a:cubicBezTo>
                    <a:pt x="59" y="716"/>
                    <a:pt x="83" y="768"/>
                    <a:pt x="106" y="817"/>
                  </a:cubicBezTo>
                  <a:cubicBezTo>
                    <a:pt x="113" y="831"/>
                    <a:pt x="120" y="845"/>
                    <a:pt x="127" y="857"/>
                  </a:cubicBezTo>
                  <a:cubicBezTo>
                    <a:pt x="152" y="898"/>
                    <a:pt x="193" y="954"/>
                    <a:pt x="221" y="982"/>
                  </a:cubicBezTo>
                  <a:cubicBezTo>
                    <a:pt x="288" y="1050"/>
                    <a:pt x="379" y="1091"/>
                    <a:pt x="469" y="1120"/>
                  </a:cubicBezTo>
                  <a:cubicBezTo>
                    <a:pt x="502" y="1124"/>
                    <a:pt x="534" y="1128"/>
                    <a:pt x="567" y="1132"/>
                  </a:cubicBezTo>
                  <a:cubicBezTo>
                    <a:pt x="571" y="1133"/>
                    <a:pt x="575" y="1133"/>
                    <a:pt x="579" y="1133"/>
                  </a:cubicBezTo>
                  <a:cubicBezTo>
                    <a:pt x="625" y="1133"/>
                    <a:pt x="668" y="1122"/>
                    <a:pt x="708" y="1101"/>
                  </a:cubicBezTo>
                  <a:cubicBezTo>
                    <a:pt x="738" y="1093"/>
                    <a:pt x="766" y="1077"/>
                    <a:pt x="789" y="1054"/>
                  </a:cubicBezTo>
                  <a:cubicBezTo>
                    <a:pt x="828" y="1028"/>
                    <a:pt x="860" y="994"/>
                    <a:pt x="883" y="951"/>
                  </a:cubicBezTo>
                  <a:cubicBezTo>
                    <a:pt x="892" y="930"/>
                    <a:pt x="904" y="912"/>
                    <a:pt x="916" y="893"/>
                  </a:cubicBezTo>
                  <a:cubicBezTo>
                    <a:pt x="947" y="844"/>
                    <a:pt x="956" y="793"/>
                    <a:pt x="973" y="742"/>
                  </a:cubicBezTo>
                  <a:cubicBezTo>
                    <a:pt x="975" y="736"/>
                    <a:pt x="978" y="729"/>
                    <a:pt x="981" y="723"/>
                  </a:cubicBezTo>
                  <a:cubicBezTo>
                    <a:pt x="991" y="702"/>
                    <a:pt x="1000" y="680"/>
                    <a:pt x="1008" y="657"/>
                  </a:cubicBezTo>
                  <a:cubicBezTo>
                    <a:pt x="1032" y="568"/>
                    <a:pt x="1032" y="479"/>
                    <a:pt x="1008" y="390"/>
                  </a:cubicBezTo>
                  <a:cubicBezTo>
                    <a:pt x="1007" y="383"/>
                    <a:pt x="1005" y="375"/>
                    <a:pt x="1004" y="366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80" y="276"/>
                    <a:pt x="938" y="205"/>
                    <a:pt x="878" y="144"/>
                  </a:cubicBezTo>
                  <a:cubicBezTo>
                    <a:pt x="846" y="115"/>
                    <a:pt x="814" y="90"/>
                    <a:pt x="777" y="66"/>
                  </a:cubicBezTo>
                  <a:cubicBezTo>
                    <a:pt x="723" y="31"/>
                    <a:pt x="663" y="13"/>
                    <a:pt x="598" y="9"/>
                  </a:cubicBezTo>
                  <a:cubicBezTo>
                    <a:pt x="572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7">
              <a:extLst>
                <a:ext uri="{FF2B5EF4-FFF2-40B4-BE49-F238E27FC236}">
                  <a16:creationId xmlns:a16="http://schemas.microsoft.com/office/drawing/2014/main" id="{18DE31A6-79D0-95D6-9089-135D95023867}"/>
                </a:ext>
              </a:extLst>
            </p:cNvPr>
            <p:cNvSpPr/>
            <p:nvPr/>
          </p:nvSpPr>
          <p:spPr>
            <a:xfrm>
              <a:off x="6315528" y="1128780"/>
              <a:ext cx="30550" cy="32360"/>
            </a:xfrm>
            <a:custGeom>
              <a:avLst/>
              <a:gdLst/>
              <a:ahLst/>
              <a:cxnLst/>
              <a:rect l="l" t="t" r="r" b="b"/>
              <a:pathLst>
                <a:path w="979" h="1037" extrusionOk="0">
                  <a:moveTo>
                    <a:pt x="474" y="0"/>
                  </a:moveTo>
                  <a:cubicBezTo>
                    <a:pt x="404" y="0"/>
                    <a:pt x="339" y="18"/>
                    <a:pt x="278" y="54"/>
                  </a:cubicBezTo>
                  <a:cubicBezTo>
                    <a:pt x="220" y="88"/>
                    <a:pt x="172" y="134"/>
                    <a:pt x="138" y="193"/>
                  </a:cubicBezTo>
                  <a:cubicBezTo>
                    <a:pt x="118" y="234"/>
                    <a:pt x="101" y="275"/>
                    <a:pt x="85" y="317"/>
                  </a:cubicBezTo>
                  <a:cubicBezTo>
                    <a:pt x="80" y="330"/>
                    <a:pt x="76" y="342"/>
                    <a:pt x="72" y="356"/>
                  </a:cubicBezTo>
                  <a:cubicBezTo>
                    <a:pt x="72" y="357"/>
                    <a:pt x="72" y="358"/>
                    <a:pt x="72" y="359"/>
                  </a:cubicBezTo>
                  <a:cubicBezTo>
                    <a:pt x="71" y="361"/>
                    <a:pt x="69" y="363"/>
                    <a:pt x="68" y="366"/>
                  </a:cubicBezTo>
                  <a:cubicBezTo>
                    <a:pt x="52" y="401"/>
                    <a:pt x="37" y="437"/>
                    <a:pt x="23" y="472"/>
                  </a:cubicBezTo>
                  <a:cubicBezTo>
                    <a:pt x="1" y="552"/>
                    <a:pt x="1" y="630"/>
                    <a:pt x="23" y="709"/>
                  </a:cubicBezTo>
                  <a:cubicBezTo>
                    <a:pt x="36" y="767"/>
                    <a:pt x="63" y="818"/>
                    <a:pt x="102" y="860"/>
                  </a:cubicBezTo>
                  <a:cubicBezTo>
                    <a:pt x="134" y="909"/>
                    <a:pt x="176" y="947"/>
                    <a:pt x="227" y="976"/>
                  </a:cubicBezTo>
                  <a:cubicBezTo>
                    <a:pt x="278" y="1008"/>
                    <a:pt x="334" y="1026"/>
                    <a:pt x="392" y="1028"/>
                  </a:cubicBezTo>
                  <a:cubicBezTo>
                    <a:pt x="417" y="1034"/>
                    <a:pt x="442" y="1036"/>
                    <a:pt x="466" y="1036"/>
                  </a:cubicBezTo>
                  <a:cubicBezTo>
                    <a:pt x="501" y="1036"/>
                    <a:pt x="535" y="1031"/>
                    <a:pt x="570" y="1021"/>
                  </a:cubicBezTo>
                  <a:cubicBezTo>
                    <a:pt x="646" y="999"/>
                    <a:pt x="711" y="961"/>
                    <a:pt x="767" y="906"/>
                  </a:cubicBezTo>
                  <a:cubicBezTo>
                    <a:pt x="789" y="884"/>
                    <a:pt x="807" y="856"/>
                    <a:pt x="827" y="831"/>
                  </a:cubicBezTo>
                  <a:cubicBezTo>
                    <a:pt x="884" y="759"/>
                    <a:pt x="925" y="716"/>
                    <a:pt x="948" y="623"/>
                  </a:cubicBezTo>
                  <a:cubicBezTo>
                    <a:pt x="950" y="616"/>
                    <a:pt x="951" y="608"/>
                    <a:pt x="952" y="601"/>
                  </a:cubicBezTo>
                  <a:cubicBezTo>
                    <a:pt x="969" y="514"/>
                    <a:pt x="978" y="448"/>
                    <a:pt x="954" y="360"/>
                  </a:cubicBezTo>
                  <a:cubicBezTo>
                    <a:pt x="948" y="320"/>
                    <a:pt x="932" y="285"/>
                    <a:pt x="909" y="255"/>
                  </a:cubicBezTo>
                  <a:cubicBezTo>
                    <a:pt x="883" y="205"/>
                    <a:pt x="845" y="166"/>
                    <a:pt x="799" y="135"/>
                  </a:cubicBezTo>
                  <a:cubicBezTo>
                    <a:pt x="770" y="108"/>
                    <a:pt x="736" y="90"/>
                    <a:pt x="699" y="76"/>
                  </a:cubicBezTo>
                  <a:cubicBezTo>
                    <a:pt x="689" y="68"/>
                    <a:pt x="681" y="60"/>
                    <a:pt x="671" y="54"/>
                  </a:cubicBezTo>
                  <a:cubicBezTo>
                    <a:pt x="610" y="18"/>
                    <a:pt x="544" y="0"/>
                    <a:pt x="474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7">
              <a:extLst>
                <a:ext uri="{FF2B5EF4-FFF2-40B4-BE49-F238E27FC236}">
                  <a16:creationId xmlns:a16="http://schemas.microsoft.com/office/drawing/2014/main" id="{3E8EF73A-2F4F-E010-637F-9287CB80D700}"/>
                </a:ext>
              </a:extLst>
            </p:cNvPr>
            <p:cNvSpPr/>
            <p:nvPr/>
          </p:nvSpPr>
          <p:spPr>
            <a:xfrm>
              <a:off x="6384366" y="1162044"/>
              <a:ext cx="39069" cy="36635"/>
            </a:xfrm>
            <a:custGeom>
              <a:avLst/>
              <a:gdLst/>
              <a:ahLst/>
              <a:cxnLst/>
              <a:rect l="l" t="t" r="r" b="b"/>
              <a:pathLst>
                <a:path w="1252" h="1174" extrusionOk="0">
                  <a:moveTo>
                    <a:pt x="556" y="1"/>
                  </a:moveTo>
                  <a:cubicBezTo>
                    <a:pt x="512" y="1"/>
                    <a:pt x="468" y="8"/>
                    <a:pt x="424" y="22"/>
                  </a:cubicBezTo>
                  <a:cubicBezTo>
                    <a:pt x="350" y="39"/>
                    <a:pt x="286" y="73"/>
                    <a:pt x="230" y="123"/>
                  </a:cubicBezTo>
                  <a:cubicBezTo>
                    <a:pt x="169" y="163"/>
                    <a:pt x="120" y="216"/>
                    <a:pt x="85" y="282"/>
                  </a:cubicBezTo>
                  <a:lnTo>
                    <a:pt x="27" y="418"/>
                  </a:lnTo>
                  <a:cubicBezTo>
                    <a:pt x="0" y="519"/>
                    <a:pt x="0" y="619"/>
                    <a:pt x="27" y="720"/>
                  </a:cubicBezTo>
                  <a:cubicBezTo>
                    <a:pt x="46" y="765"/>
                    <a:pt x="66" y="810"/>
                    <a:pt x="85" y="855"/>
                  </a:cubicBezTo>
                  <a:cubicBezTo>
                    <a:pt x="135" y="941"/>
                    <a:pt x="203" y="1008"/>
                    <a:pt x="288" y="1059"/>
                  </a:cubicBezTo>
                  <a:cubicBezTo>
                    <a:pt x="290" y="1060"/>
                    <a:pt x="291" y="1061"/>
                    <a:pt x="293" y="1062"/>
                  </a:cubicBezTo>
                  <a:cubicBezTo>
                    <a:pt x="338" y="1081"/>
                    <a:pt x="383" y="1100"/>
                    <a:pt x="429" y="1120"/>
                  </a:cubicBezTo>
                  <a:cubicBezTo>
                    <a:pt x="433" y="1121"/>
                    <a:pt x="439" y="1123"/>
                    <a:pt x="443" y="1124"/>
                  </a:cubicBezTo>
                  <a:lnTo>
                    <a:pt x="465" y="1131"/>
                  </a:lnTo>
                  <a:cubicBezTo>
                    <a:pt x="481" y="1137"/>
                    <a:pt x="499" y="1143"/>
                    <a:pt x="516" y="1148"/>
                  </a:cubicBezTo>
                  <a:cubicBezTo>
                    <a:pt x="547" y="1159"/>
                    <a:pt x="565" y="1158"/>
                    <a:pt x="608" y="1165"/>
                  </a:cubicBezTo>
                  <a:cubicBezTo>
                    <a:pt x="644" y="1169"/>
                    <a:pt x="659" y="1173"/>
                    <a:pt x="679" y="1173"/>
                  </a:cubicBezTo>
                  <a:cubicBezTo>
                    <a:pt x="685" y="1173"/>
                    <a:pt x="693" y="1173"/>
                    <a:pt x="701" y="1172"/>
                  </a:cubicBezTo>
                  <a:cubicBezTo>
                    <a:pt x="717" y="1170"/>
                    <a:pt x="734" y="1168"/>
                    <a:pt x="749" y="1167"/>
                  </a:cubicBezTo>
                  <a:cubicBezTo>
                    <a:pt x="839" y="1166"/>
                    <a:pt x="923" y="1144"/>
                    <a:pt x="1002" y="1098"/>
                  </a:cubicBezTo>
                  <a:cubicBezTo>
                    <a:pt x="1077" y="1054"/>
                    <a:pt x="1137" y="994"/>
                    <a:pt x="1181" y="919"/>
                  </a:cubicBezTo>
                  <a:cubicBezTo>
                    <a:pt x="1227" y="841"/>
                    <a:pt x="1249" y="756"/>
                    <a:pt x="1250" y="666"/>
                  </a:cubicBezTo>
                  <a:cubicBezTo>
                    <a:pt x="1252" y="597"/>
                    <a:pt x="1237" y="533"/>
                    <a:pt x="1206" y="474"/>
                  </a:cubicBezTo>
                  <a:cubicBezTo>
                    <a:pt x="1199" y="453"/>
                    <a:pt x="1188" y="434"/>
                    <a:pt x="1178" y="414"/>
                  </a:cubicBezTo>
                  <a:lnTo>
                    <a:pt x="1181" y="414"/>
                  </a:lnTo>
                  <a:cubicBezTo>
                    <a:pt x="1174" y="400"/>
                    <a:pt x="1168" y="387"/>
                    <a:pt x="1162" y="373"/>
                  </a:cubicBezTo>
                  <a:cubicBezTo>
                    <a:pt x="1159" y="367"/>
                    <a:pt x="1155" y="360"/>
                    <a:pt x="1152" y="352"/>
                  </a:cubicBezTo>
                  <a:cubicBezTo>
                    <a:pt x="1123" y="316"/>
                    <a:pt x="1095" y="278"/>
                    <a:pt x="1066" y="241"/>
                  </a:cubicBezTo>
                  <a:lnTo>
                    <a:pt x="1062" y="238"/>
                  </a:lnTo>
                  <a:cubicBezTo>
                    <a:pt x="1058" y="234"/>
                    <a:pt x="1055" y="232"/>
                    <a:pt x="1051" y="229"/>
                  </a:cubicBezTo>
                  <a:cubicBezTo>
                    <a:pt x="1038" y="217"/>
                    <a:pt x="1026" y="207"/>
                    <a:pt x="1012" y="196"/>
                  </a:cubicBezTo>
                  <a:cubicBezTo>
                    <a:pt x="1007" y="191"/>
                    <a:pt x="1001" y="187"/>
                    <a:pt x="994" y="182"/>
                  </a:cubicBezTo>
                  <a:cubicBezTo>
                    <a:pt x="991" y="179"/>
                    <a:pt x="987" y="175"/>
                    <a:pt x="983" y="172"/>
                  </a:cubicBezTo>
                  <a:cubicBezTo>
                    <a:pt x="964" y="156"/>
                    <a:pt x="944" y="141"/>
                    <a:pt x="923" y="126"/>
                  </a:cubicBezTo>
                  <a:cubicBezTo>
                    <a:pt x="905" y="105"/>
                    <a:pt x="884" y="90"/>
                    <a:pt x="860" y="79"/>
                  </a:cubicBezTo>
                  <a:cubicBezTo>
                    <a:pt x="795" y="37"/>
                    <a:pt x="725" y="15"/>
                    <a:pt x="650" y="11"/>
                  </a:cubicBezTo>
                  <a:cubicBezTo>
                    <a:pt x="619" y="4"/>
                    <a:pt x="587" y="1"/>
                    <a:pt x="556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7">
              <a:extLst>
                <a:ext uri="{FF2B5EF4-FFF2-40B4-BE49-F238E27FC236}">
                  <a16:creationId xmlns:a16="http://schemas.microsoft.com/office/drawing/2014/main" id="{A8C58215-EAF5-E775-A050-51EEF3D5307B}"/>
                </a:ext>
              </a:extLst>
            </p:cNvPr>
            <p:cNvSpPr/>
            <p:nvPr/>
          </p:nvSpPr>
          <p:spPr>
            <a:xfrm>
              <a:off x="6312033" y="913059"/>
              <a:ext cx="35605" cy="43094"/>
            </a:xfrm>
            <a:custGeom>
              <a:avLst/>
              <a:gdLst/>
              <a:ahLst/>
              <a:cxnLst/>
              <a:rect l="l" t="t" r="r" b="b"/>
              <a:pathLst>
                <a:path w="1141" h="1381" extrusionOk="0">
                  <a:moveTo>
                    <a:pt x="624" y="0"/>
                  </a:moveTo>
                  <a:cubicBezTo>
                    <a:pt x="582" y="0"/>
                    <a:pt x="540" y="5"/>
                    <a:pt x="493" y="16"/>
                  </a:cubicBezTo>
                  <a:cubicBezTo>
                    <a:pt x="484" y="17"/>
                    <a:pt x="476" y="20"/>
                    <a:pt x="468" y="23"/>
                  </a:cubicBezTo>
                  <a:cubicBezTo>
                    <a:pt x="428" y="37"/>
                    <a:pt x="384" y="54"/>
                    <a:pt x="347" y="76"/>
                  </a:cubicBezTo>
                  <a:cubicBezTo>
                    <a:pt x="329" y="86"/>
                    <a:pt x="307" y="106"/>
                    <a:pt x="296" y="114"/>
                  </a:cubicBezTo>
                  <a:cubicBezTo>
                    <a:pt x="280" y="127"/>
                    <a:pt x="260" y="141"/>
                    <a:pt x="245" y="155"/>
                  </a:cubicBezTo>
                  <a:cubicBezTo>
                    <a:pt x="225" y="173"/>
                    <a:pt x="209" y="197"/>
                    <a:pt x="193" y="218"/>
                  </a:cubicBezTo>
                  <a:cubicBezTo>
                    <a:pt x="169" y="249"/>
                    <a:pt x="145" y="278"/>
                    <a:pt x="129" y="313"/>
                  </a:cubicBezTo>
                  <a:cubicBezTo>
                    <a:pt x="105" y="362"/>
                    <a:pt x="82" y="413"/>
                    <a:pt x="66" y="464"/>
                  </a:cubicBezTo>
                  <a:cubicBezTo>
                    <a:pt x="56" y="491"/>
                    <a:pt x="52" y="522"/>
                    <a:pt x="47" y="549"/>
                  </a:cubicBezTo>
                  <a:cubicBezTo>
                    <a:pt x="28" y="637"/>
                    <a:pt x="1" y="731"/>
                    <a:pt x="9" y="821"/>
                  </a:cubicBezTo>
                  <a:cubicBezTo>
                    <a:pt x="12" y="854"/>
                    <a:pt x="15" y="896"/>
                    <a:pt x="24" y="930"/>
                  </a:cubicBezTo>
                  <a:cubicBezTo>
                    <a:pt x="36" y="985"/>
                    <a:pt x="60" y="1023"/>
                    <a:pt x="93" y="1066"/>
                  </a:cubicBezTo>
                  <a:cubicBezTo>
                    <a:pt x="108" y="1085"/>
                    <a:pt x="122" y="1101"/>
                    <a:pt x="139" y="1117"/>
                  </a:cubicBezTo>
                  <a:cubicBezTo>
                    <a:pt x="145" y="1133"/>
                    <a:pt x="153" y="1148"/>
                    <a:pt x="160" y="1164"/>
                  </a:cubicBezTo>
                  <a:cubicBezTo>
                    <a:pt x="199" y="1229"/>
                    <a:pt x="251" y="1281"/>
                    <a:pt x="316" y="1320"/>
                  </a:cubicBezTo>
                  <a:cubicBezTo>
                    <a:pt x="366" y="1353"/>
                    <a:pt x="421" y="1369"/>
                    <a:pt x="478" y="1372"/>
                  </a:cubicBezTo>
                  <a:cubicBezTo>
                    <a:pt x="502" y="1378"/>
                    <a:pt x="527" y="1380"/>
                    <a:pt x="551" y="1380"/>
                  </a:cubicBezTo>
                  <a:cubicBezTo>
                    <a:pt x="585" y="1380"/>
                    <a:pt x="618" y="1375"/>
                    <a:pt x="652" y="1364"/>
                  </a:cubicBezTo>
                  <a:cubicBezTo>
                    <a:pt x="726" y="1343"/>
                    <a:pt x="790" y="1306"/>
                    <a:pt x="844" y="1252"/>
                  </a:cubicBezTo>
                  <a:cubicBezTo>
                    <a:pt x="897" y="1190"/>
                    <a:pt x="949" y="1125"/>
                    <a:pt x="989" y="1055"/>
                  </a:cubicBezTo>
                  <a:cubicBezTo>
                    <a:pt x="1029" y="986"/>
                    <a:pt x="1060" y="910"/>
                    <a:pt x="1086" y="836"/>
                  </a:cubicBezTo>
                  <a:cubicBezTo>
                    <a:pt x="1102" y="791"/>
                    <a:pt x="1112" y="744"/>
                    <a:pt x="1120" y="698"/>
                  </a:cubicBezTo>
                  <a:cubicBezTo>
                    <a:pt x="1127" y="645"/>
                    <a:pt x="1138" y="584"/>
                    <a:pt x="1140" y="528"/>
                  </a:cubicBezTo>
                  <a:cubicBezTo>
                    <a:pt x="1141" y="500"/>
                    <a:pt x="1135" y="472"/>
                    <a:pt x="1131" y="444"/>
                  </a:cubicBezTo>
                  <a:cubicBezTo>
                    <a:pt x="1127" y="413"/>
                    <a:pt x="1126" y="387"/>
                    <a:pt x="1117" y="358"/>
                  </a:cubicBezTo>
                  <a:cubicBezTo>
                    <a:pt x="1088" y="277"/>
                    <a:pt x="1048" y="197"/>
                    <a:pt x="983" y="140"/>
                  </a:cubicBezTo>
                  <a:cubicBezTo>
                    <a:pt x="917" y="81"/>
                    <a:pt x="844" y="32"/>
                    <a:pt x="755" y="14"/>
                  </a:cubicBezTo>
                  <a:cubicBezTo>
                    <a:pt x="708" y="5"/>
                    <a:pt x="666" y="0"/>
                    <a:pt x="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7">
              <a:extLst>
                <a:ext uri="{FF2B5EF4-FFF2-40B4-BE49-F238E27FC236}">
                  <a16:creationId xmlns:a16="http://schemas.microsoft.com/office/drawing/2014/main" id="{DDE69877-2576-6AFE-8E2B-18D07B76E1D2}"/>
                </a:ext>
              </a:extLst>
            </p:cNvPr>
            <p:cNvSpPr/>
            <p:nvPr/>
          </p:nvSpPr>
          <p:spPr>
            <a:xfrm>
              <a:off x="6181222" y="958868"/>
              <a:ext cx="42813" cy="45466"/>
            </a:xfrm>
            <a:custGeom>
              <a:avLst/>
              <a:gdLst/>
              <a:ahLst/>
              <a:cxnLst/>
              <a:rect l="l" t="t" r="r" b="b"/>
              <a:pathLst>
                <a:path w="1372" h="1457" extrusionOk="0">
                  <a:moveTo>
                    <a:pt x="760" y="1"/>
                  </a:moveTo>
                  <a:cubicBezTo>
                    <a:pt x="758" y="1"/>
                    <a:pt x="756" y="1"/>
                    <a:pt x="754" y="1"/>
                  </a:cubicBezTo>
                  <a:cubicBezTo>
                    <a:pt x="415" y="12"/>
                    <a:pt x="64" y="217"/>
                    <a:pt x="24" y="579"/>
                  </a:cubicBezTo>
                  <a:cubicBezTo>
                    <a:pt x="0" y="798"/>
                    <a:pt x="90" y="1021"/>
                    <a:pt x="241" y="1181"/>
                  </a:cubicBezTo>
                  <a:cubicBezTo>
                    <a:pt x="398" y="1347"/>
                    <a:pt x="597" y="1457"/>
                    <a:pt x="811" y="1457"/>
                  </a:cubicBezTo>
                  <a:cubicBezTo>
                    <a:pt x="875" y="1457"/>
                    <a:pt x="941" y="1447"/>
                    <a:pt x="1008" y="1425"/>
                  </a:cubicBezTo>
                  <a:cubicBezTo>
                    <a:pt x="1302" y="1330"/>
                    <a:pt x="1371" y="971"/>
                    <a:pt x="1337" y="657"/>
                  </a:cubicBezTo>
                  <a:cubicBezTo>
                    <a:pt x="1322" y="526"/>
                    <a:pt x="1291" y="403"/>
                    <a:pt x="1249" y="311"/>
                  </a:cubicBezTo>
                  <a:cubicBezTo>
                    <a:pt x="1245" y="300"/>
                    <a:pt x="1239" y="290"/>
                    <a:pt x="1234" y="280"/>
                  </a:cubicBezTo>
                  <a:cubicBezTo>
                    <a:pt x="1230" y="274"/>
                    <a:pt x="1226" y="269"/>
                    <a:pt x="1223" y="262"/>
                  </a:cubicBezTo>
                  <a:cubicBezTo>
                    <a:pt x="1201" y="232"/>
                    <a:pt x="1173" y="195"/>
                    <a:pt x="1149" y="168"/>
                  </a:cubicBezTo>
                  <a:cubicBezTo>
                    <a:pt x="1082" y="95"/>
                    <a:pt x="1005" y="56"/>
                    <a:pt x="914" y="24"/>
                  </a:cubicBezTo>
                  <a:cubicBezTo>
                    <a:pt x="905" y="21"/>
                    <a:pt x="897" y="19"/>
                    <a:pt x="889" y="16"/>
                  </a:cubicBezTo>
                  <a:cubicBezTo>
                    <a:pt x="848" y="9"/>
                    <a:pt x="803" y="1"/>
                    <a:pt x="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7">
              <a:extLst>
                <a:ext uri="{FF2B5EF4-FFF2-40B4-BE49-F238E27FC236}">
                  <a16:creationId xmlns:a16="http://schemas.microsoft.com/office/drawing/2014/main" id="{5573D9E5-670F-36D9-6901-02DA999E1349}"/>
                </a:ext>
              </a:extLst>
            </p:cNvPr>
            <p:cNvSpPr/>
            <p:nvPr/>
          </p:nvSpPr>
          <p:spPr>
            <a:xfrm>
              <a:off x="6147676" y="1091365"/>
              <a:ext cx="44405" cy="38507"/>
            </a:xfrm>
            <a:custGeom>
              <a:avLst/>
              <a:gdLst/>
              <a:ahLst/>
              <a:cxnLst/>
              <a:rect l="l" t="t" r="r" b="b"/>
              <a:pathLst>
                <a:path w="1423" h="1234" extrusionOk="0">
                  <a:moveTo>
                    <a:pt x="684" y="0"/>
                  </a:moveTo>
                  <a:cubicBezTo>
                    <a:pt x="678" y="0"/>
                    <a:pt x="673" y="0"/>
                    <a:pt x="668" y="1"/>
                  </a:cubicBezTo>
                  <a:cubicBezTo>
                    <a:pt x="618" y="6"/>
                    <a:pt x="566" y="13"/>
                    <a:pt x="516" y="22"/>
                  </a:cubicBezTo>
                  <a:cubicBezTo>
                    <a:pt x="511" y="22"/>
                    <a:pt x="506" y="23"/>
                    <a:pt x="501" y="24"/>
                  </a:cubicBezTo>
                  <a:cubicBezTo>
                    <a:pt x="491" y="26"/>
                    <a:pt x="481" y="29"/>
                    <a:pt x="471" y="33"/>
                  </a:cubicBezTo>
                  <a:cubicBezTo>
                    <a:pt x="427" y="49"/>
                    <a:pt x="378" y="70"/>
                    <a:pt x="335" y="90"/>
                  </a:cubicBezTo>
                  <a:cubicBezTo>
                    <a:pt x="331" y="92"/>
                    <a:pt x="327" y="94"/>
                    <a:pt x="324" y="96"/>
                  </a:cubicBezTo>
                  <a:cubicBezTo>
                    <a:pt x="278" y="122"/>
                    <a:pt x="224" y="168"/>
                    <a:pt x="193" y="194"/>
                  </a:cubicBezTo>
                  <a:cubicBezTo>
                    <a:pt x="184" y="202"/>
                    <a:pt x="177" y="208"/>
                    <a:pt x="171" y="216"/>
                  </a:cubicBezTo>
                  <a:cubicBezTo>
                    <a:pt x="138" y="252"/>
                    <a:pt x="107" y="291"/>
                    <a:pt x="81" y="333"/>
                  </a:cubicBezTo>
                  <a:cubicBezTo>
                    <a:pt x="79" y="336"/>
                    <a:pt x="78" y="339"/>
                    <a:pt x="77" y="341"/>
                  </a:cubicBezTo>
                  <a:cubicBezTo>
                    <a:pt x="59" y="383"/>
                    <a:pt x="41" y="425"/>
                    <a:pt x="23" y="467"/>
                  </a:cubicBezTo>
                  <a:cubicBezTo>
                    <a:pt x="22" y="469"/>
                    <a:pt x="22" y="470"/>
                    <a:pt x="21" y="472"/>
                  </a:cubicBezTo>
                  <a:cubicBezTo>
                    <a:pt x="20" y="475"/>
                    <a:pt x="20" y="478"/>
                    <a:pt x="19" y="481"/>
                  </a:cubicBezTo>
                  <a:cubicBezTo>
                    <a:pt x="16" y="504"/>
                    <a:pt x="13" y="527"/>
                    <a:pt x="10" y="550"/>
                  </a:cubicBezTo>
                  <a:cubicBezTo>
                    <a:pt x="5" y="575"/>
                    <a:pt x="2" y="601"/>
                    <a:pt x="0" y="626"/>
                  </a:cubicBezTo>
                  <a:cubicBezTo>
                    <a:pt x="3" y="649"/>
                    <a:pt x="7" y="672"/>
                    <a:pt x="10" y="695"/>
                  </a:cubicBezTo>
                  <a:cubicBezTo>
                    <a:pt x="10" y="742"/>
                    <a:pt x="21" y="786"/>
                    <a:pt x="45" y="828"/>
                  </a:cubicBezTo>
                  <a:cubicBezTo>
                    <a:pt x="77" y="902"/>
                    <a:pt x="83" y="930"/>
                    <a:pt x="154" y="997"/>
                  </a:cubicBezTo>
                  <a:lnTo>
                    <a:pt x="157" y="1000"/>
                  </a:lnTo>
                  <a:cubicBezTo>
                    <a:pt x="171" y="1012"/>
                    <a:pt x="248" y="1074"/>
                    <a:pt x="264" y="1083"/>
                  </a:cubicBezTo>
                  <a:cubicBezTo>
                    <a:pt x="266" y="1083"/>
                    <a:pt x="267" y="1084"/>
                    <a:pt x="269" y="1085"/>
                  </a:cubicBezTo>
                  <a:cubicBezTo>
                    <a:pt x="284" y="1095"/>
                    <a:pt x="376" y="1133"/>
                    <a:pt x="393" y="1138"/>
                  </a:cubicBezTo>
                  <a:cubicBezTo>
                    <a:pt x="411" y="1143"/>
                    <a:pt x="427" y="1144"/>
                    <a:pt x="445" y="1146"/>
                  </a:cubicBezTo>
                  <a:lnTo>
                    <a:pt x="446" y="1146"/>
                  </a:lnTo>
                  <a:cubicBezTo>
                    <a:pt x="449" y="1148"/>
                    <a:pt x="452" y="1149"/>
                    <a:pt x="457" y="1151"/>
                  </a:cubicBezTo>
                  <a:cubicBezTo>
                    <a:pt x="484" y="1164"/>
                    <a:pt x="571" y="1203"/>
                    <a:pt x="600" y="1212"/>
                  </a:cubicBezTo>
                  <a:cubicBezTo>
                    <a:pt x="614" y="1216"/>
                    <a:pt x="744" y="1234"/>
                    <a:pt x="759" y="1234"/>
                  </a:cubicBezTo>
                  <a:cubicBezTo>
                    <a:pt x="788" y="1233"/>
                    <a:pt x="811" y="1227"/>
                    <a:pt x="844" y="1223"/>
                  </a:cubicBezTo>
                  <a:cubicBezTo>
                    <a:pt x="872" y="1219"/>
                    <a:pt x="908" y="1216"/>
                    <a:pt x="939" y="1210"/>
                  </a:cubicBezTo>
                  <a:cubicBezTo>
                    <a:pt x="951" y="1207"/>
                    <a:pt x="963" y="1203"/>
                    <a:pt x="975" y="1198"/>
                  </a:cubicBezTo>
                  <a:cubicBezTo>
                    <a:pt x="1024" y="1179"/>
                    <a:pt x="1076" y="1158"/>
                    <a:pt x="1123" y="1135"/>
                  </a:cubicBezTo>
                  <a:cubicBezTo>
                    <a:pt x="1130" y="1132"/>
                    <a:pt x="1136" y="1128"/>
                    <a:pt x="1142" y="1125"/>
                  </a:cubicBezTo>
                  <a:cubicBezTo>
                    <a:pt x="1225" y="1076"/>
                    <a:pt x="1291" y="1009"/>
                    <a:pt x="1340" y="926"/>
                  </a:cubicBezTo>
                  <a:cubicBezTo>
                    <a:pt x="1381" y="862"/>
                    <a:pt x="1403" y="794"/>
                    <a:pt x="1406" y="720"/>
                  </a:cubicBezTo>
                  <a:cubicBezTo>
                    <a:pt x="1423" y="647"/>
                    <a:pt x="1419" y="572"/>
                    <a:pt x="1396" y="499"/>
                  </a:cubicBezTo>
                  <a:cubicBezTo>
                    <a:pt x="1370" y="405"/>
                    <a:pt x="1322" y="323"/>
                    <a:pt x="1254" y="254"/>
                  </a:cubicBezTo>
                  <a:cubicBezTo>
                    <a:pt x="1254" y="254"/>
                    <a:pt x="1253" y="253"/>
                    <a:pt x="1253" y="253"/>
                  </a:cubicBezTo>
                  <a:lnTo>
                    <a:pt x="1253" y="253"/>
                  </a:lnTo>
                  <a:cubicBezTo>
                    <a:pt x="1246" y="244"/>
                    <a:pt x="1238" y="235"/>
                    <a:pt x="1231" y="227"/>
                  </a:cubicBezTo>
                  <a:cubicBezTo>
                    <a:pt x="1224" y="220"/>
                    <a:pt x="1216" y="212"/>
                    <a:pt x="1208" y="205"/>
                  </a:cubicBezTo>
                  <a:cubicBezTo>
                    <a:pt x="1163" y="168"/>
                    <a:pt x="1108" y="117"/>
                    <a:pt x="1049" y="92"/>
                  </a:cubicBezTo>
                  <a:cubicBezTo>
                    <a:pt x="1004" y="72"/>
                    <a:pt x="958" y="50"/>
                    <a:pt x="911" y="33"/>
                  </a:cubicBezTo>
                  <a:cubicBezTo>
                    <a:pt x="907" y="32"/>
                    <a:pt x="901" y="30"/>
                    <a:pt x="897" y="29"/>
                  </a:cubicBezTo>
                  <a:cubicBezTo>
                    <a:pt x="887" y="26"/>
                    <a:pt x="876" y="24"/>
                    <a:pt x="866" y="22"/>
                  </a:cubicBezTo>
                  <a:cubicBezTo>
                    <a:pt x="817" y="13"/>
                    <a:pt x="762" y="6"/>
                    <a:pt x="713" y="2"/>
                  </a:cubicBezTo>
                  <a:cubicBezTo>
                    <a:pt x="708" y="1"/>
                    <a:pt x="704" y="1"/>
                    <a:pt x="698" y="1"/>
                  </a:cubicBezTo>
                  <a:cubicBezTo>
                    <a:pt x="694" y="0"/>
                    <a:pt x="689" y="0"/>
                    <a:pt x="6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7">
              <a:extLst>
                <a:ext uri="{FF2B5EF4-FFF2-40B4-BE49-F238E27FC236}">
                  <a16:creationId xmlns:a16="http://schemas.microsoft.com/office/drawing/2014/main" id="{5DFCFD66-6649-7CF8-814F-387A2EE505AC}"/>
                </a:ext>
              </a:extLst>
            </p:cNvPr>
            <p:cNvSpPr/>
            <p:nvPr/>
          </p:nvSpPr>
          <p:spPr>
            <a:xfrm>
              <a:off x="6241479" y="1070052"/>
              <a:ext cx="41783" cy="40161"/>
            </a:xfrm>
            <a:custGeom>
              <a:avLst/>
              <a:gdLst/>
              <a:ahLst/>
              <a:cxnLst/>
              <a:rect l="l" t="t" r="r" b="b"/>
              <a:pathLst>
                <a:path w="1339" h="1287" extrusionOk="0">
                  <a:moveTo>
                    <a:pt x="633" y="0"/>
                  </a:moveTo>
                  <a:cubicBezTo>
                    <a:pt x="627" y="0"/>
                    <a:pt x="621" y="0"/>
                    <a:pt x="614" y="0"/>
                  </a:cubicBezTo>
                  <a:cubicBezTo>
                    <a:pt x="560" y="8"/>
                    <a:pt x="506" y="15"/>
                    <a:pt x="451" y="22"/>
                  </a:cubicBezTo>
                  <a:cubicBezTo>
                    <a:pt x="403" y="43"/>
                    <a:pt x="354" y="64"/>
                    <a:pt x="305" y="84"/>
                  </a:cubicBezTo>
                  <a:cubicBezTo>
                    <a:pt x="233" y="123"/>
                    <a:pt x="176" y="175"/>
                    <a:pt x="133" y="242"/>
                  </a:cubicBezTo>
                  <a:cubicBezTo>
                    <a:pt x="79" y="302"/>
                    <a:pt x="42" y="371"/>
                    <a:pt x="23" y="450"/>
                  </a:cubicBezTo>
                  <a:lnTo>
                    <a:pt x="23" y="454"/>
                  </a:lnTo>
                  <a:cubicBezTo>
                    <a:pt x="16" y="508"/>
                    <a:pt x="7" y="562"/>
                    <a:pt x="0" y="617"/>
                  </a:cubicBezTo>
                  <a:cubicBezTo>
                    <a:pt x="0" y="620"/>
                    <a:pt x="0" y="622"/>
                    <a:pt x="0" y="625"/>
                  </a:cubicBezTo>
                  <a:cubicBezTo>
                    <a:pt x="0" y="655"/>
                    <a:pt x="10" y="704"/>
                    <a:pt x="12" y="718"/>
                  </a:cubicBezTo>
                  <a:cubicBezTo>
                    <a:pt x="16" y="748"/>
                    <a:pt x="18" y="782"/>
                    <a:pt x="26" y="813"/>
                  </a:cubicBezTo>
                  <a:cubicBezTo>
                    <a:pt x="47" y="862"/>
                    <a:pt x="68" y="912"/>
                    <a:pt x="88" y="961"/>
                  </a:cubicBezTo>
                  <a:cubicBezTo>
                    <a:pt x="89" y="962"/>
                    <a:pt x="89" y="962"/>
                    <a:pt x="90" y="963"/>
                  </a:cubicBezTo>
                  <a:cubicBezTo>
                    <a:pt x="129" y="1035"/>
                    <a:pt x="182" y="1094"/>
                    <a:pt x="250" y="1138"/>
                  </a:cubicBezTo>
                  <a:cubicBezTo>
                    <a:pt x="271" y="1155"/>
                    <a:pt x="292" y="1170"/>
                    <a:pt x="314" y="1187"/>
                  </a:cubicBezTo>
                  <a:cubicBezTo>
                    <a:pt x="317" y="1189"/>
                    <a:pt x="320" y="1191"/>
                    <a:pt x="325" y="1194"/>
                  </a:cubicBezTo>
                  <a:cubicBezTo>
                    <a:pt x="326" y="1195"/>
                    <a:pt x="328" y="1196"/>
                    <a:pt x="330" y="1196"/>
                  </a:cubicBezTo>
                  <a:lnTo>
                    <a:pt x="332" y="1198"/>
                  </a:lnTo>
                  <a:lnTo>
                    <a:pt x="478" y="1258"/>
                  </a:lnTo>
                  <a:cubicBezTo>
                    <a:pt x="532" y="1278"/>
                    <a:pt x="647" y="1285"/>
                    <a:pt x="661" y="1286"/>
                  </a:cubicBezTo>
                  <a:cubicBezTo>
                    <a:pt x="668" y="1287"/>
                    <a:pt x="676" y="1287"/>
                    <a:pt x="685" y="1287"/>
                  </a:cubicBezTo>
                  <a:cubicBezTo>
                    <a:pt x="712" y="1285"/>
                    <a:pt x="751" y="1277"/>
                    <a:pt x="767" y="1275"/>
                  </a:cubicBezTo>
                  <a:cubicBezTo>
                    <a:pt x="786" y="1273"/>
                    <a:pt x="824" y="1269"/>
                    <a:pt x="851" y="1264"/>
                  </a:cubicBezTo>
                  <a:cubicBezTo>
                    <a:pt x="855" y="1264"/>
                    <a:pt x="859" y="1263"/>
                    <a:pt x="863" y="1262"/>
                  </a:cubicBezTo>
                  <a:cubicBezTo>
                    <a:pt x="867" y="1259"/>
                    <a:pt x="871" y="1258"/>
                    <a:pt x="875" y="1256"/>
                  </a:cubicBezTo>
                  <a:cubicBezTo>
                    <a:pt x="908" y="1244"/>
                    <a:pt x="984" y="1212"/>
                    <a:pt x="1016" y="1197"/>
                  </a:cubicBezTo>
                  <a:cubicBezTo>
                    <a:pt x="1018" y="1196"/>
                    <a:pt x="1021" y="1195"/>
                    <a:pt x="1023" y="1194"/>
                  </a:cubicBezTo>
                  <a:cubicBezTo>
                    <a:pt x="1026" y="1192"/>
                    <a:pt x="1029" y="1190"/>
                    <a:pt x="1032" y="1188"/>
                  </a:cubicBezTo>
                  <a:cubicBezTo>
                    <a:pt x="1036" y="1185"/>
                    <a:pt x="1041" y="1182"/>
                    <a:pt x="1045" y="1179"/>
                  </a:cubicBezTo>
                  <a:lnTo>
                    <a:pt x="1045" y="1179"/>
                  </a:lnTo>
                  <a:lnTo>
                    <a:pt x="1043" y="1181"/>
                  </a:lnTo>
                  <a:cubicBezTo>
                    <a:pt x="1063" y="1166"/>
                    <a:pt x="1083" y="1151"/>
                    <a:pt x="1102" y="1135"/>
                  </a:cubicBezTo>
                  <a:cubicBezTo>
                    <a:pt x="1102" y="1134"/>
                    <a:pt x="1103" y="1134"/>
                    <a:pt x="1103" y="1133"/>
                  </a:cubicBezTo>
                  <a:cubicBezTo>
                    <a:pt x="1107" y="1130"/>
                    <a:pt x="1110" y="1128"/>
                    <a:pt x="1114" y="1125"/>
                  </a:cubicBezTo>
                  <a:lnTo>
                    <a:pt x="1114" y="1125"/>
                  </a:lnTo>
                  <a:lnTo>
                    <a:pt x="1105" y="1132"/>
                  </a:lnTo>
                  <a:cubicBezTo>
                    <a:pt x="1123" y="1120"/>
                    <a:pt x="1140" y="1107"/>
                    <a:pt x="1156" y="1092"/>
                  </a:cubicBezTo>
                  <a:lnTo>
                    <a:pt x="1156" y="1092"/>
                  </a:lnTo>
                  <a:cubicBezTo>
                    <a:pt x="1156" y="1092"/>
                    <a:pt x="1156" y="1092"/>
                    <a:pt x="1157" y="1092"/>
                  </a:cubicBezTo>
                  <a:lnTo>
                    <a:pt x="1157" y="1092"/>
                  </a:lnTo>
                  <a:lnTo>
                    <a:pt x="1156" y="1092"/>
                  </a:lnTo>
                  <a:lnTo>
                    <a:pt x="1156" y="1092"/>
                  </a:lnTo>
                  <a:cubicBezTo>
                    <a:pt x="1193" y="1060"/>
                    <a:pt x="1223" y="1021"/>
                    <a:pt x="1248" y="976"/>
                  </a:cubicBezTo>
                  <a:cubicBezTo>
                    <a:pt x="1266" y="931"/>
                    <a:pt x="1285" y="886"/>
                    <a:pt x="1304" y="841"/>
                  </a:cubicBezTo>
                  <a:cubicBezTo>
                    <a:pt x="1305" y="839"/>
                    <a:pt x="1304" y="837"/>
                    <a:pt x="1305" y="835"/>
                  </a:cubicBezTo>
                  <a:cubicBezTo>
                    <a:pt x="1329" y="737"/>
                    <a:pt x="1339" y="607"/>
                    <a:pt x="1303" y="510"/>
                  </a:cubicBezTo>
                  <a:lnTo>
                    <a:pt x="1303" y="510"/>
                  </a:lnTo>
                  <a:lnTo>
                    <a:pt x="1303" y="512"/>
                  </a:lnTo>
                  <a:lnTo>
                    <a:pt x="1303" y="512"/>
                  </a:lnTo>
                  <a:cubicBezTo>
                    <a:pt x="1294" y="469"/>
                    <a:pt x="1277" y="427"/>
                    <a:pt x="1252" y="388"/>
                  </a:cubicBezTo>
                  <a:cubicBezTo>
                    <a:pt x="1225" y="353"/>
                    <a:pt x="1198" y="320"/>
                    <a:pt x="1172" y="285"/>
                  </a:cubicBezTo>
                  <a:cubicBezTo>
                    <a:pt x="1170" y="283"/>
                    <a:pt x="1168" y="282"/>
                    <a:pt x="1166" y="281"/>
                  </a:cubicBezTo>
                  <a:cubicBezTo>
                    <a:pt x="1150" y="266"/>
                    <a:pt x="1127" y="251"/>
                    <a:pt x="1115" y="241"/>
                  </a:cubicBezTo>
                  <a:lnTo>
                    <a:pt x="1115" y="241"/>
                  </a:lnTo>
                  <a:cubicBezTo>
                    <a:pt x="1115" y="241"/>
                    <a:pt x="1115" y="241"/>
                    <a:pt x="1115" y="241"/>
                  </a:cubicBezTo>
                  <a:cubicBezTo>
                    <a:pt x="1117" y="241"/>
                    <a:pt x="1097" y="225"/>
                    <a:pt x="1079" y="212"/>
                  </a:cubicBezTo>
                  <a:cubicBezTo>
                    <a:pt x="1074" y="206"/>
                    <a:pt x="1069" y="200"/>
                    <a:pt x="1062" y="195"/>
                  </a:cubicBezTo>
                  <a:cubicBezTo>
                    <a:pt x="1048" y="184"/>
                    <a:pt x="1029" y="168"/>
                    <a:pt x="1010" y="152"/>
                  </a:cubicBezTo>
                  <a:cubicBezTo>
                    <a:pt x="1002" y="146"/>
                    <a:pt x="994" y="139"/>
                    <a:pt x="986" y="132"/>
                  </a:cubicBezTo>
                  <a:cubicBezTo>
                    <a:pt x="947" y="95"/>
                    <a:pt x="902" y="68"/>
                    <a:pt x="851" y="54"/>
                  </a:cubicBezTo>
                  <a:cubicBezTo>
                    <a:pt x="783" y="18"/>
                    <a:pt x="710" y="0"/>
                    <a:pt x="6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7">
              <a:extLst>
                <a:ext uri="{FF2B5EF4-FFF2-40B4-BE49-F238E27FC236}">
                  <a16:creationId xmlns:a16="http://schemas.microsoft.com/office/drawing/2014/main" id="{ED134D3F-C110-D34A-3EC3-2C398752F961}"/>
                </a:ext>
              </a:extLst>
            </p:cNvPr>
            <p:cNvSpPr/>
            <p:nvPr/>
          </p:nvSpPr>
          <p:spPr>
            <a:xfrm>
              <a:off x="6255677" y="993131"/>
              <a:ext cx="39537" cy="37602"/>
            </a:xfrm>
            <a:custGeom>
              <a:avLst/>
              <a:gdLst/>
              <a:ahLst/>
              <a:cxnLst/>
              <a:rect l="l" t="t" r="r" b="b"/>
              <a:pathLst>
                <a:path w="1267" h="1205" extrusionOk="0">
                  <a:moveTo>
                    <a:pt x="709" y="1"/>
                  </a:moveTo>
                  <a:cubicBezTo>
                    <a:pt x="620" y="2"/>
                    <a:pt x="536" y="24"/>
                    <a:pt x="460" y="69"/>
                  </a:cubicBezTo>
                  <a:cubicBezTo>
                    <a:pt x="0" y="338"/>
                    <a:pt x="210" y="1091"/>
                    <a:pt x="676" y="1196"/>
                  </a:cubicBezTo>
                  <a:cubicBezTo>
                    <a:pt x="704" y="1202"/>
                    <a:pt x="732" y="1205"/>
                    <a:pt x="759" y="1205"/>
                  </a:cubicBezTo>
                  <a:cubicBezTo>
                    <a:pt x="799" y="1205"/>
                    <a:pt x="838" y="1199"/>
                    <a:pt x="878" y="1186"/>
                  </a:cubicBezTo>
                  <a:cubicBezTo>
                    <a:pt x="918" y="1170"/>
                    <a:pt x="959" y="1152"/>
                    <a:pt x="999" y="1135"/>
                  </a:cubicBezTo>
                  <a:cubicBezTo>
                    <a:pt x="1075" y="1090"/>
                    <a:pt x="1136" y="1029"/>
                    <a:pt x="1181" y="953"/>
                  </a:cubicBezTo>
                  <a:cubicBezTo>
                    <a:pt x="1205" y="905"/>
                    <a:pt x="1221" y="868"/>
                    <a:pt x="1232" y="832"/>
                  </a:cubicBezTo>
                  <a:cubicBezTo>
                    <a:pt x="1237" y="817"/>
                    <a:pt x="1242" y="801"/>
                    <a:pt x="1245" y="787"/>
                  </a:cubicBezTo>
                  <a:cubicBezTo>
                    <a:pt x="1246" y="782"/>
                    <a:pt x="1247" y="777"/>
                    <a:pt x="1248" y="774"/>
                  </a:cubicBezTo>
                  <a:cubicBezTo>
                    <a:pt x="1255" y="738"/>
                    <a:pt x="1260" y="700"/>
                    <a:pt x="1266" y="648"/>
                  </a:cubicBezTo>
                  <a:cubicBezTo>
                    <a:pt x="1267" y="638"/>
                    <a:pt x="1267" y="628"/>
                    <a:pt x="1267" y="617"/>
                  </a:cubicBezTo>
                  <a:cubicBezTo>
                    <a:pt x="1264" y="570"/>
                    <a:pt x="1254" y="521"/>
                    <a:pt x="1248" y="475"/>
                  </a:cubicBezTo>
                  <a:cubicBezTo>
                    <a:pt x="1247" y="468"/>
                    <a:pt x="1246" y="463"/>
                    <a:pt x="1245" y="457"/>
                  </a:cubicBezTo>
                  <a:cubicBezTo>
                    <a:pt x="1231" y="396"/>
                    <a:pt x="1206" y="337"/>
                    <a:pt x="1172" y="284"/>
                  </a:cubicBezTo>
                  <a:cubicBezTo>
                    <a:pt x="1158" y="263"/>
                    <a:pt x="1140" y="242"/>
                    <a:pt x="1127" y="225"/>
                  </a:cubicBezTo>
                  <a:cubicBezTo>
                    <a:pt x="1113" y="207"/>
                    <a:pt x="1096" y="184"/>
                    <a:pt x="1080" y="165"/>
                  </a:cubicBezTo>
                  <a:cubicBezTo>
                    <a:pt x="1046" y="127"/>
                    <a:pt x="999" y="96"/>
                    <a:pt x="958" y="69"/>
                  </a:cubicBezTo>
                  <a:cubicBezTo>
                    <a:pt x="881" y="24"/>
                    <a:pt x="798" y="2"/>
                    <a:pt x="7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7">
              <a:extLst>
                <a:ext uri="{FF2B5EF4-FFF2-40B4-BE49-F238E27FC236}">
                  <a16:creationId xmlns:a16="http://schemas.microsoft.com/office/drawing/2014/main" id="{1C9F454E-EECD-262C-900B-4A07E301221C}"/>
                </a:ext>
              </a:extLst>
            </p:cNvPr>
            <p:cNvSpPr/>
            <p:nvPr/>
          </p:nvSpPr>
          <p:spPr>
            <a:xfrm>
              <a:off x="6389640" y="960772"/>
              <a:ext cx="38070" cy="37976"/>
            </a:xfrm>
            <a:custGeom>
              <a:avLst/>
              <a:gdLst/>
              <a:ahLst/>
              <a:cxnLst/>
              <a:rect l="l" t="t" r="r" b="b"/>
              <a:pathLst>
                <a:path w="1220" h="1217" extrusionOk="0">
                  <a:moveTo>
                    <a:pt x="714" y="0"/>
                  </a:moveTo>
                  <a:cubicBezTo>
                    <a:pt x="708" y="0"/>
                    <a:pt x="702" y="0"/>
                    <a:pt x="697" y="0"/>
                  </a:cubicBezTo>
                  <a:cubicBezTo>
                    <a:pt x="692" y="0"/>
                    <a:pt x="689" y="1"/>
                    <a:pt x="685" y="1"/>
                  </a:cubicBezTo>
                  <a:cubicBezTo>
                    <a:pt x="647" y="6"/>
                    <a:pt x="599" y="11"/>
                    <a:pt x="562" y="18"/>
                  </a:cubicBezTo>
                  <a:cubicBezTo>
                    <a:pt x="553" y="19"/>
                    <a:pt x="545" y="21"/>
                    <a:pt x="537" y="24"/>
                  </a:cubicBezTo>
                  <a:cubicBezTo>
                    <a:pt x="495" y="38"/>
                    <a:pt x="454" y="58"/>
                    <a:pt x="414" y="76"/>
                  </a:cubicBezTo>
                  <a:cubicBezTo>
                    <a:pt x="407" y="78"/>
                    <a:pt x="400" y="81"/>
                    <a:pt x="394" y="85"/>
                  </a:cubicBezTo>
                  <a:cubicBezTo>
                    <a:pt x="379" y="93"/>
                    <a:pt x="365" y="103"/>
                    <a:pt x="351" y="113"/>
                  </a:cubicBezTo>
                  <a:cubicBezTo>
                    <a:pt x="309" y="145"/>
                    <a:pt x="263" y="177"/>
                    <a:pt x="223" y="214"/>
                  </a:cubicBezTo>
                  <a:cubicBezTo>
                    <a:pt x="184" y="251"/>
                    <a:pt x="151" y="298"/>
                    <a:pt x="124" y="345"/>
                  </a:cubicBezTo>
                  <a:cubicBezTo>
                    <a:pt x="98" y="393"/>
                    <a:pt x="77" y="445"/>
                    <a:pt x="58" y="495"/>
                  </a:cubicBezTo>
                  <a:cubicBezTo>
                    <a:pt x="50" y="522"/>
                    <a:pt x="43" y="552"/>
                    <a:pt x="39" y="581"/>
                  </a:cubicBezTo>
                  <a:cubicBezTo>
                    <a:pt x="34" y="596"/>
                    <a:pt x="28" y="611"/>
                    <a:pt x="23" y="625"/>
                  </a:cubicBezTo>
                  <a:cubicBezTo>
                    <a:pt x="1" y="708"/>
                    <a:pt x="1" y="791"/>
                    <a:pt x="23" y="873"/>
                  </a:cubicBezTo>
                  <a:cubicBezTo>
                    <a:pt x="37" y="934"/>
                    <a:pt x="65" y="987"/>
                    <a:pt x="106" y="1032"/>
                  </a:cubicBezTo>
                  <a:cubicBezTo>
                    <a:pt x="140" y="1084"/>
                    <a:pt x="184" y="1123"/>
                    <a:pt x="238" y="1153"/>
                  </a:cubicBezTo>
                  <a:cubicBezTo>
                    <a:pt x="310" y="1195"/>
                    <a:pt x="389" y="1217"/>
                    <a:pt x="474" y="1217"/>
                  </a:cubicBezTo>
                  <a:cubicBezTo>
                    <a:pt x="530" y="1210"/>
                    <a:pt x="590" y="1206"/>
                    <a:pt x="646" y="1190"/>
                  </a:cubicBezTo>
                  <a:cubicBezTo>
                    <a:pt x="700" y="1177"/>
                    <a:pt x="755" y="1150"/>
                    <a:pt x="803" y="1128"/>
                  </a:cubicBezTo>
                  <a:cubicBezTo>
                    <a:pt x="819" y="1121"/>
                    <a:pt x="834" y="1114"/>
                    <a:pt x="847" y="1105"/>
                  </a:cubicBezTo>
                  <a:cubicBezTo>
                    <a:pt x="855" y="1100"/>
                    <a:pt x="862" y="1096"/>
                    <a:pt x="868" y="1091"/>
                  </a:cubicBezTo>
                  <a:cubicBezTo>
                    <a:pt x="907" y="1064"/>
                    <a:pt x="945" y="1034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3" y="929"/>
                    <a:pt x="1088" y="884"/>
                    <a:pt x="1118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8" y="663"/>
                    <a:pt x="1220" y="601"/>
                    <a:pt x="1217" y="512"/>
                  </a:cubicBezTo>
                  <a:cubicBezTo>
                    <a:pt x="1215" y="464"/>
                    <a:pt x="1210" y="414"/>
                    <a:pt x="1196" y="368"/>
                  </a:cubicBezTo>
                  <a:cubicBezTo>
                    <a:pt x="1187" y="350"/>
                    <a:pt x="1180" y="332"/>
                    <a:pt x="1173" y="314"/>
                  </a:cubicBezTo>
                  <a:cubicBezTo>
                    <a:pt x="1165" y="293"/>
                    <a:pt x="1157" y="275"/>
                    <a:pt x="1148" y="255"/>
                  </a:cubicBezTo>
                  <a:cubicBezTo>
                    <a:pt x="1146" y="252"/>
                    <a:pt x="1143" y="248"/>
                    <a:pt x="1140" y="245"/>
                  </a:cubicBezTo>
                  <a:cubicBezTo>
                    <a:pt x="1125" y="222"/>
                    <a:pt x="1092" y="171"/>
                    <a:pt x="1060" y="144"/>
                  </a:cubicBezTo>
                  <a:cubicBezTo>
                    <a:pt x="976" y="75"/>
                    <a:pt x="953" y="57"/>
                    <a:pt x="848" y="21"/>
                  </a:cubicBezTo>
                  <a:cubicBezTo>
                    <a:pt x="806" y="7"/>
                    <a:pt x="759" y="0"/>
                    <a:pt x="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7">
              <a:extLst>
                <a:ext uri="{FF2B5EF4-FFF2-40B4-BE49-F238E27FC236}">
                  <a16:creationId xmlns:a16="http://schemas.microsoft.com/office/drawing/2014/main" id="{8FA0B054-6878-EDEE-3876-E68DAF7F8A48}"/>
                </a:ext>
              </a:extLst>
            </p:cNvPr>
            <p:cNvSpPr/>
            <p:nvPr/>
          </p:nvSpPr>
          <p:spPr>
            <a:xfrm>
              <a:off x="6361868" y="1030702"/>
              <a:ext cx="40723" cy="34700"/>
            </a:xfrm>
            <a:custGeom>
              <a:avLst/>
              <a:gdLst/>
              <a:ahLst/>
              <a:cxnLst/>
              <a:rect l="l" t="t" r="r" b="b"/>
              <a:pathLst>
                <a:path w="1305" h="1112" extrusionOk="0">
                  <a:moveTo>
                    <a:pt x="740" y="0"/>
                  </a:moveTo>
                  <a:cubicBezTo>
                    <a:pt x="462" y="0"/>
                    <a:pt x="166" y="119"/>
                    <a:pt x="78" y="326"/>
                  </a:cubicBezTo>
                  <a:cubicBezTo>
                    <a:pt x="62" y="368"/>
                    <a:pt x="44" y="408"/>
                    <a:pt x="26" y="450"/>
                  </a:cubicBezTo>
                  <a:cubicBezTo>
                    <a:pt x="4" y="519"/>
                    <a:pt x="1" y="589"/>
                    <a:pt x="17" y="659"/>
                  </a:cubicBezTo>
                  <a:cubicBezTo>
                    <a:pt x="17" y="706"/>
                    <a:pt x="29" y="750"/>
                    <a:pt x="52" y="790"/>
                  </a:cubicBezTo>
                  <a:cubicBezTo>
                    <a:pt x="73" y="855"/>
                    <a:pt x="110" y="911"/>
                    <a:pt x="160" y="958"/>
                  </a:cubicBezTo>
                  <a:lnTo>
                    <a:pt x="266" y="1040"/>
                  </a:lnTo>
                  <a:cubicBezTo>
                    <a:pt x="347" y="1087"/>
                    <a:pt x="435" y="1111"/>
                    <a:pt x="529" y="1111"/>
                  </a:cubicBezTo>
                  <a:cubicBezTo>
                    <a:pt x="536" y="1111"/>
                    <a:pt x="543" y="1111"/>
                    <a:pt x="551" y="1111"/>
                  </a:cubicBezTo>
                  <a:cubicBezTo>
                    <a:pt x="606" y="1111"/>
                    <a:pt x="664" y="1098"/>
                    <a:pt x="716" y="1088"/>
                  </a:cubicBezTo>
                  <a:cubicBezTo>
                    <a:pt x="734" y="1085"/>
                    <a:pt x="750" y="1079"/>
                    <a:pt x="767" y="1073"/>
                  </a:cubicBezTo>
                  <a:cubicBezTo>
                    <a:pt x="840" y="1046"/>
                    <a:pt x="914" y="1019"/>
                    <a:pt x="976" y="973"/>
                  </a:cubicBezTo>
                  <a:cubicBezTo>
                    <a:pt x="1017" y="942"/>
                    <a:pt x="1070" y="906"/>
                    <a:pt x="1108" y="866"/>
                  </a:cubicBezTo>
                  <a:cubicBezTo>
                    <a:pt x="1146" y="827"/>
                    <a:pt x="1179" y="781"/>
                    <a:pt x="1211" y="736"/>
                  </a:cubicBezTo>
                  <a:cubicBezTo>
                    <a:pt x="1221" y="721"/>
                    <a:pt x="1230" y="707"/>
                    <a:pt x="1238" y="691"/>
                  </a:cubicBezTo>
                  <a:cubicBezTo>
                    <a:pt x="1281" y="607"/>
                    <a:pt x="1305" y="542"/>
                    <a:pt x="1305" y="447"/>
                  </a:cubicBezTo>
                  <a:cubicBezTo>
                    <a:pt x="1305" y="401"/>
                    <a:pt x="1295" y="355"/>
                    <a:pt x="1286" y="310"/>
                  </a:cubicBezTo>
                  <a:cubicBezTo>
                    <a:pt x="1226" y="96"/>
                    <a:pt x="990" y="0"/>
                    <a:pt x="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7">
              <a:extLst>
                <a:ext uri="{FF2B5EF4-FFF2-40B4-BE49-F238E27FC236}">
                  <a16:creationId xmlns:a16="http://schemas.microsoft.com/office/drawing/2014/main" id="{4F58EA94-884D-88FD-66C5-61832968661D}"/>
                </a:ext>
              </a:extLst>
            </p:cNvPr>
            <p:cNvSpPr/>
            <p:nvPr/>
          </p:nvSpPr>
          <p:spPr>
            <a:xfrm>
              <a:off x="6434263" y="1076480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6" y="1"/>
                  </a:moveTo>
                  <a:cubicBezTo>
                    <a:pt x="689" y="1"/>
                    <a:pt x="683" y="1"/>
                    <a:pt x="676" y="2"/>
                  </a:cubicBezTo>
                  <a:cubicBezTo>
                    <a:pt x="651" y="3"/>
                    <a:pt x="554" y="15"/>
                    <a:pt x="530" y="21"/>
                  </a:cubicBezTo>
                  <a:cubicBezTo>
                    <a:pt x="507" y="30"/>
                    <a:pt x="485" y="39"/>
                    <a:pt x="463" y="50"/>
                  </a:cubicBezTo>
                  <a:cubicBezTo>
                    <a:pt x="418" y="62"/>
                    <a:pt x="378" y="85"/>
                    <a:pt x="345" y="118"/>
                  </a:cubicBezTo>
                  <a:cubicBezTo>
                    <a:pt x="313" y="142"/>
                    <a:pt x="282" y="165"/>
                    <a:pt x="254" y="192"/>
                  </a:cubicBezTo>
                  <a:cubicBezTo>
                    <a:pt x="242" y="204"/>
                    <a:pt x="232" y="216"/>
                    <a:pt x="221" y="229"/>
                  </a:cubicBezTo>
                  <a:cubicBezTo>
                    <a:pt x="183" y="275"/>
                    <a:pt x="145" y="322"/>
                    <a:pt x="112" y="372"/>
                  </a:cubicBezTo>
                  <a:cubicBezTo>
                    <a:pt x="108" y="378"/>
                    <a:pt x="104" y="386"/>
                    <a:pt x="100" y="393"/>
                  </a:cubicBezTo>
                  <a:cubicBezTo>
                    <a:pt x="86" y="417"/>
                    <a:pt x="78" y="441"/>
                    <a:pt x="67" y="468"/>
                  </a:cubicBezTo>
                  <a:cubicBezTo>
                    <a:pt x="54" y="498"/>
                    <a:pt x="44" y="515"/>
                    <a:pt x="37" y="541"/>
                  </a:cubicBezTo>
                  <a:cubicBezTo>
                    <a:pt x="33" y="557"/>
                    <a:pt x="28" y="574"/>
                    <a:pt x="25" y="591"/>
                  </a:cubicBezTo>
                  <a:cubicBezTo>
                    <a:pt x="0" y="685"/>
                    <a:pt x="0" y="779"/>
                    <a:pt x="25" y="873"/>
                  </a:cubicBezTo>
                  <a:cubicBezTo>
                    <a:pt x="42" y="943"/>
                    <a:pt x="73" y="1002"/>
                    <a:pt x="121" y="1053"/>
                  </a:cubicBezTo>
                  <a:cubicBezTo>
                    <a:pt x="157" y="1111"/>
                    <a:pt x="207" y="1157"/>
                    <a:pt x="269" y="1190"/>
                  </a:cubicBezTo>
                  <a:cubicBezTo>
                    <a:pt x="352" y="1238"/>
                    <a:pt x="441" y="1262"/>
                    <a:pt x="536" y="1263"/>
                  </a:cubicBezTo>
                  <a:cubicBezTo>
                    <a:pt x="542" y="1263"/>
                    <a:pt x="548" y="1263"/>
                    <a:pt x="554" y="1263"/>
                  </a:cubicBezTo>
                  <a:cubicBezTo>
                    <a:pt x="568" y="1263"/>
                    <a:pt x="583" y="1262"/>
                    <a:pt x="597" y="1262"/>
                  </a:cubicBezTo>
                  <a:cubicBezTo>
                    <a:pt x="649" y="1256"/>
                    <a:pt x="704" y="1248"/>
                    <a:pt x="756" y="1240"/>
                  </a:cubicBezTo>
                  <a:cubicBezTo>
                    <a:pt x="766" y="1239"/>
                    <a:pt x="777" y="1237"/>
                    <a:pt x="787" y="1233"/>
                  </a:cubicBezTo>
                  <a:cubicBezTo>
                    <a:pt x="827" y="1224"/>
                    <a:pt x="864" y="1207"/>
                    <a:pt x="901" y="1192"/>
                  </a:cubicBezTo>
                  <a:cubicBezTo>
                    <a:pt x="991" y="1153"/>
                    <a:pt x="971" y="1166"/>
                    <a:pt x="1070" y="1084"/>
                  </a:cubicBezTo>
                  <a:cubicBezTo>
                    <a:pt x="1072" y="1082"/>
                    <a:pt x="1075" y="1080"/>
                    <a:pt x="1078" y="1076"/>
                  </a:cubicBezTo>
                  <a:cubicBezTo>
                    <a:pt x="1086" y="1071"/>
                    <a:pt x="1092" y="1064"/>
                    <a:pt x="1098" y="1058"/>
                  </a:cubicBezTo>
                  <a:cubicBezTo>
                    <a:pt x="1137" y="1018"/>
                    <a:pt x="1169" y="972"/>
                    <a:pt x="1203" y="928"/>
                  </a:cubicBezTo>
                  <a:cubicBezTo>
                    <a:pt x="1208" y="921"/>
                    <a:pt x="1213" y="913"/>
                    <a:pt x="1218" y="906"/>
                  </a:cubicBezTo>
                  <a:cubicBezTo>
                    <a:pt x="1221" y="903"/>
                    <a:pt x="1223" y="899"/>
                    <a:pt x="1225" y="895"/>
                  </a:cubicBezTo>
                  <a:cubicBezTo>
                    <a:pt x="1235" y="878"/>
                    <a:pt x="1244" y="859"/>
                    <a:pt x="1250" y="838"/>
                  </a:cubicBezTo>
                  <a:cubicBezTo>
                    <a:pt x="1262" y="821"/>
                    <a:pt x="1270" y="802"/>
                    <a:pt x="1272" y="782"/>
                  </a:cubicBezTo>
                  <a:cubicBezTo>
                    <a:pt x="1302" y="689"/>
                    <a:pt x="1289" y="590"/>
                    <a:pt x="1273" y="496"/>
                  </a:cubicBezTo>
                  <a:cubicBezTo>
                    <a:pt x="1262" y="450"/>
                    <a:pt x="1240" y="409"/>
                    <a:pt x="1209" y="374"/>
                  </a:cubicBezTo>
                  <a:cubicBezTo>
                    <a:pt x="1207" y="371"/>
                    <a:pt x="1204" y="369"/>
                    <a:pt x="1202" y="366"/>
                  </a:cubicBezTo>
                  <a:cubicBezTo>
                    <a:pt x="1185" y="327"/>
                    <a:pt x="1169" y="288"/>
                    <a:pt x="1153" y="250"/>
                  </a:cubicBezTo>
                  <a:cubicBezTo>
                    <a:pt x="1126" y="216"/>
                    <a:pt x="1101" y="183"/>
                    <a:pt x="1075" y="149"/>
                  </a:cubicBezTo>
                  <a:cubicBezTo>
                    <a:pt x="1060" y="135"/>
                    <a:pt x="989" y="81"/>
                    <a:pt x="973" y="70"/>
                  </a:cubicBezTo>
                  <a:cubicBezTo>
                    <a:pt x="892" y="19"/>
                    <a:pt x="861" y="20"/>
                    <a:pt x="781" y="10"/>
                  </a:cubicBezTo>
                  <a:cubicBezTo>
                    <a:pt x="750" y="6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7">
              <a:extLst>
                <a:ext uri="{FF2B5EF4-FFF2-40B4-BE49-F238E27FC236}">
                  <a16:creationId xmlns:a16="http://schemas.microsoft.com/office/drawing/2014/main" id="{0F6F4594-7235-8B95-BBAE-EA5C99833E10}"/>
                </a:ext>
              </a:extLst>
            </p:cNvPr>
            <p:cNvSpPr/>
            <p:nvPr/>
          </p:nvSpPr>
          <p:spPr>
            <a:xfrm>
              <a:off x="6137504" y="1030109"/>
              <a:ext cx="26992" cy="23934"/>
            </a:xfrm>
            <a:custGeom>
              <a:avLst/>
              <a:gdLst/>
              <a:ahLst/>
              <a:cxnLst/>
              <a:rect l="l" t="t" r="r" b="b"/>
              <a:pathLst>
                <a:path w="865" h="767" extrusionOk="0">
                  <a:moveTo>
                    <a:pt x="415" y="0"/>
                  </a:moveTo>
                  <a:cubicBezTo>
                    <a:pt x="406" y="0"/>
                    <a:pt x="396" y="1"/>
                    <a:pt x="386" y="1"/>
                  </a:cubicBezTo>
                  <a:cubicBezTo>
                    <a:pt x="350" y="6"/>
                    <a:pt x="316" y="11"/>
                    <a:pt x="280" y="16"/>
                  </a:cubicBezTo>
                  <a:lnTo>
                    <a:pt x="190" y="54"/>
                  </a:lnTo>
                  <a:cubicBezTo>
                    <a:pt x="163" y="72"/>
                    <a:pt x="137" y="91"/>
                    <a:pt x="113" y="114"/>
                  </a:cubicBezTo>
                  <a:cubicBezTo>
                    <a:pt x="76" y="148"/>
                    <a:pt x="50" y="188"/>
                    <a:pt x="35" y="234"/>
                  </a:cubicBezTo>
                  <a:cubicBezTo>
                    <a:pt x="12" y="279"/>
                    <a:pt x="1" y="327"/>
                    <a:pt x="3" y="378"/>
                  </a:cubicBezTo>
                  <a:cubicBezTo>
                    <a:pt x="5" y="412"/>
                    <a:pt x="9" y="445"/>
                    <a:pt x="16" y="479"/>
                  </a:cubicBezTo>
                  <a:cubicBezTo>
                    <a:pt x="33" y="538"/>
                    <a:pt x="69" y="605"/>
                    <a:pt x="116" y="647"/>
                  </a:cubicBezTo>
                  <a:cubicBezTo>
                    <a:pt x="142" y="671"/>
                    <a:pt x="169" y="694"/>
                    <a:pt x="200" y="713"/>
                  </a:cubicBezTo>
                  <a:cubicBezTo>
                    <a:pt x="263" y="750"/>
                    <a:pt x="323" y="765"/>
                    <a:pt x="396" y="766"/>
                  </a:cubicBezTo>
                  <a:lnTo>
                    <a:pt x="452" y="766"/>
                  </a:lnTo>
                  <a:cubicBezTo>
                    <a:pt x="455" y="767"/>
                    <a:pt x="459" y="767"/>
                    <a:pt x="462" y="767"/>
                  </a:cubicBezTo>
                  <a:cubicBezTo>
                    <a:pt x="483" y="767"/>
                    <a:pt x="501" y="764"/>
                    <a:pt x="525" y="761"/>
                  </a:cubicBezTo>
                  <a:cubicBezTo>
                    <a:pt x="556" y="757"/>
                    <a:pt x="569" y="757"/>
                    <a:pt x="593" y="747"/>
                  </a:cubicBezTo>
                  <a:lnTo>
                    <a:pt x="640" y="728"/>
                  </a:lnTo>
                  <a:cubicBezTo>
                    <a:pt x="692" y="713"/>
                    <a:pt x="737" y="687"/>
                    <a:pt x="774" y="649"/>
                  </a:cubicBezTo>
                  <a:cubicBezTo>
                    <a:pt x="803" y="622"/>
                    <a:pt x="824" y="590"/>
                    <a:pt x="836" y="552"/>
                  </a:cubicBezTo>
                  <a:cubicBezTo>
                    <a:pt x="856" y="516"/>
                    <a:pt x="864" y="478"/>
                    <a:pt x="862" y="436"/>
                  </a:cubicBezTo>
                  <a:cubicBezTo>
                    <a:pt x="862" y="381"/>
                    <a:pt x="848" y="330"/>
                    <a:pt x="821" y="283"/>
                  </a:cubicBezTo>
                  <a:cubicBezTo>
                    <a:pt x="814" y="271"/>
                    <a:pt x="806" y="259"/>
                    <a:pt x="798" y="246"/>
                  </a:cubicBezTo>
                  <a:cubicBezTo>
                    <a:pt x="796" y="244"/>
                    <a:pt x="794" y="241"/>
                    <a:pt x="793" y="238"/>
                  </a:cubicBezTo>
                  <a:cubicBezTo>
                    <a:pt x="791" y="236"/>
                    <a:pt x="790" y="234"/>
                    <a:pt x="789" y="232"/>
                  </a:cubicBezTo>
                  <a:cubicBezTo>
                    <a:pt x="770" y="208"/>
                    <a:pt x="752" y="184"/>
                    <a:pt x="733" y="159"/>
                  </a:cubicBezTo>
                  <a:cubicBezTo>
                    <a:pt x="707" y="132"/>
                    <a:pt x="674" y="111"/>
                    <a:pt x="642" y="90"/>
                  </a:cubicBezTo>
                  <a:lnTo>
                    <a:pt x="595" y="59"/>
                  </a:lnTo>
                  <a:cubicBezTo>
                    <a:pt x="593" y="57"/>
                    <a:pt x="590" y="55"/>
                    <a:pt x="588" y="53"/>
                  </a:cubicBezTo>
                  <a:cubicBezTo>
                    <a:pt x="558" y="40"/>
                    <a:pt x="527" y="28"/>
                    <a:pt x="497" y="15"/>
                  </a:cubicBezTo>
                  <a:cubicBezTo>
                    <a:pt x="462" y="4"/>
                    <a:pt x="439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7">
              <a:extLst>
                <a:ext uri="{FF2B5EF4-FFF2-40B4-BE49-F238E27FC236}">
                  <a16:creationId xmlns:a16="http://schemas.microsoft.com/office/drawing/2014/main" id="{73144677-F418-51C2-4429-599D36798651}"/>
                </a:ext>
              </a:extLst>
            </p:cNvPr>
            <p:cNvSpPr/>
            <p:nvPr/>
          </p:nvSpPr>
          <p:spPr>
            <a:xfrm>
              <a:off x="6244038" y="907723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7"/>
                  </a:cubicBezTo>
                  <a:cubicBezTo>
                    <a:pt x="364" y="26"/>
                    <a:pt x="324" y="43"/>
                    <a:pt x="287" y="68"/>
                  </a:cubicBezTo>
                  <a:cubicBezTo>
                    <a:pt x="204" y="116"/>
                    <a:pt x="156" y="176"/>
                    <a:pt x="103" y="254"/>
                  </a:cubicBezTo>
                  <a:cubicBezTo>
                    <a:pt x="27" y="367"/>
                    <a:pt x="1" y="532"/>
                    <a:pt x="43" y="664"/>
                  </a:cubicBezTo>
                  <a:cubicBezTo>
                    <a:pt x="59" y="717"/>
                    <a:pt x="83" y="768"/>
                    <a:pt x="105" y="817"/>
                  </a:cubicBezTo>
                  <a:cubicBezTo>
                    <a:pt x="113" y="831"/>
                    <a:pt x="119" y="844"/>
                    <a:pt x="127" y="857"/>
                  </a:cubicBezTo>
                  <a:cubicBezTo>
                    <a:pt x="153" y="898"/>
                    <a:pt x="193" y="954"/>
                    <a:pt x="221" y="981"/>
                  </a:cubicBezTo>
                  <a:cubicBezTo>
                    <a:pt x="289" y="1049"/>
                    <a:pt x="380" y="1090"/>
                    <a:pt x="469" y="1120"/>
                  </a:cubicBezTo>
                  <a:cubicBezTo>
                    <a:pt x="501" y="1124"/>
                    <a:pt x="534" y="1128"/>
                    <a:pt x="566" y="1132"/>
                  </a:cubicBezTo>
                  <a:cubicBezTo>
                    <a:pt x="570" y="1132"/>
                    <a:pt x="574" y="1132"/>
                    <a:pt x="579" y="1132"/>
                  </a:cubicBezTo>
                  <a:cubicBezTo>
                    <a:pt x="625" y="1132"/>
                    <a:pt x="668" y="1122"/>
                    <a:pt x="707" y="1101"/>
                  </a:cubicBezTo>
                  <a:cubicBezTo>
                    <a:pt x="739" y="1092"/>
                    <a:pt x="766" y="1077"/>
                    <a:pt x="789" y="1054"/>
                  </a:cubicBezTo>
                  <a:cubicBezTo>
                    <a:pt x="829" y="1029"/>
                    <a:pt x="860" y="994"/>
                    <a:pt x="883" y="951"/>
                  </a:cubicBezTo>
                  <a:cubicBezTo>
                    <a:pt x="892" y="930"/>
                    <a:pt x="904" y="911"/>
                    <a:pt x="916" y="892"/>
                  </a:cubicBezTo>
                  <a:cubicBezTo>
                    <a:pt x="947" y="843"/>
                    <a:pt x="956" y="793"/>
                    <a:pt x="972" y="742"/>
                  </a:cubicBezTo>
                  <a:cubicBezTo>
                    <a:pt x="975" y="735"/>
                    <a:pt x="978" y="730"/>
                    <a:pt x="980" y="724"/>
                  </a:cubicBezTo>
                  <a:cubicBezTo>
                    <a:pt x="991" y="702"/>
                    <a:pt x="1000" y="680"/>
                    <a:pt x="1009" y="657"/>
                  </a:cubicBezTo>
                  <a:cubicBezTo>
                    <a:pt x="1033" y="568"/>
                    <a:pt x="1033" y="480"/>
                    <a:pt x="1009" y="391"/>
                  </a:cubicBezTo>
                  <a:cubicBezTo>
                    <a:pt x="1007" y="383"/>
                    <a:pt x="1006" y="374"/>
                    <a:pt x="1003" y="367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79" y="277"/>
                    <a:pt x="937" y="205"/>
                    <a:pt x="878" y="144"/>
                  </a:cubicBezTo>
                  <a:cubicBezTo>
                    <a:pt x="846" y="116"/>
                    <a:pt x="813" y="90"/>
                    <a:pt x="777" y="67"/>
                  </a:cubicBezTo>
                  <a:cubicBezTo>
                    <a:pt x="722" y="31"/>
                    <a:pt x="662" y="12"/>
                    <a:pt x="598" y="9"/>
                  </a:cubicBezTo>
                  <a:cubicBezTo>
                    <a:pt x="571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7">
              <a:extLst>
                <a:ext uri="{FF2B5EF4-FFF2-40B4-BE49-F238E27FC236}">
                  <a16:creationId xmlns:a16="http://schemas.microsoft.com/office/drawing/2014/main" id="{F28642F5-D917-006C-302B-F2F6E132625E}"/>
                </a:ext>
              </a:extLst>
            </p:cNvPr>
            <p:cNvSpPr/>
            <p:nvPr/>
          </p:nvSpPr>
          <p:spPr>
            <a:xfrm>
              <a:off x="6223973" y="1171094"/>
              <a:ext cx="33296" cy="36791"/>
            </a:xfrm>
            <a:custGeom>
              <a:avLst/>
              <a:gdLst/>
              <a:ahLst/>
              <a:cxnLst/>
              <a:rect l="l" t="t" r="r" b="b"/>
              <a:pathLst>
                <a:path w="1067" h="1179" extrusionOk="0">
                  <a:moveTo>
                    <a:pt x="594" y="0"/>
                  </a:moveTo>
                  <a:cubicBezTo>
                    <a:pt x="551" y="0"/>
                    <a:pt x="508" y="6"/>
                    <a:pt x="470" y="16"/>
                  </a:cubicBezTo>
                  <a:cubicBezTo>
                    <a:pt x="390" y="39"/>
                    <a:pt x="313" y="85"/>
                    <a:pt x="255" y="146"/>
                  </a:cubicBezTo>
                  <a:cubicBezTo>
                    <a:pt x="219" y="185"/>
                    <a:pt x="186" y="229"/>
                    <a:pt x="158" y="275"/>
                  </a:cubicBezTo>
                  <a:cubicBezTo>
                    <a:pt x="131" y="317"/>
                    <a:pt x="118" y="356"/>
                    <a:pt x="111" y="400"/>
                  </a:cubicBezTo>
                  <a:cubicBezTo>
                    <a:pt x="95" y="419"/>
                    <a:pt x="79" y="437"/>
                    <a:pt x="65" y="458"/>
                  </a:cubicBezTo>
                  <a:cubicBezTo>
                    <a:pt x="22" y="533"/>
                    <a:pt x="0" y="613"/>
                    <a:pt x="0" y="700"/>
                  </a:cubicBezTo>
                  <a:cubicBezTo>
                    <a:pt x="6" y="742"/>
                    <a:pt x="12" y="785"/>
                    <a:pt x="17" y="826"/>
                  </a:cubicBezTo>
                  <a:cubicBezTo>
                    <a:pt x="40" y="908"/>
                    <a:pt x="81" y="978"/>
                    <a:pt x="140" y="1038"/>
                  </a:cubicBezTo>
                  <a:cubicBezTo>
                    <a:pt x="183" y="1084"/>
                    <a:pt x="235" y="1117"/>
                    <a:pt x="294" y="1136"/>
                  </a:cubicBezTo>
                  <a:cubicBezTo>
                    <a:pt x="347" y="1164"/>
                    <a:pt x="404" y="1178"/>
                    <a:pt x="465" y="1178"/>
                  </a:cubicBezTo>
                  <a:cubicBezTo>
                    <a:pt x="470" y="1178"/>
                    <a:pt x="474" y="1178"/>
                    <a:pt x="478" y="1178"/>
                  </a:cubicBezTo>
                  <a:cubicBezTo>
                    <a:pt x="564" y="1177"/>
                    <a:pt x="645" y="1156"/>
                    <a:pt x="719" y="1112"/>
                  </a:cubicBezTo>
                  <a:cubicBezTo>
                    <a:pt x="791" y="1070"/>
                    <a:pt x="849" y="1013"/>
                    <a:pt x="891" y="940"/>
                  </a:cubicBezTo>
                  <a:cubicBezTo>
                    <a:pt x="909" y="915"/>
                    <a:pt x="921" y="884"/>
                    <a:pt x="932" y="853"/>
                  </a:cubicBezTo>
                  <a:cubicBezTo>
                    <a:pt x="943" y="825"/>
                    <a:pt x="954" y="799"/>
                    <a:pt x="960" y="771"/>
                  </a:cubicBezTo>
                  <a:cubicBezTo>
                    <a:pt x="964" y="760"/>
                    <a:pt x="969" y="750"/>
                    <a:pt x="972" y="739"/>
                  </a:cubicBezTo>
                  <a:cubicBezTo>
                    <a:pt x="980" y="719"/>
                    <a:pt x="986" y="698"/>
                    <a:pt x="992" y="677"/>
                  </a:cubicBezTo>
                  <a:cubicBezTo>
                    <a:pt x="1006" y="644"/>
                    <a:pt x="1020" y="613"/>
                    <a:pt x="1030" y="580"/>
                  </a:cubicBezTo>
                  <a:cubicBezTo>
                    <a:pt x="1067" y="464"/>
                    <a:pt x="1051" y="326"/>
                    <a:pt x="988" y="222"/>
                  </a:cubicBezTo>
                  <a:cubicBezTo>
                    <a:pt x="927" y="121"/>
                    <a:pt x="835" y="53"/>
                    <a:pt x="723" y="18"/>
                  </a:cubicBezTo>
                  <a:cubicBezTo>
                    <a:pt x="684" y="6"/>
                    <a:pt x="639" y="0"/>
                    <a:pt x="5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7">
              <a:extLst>
                <a:ext uri="{FF2B5EF4-FFF2-40B4-BE49-F238E27FC236}">
                  <a16:creationId xmlns:a16="http://schemas.microsoft.com/office/drawing/2014/main" id="{A51C71EB-58D3-9D5E-8767-9E07C4507439}"/>
                </a:ext>
              </a:extLst>
            </p:cNvPr>
            <p:cNvSpPr/>
            <p:nvPr/>
          </p:nvSpPr>
          <p:spPr>
            <a:xfrm>
              <a:off x="6322737" y="1120885"/>
              <a:ext cx="30518" cy="32360"/>
            </a:xfrm>
            <a:custGeom>
              <a:avLst/>
              <a:gdLst/>
              <a:ahLst/>
              <a:cxnLst/>
              <a:rect l="l" t="t" r="r" b="b"/>
              <a:pathLst>
                <a:path w="978" h="1037" extrusionOk="0">
                  <a:moveTo>
                    <a:pt x="473" y="1"/>
                  </a:moveTo>
                  <a:cubicBezTo>
                    <a:pt x="403" y="1"/>
                    <a:pt x="337" y="19"/>
                    <a:pt x="276" y="53"/>
                  </a:cubicBezTo>
                  <a:cubicBezTo>
                    <a:pt x="218" y="88"/>
                    <a:pt x="172" y="135"/>
                    <a:pt x="137" y="194"/>
                  </a:cubicBezTo>
                  <a:cubicBezTo>
                    <a:pt x="116" y="233"/>
                    <a:pt x="99" y="276"/>
                    <a:pt x="84" y="318"/>
                  </a:cubicBezTo>
                  <a:cubicBezTo>
                    <a:pt x="79" y="331"/>
                    <a:pt x="74" y="343"/>
                    <a:pt x="71" y="356"/>
                  </a:cubicBezTo>
                  <a:cubicBezTo>
                    <a:pt x="71" y="357"/>
                    <a:pt x="71" y="358"/>
                    <a:pt x="70" y="360"/>
                  </a:cubicBezTo>
                  <a:cubicBezTo>
                    <a:pt x="69" y="362"/>
                    <a:pt x="67" y="364"/>
                    <a:pt x="66" y="366"/>
                  </a:cubicBezTo>
                  <a:cubicBezTo>
                    <a:pt x="51" y="402"/>
                    <a:pt x="36" y="437"/>
                    <a:pt x="21" y="473"/>
                  </a:cubicBezTo>
                  <a:cubicBezTo>
                    <a:pt x="0" y="551"/>
                    <a:pt x="0" y="631"/>
                    <a:pt x="21" y="710"/>
                  </a:cubicBezTo>
                  <a:cubicBezTo>
                    <a:pt x="35" y="767"/>
                    <a:pt x="62" y="817"/>
                    <a:pt x="101" y="861"/>
                  </a:cubicBezTo>
                  <a:cubicBezTo>
                    <a:pt x="132" y="909"/>
                    <a:pt x="174" y="947"/>
                    <a:pt x="226" y="975"/>
                  </a:cubicBezTo>
                  <a:cubicBezTo>
                    <a:pt x="276" y="1008"/>
                    <a:pt x="332" y="1026"/>
                    <a:pt x="391" y="1029"/>
                  </a:cubicBezTo>
                  <a:cubicBezTo>
                    <a:pt x="416" y="1034"/>
                    <a:pt x="440" y="1037"/>
                    <a:pt x="465" y="1037"/>
                  </a:cubicBezTo>
                  <a:cubicBezTo>
                    <a:pt x="500" y="1037"/>
                    <a:pt x="534" y="1031"/>
                    <a:pt x="568" y="1020"/>
                  </a:cubicBezTo>
                  <a:cubicBezTo>
                    <a:pt x="644" y="999"/>
                    <a:pt x="710" y="961"/>
                    <a:pt x="765" y="906"/>
                  </a:cubicBezTo>
                  <a:cubicBezTo>
                    <a:pt x="787" y="884"/>
                    <a:pt x="806" y="856"/>
                    <a:pt x="825" y="832"/>
                  </a:cubicBezTo>
                  <a:cubicBezTo>
                    <a:pt x="883" y="760"/>
                    <a:pt x="924" y="716"/>
                    <a:pt x="947" y="624"/>
                  </a:cubicBezTo>
                  <a:cubicBezTo>
                    <a:pt x="948" y="616"/>
                    <a:pt x="949" y="609"/>
                    <a:pt x="951" y="602"/>
                  </a:cubicBezTo>
                  <a:cubicBezTo>
                    <a:pt x="968" y="514"/>
                    <a:pt x="978" y="448"/>
                    <a:pt x="954" y="360"/>
                  </a:cubicBezTo>
                  <a:cubicBezTo>
                    <a:pt x="946" y="320"/>
                    <a:pt x="932" y="286"/>
                    <a:pt x="907" y="255"/>
                  </a:cubicBezTo>
                  <a:cubicBezTo>
                    <a:pt x="881" y="205"/>
                    <a:pt x="845" y="165"/>
                    <a:pt x="798" y="135"/>
                  </a:cubicBezTo>
                  <a:cubicBezTo>
                    <a:pt x="768" y="109"/>
                    <a:pt x="734" y="90"/>
                    <a:pt x="697" y="75"/>
                  </a:cubicBezTo>
                  <a:cubicBezTo>
                    <a:pt x="688" y="68"/>
                    <a:pt x="679" y="60"/>
                    <a:pt x="669" y="53"/>
                  </a:cubicBezTo>
                  <a:cubicBezTo>
                    <a:pt x="608" y="19"/>
                    <a:pt x="543" y="1"/>
                    <a:pt x="4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7">
              <a:extLst>
                <a:ext uri="{FF2B5EF4-FFF2-40B4-BE49-F238E27FC236}">
                  <a16:creationId xmlns:a16="http://schemas.microsoft.com/office/drawing/2014/main" id="{F76A9289-13C1-451E-C961-C2EA0D63D511}"/>
                </a:ext>
              </a:extLst>
            </p:cNvPr>
            <p:cNvSpPr/>
            <p:nvPr/>
          </p:nvSpPr>
          <p:spPr>
            <a:xfrm>
              <a:off x="6316183" y="1191408"/>
              <a:ext cx="27086" cy="30175"/>
            </a:xfrm>
            <a:custGeom>
              <a:avLst/>
              <a:gdLst/>
              <a:ahLst/>
              <a:cxnLst/>
              <a:rect l="l" t="t" r="r" b="b"/>
              <a:pathLst>
                <a:path w="868" h="967" extrusionOk="0">
                  <a:moveTo>
                    <a:pt x="439" y="1"/>
                  </a:moveTo>
                  <a:cubicBezTo>
                    <a:pt x="369" y="1"/>
                    <a:pt x="303" y="18"/>
                    <a:pt x="243" y="54"/>
                  </a:cubicBezTo>
                  <a:cubicBezTo>
                    <a:pt x="239" y="55"/>
                    <a:pt x="235" y="57"/>
                    <a:pt x="233" y="59"/>
                  </a:cubicBezTo>
                  <a:cubicBezTo>
                    <a:pt x="231" y="60"/>
                    <a:pt x="230" y="61"/>
                    <a:pt x="229" y="62"/>
                  </a:cubicBezTo>
                  <a:cubicBezTo>
                    <a:pt x="204" y="80"/>
                    <a:pt x="168" y="106"/>
                    <a:pt x="145" y="127"/>
                  </a:cubicBezTo>
                  <a:cubicBezTo>
                    <a:pt x="142" y="129"/>
                    <a:pt x="139" y="132"/>
                    <a:pt x="136" y="136"/>
                  </a:cubicBezTo>
                  <a:cubicBezTo>
                    <a:pt x="135" y="137"/>
                    <a:pt x="134" y="138"/>
                    <a:pt x="133" y="139"/>
                  </a:cubicBezTo>
                  <a:cubicBezTo>
                    <a:pt x="116" y="160"/>
                    <a:pt x="80" y="205"/>
                    <a:pt x="66" y="227"/>
                  </a:cubicBezTo>
                  <a:cubicBezTo>
                    <a:pt x="65" y="228"/>
                    <a:pt x="64" y="230"/>
                    <a:pt x="62" y="231"/>
                  </a:cubicBezTo>
                  <a:cubicBezTo>
                    <a:pt x="52" y="247"/>
                    <a:pt x="45" y="264"/>
                    <a:pt x="39" y="283"/>
                  </a:cubicBezTo>
                  <a:cubicBezTo>
                    <a:pt x="21" y="317"/>
                    <a:pt x="11" y="352"/>
                    <a:pt x="11" y="391"/>
                  </a:cubicBezTo>
                  <a:cubicBezTo>
                    <a:pt x="1" y="465"/>
                    <a:pt x="1" y="433"/>
                    <a:pt x="10" y="507"/>
                  </a:cubicBezTo>
                  <a:cubicBezTo>
                    <a:pt x="13" y="531"/>
                    <a:pt x="13" y="549"/>
                    <a:pt x="20" y="569"/>
                  </a:cubicBezTo>
                  <a:cubicBezTo>
                    <a:pt x="21" y="571"/>
                    <a:pt x="22" y="573"/>
                    <a:pt x="22" y="575"/>
                  </a:cubicBezTo>
                  <a:cubicBezTo>
                    <a:pt x="34" y="606"/>
                    <a:pt x="52" y="651"/>
                    <a:pt x="67" y="680"/>
                  </a:cubicBezTo>
                  <a:cubicBezTo>
                    <a:pt x="69" y="685"/>
                    <a:pt x="71" y="689"/>
                    <a:pt x="73" y="693"/>
                  </a:cubicBezTo>
                  <a:cubicBezTo>
                    <a:pt x="75" y="696"/>
                    <a:pt x="76" y="698"/>
                    <a:pt x="77" y="699"/>
                  </a:cubicBezTo>
                  <a:cubicBezTo>
                    <a:pt x="78" y="700"/>
                    <a:pt x="78" y="701"/>
                    <a:pt x="79" y="702"/>
                  </a:cubicBezTo>
                  <a:cubicBezTo>
                    <a:pt x="101" y="730"/>
                    <a:pt x="123" y="758"/>
                    <a:pt x="145" y="787"/>
                  </a:cubicBezTo>
                  <a:cubicBezTo>
                    <a:pt x="146" y="788"/>
                    <a:pt x="146" y="789"/>
                    <a:pt x="147" y="790"/>
                  </a:cubicBezTo>
                  <a:cubicBezTo>
                    <a:pt x="176" y="812"/>
                    <a:pt x="204" y="834"/>
                    <a:pt x="232" y="856"/>
                  </a:cubicBezTo>
                  <a:cubicBezTo>
                    <a:pt x="233" y="856"/>
                    <a:pt x="234" y="857"/>
                    <a:pt x="235" y="857"/>
                  </a:cubicBezTo>
                  <a:lnTo>
                    <a:pt x="244" y="861"/>
                  </a:lnTo>
                  <a:cubicBezTo>
                    <a:pt x="246" y="863"/>
                    <a:pt x="248" y="866"/>
                    <a:pt x="250" y="868"/>
                  </a:cubicBezTo>
                  <a:cubicBezTo>
                    <a:pt x="279" y="901"/>
                    <a:pt x="316" y="924"/>
                    <a:pt x="357" y="937"/>
                  </a:cubicBezTo>
                  <a:cubicBezTo>
                    <a:pt x="383" y="952"/>
                    <a:pt x="411" y="960"/>
                    <a:pt x="441" y="960"/>
                  </a:cubicBezTo>
                  <a:cubicBezTo>
                    <a:pt x="459" y="964"/>
                    <a:pt x="477" y="966"/>
                    <a:pt x="495" y="966"/>
                  </a:cubicBezTo>
                  <a:cubicBezTo>
                    <a:pt x="521" y="966"/>
                    <a:pt x="548" y="962"/>
                    <a:pt x="574" y="954"/>
                  </a:cubicBezTo>
                  <a:cubicBezTo>
                    <a:pt x="600" y="943"/>
                    <a:pt x="627" y="932"/>
                    <a:pt x="654" y="921"/>
                  </a:cubicBezTo>
                  <a:cubicBezTo>
                    <a:pt x="704" y="891"/>
                    <a:pt x="744" y="851"/>
                    <a:pt x="773" y="801"/>
                  </a:cubicBezTo>
                  <a:cubicBezTo>
                    <a:pt x="790" y="764"/>
                    <a:pt x="807" y="726"/>
                    <a:pt x="819" y="686"/>
                  </a:cubicBezTo>
                  <a:cubicBezTo>
                    <a:pt x="848" y="636"/>
                    <a:pt x="851" y="609"/>
                    <a:pt x="858" y="551"/>
                  </a:cubicBezTo>
                  <a:cubicBezTo>
                    <a:pt x="867" y="514"/>
                    <a:pt x="867" y="477"/>
                    <a:pt x="858" y="440"/>
                  </a:cubicBezTo>
                  <a:cubicBezTo>
                    <a:pt x="857" y="434"/>
                    <a:pt x="856" y="429"/>
                    <a:pt x="856" y="422"/>
                  </a:cubicBezTo>
                  <a:cubicBezTo>
                    <a:pt x="855" y="401"/>
                    <a:pt x="854" y="381"/>
                    <a:pt x="842" y="338"/>
                  </a:cubicBezTo>
                  <a:cubicBezTo>
                    <a:pt x="829" y="288"/>
                    <a:pt x="811" y="253"/>
                    <a:pt x="788" y="218"/>
                  </a:cubicBezTo>
                  <a:lnTo>
                    <a:pt x="787" y="216"/>
                  </a:lnTo>
                  <a:cubicBezTo>
                    <a:pt x="783" y="209"/>
                    <a:pt x="782" y="202"/>
                    <a:pt x="777" y="194"/>
                  </a:cubicBezTo>
                  <a:cubicBezTo>
                    <a:pt x="742" y="136"/>
                    <a:pt x="696" y="88"/>
                    <a:pt x="637" y="54"/>
                  </a:cubicBezTo>
                  <a:cubicBezTo>
                    <a:pt x="575" y="18"/>
                    <a:pt x="510" y="1"/>
                    <a:pt x="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7">
              <a:extLst>
                <a:ext uri="{FF2B5EF4-FFF2-40B4-BE49-F238E27FC236}">
                  <a16:creationId xmlns:a16="http://schemas.microsoft.com/office/drawing/2014/main" id="{4F559844-099D-9B5C-1594-CA1BE2821D11}"/>
                </a:ext>
              </a:extLst>
            </p:cNvPr>
            <p:cNvSpPr/>
            <p:nvPr/>
          </p:nvSpPr>
          <p:spPr>
            <a:xfrm>
              <a:off x="6391544" y="1154180"/>
              <a:ext cx="39069" cy="36603"/>
            </a:xfrm>
            <a:custGeom>
              <a:avLst/>
              <a:gdLst/>
              <a:ahLst/>
              <a:cxnLst/>
              <a:rect l="l" t="t" r="r" b="b"/>
              <a:pathLst>
                <a:path w="1252" h="1173" extrusionOk="0">
                  <a:moveTo>
                    <a:pt x="554" y="0"/>
                  </a:moveTo>
                  <a:cubicBezTo>
                    <a:pt x="510" y="0"/>
                    <a:pt x="467" y="7"/>
                    <a:pt x="423" y="20"/>
                  </a:cubicBezTo>
                  <a:cubicBezTo>
                    <a:pt x="350" y="38"/>
                    <a:pt x="285" y="72"/>
                    <a:pt x="231" y="122"/>
                  </a:cubicBezTo>
                  <a:cubicBezTo>
                    <a:pt x="169" y="163"/>
                    <a:pt x="120" y="215"/>
                    <a:pt x="84" y="281"/>
                  </a:cubicBezTo>
                  <a:lnTo>
                    <a:pt x="27" y="417"/>
                  </a:lnTo>
                  <a:cubicBezTo>
                    <a:pt x="0" y="517"/>
                    <a:pt x="0" y="618"/>
                    <a:pt x="27" y="718"/>
                  </a:cubicBezTo>
                  <a:cubicBezTo>
                    <a:pt x="46" y="763"/>
                    <a:pt x="65" y="808"/>
                    <a:pt x="84" y="853"/>
                  </a:cubicBezTo>
                  <a:cubicBezTo>
                    <a:pt x="134" y="939"/>
                    <a:pt x="202" y="1007"/>
                    <a:pt x="288" y="1058"/>
                  </a:cubicBezTo>
                  <a:cubicBezTo>
                    <a:pt x="289" y="1059"/>
                    <a:pt x="291" y="1060"/>
                    <a:pt x="292" y="1061"/>
                  </a:cubicBezTo>
                  <a:cubicBezTo>
                    <a:pt x="338" y="1080"/>
                    <a:pt x="383" y="1099"/>
                    <a:pt x="428" y="1118"/>
                  </a:cubicBezTo>
                  <a:cubicBezTo>
                    <a:pt x="433" y="1119"/>
                    <a:pt x="438" y="1121"/>
                    <a:pt x="442" y="1122"/>
                  </a:cubicBezTo>
                  <a:lnTo>
                    <a:pt x="465" y="1130"/>
                  </a:lnTo>
                  <a:cubicBezTo>
                    <a:pt x="482" y="1136"/>
                    <a:pt x="498" y="1141"/>
                    <a:pt x="515" y="1146"/>
                  </a:cubicBezTo>
                  <a:cubicBezTo>
                    <a:pt x="548" y="1158"/>
                    <a:pt x="564" y="1157"/>
                    <a:pt x="607" y="1163"/>
                  </a:cubicBezTo>
                  <a:cubicBezTo>
                    <a:pt x="644" y="1168"/>
                    <a:pt x="659" y="1172"/>
                    <a:pt x="679" y="1172"/>
                  </a:cubicBezTo>
                  <a:cubicBezTo>
                    <a:pt x="685" y="1172"/>
                    <a:pt x="693" y="1172"/>
                    <a:pt x="701" y="1171"/>
                  </a:cubicBezTo>
                  <a:cubicBezTo>
                    <a:pt x="717" y="1168"/>
                    <a:pt x="733" y="1166"/>
                    <a:pt x="749" y="1165"/>
                  </a:cubicBezTo>
                  <a:cubicBezTo>
                    <a:pt x="839" y="1164"/>
                    <a:pt x="923" y="1142"/>
                    <a:pt x="1001" y="1096"/>
                  </a:cubicBezTo>
                  <a:cubicBezTo>
                    <a:pt x="1076" y="1052"/>
                    <a:pt x="1136" y="993"/>
                    <a:pt x="1181" y="917"/>
                  </a:cubicBezTo>
                  <a:cubicBezTo>
                    <a:pt x="1226" y="840"/>
                    <a:pt x="1249" y="755"/>
                    <a:pt x="1249" y="665"/>
                  </a:cubicBezTo>
                  <a:cubicBezTo>
                    <a:pt x="1252" y="597"/>
                    <a:pt x="1237" y="532"/>
                    <a:pt x="1206" y="472"/>
                  </a:cubicBezTo>
                  <a:cubicBezTo>
                    <a:pt x="1199" y="452"/>
                    <a:pt x="1188" y="433"/>
                    <a:pt x="1178" y="414"/>
                  </a:cubicBezTo>
                  <a:lnTo>
                    <a:pt x="1181" y="413"/>
                  </a:lnTo>
                  <a:cubicBezTo>
                    <a:pt x="1175" y="399"/>
                    <a:pt x="1168" y="386"/>
                    <a:pt x="1162" y="373"/>
                  </a:cubicBezTo>
                  <a:cubicBezTo>
                    <a:pt x="1158" y="366"/>
                    <a:pt x="1155" y="358"/>
                    <a:pt x="1152" y="351"/>
                  </a:cubicBezTo>
                  <a:cubicBezTo>
                    <a:pt x="1123" y="314"/>
                    <a:pt x="1095" y="278"/>
                    <a:pt x="1066" y="241"/>
                  </a:cubicBezTo>
                  <a:lnTo>
                    <a:pt x="1062" y="237"/>
                  </a:lnTo>
                  <a:cubicBezTo>
                    <a:pt x="1058" y="234"/>
                    <a:pt x="1054" y="231"/>
                    <a:pt x="1050" y="228"/>
                  </a:cubicBezTo>
                  <a:cubicBezTo>
                    <a:pt x="1037" y="217"/>
                    <a:pt x="1025" y="207"/>
                    <a:pt x="1012" y="195"/>
                  </a:cubicBezTo>
                  <a:cubicBezTo>
                    <a:pt x="1006" y="191"/>
                    <a:pt x="1000" y="186"/>
                    <a:pt x="995" y="180"/>
                  </a:cubicBezTo>
                  <a:cubicBezTo>
                    <a:pt x="990" y="177"/>
                    <a:pt x="987" y="174"/>
                    <a:pt x="983" y="171"/>
                  </a:cubicBezTo>
                  <a:cubicBezTo>
                    <a:pt x="963" y="155"/>
                    <a:pt x="943" y="140"/>
                    <a:pt x="923" y="125"/>
                  </a:cubicBezTo>
                  <a:cubicBezTo>
                    <a:pt x="906" y="104"/>
                    <a:pt x="885" y="88"/>
                    <a:pt x="861" y="78"/>
                  </a:cubicBezTo>
                  <a:cubicBezTo>
                    <a:pt x="795" y="36"/>
                    <a:pt x="725" y="14"/>
                    <a:pt x="649" y="11"/>
                  </a:cubicBezTo>
                  <a:cubicBezTo>
                    <a:pt x="617" y="4"/>
                    <a:pt x="586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7">
              <a:extLst>
                <a:ext uri="{FF2B5EF4-FFF2-40B4-BE49-F238E27FC236}">
                  <a16:creationId xmlns:a16="http://schemas.microsoft.com/office/drawing/2014/main" id="{B2AA3EB6-76D3-DE99-5BF0-AFBA0B0ED6D3}"/>
                </a:ext>
              </a:extLst>
            </p:cNvPr>
            <p:cNvSpPr/>
            <p:nvPr/>
          </p:nvSpPr>
          <p:spPr>
            <a:xfrm>
              <a:off x="6147676" y="1100258"/>
              <a:ext cx="42439" cy="29614"/>
            </a:xfrm>
            <a:custGeom>
              <a:avLst/>
              <a:gdLst/>
              <a:ahLst/>
              <a:cxnLst/>
              <a:rect l="l" t="t" r="r" b="b"/>
              <a:pathLst>
                <a:path w="1360" h="949" extrusionOk="0">
                  <a:moveTo>
                    <a:pt x="117" y="0"/>
                  </a:moveTo>
                  <a:cubicBezTo>
                    <a:pt x="105" y="16"/>
                    <a:pt x="91" y="31"/>
                    <a:pt x="81" y="48"/>
                  </a:cubicBezTo>
                  <a:cubicBezTo>
                    <a:pt x="79" y="51"/>
                    <a:pt x="78" y="54"/>
                    <a:pt x="76" y="56"/>
                  </a:cubicBezTo>
                  <a:cubicBezTo>
                    <a:pt x="59" y="98"/>
                    <a:pt x="41" y="140"/>
                    <a:pt x="23" y="182"/>
                  </a:cubicBezTo>
                  <a:cubicBezTo>
                    <a:pt x="22" y="184"/>
                    <a:pt x="22" y="185"/>
                    <a:pt x="21" y="187"/>
                  </a:cubicBezTo>
                  <a:cubicBezTo>
                    <a:pt x="20" y="190"/>
                    <a:pt x="20" y="193"/>
                    <a:pt x="19" y="196"/>
                  </a:cubicBezTo>
                  <a:cubicBezTo>
                    <a:pt x="16" y="219"/>
                    <a:pt x="13" y="242"/>
                    <a:pt x="10" y="265"/>
                  </a:cubicBezTo>
                  <a:cubicBezTo>
                    <a:pt x="5" y="290"/>
                    <a:pt x="2" y="316"/>
                    <a:pt x="0" y="341"/>
                  </a:cubicBezTo>
                  <a:cubicBezTo>
                    <a:pt x="3" y="364"/>
                    <a:pt x="7" y="387"/>
                    <a:pt x="10" y="410"/>
                  </a:cubicBezTo>
                  <a:cubicBezTo>
                    <a:pt x="10" y="457"/>
                    <a:pt x="21" y="501"/>
                    <a:pt x="45" y="542"/>
                  </a:cubicBezTo>
                  <a:cubicBezTo>
                    <a:pt x="77" y="617"/>
                    <a:pt x="83" y="645"/>
                    <a:pt x="154" y="712"/>
                  </a:cubicBezTo>
                  <a:cubicBezTo>
                    <a:pt x="155" y="712"/>
                    <a:pt x="156" y="714"/>
                    <a:pt x="157" y="715"/>
                  </a:cubicBezTo>
                  <a:cubicBezTo>
                    <a:pt x="171" y="727"/>
                    <a:pt x="248" y="789"/>
                    <a:pt x="264" y="798"/>
                  </a:cubicBezTo>
                  <a:cubicBezTo>
                    <a:pt x="266" y="798"/>
                    <a:pt x="267" y="799"/>
                    <a:pt x="269" y="800"/>
                  </a:cubicBezTo>
                  <a:cubicBezTo>
                    <a:pt x="284" y="808"/>
                    <a:pt x="376" y="848"/>
                    <a:pt x="393" y="852"/>
                  </a:cubicBezTo>
                  <a:cubicBezTo>
                    <a:pt x="411" y="858"/>
                    <a:pt x="427" y="859"/>
                    <a:pt x="445" y="861"/>
                  </a:cubicBezTo>
                  <a:lnTo>
                    <a:pt x="446" y="861"/>
                  </a:lnTo>
                  <a:cubicBezTo>
                    <a:pt x="449" y="863"/>
                    <a:pt x="452" y="864"/>
                    <a:pt x="457" y="866"/>
                  </a:cubicBezTo>
                  <a:cubicBezTo>
                    <a:pt x="484" y="878"/>
                    <a:pt x="571" y="918"/>
                    <a:pt x="600" y="927"/>
                  </a:cubicBezTo>
                  <a:cubicBezTo>
                    <a:pt x="614" y="930"/>
                    <a:pt x="744" y="949"/>
                    <a:pt x="759" y="949"/>
                  </a:cubicBezTo>
                  <a:cubicBezTo>
                    <a:pt x="788" y="948"/>
                    <a:pt x="811" y="942"/>
                    <a:pt x="844" y="938"/>
                  </a:cubicBezTo>
                  <a:cubicBezTo>
                    <a:pt x="872" y="934"/>
                    <a:pt x="908" y="931"/>
                    <a:pt x="939" y="925"/>
                  </a:cubicBezTo>
                  <a:cubicBezTo>
                    <a:pt x="951" y="922"/>
                    <a:pt x="963" y="918"/>
                    <a:pt x="975" y="913"/>
                  </a:cubicBezTo>
                  <a:cubicBezTo>
                    <a:pt x="1024" y="894"/>
                    <a:pt x="1076" y="873"/>
                    <a:pt x="1123" y="850"/>
                  </a:cubicBezTo>
                  <a:cubicBezTo>
                    <a:pt x="1130" y="847"/>
                    <a:pt x="1136" y="843"/>
                    <a:pt x="1141" y="840"/>
                  </a:cubicBezTo>
                  <a:cubicBezTo>
                    <a:pt x="1225" y="791"/>
                    <a:pt x="1291" y="724"/>
                    <a:pt x="1340" y="641"/>
                  </a:cubicBezTo>
                  <a:cubicBezTo>
                    <a:pt x="1349" y="627"/>
                    <a:pt x="1354" y="613"/>
                    <a:pt x="1360" y="599"/>
                  </a:cubicBezTo>
                  <a:lnTo>
                    <a:pt x="1360" y="599"/>
                  </a:lnTo>
                  <a:cubicBezTo>
                    <a:pt x="1251" y="637"/>
                    <a:pt x="1136" y="656"/>
                    <a:pt x="1022" y="656"/>
                  </a:cubicBezTo>
                  <a:cubicBezTo>
                    <a:pt x="900" y="656"/>
                    <a:pt x="778" y="634"/>
                    <a:pt x="665" y="588"/>
                  </a:cubicBezTo>
                  <a:cubicBezTo>
                    <a:pt x="409" y="483"/>
                    <a:pt x="209" y="260"/>
                    <a:pt x="11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7">
              <a:extLst>
                <a:ext uri="{FF2B5EF4-FFF2-40B4-BE49-F238E27FC236}">
                  <a16:creationId xmlns:a16="http://schemas.microsoft.com/office/drawing/2014/main" id="{CCFBCDA7-0959-72B4-0C89-DF503FB72843}"/>
                </a:ext>
              </a:extLst>
            </p:cNvPr>
            <p:cNvSpPr/>
            <p:nvPr/>
          </p:nvSpPr>
          <p:spPr>
            <a:xfrm>
              <a:off x="6223973" y="1178084"/>
              <a:ext cx="29301" cy="29801"/>
            </a:xfrm>
            <a:custGeom>
              <a:avLst/>
              <a:gdLst/>
              <a:ahLst/>
              <a:cxnLst/>
              <a:rect l="l" t="t" r="r" b="b"/>
              <a:pathLst>
                <a:path w="939" h="955" extrusionOk="0">
                  <a:moveTo>
                    <a:pt x="196" y="1"/>
                  </a:moveTo>
                  <a:cubicBezTo>
                    <a:pt x="183" y="17"/>
                    <a:pt x="170" y="33"/>
                    <a:pt x="158" y="50"/>
                  </a:cubicBezTo>
                  <a:cubicBezTo>
                    <a:pt x="132" y="93"/>
                    <a:pt x="118" y="132"/>
                    <a:pt x="111" y="175"/>
                  </a:cubicBezTo>
                  <a:cubicBezTo>
                    <a:pt x="95" y="195"/>
                    <a:pt x="79" y="213"/>
                    <a:pt x="66" y="234"/>
                  </a:cubicBezTo>
                  <a:cubicBezTo>
                    <a:pt x="22" y="309"/>
                    <a:pt x="0" y="389"/>
                    <a:pt x="0" y="476"/>
                  </a:cubicBezTo>
                  <a:cubicBezTo>
                    <a:pt x="6" y="518"/>
                    <a:pt x="12" y="561"/>
                    <a:pt x="18" y="602"/>
                  </a:cubicBezTo>
                  <a:cubicBezTo>
                    <a:pt x="40" y="684"/>
                    <a:pt x="81" y="754"/>
                    <a:pt x="140" y="814"/>
                  </a:cubicBezTo>
                  <a:cubicBezTo>
                    <a:pt x="183" y="860"/>
                    <a:pt x="235" y="893"/>
                    <a:pt x="294" y="912"/>
                  </a:cubicBezTo>
                  <a:cubicBezTo>
                    <a:pt x="348" y="940"/>
                    <a:pt x="404" y="954"/>
                    <a:pt x="465" y="954"/>
                  </a:cubicBezTo>
                  <a:cubicBezTo>
                    <a:pt x="470" y="954"/>
                    <a:pt x="474" y="954"/>
                    <a:pt x="478" y="954"/>
                  </a:cubicBezTo>
                  <a:cubicBezTo>
                    <a:pt x="565" y="953"/>
                    <a:pt x="645" y="932"/>
                    <a:pt x="720" y="888"/>
                  </a:cubicBezTo>
                  <a:cubicBezTo>
                    <a:pt x="791" y="846"/>
                    <a:pt x="849" y="789"/>
                    <a:pt x="891" y="716"/>
                  </a:cubicBezTo>
                  <a:cubicBezTo>
                    <a:pt x="909" y="691"/>
                    <a:pt x="921" y="660"/>
                    <a:pt x="933" y="629"/>
                  </a:cubicBezTo>
                  <a:cubicBezTo>
                    <a:pt x="935" y="622"/>
                    <a:pt x="936" y="616"/>
                    <a:pt x="939" y="610"/>
                  </a:cubicBezTo>
                  <a:lnTo>
                    <a:pt x="939" y="610"/>
                  </a:lnTo>
                  <a:cubicBezTo>
                    <a:pt x="864" y="638"/>
                    <a:pt x="788" y="656"/>
                    <a:pt x="711" y="656"/>
                  </a:cubicBezTo>
                  <a:cubicBezTo>
                    <a:pt x="678" y="656"/>
                    <a:pt x="646" y="652"/>
                    <a:pt x="613" y="645"/>
                  </a:cubicBezTo>
                  <a:cubicBezTo>
                    <a:pt x="427" y="602"/>
                    <a:pt x="288" y="436"/>
                    <a:pt x="231" y="254"/>
                  </a:cubicBezTo>
                  <a:cubicBezTo>
                    <a:pt x="206" y="172"/>
                    <a:pt x="197" y="86"/>
                    <a:pt x="19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7">
              <a:extLst>
                <a:ext uri="{FF2B5EF4-FFF2-40B4-BE49-F238E27FC236}">
                  <a16:creationId xmlns:a16="http://schemas.microsoft.com/office/drawing/2014/main" id="{E6AC1588-94E8-FC8B-BD78-9A89A9496AB7}"/>
                </a:ext>
              </a:extLst>
            </p:cNvPr>
            <p:cNvSpPr/>
            <p:nvPr/>
          </p:nvSpPr>
          <p:spPr>
            <a:xfrm>
              <a:off x="6316183" y="1197087"/>
              <a:ext cx="24995" cy="24496"/>
            </a:xfrm>
            <a:custGeom>
              <a:avLst/>
              <a:gdLst/>
              <a:ahLst/>
              <a:cxnLst/>
              <a:rect l="l" t="t" r="r" b="b"/>
              <a:pathLst>
                <a:path w="801" h="785" extrusionOk="0">
                  <a:moveTo>
                    <a:pt x="98" y="1"/>
                  </a:moveTo>
                  <a:cubicBezTo>
                    <a:pt x="86" y="17"/>
                    <a:pt x="73" y="34"/>
                    <a:pt x="66" y="45"/>
                  </a:cubicBezTo>
                  <a:cubicBezTo>
                    <a:pt x="65" y="46"/>
                    <a:pt x="64" y="48"/>
                    <a:pt x="62" y="49"/>
                  </a:cubicBezTo>
                  <a:cubicBezTo>
                    <a:pt x="52" y="65"/>
                    <a:pt x="45" y="82"/>
                    <a:pt x="39" y="101"/>
                  </a:cubicBezTo>
                  <a:cubicBezTo>
                    <a:pt x="21" y="135"/>
                    <a:pt x="11" y="170"/>
                    <a:pt x="11" y="209"/>
                  </a:cubicBezTo>
                  <a:cubicBezTo>
                    <a:pt x="1" y="283"/>
                    <a:pt x="1" y="251"/>
                    <a:pt x="10" y="325"/>
                  </a:cubicBezTo>
                  <a:cubicBezTo>
                    <a:pt x="13" y="349"/>
                    <a:pt x="13" y="367"/>
                    <a:pt x="20" y="387"/>
                  </a:cubicBezTo>
                  <a:cubicBezTo>
                    <a:pt x="21" y="389"/>
                    <a:pt x="22" y="391"/>
                    <a:pt x="22" y="393"/>
                  </a:cubicBezTo>
                  <a:cubicBezTo>
                    <a:pt x="34" y="425"/>
                    <a:pt x="52" y="469"/>
                    <a:pt x="67" y="498"/>
                  </a:cubicBezTo>
                  <a:cubicBezTo>
                    <a:pt x="69" y="503"/>
                    <a:pt x="71" y="507"/>
                    <a:pt x="73" y="511"/>
                  </a:cubicBezTo>
                  <a:cubicBezTo>
                    <a:pt x="75" y="514"/>
                    <a:pt x="76" y="516"/>
                    <a:pt x="77" y="518"/>
                  </a:cubicBezTo>
                  <a:cubicBezTo>
                    <a:pt x="78" y="518"/>
                    <a:pt x="78" y="519"/>
                    <a:pt x="79" y="520"/>
                  </a:cubicBezTo>
                  <a:cubicBezTo>
                    <a:pt x="101" y="548"/>
                    <a:pt x="123" y="576"/>
                    <a:pt x="145" y="606"/>
                  </a:cubicBezTo>
                  <a:cubicBezTo>
                    <a:pt x="146" y="606"/>
                    <a:pt x="146" y="607"/>
                    <a:pt x="147" y="608"/>
                  </a:cubicBezTo>
                  <a:cubicBezTo>
                    <a:pt x="176" y="630"/>
                    <a:pt x="204" y="652"/>
                    <a:pt x="232" y="674"/>
                  </a:cubicBezTo>
                  <a:cubicBezTo>
                    <a:pt x="233" y="674"/>
                    <a:pt x="234" y="675"/>
                    <a:pt x="235" y="676"/>
                  </a:cubicBezTo>
                  <a:lnTo>
                    <a:pt x="244" y="679"/>
                  </a:lnTo>
                  <a:cubicBezTo>
                    <a:pt x="246" y="681"/>
                    <a:pt x="248" y="684"/>
                    <a:pt x="250" y="686"/>
                  </a:cubicBezTo>
                  <a:cubicBezTo>
                    <a:pt x="279" y="719"/>
                    <a:pt x="316" y="742"/>
                    <a:pt x="357" y="755"/>
                  </a:cubicBezTo>
                  <a:cubicBezTo>
                    <a:pt x="383" y="771"/>
                    <a:pt x="411" y="778"/>
                    <a:pt x="441" y="778"/>
                  </a:cubicBezTo>
                  <a:cubicBezTo>
                    <a:pt x="460" y="782"/>
                    <a:pt x="479" y="784"/>
                    <a:pt x="497" y="784"/>
                  </a:cubicBezTo>
                  <a:cubicBezTo>
                    <a:pt x="523" y="784"/>
                    <a:pt x="548" y="780"/>
                    <a:pt x="574" y="772"/>
                  </a:cubicBezTo>
                  <a:cubicBezTo>
                    <a:pt x="600" y="761"/>
                    <a:pt x="627" y="750"/>
                    <a:pt x="654" y="739"/>
                  </a:cubicBezTo>
                  <a:cubicBezTo>
                    <a:pt x="704" y="709"/>
                    <a:pt x="744" y="669"/>
                    <a:pt x="773" y="619"/>
                  </a:cubicBezTo>
                  <a:cubicBezTo>
                    <a:pt x="783" y="597"/>
                    <a:pt x="791" y="575"/>
                    <a:pt x="800" y="552"/>
                  </a:cubicBezTo>
                  <a:lnTo>
                    <a:pt x="800" y="552"/>
                  </a:lnTo>
                  <a:cubicBezTo>
                    <a:pt x="767" y="560"/>
                    <a:pt x="733" y="564"/>
                    <a:pt x="698" y="564"/>
                  </a:cubicBezTo>
                  <a:cubicBezTo>
                    <a:pt x="614" y="564"/>
                    <a:pt x="528" y="541"/>
                    <a:pt x="455" y="499"/>
                  </a:cubicBezTo>
                  <a:cubicBezTo>
                    <a:pt x="290" y="404"/>
                    <a:pt x="184" y="230"/>
                    <a:pt x="116" y="52"/>
                  </a:cubicBezTo>
                  <a:cubicBezTo>
                    <a:pt x="110" y="35"/>
                    <a:pt x="104" y="17"/>
                    <a:pt x="9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7">
              <a:extLst>
                <a:ext uri="{FF2B5EF4-FFF2-40B4-BE49-F238E27FC236}">
                  <a16:creationId xmlns:a16="http://schemas.microsoft.com/office/drawing/2014/main" id="{A79243F9-74C0-C786-884C-FBDED7EEDFEC}"/>
                </a:ext>
              </a:extLst>
            </p:cNvPr>
            <p:cNvSpPr/>
            <p:nvPr/>
          </p:nvSpPr>
          <p:spPr>
            <a:xfrm>
              <a:off x="6391544" y="1162543"/>
              <a:ext cx="38445" cy="28241"/>
            </a:xfrm>
            <a:custGeom>
              <a:avLst/>
              <a:gdLst/>
              <a:ahLst/>
              <a:cxnLst/>
              <a:rect l="l" t="t" r="r" b="b"/>
              <a:pathLst>
                <a:path w="1232" h="905" extrusionOk="0">
                  <a:moveTo>
                    <a:pt x="93" y="0"/>
                  </a:moveTo>
                  <a:cubicBezTo>
                    <a:pt x="91" y="6"/>
                    <a:pt x="87" y="9"/>
                    <a:pt x="84" y="14"/>
                  </a:cubicBezTo>
                  <a:lnTo>
                    <a:pt x="27" y="149"/>
                  </a:lnTo>
                  <a:cubicBezTo>
                    <a:pt x="0" y="251"/>
                    <a:pt x="0" y="351"/>
                    <a:pt x="27" y="451"/>
                  </a:cubicBezTo>
                  <a:cubicBezTo>
                    <a:pt x="46" y="496"/>
                    <a:pt x="65" y="541"/>
                    <a:pt x="84" y="586"/>
                  </a:cubicBezTo>
                  <a:cubicBezTo>
                    <a:pt x="134" y="672"/>
                    <a:pt x="202" y="739"/>
                    <a:pt x="288" y="790"/>
                  </a:cubicBezTo>
                  <a:cubicBezTo>
                    <a:pt x="289" y="792"/>
                    <a:pt x="291" y="793"/>
                    <a:pt x="293" y="794"/>
                  </a:cubicBezTo>
                  <a:cubicBezTo>
                    <a:pt x="338" y="813"/>
                    <a:pt x="383" y="831"/>
                    <a:pt x="428" y="850"/>
                  </a:cubicBezTo>
                  <a:cubicBezTo>
                    <a:pt x="434" y="852"/>
                    <a:pt x="438" y="853"/>
                    <a:pt x="443" y="855"/>
                  </a:cubicBezTo>
                  <a:lnTo>
                    <a:pt x="465" y="863"/>
                  </a:lnTo>
                  <a:cubicBezTo>
                    <a:pt x="482" y="868"/>
                    <a:pt x="498" y="874"/>
                    <a:pt x="515" y="880"/>
                  </a:cubicBezTo>
                  <a:cubicBezTo>
                    <a:pt x="548" y="890"/>
                    <a:pt x="564" y="890"/>
                    <a:pt x="607" y="896"/>
                  </a:cubicBezTo>
                  <a:cubicBezTo>
                    <a:pt x="643" y="901"/>
                    <a:pt x="658" y="904"/>
                    <a:pt x="676" y="904"/>
                  </a:cubicBezTo>
                  <a:cubicBezTo>
                    <a:pt x="684" y="904"/>
                    <a:pt x="692" y="904"/>
                    <a:pt x="701" y="903"/>
                  </a:cubicBezTo>
                  <a:cubicBezTo>
                    <a:pt x="717" y="902"/>
                    <a:pt x="733" y="899"/>
                    <a:pt x="749" y="897"/>
                  </a:cubicBezTo>
                  <a:cubicBezTo>
                    <a:pt x="840" y="897"/>
                    <a:pt x="923" y="874"/>
                    <a:pt x="1001" y="829"/>
                  </a:cubicBezTo>
                  <a:cubicBezTo>
                    <a:pt x="1076" y="785"/>
                    <a:pt x="1136" y="725"/>
                    <a:pt x="1181" y="650"/>
                  </a:cubicBezTo>
                  <a:cubicBezTo>
                    <a:pt x="1203" y="612"/>
                    <a:pt x="1220" y="571"/>
                    <a:pt x="1231" y="530"/>
                  </a:cubicBezTo>
                  <a:lnTo>
                    <a:pt x="1231" y="530"/>
                  </a:lnTo>
                  <a:cubicBezTo>
                    <a:pt x="1141" y="550"/>
                    <a:pt x="1049" y="566"/>
                    <a:pt x="957" y="570"/>
                  </a:cubicBezTo>
                  <a:cubicBezTo>
                    <a:pt x="937" y="571"/>
                    <a:pt x="916" y="571"/>
                    <a:pt x="896" y="571"/>
                  </a:cubicBezTo>
                  <a:cubicBezTo>
                    <a:pt x="684" y="571"/>
                    <a:pt x="469" y="516"/>
                    <a:pt x="308" y="380"/>
                  </a:cubicBezTo>
                  <a:cubicBezTo>
                    <a:pt x="195" y="285"/>
                    <a:pt x="115" y="146"/>
                    <a:pt x="9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7">
              <a:extLst>
                <a:ext uri="{FF2B5EF4-FFF2-40B4-BE49-F238E27FC236}">
                  <a16:creationId xmlns:a16="http://schemas.microsoft.com/office/drawing/2014/main" id="{42B97E50-5E94-D9A9-EC46-CDD652234467}"/>
                </a:ext>
              </a:extLst>
            </p:cNvPr>
            <p:cNvSpPr/>
            <p:nvPr/>
          </p:nvSpPr>
          <p:spPr>
            <a:xfrm>
              <a:off x="6434263" y="1086996"/>
              <a:ext cx="40317" cy="28896"/>
            </a:xfrm>
            <a:custGeom>
              <a:avLst/>
              <a:gdLst/>
              <a:ahLst/>
              <a:cxnLst/>
              <a:rect l="l" t="t" r="r" b="b"/>
              <a:pathLst>
                <a:path w="1292" h="926" extrusionOk="0">
                  <a:moveTo>
                    <a:pt x="138" y="1"/>
                  </a:moveTo>
                  <a:cubicBezTo>
                    <a:pt x="130" y="12"/>
                    <a:pt x="121" y="23"/>
                    <a:pt x="112" y="35"/>
                  </a:cubicBezTo>
                  <a:cubicBezTo>
                    <a:pt x="108" y="41"/>
                    <a:pt x="104" y="49"/>
                    <a:pt x="100" y="56"/>
                  </a:cubicBezTo>
                  <a:cubicBezTo>
                    <a:pt x="86" y="80"/>
                    <a:pt x="79" y="104"/>
                    <a:pt x="67" y="131"/>
                  </a:cubicBezTo>
                  <a:cubicBezTo>
                    <a:pt x="55" y="161"/>
                    <a:pt x="45" y="178"/>
                    <a:pt x="37" y="204"/>
                  </a:cubicBezTo>
                  <a:cubicBezTo>
                    <a:pt x="33" y="220"/>
                    <a:pt x="28" y="237"/>
                    <a:pt x="25" y="254"/>
                  </a:cubicBezTo>
                  <a:cubicBezTo>
                    <a:pt x="0" y="348"/>
                    <a:pt x="0" y="442"/>
                    <a:pt x="25" y="536"/>
                  </a:cubicBezTo>
                  <a:cubicBezTo>
                    <a:pt x="42" y="604"/>
                    <a:pt x="73" y="665"/>
                    <a:pt x="121" y="716"/>
                  </a:cubicBezTo>
                  <a:cubicBezTo>
                    <a:pt x="158" y="774"/>
                    <a:pt x="207" y="819"/>
                    <a:pt x="269" y="853"/>
                  </a:cubicBezTo>
                  <a:cubicBezTo>
                    <a:pt x="352" y="901"/>
                    <a:pt x="441" y="925"/>
                    <a:pt x="537" y="925"/>
                  </a:cubicBezTo>
                  <a:cubicBezTo>
                    <a:pt x="545" y="926"/>
                    <a:pt x="552" y="926"/>
                    <a:pt x="560" y="926"/>
                  </a:cubicBezTo>
                  <a:cubicBezTo>
                    <a:pt x="572" y="926"/>
                    <a:pt x="584" y="925"/>
                    <a:pt x="597" y="924"/>
                  </a:cubicBezTo>
                  <a:cubicBezTo>
                    <a:pt x="650" y="919"/>
                    <a:pt x="704" y="911"/>
                    <a:pt x="757" y="903"/>
                  </a:cubicBezTo>
                  <a:cubicBezTo>
                    <a:pt x="766" y="902"/>
                    <a:pt x="777" y="900"/>
                    <a:pt x="787" y="896"/>
                  </a:cubicBezTo>
                  <a:cubicBezTo>
                    <a:pt x="827" y="887"/>
                    <a:pt x="864" y="870"/>
                    <a:pt x="901" y="855"/>
                  </a:cubicBezTo>
                  <a:cubicBezTo>
                    <a:pt x="992" y="816"/>
                    <a:pt x="971" y="829"/>
                    <a:pt x="1070" y="747"/>
                  </a:cubicBezTo>
                  <a:cubicBezTo>
                    <a:pt x="1073" y="745"/>
                    <a:pt x="1075" y="743"/>
                    <a:pt x="1078" y="741"/>
                  </a:cubicBezTo>
                  <a:cubicBezTo>
                    <a:pt x="1086" y="734"/>
                    <a:pt x="1092" y="727"/>
                    <a:pt x="1099" y="721"/>
                  </a:cubicBezTo>
                  <a:cubicBezTo>
                    <a:pt x="1138" y="681"/>
                    <a:pt x="1169" y="635"/>
                    <a:pt x="1203" y="591"/>
                  </a:cubicBezTo>
                  <a:cubicBezTo>
                    <a:pt x="1208" y="584"/>
                    <a:pt x="1213" y="576"/>
                    <a:pt x="1218" y="569"/>
                  </a:cubicBezTo>
                  <a:cubicBezTo>
                    <a:pt x="1221" y="566"/>
                    <a:pt x="1223" y="563"/>
                    <a:pt x="1225" y="559"/>
                  </a:cubicBezTo>
                  <a:cubicBezTo>
                    <a:pt x="1235" y="541"/>
                    <a:pt x="1245" y="522"/>
                    <a:pt x="1250" y="501"/>
                  </a:cubicBezTo>
                  <a:cubicBezTo>
                    <a:pt x="1262" y="484"/>
                    <a:pt x="1270" y="466"/>
                    <a:pt x="1273" y="446"/>
                  </a:cubicBezTo>
                  <a:cubicBezTo>
                    <a:pt x="1288" y="397"/>
                    <a:pt x="1292" y="348"/>
                    <a:pt x="1290" y="298"/>
                  </a:cubicBezTo>
                  <a:lnTo>
                    <a:pt x="1290" y="298"/>
                  </a:lnTo>
                  <a:cubicBezTo>
                    <a:pt x="1148" y="435"/>
                    <a:pt x="955" y="520"/>
                    <a:pt x="761" y="520"/>
                  </a:cubicBezTo>
                  <a:cubicBezTo>
                    <a:pt x="706" y="520"/>
                    <a:pt x="651" y="513"/>
                    <a:pt x="597" y="499"/>
                  </a:cubicBezTo>
                  <a:cubicBezTo>
                    <a:pt x="367" y="438"/>
                    <a:pt x="188" y="230"/>
                    <a:pt x="13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7">
              <a:extLst>
                <a:ext uri="{FF2B5EF4-FFF2-40B4-BE49-F238E27FC236}">
                  <a16:creationId xmlns:a16="http://schemas.microsoft.com/office/drawing/2014/main" id="{ECBBEA21-0B8F-4D58-A032-D4553751D521}"/>
                </a:ext>
              </a:extLst>
            </p:cNvPr>
            <p:cNvSpPr/>
            <p:nvPr/>
          </p:nvSpPr>
          <p:spPr>
            <a:xfrm>
              <a:off x="6389640" y="979214"/>
              <a:ext cx="33577" cy="19534"/>
            </a:xfrm>
            <a:custGeom>
              <a:avLst/>
              <a:gdLst/>
              <a:ahLst/>
              <a:cxnLst/>
              <a:rect l="l" t="t" r="r" b="b"/>
              <a:pathLst>
                <a:path w="1076" h="626" extrusionOk="0">
                  <a:moveTo>
                    <a:pt x="35" y="1"/>
                  </a:moveTo>
                  <a:cubicBezTo>
                    <a:pt x="31" y="12"/>
                    <a:pt x="27" y="23"/>
                    <a:pt x="23" y="34"/>
                  </a:cubicBezTo>
                  <a:cubicBezTo>
                    <a:pt x="1" y="117"/>
                    <a:pt x="1" y="200"/>
                    <a:pt x="23" y="282"/>
                  </a:cubicBezTo>
                  <a:cubicBezTo>
                    <a:pt x="37" y="344"/>
                    <a:pt x="65" y="396"/>
                    <a:pt x="106" y="441"/>
                  </a:cubicBezTo>
                  <a:cubicBezTo>
                    <a:pt x="140" y="493"/>
                    <a:pt x="183" y="532"/>
                    <a:pt x="237" y="562"/>
                  </a:cubicBezTo>
                  <a:cubicBezTo>
                    <a:pt x="310" y="605"/>
                    <a:pt x="389" y="626"/>
                    <a:pt x="474" y="626"/>
                  </a:cubicBezTo>
                  <a:cubicBezTo>
                    <a:pt x="530" y="619"/>
                    <a:pt x="590" y="615"/>
                    <a:pt x="646" y="600"/>
                  </a:cubicBezTo>
                  <a:cubicBezTo>
                    <a:pt x="700" y="586"/>
                    <a:pt x="755" y="559"/>
                    <a:pt x="803" y="537"/>
                  </a:cubicBezTo>
                  <a:cubicBezTo>
                    <a:pt x="819" y="530"/>
                    <a:pt x="834" y="523"/>
                    <a:pt x="847" y="515"/>
                  </a:cubicBezTo>
                  <a:cubicBezTo>
                    <a:pt x="855" y="509"/>
                    <a:pt x="862" y="505"/>
                    <a:pt x="868" y="500"/>
                  </a:cubicBezTo>
                  <a:cubicBezTo>
                    <a:pt x="907" y="473"/>
                    <a:pt x="945" y="443"/>
                    <a:pt x="981" y="413"/>
                  </a:cubicBezTo>
                  <a:cubicBezTo>
                    <a:pt x="994" y="403"/>
                    <a:pt x="1005" y="391"/>
                    <a:pt x="1017" y="379"/>
                  </a:cubicBezTo>
                  <a:cubicBezTo>
                    <a:pt x="1038" y="356"/>
                    <a:pt x="1056" y="328"/>
                    <a:pt x="1075" y="303"/>
                  </a:cubicBezTo>
                  <a:lnTo>
                    <a:pt x="1075" y="303"/>
                  </a:lnTo>
                  <a:cubicBezTo>
                    <a:pt x="942" y="365"/>
                    <a:pt x="801" y="403"/>
                    <a:pt x="655" y="403"/>
                  </a:cubicBezTo>
                  <a:cubicBezTo>
                    <a:pt x="641" y="403"/>
                    <a:pt x="626" y="402"/>
                    <a:pt x="612" y="402"/>
                  </a:cubicBezTo>
                  <a:cubicBezTo>
                    <a:pt x="365" y="389"/>
                    <a:pt x="119" y="222"/>
                    <a:pt x="35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7">
              <a:extLst>
                <a:ext uri="{FF2B5EF4-FFF2-40B4-BE49-F238E27FC236}">
                  <a16:creationId xmlns:a16="http://schemas.microsoft.com/office/drawing/2014/main" id="{EAFCCE94-207D-BFD7-21DA-10B45F771F47}"/>
                </a:ext>
              </a:extLst>
            </p:cNvPr>
            <p:cNvSpPr/>
            <p:nvPr/>
          </p:nvSpPr>
          <p:spPr>
            <a:xfrm>
              <a:off x="6361868" y="1040438"/>
              <a:ext cx="34232" cy="24964"/>
            </a:xfrm>
            <a:custGeom>
              <a:avLst/>
              <a:gdLst/>
              <a:ahLst/>
              <a:cxnLst/>
              <a:rect l="l" t="t" r="r" b="b"/>
              <a:pathLst>
                <a:path w="1097" h="800" extrusionOk="0">
                  <a:moveTo>
                    <a:pt x="87" y="0"/>
                  </a:moveTo>
                  <a:cubicBezTo>
                    <a:pt x="84" y="4"/>
                    <a:pt x="80" y="8"/>
                    <a:pt x="78" y="14"/>
                  </a:cubicBezTo>
                  <a:cubicBezTo>
                    <a:pt x="61" y="56"/>
                    <a:pt x="44" y="96"/>
                    <a:pt x="26" y="138"/>
                  </a:cubicBezTo>
                  <a:cubicBezTo>
                    <a:pt x="4" y="207"/>
                    <a:pt x="1" y="277"/>
                    <a:pt x="17" y="347"/>
                  </a:cubicBezTo>
                  <a:cubicBezTo>
                    <a:pt x="17" y="394"/>
                    <a:pt x="29" y="438"/>
                    <a:pt x="52" y="478"/>
                  </a:cubicBezTo>
                  <a:cubicBezTo>
                    <a:pt x="73" y="542"/>
                    <a:pt x="110" y="599"/>
                    <a:pt x="160" y="646"/>
                  </a:cubicBezTo>
                  <a:lnTo>
                    <a:pt x="266" y="728"/>
                  </a:lnTo>
                  <a:cubicBezTo>
                    <a:pt x="347" y="775"/>
                    <a:pt x="435" y="799"/>
                    <a:pt x="529" y="799"/>
                  </a:cubicBezTo>
                  <a:cubicBezTo>
                    <a:pt x="536" y="799"/>
                    <a:pt x="543" y="799"/>
                    <a:pt x="551" y="799"/>
                  </a:cubicBezTo>
                  <a:cubicBezTo>
                    <a:pt x="606" y="799"/>
                    <a:pt x="664" y="786"/>
                    <a:pt x="716" y="776"/>
                  </a:cubicBezTo>
                  <a:cubicBezTo>
                    <a:pt x="734" y="773"/>
                    <a:pt x="750" y="767"/>
                    <a:pt x="767" y="761"/>
                  </a:cubicBezTo>
                  <a:cubicBezTo>
                    <a:pt x="840" y="734"/>
                    <a:pt x="914" y="707"/>
                    <a:pt x="976" y="661"/>
                  </a:cubicBezTo>
                  <a:cubicBezTo>
                    <a:pt x="1014" y="632"/>
                    <a:pt x="1060" y="599"/>
                    <a:pt x="1097" y="563"/>
                  </a:cubicBezTo>
                  <a:lnTo>
                    <a:pt x="1097" y="563"/>
                  </a:lnTo>
                  <a:cubicBezTo>
                    <a:pt x="1080" y="568"/>
                    <a:pt x="1063" y="575"/>
                    <a:pt x="1047" y="579"/>
                  </a:cubicBezTo>
                  <a:cubicBezTo>
                    <a:pt x="973" y="595"/>
                    <a:pt x="898" y="603"/>
                    <a:pt x="822" y="603"/>
                  </a:cubicBezTo>
                  <a:cubicBezTo>
                    <a:pt x="650" y="603"/>
                    <a:pt x="478" y="559"/>
                    <a:pt x="340" y="459"/>
                  </a:cubicBezTo>
                  <a:cubicBezTo>
                    <a:pt x="195" y="352"/>
                    <a:pt x="96" y="177"/>
                    <a:pt x="8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7">
              <a:extLst>
                <a:ext uri="{FF2B5EF4-FFF2-40B4-BE49-F238E27FC236}">
                  <a16:creationId xmlns:a16="http://schemas.microsoft.com/office/drawing/2014/main" id="{0506E48C-B073-F2DE-8A3B-7F59472F3453}"/>
                </a:ext>
              </a:extLst>
            </p:cNvPr>
            <p:cNvSpPr/>
            <p:nvPr/>
          </p:nvSpPr>
          <p:spPr>
            <a:xfrm>
              <a:off x="6322737" y="1130496"/>
              <a:ext cx="24434" cy="22748"/>
            </a:xfrm>
            <a:custGeom>
              <a:avLst/>
              <a:gdLst/>
              <a:ahLst/>
              <a:cxnLst/>
              <a:rect l="l" t="t" r="r" b="b"/>
              <a:pathLst>
                <a:path w="783" h="729" extrusionOk="0">
                  <a:moveTo>
                    <a:pt x="88" y="1"/>
                  </a:moveTo>
                  <a:cubicBezTo>
                    <a:pt x="86" y="4"/>
                    <a:pt x="85" y="7"/>
                    <a:pt x="84" y="10"/>
                  </a:cubicBezTo>
                  <a:cubicBezTo>
                    <a:pt x="79" y="23"/>
                    <a:pt x="74" y="35"/>
                    <a:pt x="71" y="48"/>
                  </a:cubicBezTo>
                  <a:cubicBezTo>
                    <a:pt x="71" y="50"/>
                    <a:pt x="71" y="51"/>
                    <a:pt x="70" y="52"/>
                  </a:cubicBezTo>
                  <a:cubicBezTo>
                    <a:pt x="69" y="54"/>
                    <a:pt x="67" y="56"/>
                    <a:pt x="66" y="58"/>
                  </a:cubicBezTo>
                  <a:cubicBezTo>
                    <a:pt x="51" y="94"/>
                    <a:pt x="37" y="129"/>
                    <a:pt x="21" y="165"/>
                  </a:cubicBezTo>
                  <a:cubicBezTo>
                    <a:pt x="0" y="243"/>
                    <a:pt x="0" y="322"/>
                    <a:pt x="21" y="402"/>
                  </a:cubicBezTo>
                  <a:cubicBezTo>
                    <a:pt x="35" y="459"/>
                    <a:pt x="62" y="510"/>
                    <a:pt x="101" y="553"/>
                  </a:cubicBezTo>
                  <a:cubicBezTo>
                    <a:pt x="132" y="601"/>
                    <a:pt x="174" y="639"/>
                    <a:pt x="226" y="667"/>
                  </a:cubicBezTo>
                  <a:cubicBezTo>
                    <a:pt x="277" y="700"/>
                    <a:pt x="332" y="718"/>
                    <a:pt x="391" y="721"/>
                  </a:cubicBezTo>
                  <a:cubicBezTo>
                    <a:pt x="416" y="726"/>
                    <a:pt x="440" y="729"/>
                    <a:pt x="465" y="729"/>
                  </a:cubicBezTo>
                  <a:cubicBezTo>
                    <a:pt x="500" y="729"/>
                    <a:pt x="535" y="723"/>
                    <a:pt x="569" y="712"/>
                  </a:cubicBezTo>
                  <a:cubicBezTo>
                    <a:pt x="645" y="691"/>
                    <a:pt x="710" y="653"/>
                    <a:pt x="765" y="598"/>
                  </a:cubicBezTo>
                  <a:cubicBezTo>
                    <a:pt x="772" y="591"/>
                    <a:pt x="777" y="584"/>
                    <a:pt x="783" y="576"/>
                  </a:cubicBezTo>
                  <a:lnTo>
                    <a:pt x="783" y="576"/>
                  </a:lnTo>
                  <a:cubicBezTo>
                    <a:pt x="777" y="576"/>
                    <a:pt x="770" y="576"/>
                    <a:pt x="764" y="576"/>
                  </a:cubicBezTo>
                  <a:cubicBezTo>
                    <a:pt x="706" y="576"/>
                    <a:pt x="648" y="572"/>
                    <a:pt x="590" y="560"/>
                  </a:cubicBezTo>
                  <a:cubicBezTo>
                    <a:pt x="355" y="507"/>
                    <a:pt x="140" y="324"/>
                    <a:pt x="95" y="86"/>
                  </a:cubicBezTo>
                  <a:cubicBezTo>
                    <a:pt x="90" y="58"/>
                    <a:pt x="89" y="30"/>
                    <a:pt x="8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7">
              <a:extLst>
                <a:ext uri="{FF2B5EF4-FFF2-40B4-BE49-F238E27FC236}">
                  <a16:creationId xmlns:a16="http://schemas.microsoft.com/office/drawing/2014/main" id="{9CCCABC3-A8B6-C3CC-E87F-D90C9B803A24}"/>
                </a:ext>
              </a:extLst>
            </p:cNvPr>
            <p:cNvSpPr/>
            <p:nvPr/>
          </p:nvSpPr>
          <p:spPr>
            <a:xfrm>
              <a:off x="6241479" y="1077822"/>
              <a:ext cx="38413" cy="32422"/>
            </a:xfrm>
            <a:custGeom>
              <a:avLst/>
              <a:gdLst/>
              <a:ahLst/>
              <a:cxnLst/>
              <a:rect l="l" t="t" r="r" b="b"/>
              <a:pathLst>
                <a:path w="1231" h="1039" extrusionOk="0">
                  <a:moveTo>
                    <a:pt x="128" y="0"/>
                  </a:moveTo>
                  <a:cubicBezTo>
                    <a:pt x="76" y="58"/>
                    <a:pt x="41" y="125"/>
                    <a:pt x="23" y="201"/>
                  </a:cubicBezTo>
                  <a:lnTo>
                    <a:pt x="22" y="205"/>
                  </a:lnTo>
                  <a:cubicBezTo>
                    <a:pt x="15" y="259"/>
                    <a:pt x="7" y="313"/>
                    <a:pt x="0" y="368"/>
                  </a:cubicBezTo>
                  <a:cubicBezTo>
                    <a:pt x="0" y="371"/>
                    <a:pt x="0" y="373"/>
                    <a:pt x="0" y="376"/>
                  </a:cubicBezTo>
                  <a:cubicBezTo>
                    <a:pt x="0" y="406"/>
                    <a:pt x="10" y="455"/>
                    <a:pt x="12" y="469"/>
                  </a:cubicBezTo>
                  <a:cubicBezTo>
                    <a:pt x="16" y="499"/>
                    <a:pt x="17" y="533"/>
                    <a:pt x="26" y="564"/>
                  </a:cubicBezTo>
                  <a:cubicBezTo>
                    <a:pt x="46" y="613"/>
                    <a:pt x="67" y="663"/>
                    <a:pt x="88" y="712"/>
                  </a:cubicBezTo>
                  <a:cubicBezTo>
                    <a:pt x="89" y="713"/>
                    <a:pt x="89" y="714"/>
                    <a:pt x="90" y="714"/>
                  </a:cubicBezTo>
                  <a:cubicBezTo>
                    <a:pt x="129" y="786"/>
                    <a:pt x="182" y="845"/>
                    <a:pt x="249" y="889"/>
                  </a:cubicBezTo>
                  <a:cubicBezTo>
                    <a:pt x="271" y="906"/>
                    <a:pt x="292" y="921"/>
                    <a:pt x="313" y="938"/>
                  </a:cubicBezTo>
                  <a:cubicBezTo>
                    <a:pt x="317" y="940"/>
                    <a:pt x="320" y="942"/>
                    <a:pt x="323" y="945"/>
                  </a:cubicBezTo>
                  <a:cubicBezTo>
                    <a:pt x="326" y="946"/>
                    <a:pt x="328" y="947"/>
                    <a:pt x="329" y="948"/>
                  </a:cubicBezTo>
                  <a:lnTo>
                    <a:pt x="332" y="949"/>
                  </a:lnTo>
                  <a:lnTo>
                    <a:pt x="478" y="1010"/>
                  </a:lnTo>
                  <a:cubicBezTo>
                    <a:pt x="531" y="1029"/>
                    <a:pt x="647" y="1036"/>
                    <a:pt x="659" y="1038"/>
                  </a:cubicBezTo>
                  <a:cubicBezTo>
                    <a:pt x="665" y="1038"/>
                    <a:pt x="671" y="1038"/>
                    <a:pt x="676" y="1038"/>
                  </a:cubicBezTo>
                  <a:cubicBezTo>
                    <a:pt x="679" y="1038"/>
                    <a:pt x="681" y="1038"/>
                    <a:pt x="684" y="1038"/>
                  </a:cubicBezTo>
                  <a:cubicBezTo>
                    <a:pt x="712" y="1036"/>
                    <a:pt x="751" y="1028"/>
                    <a:pt x="767" y="1026"/>
                  </a:cubicBezTo>
                  <a:cubicBezTo>
                    <a:pt x="786" y="1024"/>
                    <a:pt x="824" y="1020"/>
                    <a:pt x="851" y="1015"/>
                  </a:cubicBezTo>
                  <a:cubicBezTo>
                    <a:pt x="855" y="1015"/>
                    <a:pt x="858" y="1014"/>
                    <a:pt x="863" y="1013"/>
                  </a:cubicBezTo>
                  <a:cubicBezTo>
                    <a:pt x="867" y="1010"/>
                    <a:pt x="871" y="1009"/>
                    <a:pt x="875" y="1007"/>
                  </a:cubicBezTo>
                  <a:cubicBezTo>
                    <a:pt x="908" y="995"/>
                    <a:pt x="984" y="963"/>
                    <a:pt x="1015" y="948"/>
                  </a:cubicBezTo>
                  <a:cubicBezTo>
                    <a:pt x="1017" y="947"/>
                    <a:pt x="1021" y="947"/>
                    <a:pt x="1023" y="945"/>
                  </a:cubicBezTo>
                  <a:cubicBezTo>
                    <a:pt x="1026" y="943"/>
                    <a:pt x="1029" y="941"/>
                    <a:pt x="1032" y="939"/>
                  </a:cubicBezTo>
                  <a:cubicBezTo>
                    <a:pt x="1039" y="935"/>
                    <a:pt x="1045" y="930"/>
                    <a:pt x="1051" y="925"/>
                  </a:cubicBezTo>
                  <a:lnTo>
                    <a:pt x="1051" y="925"/>
                  </a:lnTo>
                  <a:cubicBezTo>
                    <a:pt x="1068" y="913"/>
                    <a:pt x="1085" y="900"/>
                    <a:pt x="1101" y="886"/>
                  </a:cubicBezTo>
                  <a:cubicBezTo>
                    <a:pt x="1102" y="885"/>
                    <a:pt x="1103" y="885"/>
                    <a:pt x="1103" y="884"/>
                  </a:cubicBezTo>
                  <a:cubicBezTo>
                    <a:pt x="1104" y="883"/>
                    <a:pt x="1106" y="882"/>
                    <a:pt x="1107" y="881"/>
                  </a:cubicBezTo>
                  <a:lnTo>
                    <a:pt x="1107" y="881"/>
                  </a:lnTo>
                  <a:cubicBezTo>
                    <a:pt x="1121" y="872"/>
                    <a:pt x="1135" y="861"/>
                    <a:pt x="1148" y="850"/>
                  </a:cubicBezTo>
                  <a:lnTo>
                    <a:pt x="1148" y="850"/>
                  </a:lnTo>
                  <a:cubicBezTo>
                    <a:pt x="1151" y="848"/>
                    <a:pt x="1154" y="845"/>
                    <a:pt x="1157" y="843"/>
                  </a:cubicBezTo>
                  <a:lnTo>
                    <a:pt x="1157" y="843"/>
                  </a:lnTo>
                  <a:lnTo>
                    <a:pt x="1151" y="847"/>
                  </a:lnTo>
                  <a:lnTo>
                    <a:pt x="1151" y="847"/>
                  </a:lnTo>
                  <a:cubicBezTo>
                    <a:pt x="1182" y="820"/>
                    <a:pt x="1208" y="787"/>
                    <a:pt x="1231" y="751"/>
                  </a:cubicBezTo>
                  <a:lnTo>
                    <a:pt x="1231" y="751"/>
                  </a:lnTo>
                  <a:cubicBezTo>
                    <a:pt x="1141" y="775"/>
                    <a:pt x="1049" y="788"/>
                    <a:pt x="957" y="788"/>
                  </a:cubicBezTo>
                  <a:cubicBezTo>
                    <a:pt x="868" y="788"/>
                    <a:pt x="780" y="776"/>
                    <a:pt x="693" y="749"/>
                  </a:cubicBezTo>
                  <a:cubicBezTo>
                    <a:pt x="374" y="647"/>
                    <a:pt x="134" y="326"/>
                    <a:pt x="128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7">
              <a:extLst>
                <a:ext uri="{FF2B5EF4-FFF2-40B4-BE49-F238E27FC236}">
                  <a16:creationId xmlns:a16="http://schemas.microsoft.com/office/drawing/2014/main" id="{A3667EE1-52D2-7A8B-ACF6-F69B47304F05}"/>
                </a:ext>
              </a:extLst>
            </p:cNvPr>
            <p:cNvSpPr/>
            <p:nvPr/>
          </p:nvSpPr>
          <p:spPr>
            <a:xfrm>
              <a:off x="6137535" y="1035352"/>
              <a:ext cx="25588" cy="18692"/>
            </a:xfrm>
            <a:custGeom>
              <a:avLst/>
              <a:gdLst/>
              <a:ahLst/>
              <a:cxnLst/>
              <a:rect l="l" t="t" r="r" b="b"/>
              <a:pathLst>
                <a:path w="820" h="599" extrusionOk="0">
                  <a:moveTo>
                    <a:pt x="66" y="1"/>
                  </a:moveTo>
                  <a:cubicBezTo>
                    <a:pt x="53" y="21"/>
                    <a:pt x="42" y="43"/>
                    <a:pt x="34" y="66"/>
                  </a:cubicBezTo>
                  <a:cubicBezTo>
                    <a:pt x="11" y="111"/>
                    <a:pt x="1" y="158"/>
                    <a:pt x="3" y="209"/>
                  </a:cubicBezTo>
                  <a:cubicBezTo>
                    <a:pt x="4" y="244"/>
                    <a:pt x="9" y="277"/>
                    <a:pt x="16" y="310"/>
                  </a:cubicBezTo>
                  <a:cubicBezTo>
                    <a:pt x="32" y="370"/>
                    <a:pt x="69" y="436"/>
                    <a:pt x="115" y="479"/>
                  </a:cubicBezTo>
                  <a:cubicBezTo>
                    <a:pt x="141" y="503"/>
                    <a:pt x="168" y="526"/>
                    <a:pt x="199" y="544"/>
                  </a:cubicBezTo>
                  <a:cubicBezTo>
                    <a:pt x="262" y="582"/>
                    <a:pt x="322" y="596"/>
                    <a:pt x="396" y="598"/>
                  </a:cubicBezTo>
                  <a:lnTo>
                    <a:pt x="451" y="598"/>
                  </a:lnTo>
                  <a:cubicBezTo>
                    <a:pt x="454" y="599"/>
                    <a:pt x="458" y="599"/>
                    <a:pt x="461" y="599"/>
                  </a:cubicBezTo>
                  <a:cubicBezTo>
                    <a:pt x="482" y="599"/>
                    <a:pt x="500" y="596"/>
                    <a:pt x="524" y="593"/>
                  </a:cubicBezTo>
                  <a:cubicBezTo>
                    <a:pt x="555" y="589"/>
                    <a:pt x="568" y="589"/>
                    <a:pt x="592" y="579"/>
                  </a:cubicBezTo>
                  <a:lnTo>
                    <a:pt x="639" y="560"/>
                  </a:lnTo>
                  <a:cubicBezTo>
                    <a:pt x="691" y="545"/>
                    <a:pt x="736" y="519"/>
                    <a:pt x="773" y="481"/>
                  </a:cubicBezTo>
                  <a:cubicBezTo>
                    <a:pt x="793" y="463"/>
                    <a:pt x="807" y="442"/>
                    <a:pt x="819" y="420"/>
                  </a:cubicBezTo>
                  <a:lnTo>
                    <a:pt x="819" y="420"/>
                  </a:lnTo>
                  <a:cubicBezTo>
                    <a:pt x="769" y="438"/>
                    <a:pt x="718" y="456"/>
                    <a:pt x="665" y="466"/>
                  </a:cubicBezTo>
                  <a:cubicBezTo>
                    <a:pt x="630" y="472"/>
                    <a:pt x="593" y="476"/>
                    <a:pt x="556" y="476"/>
                  </a:cubicBezTo>
                  <a:cubicBezTo>
                    <a:pt x="465" y="476"/>
                    <a:pt x="374" y="453"/>
                    <a:pt x="301" y="399"/>
                  </a:cubicBezTo>
                  <a:cubicBezTo>
                    <a:pt x="252" y="361"/>
                    <a:pt x="213" y="310"/>
                    <a:pt x="180" y="256"/>
                  </a:cubicBezTo>
                  <a:cubicBezTo>
                    <a:pt x="130" y="177"/>
                    <a:pt x="93" y="90"/>
                    <a:pt x="6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7">
              <a:extLst>
                <a:ext uri="{FF2B5EF4-FFF2-40B4-BE49-F238E27FC236}">
                  <a16:creationId xmlns:a16="http://schemas.microsoft.com/office/drawing/2014/main" id="{ECC0BAE3-030C-8683-0D20-FB0370B08C69}"/>
                </a:ext>
              </a:extLst>
            </p:cNvPr>
            <p:cNvSpPr/>
            <p:nvPr/>
          </p:nvSpPr>
          <p:spPr>
            <a:xfrm>
              <a:off x="6257144" y="998280"/>
              <a:ext cx="34388" cy="32453"/>
            </a:xfrm>
            <a:custGeom>
              <a:avLst/>
              <a:gdLst/>
              <a:ahLst/>
              <a:cxnLst/>
              <a:rect l="l" t="t" r="r" b="b"/>
              <a:pathLst>
                <a:path w="1102" h="1040" extrusionOk="0">
                  <a:moveTo>
                    <a:pt x="294" y="1"/>
                  </a:moveTo>
                  <a:cubicBezTo>
                    <a:pt x="0" y="321"/>
                    <a:pt x="210" y="937"/>
                    <a:pt x="628" y="1031"/>
                  </a:cubicBezTo>
                  <a:cubicBezTo>
                    <a:pt x="656" y="1037"/>
                    <a:pt x="684" y="1040"/>
                    <a:pt x="712" y="1040"/>
                  </a:cubicBezTo>
                  <a:cubicBezTo>
                    <a:pt x="752" y="1040"/>
                    <a:pt x="791" y="1034"/>
                    <a:pt x="830" y="1021"/>
                  </a:cubicBezTo>
                  <a:cubicBezTo>
                    <a:pt x="871" y="1005"/>
                    <a:pt x="912" y="988"/>
                    <a:pt x="952" y="970"/>
                  </a:cubicBezTo>
                  <a:cubicBezTo>
                    <a:pt x="1013" y="935"/>
                    <a:pt x="1061" y="885"/>
                    <a:pt x="1102" y="830"/>
                  </a:cubicBezTo>
                  <a:lnTo>
                    <a:pt x="1102" y="830"/>
                  </a:lnTo>
                  <a:cubicBezTo>
                    <a:pt x="1093" y="830"/>
                    <a:pt x="1085" y="830"/>
                    <a:pt x="1076" y="830"/>
                  </a:cubicBezTo>
                  <a:cubicBezTo>
                    <a:pt x="897" y="830"/>
                    <a:pt x="712" y="757"/>
                    <a:pt x="580" y="631"/>
                  </a:cubicBezTo>
                  <a:cubicBezTo>
                    <a:pt x="410" y="468"/>
                    <a:pt x="321" y="238"/>
                    <a:pt x="294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7">
              <a:extLst>
                <a:ext uri="{FF2B5EF4-FFF2-40B4-BE49-F238E27FC236}">
                  <a16:creationId xmlns:a16="http://schemas.microsoft.com/office/drawing/2014/main" id="{974BE8C1-320E-2A10-CE2B-E1EC8B667666}"/>
                </a:ext>
              </a:extLst>
            </p:cNvPr>
            <p:cNvSpPr/>
            <p:nvPr/>
          </p:nvSpPr>
          <p:spPr>
            <a:xfrm>
              <a:off x="6181222" y="967169"/>
              <a:ext cx="41035" cy="37196"/>
            </a:xfrm>
            <a:custGeom>
              <a:avLst/>
              <a:gdLst/>
              <a:ahLst/>
              <a:cxnLst/>
              <a:rect l="l" t="t" r="r" b="b"/>
              <a:pathLst>
                <a:path w="1315" h="1192" extrusionOk="0">
                  <a:moveTo>
                    <a:pt x="162" y="1"/>
                  </a:moveTo>
                  <a:cubicBezTo>
                    <a:pt x="89" y="86"/>
                    <a:pt x="38" y="190"/>
                    <a:pt x="24" y="315"/>
                  </a:cubicBezTo>
                  <a:cubicBezTo>
                    <a:pt x="0" y="533"/>
                    <a:pt x="90" y="756"/>
                    <a:pt x="241" y="915"/>
                  </a:cubicBezTo>
                  <a:cubicBezTo>
                    <a:pt x="399" y="1082"/>
                    <a:pt x="597" y="1191"/>
                    <a:pt x="810" y="1191"/>
                  </a:cubicBezTo>
                  <a:cubicBezTo>
                    <a:pt x="875" y="1191"/>
                    <a:pt x="941" y="1181"/>
                    <a:pt x="1008" y="1159"/>
                  </a:cubicBezTo>
                  <a:cubicBezTo>
                    <a:pt x="1180" y="1104"/>
                    <a:pt x="1273" y="957"/>
                    <a:pt x="1315" y="784"/>
                  </a:cubicBezTo>
                  <a:lnTo>
                    <a:pt x="1315" y="784"/>
                  </a:lnTo>
                  <a:cubicBezTo>
                    <a:pt x="1217" y="828"/>
                    <a:pt x="1109" y="850"/>
                    <a:pt x="1001" y="850"/>
                  </a:cubicBezTo>
                  <a:cubicBezTo>
                    <a:pt x="825" y="850"/>
                    <a:pt x="648" y="794"/>
                    <a:pt x="510" y="685"/>
                  </a:cubicBezTo>
                  <a:cubicBezTo>
                    <a:pt x="302" y="523"/>
                    <a:pt x="183" y="265"/>
                    <a:pt x="16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7">
              <a:extLst>
                <a:ext uri="{FF2B5EF4-FFF2-40B4-BE49-F238E27FC236}">
                  <a16:creationId xmlns:a16="http://schemas.microsoft.com/office/drawing/2014/main" id="{F341C0B5-D18B-57C4-A322-D41EB888DD30}"/>
                </a:ext>
              </a:extLst>
            </p:cNvPr>
            <p:cNvSpPr/>
            <p:nvPr/>
          </p:nvSpPr>
          <p:spPr>
            <a:xfrm>
              <a:off x="6312033" y="930597"/>
              <a:ext cx="32360" cy="25557"/>
            </a:xfrm>
            <a:custGeom>
              <a:avLst/>
              <a:gdLst/>
              <a:ahLst/>
              <a:cxnLst/>
              <a:rect l="l" t="t" r="r" b="b"/>
              <a:pathLst>
                <a:path w="1037" h="819" extrusionOk="0">
                  <a:moveTo>
                    <a:pt x="44" y="0"/>
                  </a:moveTo>
                  <a:cubicBezTo>
                    <a:pt x="26" y="84"/>
                    <a:pt x="1" y="173"/>
                    <a:pt x="9" y="259"/>
                  </a:cubicBezTo>
                  <a:cubicBezTo>
                    <a:pt x="12" y="292"/>
                    <a:pt x="15" y="334"/>
                    <a:pt x="24" y="368"/>
                  </a:cubicBezTo>
                  <a:cubicBezTo>
                    <a:pt x="36" y="423"/>
                    <a:pt x="60" y="461"/>
                    <a:pt x="93" y="504"/>
                  </a:cubicBezTo>
                  <a:cubicBezTo>
                    <a:pt x="108" y="523"/>
                    <a:pt x="122" y="539"/>
                    <a:pt x="139" y="555"/>
                  </a:cubicBezTo>
                  <a:cubicBezTo>
                    <a:pt x="145" y="571"/>
                    <a:pt x="153" y="586"/>
                    <a:pt x="160" y="602"/>
                  </a:cubicBezTo>
                  <a:cubicBezTo>
                    <a:pt x="199" y="667"/>
                    <a:pt x="250" y="719"/>
                    <a:pt x="316" y="758"/>
                  </a:cubicBezTo>
                  <a:cubicBezTo>
                    <a:pt x="366" y="791"/>
                    <a:pt x="421" y="807"/>
                    <a:pt x="478" y="810"/>
                  </a:cubicBezTo>
                  <a:cubicBezTo>
                    <a:pt x="502" y="816"/>
                    <a:pt x="527" y="818"/>
                    <a:pt x="551" y="818"/>
                  </a:cubicBezTo>
                  <a:cubicBezTo>
                    <a:pt x="585" y="818"/>
                    <a:pt x="619" y="813"/>
                    <a:pt x="653" y="802"/>
                  </a:cubicBezTo>
                  <a:cubicBezTo>
                    <a:pt x="726" y="781"/>
                    <a:pt x="791" y="744"/>
                    <a:pt x="845" y="690"/>
                  </a:cubicBezTo>
                  <a:cubicBezTo>
                    <a:pt x="897" y="628"/>
                    <a:pt x="949" y="563"/>
                    <a:pt x="990" y="493"/>
                  </a:cubicBezTo>
                  <a:cubicBezTo>
                    <a:pt x="1007" y="463"/>
                    <a:pt x="1022" y="431"/>
                    <a:pt x="1037" y="398"/>
                  </a:cubicBezTo>
                  <a:lnTo>
                    <a:pt x="1037" y="398"/>
                  </a:lnTo>
                  <a:cubicBezTo>
                    <a:pt x="937" y="460"/>
                    <a:pt x="818" y="492"/>
                    <a:pt x="699" y="492"/>
                  </a:cubicBezTo>
                  <a:cubicBezTo>
                    <a:pt x="599" y="492"/>
                    <a:pt x="499" y="470"/>
                    <a:pt x="410" y="424"/>
                  </a:cubicBezTo>
                  <a:cubicBezTo>
                    <a:pt x="238" y="338"/>
                    <a:pt x="113" y="180"/>
                    <a:pt x="4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7">
              <a:extLst>
                <a:ext uri="{FF2B5EF4-FFF2-40B4-BE49-F238E27FC236}">
                  <a16:creationId xmlns:a16="http://schemas.microsoft.com/office/drawing/2014/main" id="{CDF42F7B-C4DF-9E0B-3BCC-8BB6BFFE04AE}"/>
                </a:ext>
              </a:extLst>
            </p:cNvPr>
            <p:cNvSpPr/>
            <p:nvPr/>
          </p:nvSpPr>
          <p:spPr>
            <a:xfrm>
              <a:off x="6244630" y="922359"/>
              <a:ext cx="28272" cy="20751"/>
            </a:xfrm>
            <a:custGeom>
              <a:avLst/>
              <a:gdLst/>
              <a:ahLst/>
              <a:cxnLst/>
              <a:rect l="l" t="t" r="r" b="b"/>
              <a:pathLst>
                <a:path w="906" h="665" extrusionOk="0">
                  <a:moveTo>
                    <a:pt x="9" y="1"/>
                  </a:moveTo>
                  <a:lnTo>
                    <a:pt x="9" y="1"/>
                  </a:lnTo>
                  <a:cubicBezTo>
                    <a:pt x="1" y="67"/>
                    <a:pt x="4" y="135"/>
                    <a:pt x="24" y="195"/>
                  </a:cubicBezTo>
                  <a:cubicBezTo>
                    <a:pt x="40" y="248"/>
                    <a:pt x="63" y="300"/>
                    <a:pt x="86" y="348"/>
                  </a:cubicBezTo>
                  <a:cubicBezTo>
                    <a:pt x="93" y="362"/>
                    <a:pt x="100" y="375"/>
                    <a:pt x="108" y="388"/>
                  </a:cubicBezTo>
                  <a:cubicBezTo>
                    <a:pt x="134" y="430"/>
                    <a:pt x="174" y="485"/>
                    <a:pt x="202" y="513"/>
                  </a:cubicBezTo>
                  <a:cubicBezTo>
                    <a:pt x="270" y="580"/>
                    <a:pt x="361" y="621"/>
                    <a:pt x="450" y="651"/>
                  </a:cubicBezTo>
                  <a:cubicBezTo>
                    <a:pt x="482" y="655"/>
                    <a:pt x="515" y="659"/>
                    <a:pt x="547" y="664"/>
                  </a:cubicBezTo>
                  <a:cubicBezTo>
                    <a:pt x="549" y="664"/>
                    <a:pt x="551" y="664"/>
                    <a:pt x="554" y="664"/>
                  </a:cubicBezTo>
                  <a:cubicBezTo>
                    <a:pt x="601" y="664"/>
                    <a:pt x="646" y="654"/>
                    <a:pt x="688" y="632"/>
                  </a:cubicBezTo>
                  <a:cubicBezTo>
                    <a:pt x="720" y="623"/>
                    <a:pt x="747" y="608"/>
                    <a:pt x="769" y="585"/>
                  </a:cubicBezTo>
                  <a:cubicBezTo>
                    <a:pt x="810" y="560"/>
                    <a:pt x="841" y="525"/>
                    <a:pt x="864" y="482"/>
                  </a:cubicBezTo>
                  <a:cubicBezTo>
                    <a:pt x="872" y="461"/>
                    <a:pt x="885" y="442"/>
                    <a:pt x="897" y="423"/>
                  </a:cubicBezTo>
                  <a:cubicBezTo>
                    <a:pt x="901" y="417"/>
                    <a:pt x="902" y="410"/>
                    <a:pt x="906" y="404"/>
                  </a:cubicBezTo>
                  <a:lnTo>
                    <a:pt x="906" y="404"/>
                  </a:lnTo>
                  <a:cubicBezTo>
                    <a:pt x="840" y="421"/>
                    <a:pt x="771" y="429"/>
                    <a:pt x="703" y="429"/>
                  </a:cubicBezTo>
                  <a:cubicBezTo>
                    <a:pt x="564" y="429"/>
                    <a:pt x="425" y="394"/>
                    <a:pt x="305" y="323"/>
                  </a:cubicBezTo>
                  <a:cubicBezTo>
                    <a:pt x="177" y="248"/>
                    <a:pt x="76" y="132"/>
                    <a:pt x="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7">
              <a:extLst>
                <a:ext uri="{FF2B5EF4-FFF2-40B4-BE49-F238E27FC236}">
                  <a16:creationId xmlns:a16="http://schemas.microsoft.com/office/drawing/2014/main" id="{56833547-6239-46E6-8AE8-DD9B9824DEBF}"/>
                </a:ext>
              </a:extLst>
            </p:cNvPr>
            <p:cNvSpPr/>
            <p:nvPr/>
          </p:nvSpPr>
          <p:spPr>
            <a:xfrm>
              <a:off x="6163497" y="1099041"/>
              <a:ext cx="62" cy="187"/>
            </a:xfrm>
            <a:custGeom>
              <a:avLst/>
              <a:gdLst/>
              <a:ahLst/>
              <a:cxnLst/>
              <a:rect l="l" t="t" r="r" b="b"/>
              <a:pathLst>
                <a:path w="2" h="6" extrusionOk="0">
                  <a:moveTo>
                    <a:pt x="2" y="1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4"/>
                    <a:pt x="2" y="3"/>
                    <a:pt x="2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7">
              <a:extLst>
                <a:ext uri="{FF2B5EF4-FFF2-40B4-BE49-F238E27FC236}">
                  <a16:creationId xmlns:a16="http://schemas.microsoft.com/office/drawing/2014/main" id="{C23F5718-DD00-187A-DBF0-78C09CF8091B}"/>
                </a:ext>
              </a:extLst>
            </p:cNvPr>
            <p:cNvSpPr/>
            <p:nvPr/>
          </p:nvSpPr>
          <p:spPr>
            <a:xfrm>
              <a:off x="6163341" y="1096451"/>
              <a:ext cx="13730" cy="8519"/>
            </a:xfrm>
            <a:custGeom>
              <a:avLst/>
              <a:gdLst/>
              <a:ahLst/>
              <a:cxnLst/>
              <a:rect l="l" t="t" r="r" b="b"/>
              <a:pathLst>
                <a:path w="440" h="273" extrusionOk="0">
                  <a:moveTo>
                    <a:pt x="161" y="1"/>
                  </a:moveTo>
                  <a:cubicBezTo>
                    <a:pt x="150" y="1"/>
                    <a:pt x="140" y="1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ubicBezTo>
                    <a:pt x="116" y="1"/>
                    <a:pt x="115" y="1"/>
                    <a:pt x="114" y="1"/>
                  </a:cubicBezTo>
                  <a:cubicBezTo>
                    <a:pt x="88" y="1"/>
                    <a:pt x="63" y="14"/>
                    <a:pt x="42" y="32"/>
                  </a:cubicBezTo>
                  <a:cubicBezTo>
                    <a:pt x="36" y="38"/>
                    <a:pt x="31" y="43"/>
                    <a:pt x="26" y="49"/>
                  </a:cubicBezTo>
                  <a:cubicBezTo>
                    <a:pt x="24" y="52"/>
                    <a:pt x="19" y="54"/>
                    <a:pt x="17" y="58"/>
                  </a:cubicBezTo>
                  <a:cubicBezTo>
                    <a:pt x="17" y="59"/>
                    <a:pt x="17" y="59"/>
                    <a:pt x="16" y="60"/>
                  </a:cubicBezTo>
                  <a:lnTo>
                    <a:pt x="25" y="51"/>
                  </a:lnTo>
                  <a:lnTo>
                    <a:pt x="25" y="51"/>
                  </a:lnTo>
                  <a:cubicBezTo>
                    <a:pt x="17" y="61"/>
                    <a:pt x="9" y="69"/>
                    <a:pt x="7" y="82"/>
                  </a:cubicBezTo>
                  <a:cubicBezTo>
                    <a:pt x="6" y="84"/>
                    <a:pt x="6" y="87"/>
                    <a:pt x="6" y="89"/>
                  </a:cubicBezTo>
                  <a:cubicBezTo>
                    <a:pt x="1" y="113"/>
                    <a:pt x="3" y="137"/>
                    <a:pt x="12" y="160"/>
                  </a:cubicBezTo>
                  <a:cubicBezTo>
                    <a:pt x="20" y="181"/>
                    <a:pt x="37" y="205"/>
                    <a:pt x="59" y="215"/>
                  </a:cubicBezTo>
                  <a:cubicBezTo>
                    <a:pt x="83" y="225"/>
                    <a:pt x="109" y="237"/>
                    <a:pt x="136" y="245"/>
                  </a:cubicBezTo>
                  <a:cubicBezTo>
                    <a:pt x="154" y="250"/>
                    <a:pt x="175" y="252"/>
                    <a:pt x="195" y="255"/>
                  </a:cubicBezTo>
                  <a:cubicBezTo>
                    <a:pt x="214" y="259"/>
                    <a:pt x="234" y="263"/>
                    <a:pt x="254" y="266"/>
                  </a:cubicBezTo>
                  <a:cubicBezTo>
                    <a:pt x="264" y="268"/>
                    <a:pt x="275" y="269"/>
                    <a:pt x="285" y="271"/>
                  </a:cubicBezTo>
                  <a:cubicBezTo>
                    <a:pt x="292" y="272"/>
                    <a:pt x="299" y="272"/>
                    <a:pt x="306" y="272"/>
                  </a:cubicBezTo>
                  <a:cubicBezTo>
                    <a:pt x="323" y="272"/>
                    <a:pt x="338" y="269"/>
                    <a:pt x="355" y="263"/>
                  </a:cubicBezTo>
                  <a:cubicBezTo>
                    <a:pt x="390" y="248"/>
                    <a:pt x="420" y="217"/>
                    <a:pt x="431" y="180"/>
                  </a:cubicBezTo>
                  <a:cubicBezTo>
                    <a:pt x="439" y="147"/>
                    <a:pt x="431" y="113"/>
                    <a:pt x="415" y="84"/>
                  </a:cubicBezTo>
                  <a:cubicBezTo>
                    <a:pt x="397" y="49"/>
                    <a:pt x="361" y="28"/>
                    <a:pt x="323" y="23"/>
                  </a:cubicBezTo>
                  <a:cubicBezTo>
                    <a:pt x="303" y="20"/>
                    <a:pt x="284" y="17"/>
                    <a:pt x="264" y="14"/>
                  </a:cubicBezTo>
                  <a:cubicBezTo>
                    <a:pt x="234" y="9"/>
                    <a:pt x="204" y="2"/>
                    <a:pt x="173" y="1"/>
                  </a:cubicBezTo>
                  <a:cubicBezTo>
                    <a:pt x="169" y="1"/>
                    <a:pt x="165" y="1"/>
                    <a:pt x="161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7">
              <a:extLst>
                <a:ext uri="{FF2B5EF4-FFF2-40B4-BE49-F238E27FC236}">
                  <a16:creationId xmlns:a16="http://schemas.microsoft.com/office/drawing/2014/main" id="{B044B2D6-77C5-91A8-1792-52FB312F1616}"/>
                </a:ext>
              </a:extLst>
            </p:cNvPr>
            <p:cNvSpPr/>
            <p:nvPr/>
          </p:nvSpPr>
          <p:spPr>
            <a:xfrm>
              <a:off x="6163404" y="1099228"/>
              <a:ext cx="125" cy="687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1" y="22"/>
                  </a:moveTo>
                  <a:cubicBezTo>
                    <a:pt x="2" y="15"/>
                    <a:pt x="3" y="7"/>
                    <a:pt x="4" y="0"/>
                  </a:cubicBezTo>
                  <a:lnTo>
                    <a:pt x="4" y="0"/>
                  </a:lnTo>
                  <a:cubicBezTo>
                    <a:pt x="3" y="7"/>
                    <a:pt x="2" y="15"/>
                    <a:pt x="1" y="2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7">
              <a:extLst>
                <a:ext uri="{FF2B5EF4-FFF2-40B4-BE49-F238E27FC236}">
                  <a16:creationId xmlns:a16="http://schemas.microsoft.com/office/drawing/2014/main" id="{0D7A9F92-47CD-E8D1-421F-37978EA2F637}"/>
                </a:ext>
              </a:extLst>
            </p:cNvPr>
            <p:cNvSpPr/>
            <p:nvPr/>
          </p:nvSpPr>
          <p:spPr>
            <a:xfrm>
              <a:off x="6149143" y="1033542"/>
              <a:ext cx="6709" cy="5804"/>
            </a:xfrm>
            <a:custGeom>
              <a:avLst/>
              <a:gdLst/>
              <a:ahLst/>
              <a:cxnLst/>
              <a:rect l="l" t="t" r="r" b="b"/>
              <a:pathLst>
                <a:path w="215" h="186" extrusionOk="0">
                  <a:moveTo>
                    <a:pt x="67" y="0"/>
                  </a:moveTo>
                  <a:cubicBezTo>
                    <a:pt x="56" y="0"/>
                    <a:pt x="44" y="3"/>
                    <a:pt x="34" y="10"/>
                  </a:cubicBezTo>
                  <a:cubicBezTo>
                    <a:pt x="23" y="15"/>
                    <a:pt x="16" y="23"/>
                    <a:pt x="10" y="34"/>
                  </a:cubicBezTo>
                  <a:cubicBezTo>
                    <a:pt x="3" y="44"/>
                    <a:pt x="0" y="55"/>
                    <a:pt x="0" y="67"/>
                  </a:cubicBezTo>
                  <a:cubicBezTo>
                    <a:pt x="0" y="71"/>
                    <a:pt x="0" y="75"/>
                    <a:pt x="0" y="79"/>
                  </a:cubicBezTo>
                  <a:cubicBezTo>
                    <a:pt x="1" y="87"/>
                    <a:pt x="2" y="99"/>
                    <a:pt x="6" y="108"/>
                  </a:cubicBezTo>
                  <a:cubicBezTo>
                    <a:pt x="10" y="119"/>
                    <a:pt x="13" y="128"/>
                    <a:pt x="18" y="137"/>
                  </a:cubicBezTo>
                  <a:cubicBezTo>
                    <a:pt x="19" y="138"/>
                    <a:pt x="19" y="138"/>
                    <a:pt x="20" y="139"/>
                  </a:cubicBezTo>
                  <a:cubicBezTo>
                    <a:pt x="29" y="154"/>
                    <a:pt x="32" y="156"/>
                    <a:pt x="43" y="166"/>
                  </a:cubicBezTo>
                  <a:cubicBezTo>
                    <a:pt x="54" y="173"/>
                    <a:pt x="62" y="179"/>
                    <a:pt x="76" y="181"/>
                  </a:cubicBezTo>
                  <a:cubicBezTo>
                    <a:pt x="77" y="181"/>
                    <a:pt x="78" y="181"/>
                    <a:pt x="79" y="182"/>
                  </a:cubicBezTo>
                  <a:cubicBezTo>
                    <a:pt x="88" y="183"/>
                    <a:pt x="98" y="186"/>
                    <a:pt x="108" y="186"/>
                  </a:cubicBezTo>
                  <a:cubicBezTo>
                    <a:pt x="110" y="186"/>
                    <a:pt x="112" y="186"/>
                    <a:pt x="113" y="186"/>
                  </a:cubicBezTo>
                  <a:cubicBezTo>
                    <a:pt x="122" y="184"/>
                    <a:pt x="131" y="183"/>
                    <a:pt x="140" y="182"/>
                  </a:cubicBezTo>
                  <a:cubicBezTo>
                    <a:pt x="142" y="181"/>
                    <a:pt x="144" y="181"/>
                    <a:pt x="147" y="180"/>
                  </a:cubicBezTo>
                  <a:cubicBezTo>
                    <a:pt x="163" y="176"/>
                    <a:pt x="177" y="167"/>
                    <a:pt x="189" y="154"/>
                  </a:cubicBezTo>
                  <a:cubicBezTo>
                    <a:pt x="194" y="147"/>
                    <a:pt x="201" y="139"/>
                    <a:pt x="204" y="131"/>
                  </a:cubicBezTo>
                  <a:cubicBezTo>
                    <a:pt x="211" y="121"/>
                    <a:pt x="214" y="109"/>
                    <a:pt x="214" y="98"/>
                  </a:cubicBezTo>
                  <a:cubicBezTo>
                    <a:pt x="215" y="88"/>
                    <a:pt x="213" y="80"/>
                    <a:pt x="209" y="71"/>
                  </a:cubicBezTo>
                  <a:cubicBezTo>
                    <a:pt x="205" y="63"/>
                    <a:pt x="201" y="56"/>
                    <a:pt x="195" y="49"/>
                  </a:cubicBezTo>
                  <a:cubicBezTo>
                    <a:pt x="189" y="43"/>
                    <a:pt x="180" y="40"/>
                    <a:pt x="172" y="37"/>
                  </a:cubicBezTo>
                  <a:lnTo>
                    <a:pt x="173" y="37"/>
                  </a:lnTo>
                  <a:cubicBezTo>
                    <a:pt x="172" y="37"/>
                    <a:pt x="171" y="36"/>
                    <a:pt x="170" y="35"/>
                  </a:cubicBezTo>
                  <a:cubicBezTo>
                    <a:pt x="168" y="35"/>
                    <a:pt x="167" y="33"/>
                    <a:pt x="165" y="33"/>
                  </a:cubicBezTo>
                  <a:cubicBezTo>
                    <a:pt x="165" y="33"/>
                    <a:pt x="164" y="32"/>
                    <a:pt x="164" y="32"/>
                  </a:cubicBezTo>
                  <a:cubicBezTo>
                    <a:pt x="159" y="30"/>
                    <a:pt x="155" y="27"/>
                    <a:pt x="150" y="26"/>
                  </a:cubicBezTo>
                  <a:cubicBezTo>
                    <a:pt x="148" y="25"/>
                    <a:pt x="145" y="24"/>
                    <a:pt x="143" y="22"/>
                  </a:cubicBezTo>
                  <a:lnTo>
                    <a:pt x="143" y="22"/>
                  </a:lnTo>
                  <a:cubicBezTo>
                    <a:pt x="144" y="23"/>
                    <a:pt x="145" y="24"/>
                    <a:pt x="147" y="25"/>
                  </a:cubicBezTo>
                  <a:cubicBezTo>
                    <a:pt x="145" y="24"/>
                    <a:pt x="144" y="24"/>
                    <a:pt x="142" y="23"/>
                  </a:cubicBezTo>
                  <a:cubicBezTo>
                    <a:pt x="137" y="21"/>
                    <a:pt x="134" y="18"/>
                    <a:pt x="130" y="16"/>
                  </a:cubicBezTo>
                  <a:cubicBezTo>
                    <a:pt x="127" y="14"/>
                    <a:pt x="124" y="13"/>
                    <a:pt x="120" y="12"/>
                  </a:cubicBezTo>
                  <a:cubicBezTo>
                    <a:pt x="117" y="11"/>
                    <a:pt x="106" y="10"/>
                    <a:pt x="100" y="10"/>
                  </a:cubicBezTo>
                  <a:cubicBezTo>
                    <a:pt x="89" y="3"/>
                    <a:pt x="79" y="0"/>
                    <a:pt x="67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7">
              <a:extLst>
                <a:ext uri="{FF2B5EF4-FFF2-40B4-BE49-F238E27FC236}">
                  <a16:creationId xmlns:a16="http://schemas.microsoft.com/office/drawing/2014/main" id="{BE13FCCC-748C-C21B-3E81-92B36DA96F09}"/>
                </a:ext>
              </a:extLst>
            </p:cNvPr>
            <p:cNvSpPr/>
            <p:nvPr/>
          </p:nvSpPr>
          <p:spPr>
            <a:xfrm>
              <a:off x="6198478" y="965421"/>
              <a:ext cx="12513" cy="9611"/>
            </a:xfrm>
            <a:custGeom>
              <a:avLst/>
              <a:gdLst/>
              <a:ahLst/>
              <a:cxnLst/>
              <a:rect l="l" t="t" r="r" b="b"/>
              <a:pathLst>
                <a:path w="401" h="308" extrusionOk="0">
                  <a:moveTo>
                    <a:pt x="138" y="1"/>
                  </a:moveTo>
                  <a:cubicBezTo>
                    <a:pt x="137" y="1"/>
                    <a:pt x="135" y="1"/>
                    <a:pt x="134" y="1"/>
                  </a:cubicBezTo>
                  <a:cubicBezTo>
                    <a:pt x="118" y="1"/>
                    <a:pt x="98" y="5"/>
                    <a:pt x="82" y="7"/>
                  </a:cubicBezTo>
                  <a:cubicBezTo>
                    <a:pt x="64" y="13"/>
                    <a:pt x="47" y="22"/>
                    <a:pt x="33" y="37"/>
                  </a:cubicBezTo>
                  <a:cubicBezTo>
                    <a:pt x="23" y="46"/>
                    <a:pt x="15" y="58"/>
                    <a:pt x="11" y="71"/>
                  </a:cubicBezTo>
                  <a:cubicBezTo>
                    <a:pt x="4" y="85"/>
                    <a:pt x="1" y="98"/>
                    <a:pt x="2" y="114"/>
                  </a:cubicBezTo>
                  <a:cubicBezTo>
                    <a:pt x="2" y="134"/>
                    <a:pt x="6" y="152"/>
                    <a:pt x="16" y="170"/>
                  </a:cubicBezTo>
                  <a:cubicBezTo>
                    <a:pt x="24" y="179"/>
                    <a:pt x="30" y="188"/>
                    <a:pt x="37" y="197"/>
                  </a:cubicBezTo>
                  <a:cubicBezTo>
                    <a:pt x="51" y="215"/>
                    <a:pt x="68" y="227"/>
                    <a:pt x="87" y="238"/>
                  </a:cubicBezTo>
                  <a:cubicBezTo>
                    <a:pt x="101" y="246"/>
                    <a:pt x="115" y="254"/>
                    <a:pt x="129" y="262"/>
                  </a:cubicBezTo>
                  <a:cubicBezTo>
                    <a:pt x="153" y="274"/>
                    <a:pt x="174" y="287"/>
                    <a:pt x="201" y="293"/>
                  </a:cubicBezTo>
                  <a:cubicBezTo>
                    <a:pt x="226" y="300"/>
                    <a:pt x="250" y="307"/>
                    <a:pt x="275" y="307"/>
                  </a:cubicBezTo>
                  <a:cubicBezTo>
                    <a:pt x="286" y="307"/>
                    <a:pt x="297" y="306"/>
                    <a:pt x="308" y="303"/>
                  </a:cubicBezTo>
                  <a:cubicBezTo>
                    <a:pt x="329" y="296"/>
                    <a:pt x="348" y="286"/>
                    <a:pt x="364" y="270"/>
                  </a:cubicBezTo>
                  <a:cubicBezTo>
                    <a:pt x="375" y="259"/>
                    <a:pt x="384" y="246"/>
                    <a:pt x="389" y="230"/>
                  </a:cubicBezTo>
                  <a:cubicBezTo>
                    <a:pt x="396" y="216"/>
                    <a:pt x="401" y="200"/>
                    <a:pt x="400" y="182"/>
                  </a:cubicBezTo>
                  <a:cubicBezTo>
                    <a:pt x="400" y="160"/>
                    <a:pt x="394" y="139"/>
                    <a:pt x="383" y="120"/>
                  </a:cubicBezTo>
                  <a:cubicBezTo>
                    <a:pt x="366" y="87"/>
                    <a:pt x="334" y="70"/>
                    <a:pt x="304" y="52"/>
                  </a:cubicBezTo>
                  <a:cubicBezTo>
                    <a:pt x="280" y="39"/>
                    <a:pt x="255" y="30"/>
                    <a:pt x="230" y="23"/>
                  </a:cubicBezTo>
                  <a:lnTo>
                    <a:pt x="185" y="9"/>
                  </a:lnTo>
                  <a:cubicBezTo>
                    <a:pt x="170" y="6"/>
                    <a:pt x="154" y="1"/>
                    <a:pt x="138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7">
              <a:extLst>
                <a:ext uri="{FF2B5EF4-FFF2-40B4-BE49-F238E27FC236}">
                  <a16:creationId xmlns:a16="http://schemas.microsoft.com/office/drawing/2014/main" id="{5DFBF7A3-61A4-C459-334A-9A3293A9944F}"/>
                </a:ext>
              </a:extLst>
            </p:cNvPr>
            <p:cNvSpPr/>
            <p:nvPr/>
          </p:nvSpPr>
          <p:spPr>
            <a:xfrm>
              <a:off x="6210274" y="976655"/>
              <a:ext cx="6459" cy="7302"/>
            </a:xfrm>
            <a:custGeom>
              <a:avLst/>
              <a:gdLst/>
              <a:ahLst/>
              <a:cxnLst/>
              <a:rect l="l" t="t" r="r" b="b"/>
              <a:pathLst>
                <a:path w="207" h="234" extrusionOk="0">
                  <a:moveTo>
                    <a:pt x="102" y="1"/>
                  </a:moveTo>
                  <a:cubicBezTo>
                    <a:pt x="93" y="1"/>
                    <a:pt x="84" y="2"/>
                    <a:pt x="76" y="4"/>
                  </a:cubicBezTo>
                  <a:cubicBezTo>
                    <a:pt x="49" y="11"/>
                    <a:pt x="27" y="31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6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7"/>
                    <a:pt x="15" y="57"/>
                  </a:cubicBezTo>
                  <a:lnTo>
                    <a:pt x="15" y="57"/>
                  </a:lnTo>
                  <a:cubicBezTo>
                    <a:pt x="13" y="61"/>
                    <a:pt x="11" y="64"/>
                    <a:pt x="10" y="68"/>
                  </a:cubicBezTo>
                  <a:cubicBezTo>
                    <a:pt x="10" y="70"/>
                    <a:pt x="9" y="70"/>
                    <a:pt x="8" y="71"/>
                  </a:cubicBezTo>
                  <a:cubicBezTo>
                    <a:pt x="8" y="74"/>
                    <a:pt x="7" y="76"/>
                    <a:pt x="6" y="80"/>
                  </a:cubicBezTo>
                  <a:cubicBezTo>
                    <a:pt x="6" y="80"/>
                    <a:pt x="5" y="81"/>
                    <a:pt x="5" y="81"/>
                  </a:cubicBezTo>
                  <a:cubicBezTo>
                    <a:pt x="1" y="95"/>
                    <a:pt x="3" y="110"/>
                    <a:pt x="5" y="125"/>
                  </a:cubicBezTo>
                  <a:cubicBezTo>
                    <a:pt x="5" y="124"/>
                    <a:pt x="5" y="124"/>
                    <a:pt x="5" y="123"/>
                  </a:cubicBezTo>
                  <a:cubicBezTo>
                    <a:pt x="6" y="128"/>
                    <a:pt x="5" y="133"/>
                    <a:pt x="5" y="139"/>
                  </a:cubicBezTo>
                  <a:cubicBezTo>
                    <a:pt x="6" y="148"/>
                    <a:pt x="7" y="156"/>
                    <a:pt x="8" y="164"/>
                  </a:cubicBezTo>
                  <a:cubicBezTo>
                    <a:pt x="11" y="172"/>
                    <a:pt x="15" y="179"/>
                    <a:pt x="18" y="186"/>
                  </a:cubicBezTo>
                  <a:cubicBezTo>
                    <a:pt x="23" y="194"/>
                    <a:pt x="28" y="200"/>
                    <a:pt x="33" y="206"/>
                  </a:cubicBezTo>
                  <a:cubicBezTo>
                    <a:pt x="41" y="216"/>
                    <a:pt x="52" y="222"/>
                    <a:pt x="63" y="226"/>
                  </a:cubicBezTo>
                  <a:cubicBezTo>
                    <a:pt x="71" y="230"/>
                    <a:pt x="79" y="232"/>
                    <a:pt x="87" y="232"/>
                  </a:cubicBezTo>
                  <a:cubicBezTo>
                    <a:pt x="92" y="233"/>
                    <a:pt x="96" y="234"/>
                    <a:pt x="100" y="234"/>
                  </a:cubicBezTo>
                  <a:cubicBezTo>
                    <a:pt x="104" y="234"/>
                    <a:pt x="108" y="233"/>
                    <a:pt x="113" y="232"/>
                  </a:cubicBezTo>
                  <a:cubicBezTo>
                    <a:pt x="121" y="232"/>
                    <a:pt x="129" y="230"/>
                    <a:pt x="137" y="226"/>
                  </a:cubicBezTo>
                  <a:cubicBezTo>
                    <a:pt x="148" y="222"/>
                    <a:pt x="159" y="216"/>
                    <a:pt x="167" y="206"/>
                  </a:cubicBezTo>
                  <a:cubicBezTo>
                    <a:pt x="171" y="201"/>
                    <a:pt x="180" y="192"/>
                    <a:pt x="183" y="185"/>
                  </a:cubicBezTo>
                  <a:cubicBezTo>
                    <a:pt x="184" y="184"/>
                    <a:pt x="184" y="184"/>
                    <a:pt x="185" y="183"/>
                  </a:cubicBezTo>
                  <a:cubicBezTo>
                    <a:pt x="186" y="181"/>
                    <a:pt x="186" y="180"/>
                    <a:pt x="187" y="178"/>
                  </a:cubicBezTo>
                  <a:cubicBezTo>
                    <a:pt x="192" y="168"/>
                    <a:pt x="197" y="156"/>
                    <a:pt x="200" y="143"/>
                  </a:cubicBezTo>
                  <a:cubicBezTo>
                    <a:pt x="202" y="142"/>
                    <a:pt x="202" y="140"/>
                    <a:pt x="202" y="138"/>
                  </a:cubicBezTo>
                  <a:cubicBezTo>
                    <a:pt x="203" y="137"/>
                    <a:pt x="203" y="136"/>
                    <a:pt x="203" y="135"/>
                  </a:cubicBezTo>
                  <a:cubicBezTo>
                    <a:pt x="204" y="127"/>
                    <a:pt x="205" y="117"/>
                    <a:pt x="207" y="108"/>
                  </a:cubicBezTo>
                  <a:cubicBezTo>
                    <a:pt x="207" y="94"/>
                    <a:pt x="204" y="81"/>
                    <a:pt x="197" y="69"/>
                  </a:cubicBezTo>
                  <a:cubicBezTo>
                    <a:pt x="194" y="60"/>
                    <a:pt x="194" y="60"/>
                    <a:pt x="191" y="55"/>
                  </a:cubicBezTo>
                  <a:cubicBezTo>
                    <a:pt x="186" y="47"/>
                    <a:pt x="180" y="40"/>
                    <a:pt x="174" y="34"/>
                  </a:cubicBezTo>
                  <a:cubicBezTo>
                    <a:pt x="173" y="31"/>
                    <a:pt x="171" y="30"/>
                    <a:pt x="170" y="29"/>
                  </a:cubicBezTo>
                  <a:cubicBezTo>
                    <a:pt x="152" y="11"/>
                    <a:pt x="127" y="1"/>
                    <a:pt x="102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7">
              <a:extLst>
                <a:ext uri="{FF2B5EF4-FFF2-40B4-BE49-F238E27FC236}">
                  <a16:creationId xmlns:a16="http://schemas.microsoft.com/office/drawing/2014/main" id="{40FE4961-DDD5-C5E4-8B97-FEAB652B4B4E}"/>
                </a:ext>
              </a:extLst>
            </p:cNvPr>
            <p:cNvSpPr/>
            <p:nvPr/>
          </p:nvSpPr>
          <p:spPr>
            <a:xfrm>
              <a:off x="6259578" y="911655"/>
              <a:ext cx="11671" cy="8301"/>
            </a:xfrm>
            <a:custGeom>
              <a:avLst/>
              <a:gdLst/>
              <a:ahLst/>
              <a:cxnLst/>
              <a:rect l="l" t="t" r="r" b="b"/>
              <a:pathLst>
                <a:path w="374" h="266" extrusionOk="0">
                  <a:moveTo>
                    <a:pt x="161" y="0"/>
                  </a:moveTo>
                  <a:cubicBezTo>
                    <a:pt x="159" y="0"/>
                    <a:pt x="157" y="0"/>
                    <a:pt x="156" y="0"/>
                  </a:cubicBezTo>
                  <a:cubicBezTo>
                    <a:pt x="131" y="1"/>
                    <a:pt x="106" y="5"/>
                    <a:pt x="82" y="9"/>
                  </a:cubicBezTo>
                  <a:lnTo>
                    <a:pt x="55" y="20"/>
                  </a:lnTo>
                  <a:cubicBezTo>
                    <a:pt x="43" y="26"/>
                    <a:pt x="32" y="36"/>
                    <a:pt x="25" y="48"/>
                  </a:cubicBezTo>
                  <a:cubicBezTo>
                    <a:pt x="11" y="66"/>
                    <a:pt x="1" y="90"/>
                    <a:pt x="2" y="113"/>
                  </a:cubicBezTo>
                  <a:cubicBezTo>
                    <a:pt x="3" y="133"/>
                    <a:pt x="7" y="152"/>
                    <a:pt x="17" y="169"/>
                  </a:cubicBezTo>
                  <a:cubicBezTo>
                    <a:pt x="30" y="194"/>
                    <a:pt x="55" y="210"/>
                    <a:pt x="82" y="219"/>
                  </a:cubicBezTo>
                  <a:cubicBezTo>
                    <a:pt x="84" y="219"/>
                    <a:pt x="86" y="220"/>
                    <a:pt x="87" y="221"/>
                  </a:cubicBezTo>
                  <a:cubicBezTo>
                    <a:pt x="104" y="228"/>
                    <a:pt x="119" y="237"/>
                    <a:pt x="137" y="241"/>
                  </a:cubicBezTo>
                  <a:cubicBezTo>
                    <a:pt x="150" y="244"/>
                    <a:pt x="162" y="247"/>
                    <a:pt x="175" y="252"/>
                  </a:cubicBezTo>
                  <a:cubicBezTo>
                    <a:pt x="180" y="254"/>
                    <a:pt x="185" y="255"/>
                    <a:pt x="190" y="258"/>
                  </a:cubicBezTo>
                  <a:cubicBezTo>
                    <a:pt x="206" y="263"/>
                    <a:pt x="223" y="265"/>
                    <a:pt x="239" y="265"/>
                  </a:cubicBezTo>
                  <a:cubicBezTo>
                    <a:pt x="242" y="265"/>
                    <a:pt x="246" y="265"/>
                    <a:pt x="250" y="265"/>
                  </a:cubicBezTo>
                  <a:cubicBezTo>
                    <a:pt x="257" y="265"/>
                    <a:pt x="264" y="265"/>
                    <a:pt x="272" y="265"/>
                  </a:cubicBezTo>
                  <a:cubicBezTo>
                    <a:pt x="274" y="265"/>
                    <a:pt x="275" y="265"/>
                    <a:pt x="276" y="265"/>
                  </a:cubicBezTo>
                  <a:cubicBezTo>
                    <a:pt x="308" y="265"/>
                    <a:pt x="340" y="244"/>
                    <a:pt x="356" y="218"/>
                  </a:cubicBezTo>
                  <a:cubicBezTo>
                    <a:pt x="374" y="187"/>
                    <a:pt x="373" y="150"/>
                    <a:pt x="356" y="120"/>
                  </a:cubicBezTo>
                  <a:cubicBezTo>
                    <a:pt x="353" y="113"/>
                    <a:pt x="348" y="107"/>
                    <a:pt x="345" y="101"/>
                  </a:cubicBezTo>
                  <a:cubicBezTo>
                    <a:pt x="337" y="88"/>
                    <a:pt x="326" y="71"/>
                    <a:pt x="316" y="62"/>
                  </a:cubicBezTo>
                  <a:cubicBezTo>
                    <a:pt x="291" y="39"/>
                    <a:pt x="259" y="28"/>
                    <a:pt x="228" y="16"/>
                  </a:cubicBezTo>
                  <a:cubicBezTo>
                    <a:pt x="207" y="7"/>
                    <a:pt x="184" y="0"/>
                    <a:pt x="161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7">
              <a:extLst>
                <a:ext uri="{FF2B5EF4-FFF2-40B4-BE49-F238E27FC236}">
                  <a16:creationId xmlns:a16="http://schemas.microsoft.com/office/drawing/2014/main" id="{D586123F-48C4-2988-477B-9313C02A442F}"/>
                </a:ext>
              </a:extLst>
            </p:cNvPr>
            <p:cNvSpPr/>
            <p:nvPr/>
          </p:nvSpPr>
          <p:spPr>
            <a:xfrm>
              <a:off x="6279642" y="999310"/>
              <a:ext cx="8020" cy="8113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7" y="135"/>
                  </a:moveTo>
                  <a:lnTo>
                    <a:pt x="17" y="135"/>
                  </a:lnTo>
                  <a:cubicBezTo>
                    <a:pt x="18" y="136"/>
                    <a:pt x="19" y="137"/>
                    <a:pt x="19" y="138"/>
                  </a:cubicBezTo>
                  <a:lnTo>
                    <a:pt x="19" y="138"/>
                  </a:lnTo>
                  <a:cubicBezTo>
                    <a:pt x="19" y="137"/>
                    <a:pt x="18" y="136"/>
                    <a:pt x="17" y="135"/>
                  </a:cubicBezTo>
                  <a:close/>
                  <a:moveTo>
                    <a:pt x="113" y="0"/>
                  </a:moveTo>
                  <a:cubicBezTo>
                    <a:pt x="96" y="0"/>
                    <a:pt x="80" y="3"/>
                    <a:pt x="63" y="6"/>
                  </a:cubicBezTo>
                  <a:cubicBezTo>
                    <a:pt x="50" y="10"/>
                    <a:pt x="37" y="17"/>
                    <a:pt x="27" y="28"/>
                  </a:cubicBezTo>
                  <a:cubicBezTo>
                    <a:pt x="16" y="38"/>
                    <a:pt x="8" y="51"/>
                    <a:pt x="5" y="64"/>
                  </a:cubicBezTo>
                  <a:cubicBezTo>
                    <a:pt x="1" y="80"/>
                    <a:pt x="1" y="95"/>
                    <a:pt x="5" y="109"/>
                  </a:cubicBezTo>
                  <a:cubicBezTo>
                    <a:pt x="8" y="122"/>
                    <a:pt x="14" y="133"/>
                    <a:pt x="23" y="143"/>
                  </a:cubicBezTo>
                  <a:lnTo>
                    <a:pt x="23" y="143"/>
                  </a:lnTo>
                  <a:cubicBezTo>
                    <a:pt x="24" y="145"/>
                    <a:pt x="25" y="147"/>
                    <a:pt x="27" y="149"/>
                  </a:cubicBezTo>
                  <a:cubicBezTo>
                    <a:pt x="28" y="151"/>
                    <a:pt x="29" y="154"/>
                    <a:pt x="30" y="156"/>
                  </a:cubicBezTo>
                  <a:lnTo>
                    <a:pt x="47" y="177"/>
                  </a:lnTo>
                  <a:cubicBezTo>
                    <a:pt x="48" y="180"/>
                    <a:pt x="51" y="182"/>
                    <a:pt x="53" y="183"/>
                  </a:cubicBezTo>
                  <a:lnTo>
                    <a:pt x="53" y="183"/>
                  </a:lnTo>
                  <a:cubicBezTo>
                    <a:pt x="58" y="188"/>
                    <a:pt x="63" y="191"/>
                    <a:pt x="68" y="196"/>
                  </a:cubicBezTo>
                  <a:cubicBezTo>
                    <a:pt x="70" y="198"/>
                    <a:pt x="72" y="201"/>
                    <a:pt x="74" y="203"/>
                  </a:cubicBezTo>
                  <a:cubicBezTo>
                    <a:pt x="75" y="205"/>
                    <a:pt x="76" y="206"/>
                    <a:pt x="76" y="206"/>
                  </a:cubicBezTo>
                  <a:lnTo>
                    <a:pt x="97" y="222"/>
                  </a:lnTo>
                  <a:cubicBezTo>
                    <a:pt x="99" y="222"/>
                    <a:pt x="101" y="223"/>
                    <a:pt x="102" y="224"/>
                  </a:cubicBezTo>
                  <a:cubicBezTo>
                    <a:pt x="107" y="228"/>
                    <a:pt x="113" y="230"/>
                    <a:pt x="118" y="234"/>
                  </a:cubicBezTo>
                  <a:cubicBezTo>
                    <a:pt x="120" y="235"/>
                    <a:pt x="122" y="237"/>
                    <a:pt x="125" y="238"/>
                  </a:cubicBezTo>
                  <a:cubicBezTo>
                    <a:pt x="127" y="240"/>
                    <a:pt x="131" y="241"/>
                    <a:pt x="134" y="242"/>
                  </a:cubicBezTo>
                  <a:cubicBezTo>
                    <a:pt x="140" y="244"/>
                    <a:pt x="145" y="247"/>
                    <a:pt x="150" y="251"/>
                  </a:cubicBezTo>
                  <a:cubicBezTo>
                    <a:pt x="155" y="253"/>
                    <a:pt x="160" y="255"/>
                    <a:pt x="165" y="257"/>
                  </a:cubicBezTo>
                  <a:cubicBezTo>
                    <a:pt x="169" y="258"/>
                    <a:pt x="174" y="259"/>
                    <a:pt x="179" y="259"/>
                  </a:cubicBezTo>
                  <a:cubicBezTo>
                    <a:pt x="182" y="259"/>
                    <a:pt x="185" y="259"/>
                    <a:pt x="188" y="258"/>
                  </a:cubicBezTo>
                  <a:cubicBezTo>
                    <a:pt x="199" y="256"/>
                    <a:pt x="213" y="252"/>
                    <a:pt x="221" y="242"/>
                  </a:cubicBezTo>
                  <a:cubicBezTo>
                    <a:pt x="235" y="225"/>
                    <a:pt x="248" y="208"/>
                    <a:pt x="253" y="186"/>
                  </a:cubicBezTo>
                  <a:cubicBezTo>
                    <a:pt x="257" y="173"/>
                    <a:pt x="257" y="158"/>
                    <a:pt x="256" y="146"/>
                  </a:cubicBezTo>
                  <a:cubicBezTo>
                    <a:pt x="254" y="121"/>
                    <a:pt x="252" y="100"/>
                    <a:pt x="238" y="79"/>
                  </a:cubicBezTo>
                  <a:cubicBezTo>
                    <a:pt x="232" y="66"/>
                    <a:pt x="219" y="53"/>
                    <a:pt x="209" y="43"/>
                  </a:cubicBezTo>
                  <a:cubicBezTo>
                    <a:pt x="191" y="27"/>
                    <a:pt x="172" y="12"/>
                    <a:pt x="149" y="5"/>
                  </a:cubicBezTo>
                  <a:cubicBezTo>
                    <a:pt x="137" y="2"/>
                    <a:pt x="125" y="0"/>
                    <a:pt x="113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7">
              <a:extLst>
                <a:ext uri="{FF2B5EF4-FFF2-40B4-BE49-F238E27FC236}">
                  <a16:creationId xmlns:a16="http://schemas.microsoft.com/office/drawing/2014/main" id="{8B97B390-A9DA-1070-C982-4EE9220671B5}"/>
                </a:ext>
              </a:extLst>
            </p:cNvPr>
            <p:cNvSpPr/>
            <p:nvPr/>
          </p:nvSpPr>
          <p:spPr>
            <a:xfrm>
              <a:off x="6256520" y="1075856"/>
              <a:ext cx="13855" cy="8862"/>
            </a:xfrm>
            <a:custGeom>
              <a:avLst/>
              <a:gdLst/>
              <a:ahLst/>
              <a:cxnLst/>
              <a:rect l="l" t="t" r="r" b="b"/>
              <a:pathLst>
                <a:path w="444" h="284" extrusionOk="0">
                  <a:moveTo>
                    <a:pt x="157" y="1"/>
                  </a:moveTo>
                  <a:cubicBezTo>
                    <a:pt x="131" y="3"/>
                    <a:pt x="112" y="7"/>
                    <a:pt x="90" y="18"/>
                  </a:cubicBezTo>
                  <a:cubicBezTo>
                    <a:pt x="76" y="25"/>
                    <a:pt x="63" y="33"/>
                    <a:pt x="52" y="43"/>
                  </a:cubicBezTo>
                  <a:cubicBezTo>
                    <a:pt x="18" y="68"/>
                    <a:pt x="1" y="119"/>
                    <a:pt x="24" y="158"/>
                  </a:cubicBezTo>
                  <a:cubicBezTo>
                    <a:pt x="37" y="179"/>
                    <a:pt x="53" y="192"/>
                    <a:pt x="75" y="203"/>
                  </a:cubicBezTo>
                  <a:cubicBezTo>
                    <a:pt x="80" y="206"/>
                    <a:pt x="85" y="209"/>
                    <a:pt x="91" y="212"/>
                  </a:cubicBezTo>
                  <a:cubicBezTo>
                    <a:pt x="105" y="219"/>
                    <a:pt x="119" y="224"/>
                    <a:pt x="135" y="226"/>
                  </a:cubicBezTo>
                  <a:cubicBezTo>
                    <a:pt x="162" y="231"/>
                    <a:pt x="190" y="239"/>
                    <a:pt x="216" y="250"/>
                  </a:cubicBezTo>
                  <a:cubicBezTo>
                    <a:pt x="206" y="246"/>
                    <a:pt x="196" y="241"/>
                    <a:pt x="187" y="237"/>
                  </a:cubicBezTo>
                  <a:lnTo>
                    <a:pt x="187" y="237"/>
                  </a:lnTo>
                  <a:cubicBezTo>
                    <a:pt x="204" y="245"/>
                    <a:pt x="221" y="252"/>
                    <a:pt x="239" y="259"/>
                  </a:cubicBezTo>
                  <a:cubicBezTo>
                    <a:pt x="254" y="267"/>
                    <a:pt x="269" y="275"/>
                    <a:pt x="282" y="278"/>
                  </a:cubicBezTo>
                  <a:cubicBezTo>
                    <a:pt x="295" y="282"/>
                    <a:pt x="307" y="283"/>
                    <a:pt x="319" y="283"/>
                  </a:cubicBezTo>
                  <a:cubicBezTo>
                    <a:pt x="342" y="283"/>
                    <a:pt x="364" y="277"/>
                    <a:pt x="387" y="265"/>
                  </a:cubicBezTo>
                  <a:cubicBezTo>
                    <a:pt x="421" y="248"/>
                    <a:pt x="443" y="206"/>
                    <a:pt x="442" y="168"/>
                  </a:cubicBezTo>
                  <a:cubicBezTo>
                    <a:pt x="442" y="146"/>
                    <a:pt x="439" y="133"/>
                    <a:pt x="432" y="114"/>
                  </a:cubicBezTo>
                  <a:cubicBezTo>
                    <a:pt x="420" y="86"/>
                    <a:pt x="399" y="66"/>
                    <a:pt x="374" y="51"/>
                  </a:cubicBezTo>
                  <a:cubicBezTo>
                    <a:pt x="363" y="45"/>
                    <a:pt x="351" y="38"/>
                    <a:pt x="340" y="33"/>
                  </a:cubicBezTo>
                  <a:cubicBezTo>
                    <a:pt x="319" y="25"/>
                    <a:pt x="300" y="15"/>
                    <a:pt x="277" y="11"/>
                  </a:cubicBezTo>
                  <a:cubicBezTo>
                    <a:pt x="256" y="7"/>
                    <a:pt x="233" y="4"/>
                    <a:pt x="211" y="2"/>
                  </a:cubicBezTo>
                  <a:cubicBezTo>
                    <a:pt x="199" y="1"/>
                    <a:pt x="187" y="1"/>
                    <a:pt x="175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7">
              <a:extLst>
                <a:ext uri="{FF2B5EF4-FFF2-40B4-BE49-F238E27FC236}">
                  <a16:creationId xmlns:a16="http://schemas.microsoft.com/office/drawing/2014/main" id="{CA2E7429-4FC7-76F9-FEC4-F47392D47101}"/>
                </a:ext>
              </a:extLst>
            </p:cNvPr>
            <p:cNvSpPr/>
            <p:nvPr/>
          </p:nvSpPr>
          <p:spPr>
            <a:xfrm>
              <a:off x="6240511" y="1176742"/>
              <a:ext cx="7708" cy="7271"/>
            </a:xfrm>
            <a:custGeom>
              <a:avLst/>
              <a:gdLst/>
              <a:ahLst/>
              <a:cxnLst/>
              <a:rect l="l" t="t" r="r" b="b"/>
              <a:pathLst>
                <a:path w="247" h="233" extrusionOk="0">
                  <a:moveTo>
                    <a:pt x="100" y="1"/>
                  </a:moveTo>
                  <a:cubicBezTo>
                    <a:pt x="91" y="2"/>
                    <a:pt x="82" y="3"/>
                    <a:pt x="74" y="5"/>
                  </a:cubicBezTo>
                  <a:cubicBezTo>
                    <a:pt x="66" y="8"/>
                    <a:pt x="58" y="11"/>
                    <a:pt x="50" y="14"/>
                  </a:cubicBezTo>
                  <a:cubicBezTo>
                    <a:pt x="44" y="19"/>
                    <a:pt x="37" y="25"/>
                    <a:pt x="30" y="30"/>
                  </a:cubicBezTo>
                  <a:cubicBezTo>
                    <a:pt x="21" y="38"/>
                    <a:pt x="14" y="49"/>
                    <a:pt x="10" y="61"/>
                  </a:cubicBezTo>
                  <a:cubicBezTo>
                    <a:pt x="6" y="69"/>
                    <a:pt x="4" y="77"/>
                    <a:pt x="4" y="85"/>
                  </a:cubicBezTo>
                  <a:cubicBezTo>
                    <a:pt x="1" y="95"/>
                    <a:pt x="1" y="103"/>
                    <a:pt x="4" y="112"/>
                  </a:cubicBezTo>
                  <a:cubicBezTo>
                    <a:pt x="4" y="121"/>
                    <a:pt x="6" y="129"/>
                    <a:pt x="10" y="137"/>
                  </a:cubicBezTo>
                  <a:cubicBezTo>
                    <a:pt x="14" y="149"/>
                    <a:pt x="21" y="160"/>
                    <a:pt x="30" y="168"/>
                  </a:cubicBezTo>
                  <a:cubicBezTo>
                    <a:pt x="36" y="173"/>
                    <a:pt x="41" y="179"/>
                    <a:pt x="46" y="184"/>
                  </a:cubicBezTo>
                  <a:cubicBezTo>
                    <a:pt x="46" y="185"/>
                    <a:pt x="47" y="186"/>
                    <a:pt x="48" y="187"/>
                  </a:cubicBezTo>
                  <a:cubicBezTo>
                    <a:pt x="54" y="193"/>
                    <a:pt x="61" y="200"/>
                    <a:pt x="70" y="204"/>
                  </a:cubicBezTo>
                  <a:cubicBezTo>
                    <a:pt x="71" y="205"/>
                    <a:pt x="73" y="206"/>
                    <a:pt x="74" y="207"/>
                  </a:cubicBezTo>
                  <a:cubicBezTo>
                    <a:pt x="76" y="208"/>
                    <a:pt x="78" y="209"/>
                    <a:pt x="80" y="210"/>
                  </a:cubicBezTo>
                  <a:cubicBezTo>
                    <a:pt x="83" y="213"/>
                    <a:pt x="88" y="216"/>
                    <a:pt x="91" y="218"/>
                  </a:cubicBezTo>
                  <a:cubicBezTo>
                    <a:pt x="102" y="226"/>
                    <a:pt x="115" y="230"/>
                    <a:pt x="129" y="231"/>
                  </a:cubicBezTo>
                  <a:cubicBezTo>
                    <a:pt x="132" y="232"/>
                    <a:pt x="136" y="232"/>
                    <a:pt x="139" y="232"/>
                  </a:cubicBezTo>
                  <a:cubicBezTo>
                    <a:pt x="141" y="232"/>
                    <a:pt x="142" y="232"/>
                    <a:pt x="143" y="232"/>
                  </a:cubicBezTo>
                  <a:lnTo>
                    <a:pt x="151" y="232"/>
                  </a:lnTo>
                  <a:cubicBezTo>
                    <a:pt x="160" y="231"/>
                    <a:pt x="167" y="230"/>
                    <a:pt x="176" y="229"/>
                  </a:cubicBezTo>
                  <a:cubicBezTo>
                    <a:pt x="188" y="226"/>
                    <a:pt x="199" y="220"/>
                    <a:pt x="207" y="212"/>
                  </a:cubicBezTo>
                  <a:cubicBezTo>
                    <a:pt x="214" y="208"/>
                    <a:pt x="219" y="203"/>
                    <a:pt x="224" y="195"/>
                  </a:cubicBezTo>
                  <a:cubicBezTo>
                    <a:pt x="232" y="186"/>
                    <a:pt x="237" y="175"/>
                    <a:pt x="240" y="164"/>
                  </a:cubicBezTo>
                  <a:cubicBezTo>
                    <a:pt x="241" y="162"/>
                    <a:pt x="241" y="161"/>
                    <a:pt x="243" y="159"/>
                  </a:cubicBezTo>
                  <a:cubicBezTo>
                    <a:pt x="243" y="158"/>
                    <a:pt x="243" y="157"/>
                    <a:pt x="244" y="156"/>
                  </a:cubicBezTo>
                  <a:cubicBezTo>
                    <a:pt x="245" y="147"/>
                    <a:pt x="246" y="138"/>
                    <a:pt x="247" y="128"/>
                  </a:cubicBezTo>
                  <a:cubicBezTo>
                    <a:pt x="246" y="119"/>
                    <a:pt x="245" y="110"/>
                    <a:pt x="244" y="101"/>
                  </a:cubicBezTo>
                  <a:cubicBezTo>
                    <a:pt x="243" y="96"/>
                    <a:pt x="237" y="82"/>
                    <a:pt x="232" y="75"/>
                  </a:cubicBezTo>
                  <a:cubicBezTo>
                    <a:pt x="224" y="62"/>
                    <a:pt x="214" y="51"/>
                    <a:pt x="204" y="40"/>
                  </a:cubicBezTo>
                  <a:cubicBezTo>
                    <a:pt x="203" y="39"/>
                    <a:pt x="203" y="38"/>
                    <a:pt x="202" y="37"/>
                  </a:cubicBezTo>
                  <a:cubicBezTo>
                    <a:pt x="201" y="36"/>
                    <a:pt x="200" y="36"/>
                    <a:pt x="200" y="35"/>
                  </a:cubicBezTo>
                  <a:cubicBezTo>
                    <a:pt x="195" y="32"/>
                    <a:pt x="192" y="30"/>
                    <a:pt x="188" y="27"/>
                  </a:cubicBezTo>
                  <a:cubicBezTo>
                    <a:pt x="182" y="21"/>
                    <a:pt x="173" y="15"/>
                    <a:pt x="164" y="13"/>
                  </a:cubicBezTo>
                  <a:cubicBezTo>
                    <a:pt x="157" y="10"/>
                    <a:pt x="151" y="7"/>
                    <a:pt x="144" y="6"/>
                  </a:cubicBezTo>
                  <a:cubicBezTo>
                    <a:pt x="133" y="4"/>
                    <a:pt x="120" y="2"/>
                    <a:pt x="109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7">
              <a:extLst>
                <a:ext uri="{FF2B5EF4-FFF2-40B4-BE49-F238E27FC236}">
                  <a16:creationId xmlns:a16="http://schemas.microsoft.com/office/drawing/2014/main" id="{27A88C52-BE16-6C33-71F3-3CC87AA14EBA}"/>
                </a:ext>
              </a:extLst>
            </p:cNvPr>
            <p:cNvSpPr/>
            <p:nvPr/>
          </p:nvSpPr>
          <p:spPr>
            <a:xfrm>
              <a:off x="6328884" y="1195558"/>
              <a:ext cx="6210" cy="5554"/>
            </a:xfrm>
            <a:custGeom>
              <a:avLst/>
              <a:gdLst/>
              <a:ahLst/>
              <a:cxnLst/>
              <a:rect l="l" t="t" r="r" b="b"/>
              <a:pathLst>
                <a:path w="199" h="178" extrusionOk="0">
                  <a:moveTo>
                    <a:pt x="86" y="0"/>
                  </a:moveTo>
                  <a:cubicBezTo>
                    <a:pt x="80" y="0"/>
                    <a:pt x="74" y="1"/>
                    <a:pt x="69" y="3"/>
                  </a:cubicBezTo>
                  <a:cubicBezTo>
                    <a:pt x="69" y="4"/>
                    <a:pt x="68" y="4"/>
                    <a:pt x="67" y="4"/>
                  </a:cubicBezTo>
                  <a:lnTo>
                    <a:pt x="63" y="4"/>
                  </a:lnTo>
                  <a:lnTo>
                    <a:pt x="53" y="6"/>
                  </a:lnTo>
                  <a:cubicBezTo>
                    <a:pt x="41" y="9"/>
                    <a:pt x="31" y="15"/>
                    <a:pt x="22" y="24"/>
                  </a:cubicBezTo>
                  <a:cubicBezTo>
                    <a:pt x="16" y="30"/>
                    <a:pt x="10" y="37"/>
                    <a:pt x="7" y="47"/>
                  </a:cubicBezTo>
                  <a:cubicBezTo>
                    <a:pt x="3" y="55"/>
                    <a:pt x="1" y="63"/>
                    <a:pt x="2" y="73"/>
                  </a:cubicBezTo>
                  <a:cubicBezTo>
                    <a:pt x="2" y="85"/>
                    <a:pt x="5" y="98"/>
                    <a:pt x="11" y="108"/>
                  </a:cubicBezTo>
                  <a:cubicBezTo>
                    <a:pt x="12" y="111"/>
                    <a:pt x="14" y="115"/>
                    <a:pt x="17" y="118"/>
                  </a:cubicBezTo>
                  <a:cubicBezTo>
                    <a:pt x="17" y="120"/>
                    <a:pt x="18" y="121"/>
                    <a:pt x="19" y="122"/>
                  </a:cubicBezTo>
                  <a:cubicBezTo>
                    <a:pt x="19" y="123"/>
                    <a:pt x="19" y="124"/>
                    <a:pt x="20" y="125"/>
                  </a:cubicBezTo>
                  <a:cubicBezTo>
                    <a:pt x="24" y="130"/>
                    <a:pt x="28" y="137"/>
                    <a:pt x="32" y="142"/>
                  </a:cubicBezTo>
                  <a:cubicBezTo>
                    <a:pt x="37" y="147"/>
                    <a:pt x="43" y="151"/>
                    <a:pt x="50" y="155"/>
                  </a:cubicBezTo>
                  <a:cubicBezTo>
                    <a:pt x="57" y="159"/>
                    <a:pt x="65" y="163"/>
                    <a:pt x="72" y="166"/>
                  </a:cubicBezTo>
                  <a:cubicBezTo>
                    <a:pt x="81" y="172"/>
                    <a:pt x="92" y="175"/>
                    <a:pt x="103" y="176"/>
                  </a:cubicBezTo>
                  <a:cubicBezTo>
                    <a:pt x="108" y="177"/>
                    <a:pt x="112" y="178"/>
                    <a:pt x="117" y="178"/>
                  </a:cubicBezTo>
                  <a:cubicBezTo>
                    <a:pt x="123" y="178"/>
                    <a:pt x="130" y="177"/>
                    <a:pt x="137" y="174"/>
                  </a:cubicBezTo>
                  <a:cubicBezTo>
                    <a:pt x="147" y="172"/>
                    <a:pt x="157" y="167"/>
                    <a:pt x="165" y="160"/>
                  </a:cubicBezTo>
                  <a:cubicBezTo>
                    <a:pt x="174" y="154"/>
                    <a:pt x="181" y="146"/>
                    <a:pt x="186" y="137"/>
                  </a:cubicBezTo>
                  <a:cubicBezTo>
                    <a:pt x="189" y="130"/>
                    <a:pt x="192" y="123"/>
                    <a:pt x="194" y="117"/>
                  </a:cubicBezTo>
                  <a:cubicBezTo>
                    <a:pt x="199" y="102"/>
                    <a:pt x="199" y="87"/>
                    <a:pt x="194" y="73"/>
                  </a:cubicBezTo>
                  <a:cubicBezTo>
                    <a:pt x="191" y="65"/>
                    <a:pt x="189" y="59"/>
                    <a:pt x="186" y="53"/>
                  </a:cubicBezTo>
                  <a:cubicBezTo>
                    <a:pt x="179" y="40"/>
                    <a:pt x="168" y="30"/>
                    <a:pt x="156" y="22"/>
                  </a:cubicBezTo>
                  <a:cubicBezTo>
                    <a:pt x="145" y="17"/>
                    <a:pt x="135" y="12"/>
                    <a:pt x="124" y="8"/>
                  </a:cubicBezTo>
                  <a:cubicBezTo>
                    <a:pt x="115" y="3"/>
                    <a:pt x="106" y="0"/>
                    <a:pt x="96" y="0"/>
                  </a:cubicBezTo>
                  <a:cubicBezTo>
                    <a:pt x="95" y="0"/>
                    <a:pt x="93" y="0"/>
                    <a:pt x="92" y="1"/>
                  </a:cubicBezTo>
                  <a:cubicBezTo>
                    <a:pt x="90" y="0"/>
                    <a:pt x="88" y="0"/>
                    <a:pt x="86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7">
              <a:extLst>
                <a:ext uri="{FF2B5EF4-FFF2-40B4-BE49-F238E27FC236}">
                  <a16:creationId xmlns:a16="http://schemas.microsoft.com/office/drawing/2014/main" id="{3A9AA965-4A5B-1079-2F38-589A02663982}"/>
                </a:ext>
              </a:extLst>
            </p:cNvPr>
            <p:cNvSpPr/>
            <p:nvPr/>
          </p:nvSpPr>
          <p:spPr>
            <a:xfrm>
              <a:off x="6337933" y="1126065"/>
              <a:ext cx="10578" cy="8769"/>
            </a:xfrm>
            <a:custGeom>
              <a:avLst/>
              <a:gdLst/>
              <a:ahLst/>
              <a:cxnLst/>
              <a:rect l="l" t="t" r="r" b="b"/>
              <a:pathLst>
                <a:path w="339" h="281" extrusionOk="0">
                  <a:moveTo>
                    <a:pt x="126" y="1"/>
                  </a:moveTo>
                  <a:cubicBezTo>
                    <a:pt x="100" y="1"/>
                    <a:pt x="74" y="10"/>
                    <a:pt x="53" y="25"/>
                  </a:cubicBezTo>
                  <a:cubicBezTo>
                    <a:pt x="42" y="32"/>
                    <a:pt x="31" y="40"/>
                    <a:pt x="25" y="51"/>
                  </a:cubicBezTo>
                  <a:cubicBezTo>
                    <a:pt x="15" y="61"/>
                    <a:pt x="9" y="73"/>
                    <a:pt x="6" y="85"/>
                  </a:cubicBezTo>
                  <a:cubicBezTo>
                    <a:pt x="1" y="110"/>
                    <a:pt x="1" y="142"/>
                    <a:pt x="16" y="164"/>
                  </a:cubicBezTo>
                  <a:cubicBezTo>
                    <a:pt x="25" y="175"/>
                    <a:pt x="31" y="188"/>
                    <a:pt x="43" y="198"/>
                  </a:cubicBezTo>
                  <a:cubicBezTo>
                    <a:pt x="55" y="210"/>
                    <a:pt x="69" y="218"/>
                    <a:pt x="83" y="226"/>
                  </a:cubicBezTo>
                  <a:cubicBezTo>
                    <a:pt x="90" y="231"/>
                    <a:pt x="95" y="235"/>
                    <a:pt x="101" y="238"/>
                  </a:cubicBezTo>
                  <a:cubicBezTo>
                    <a:pt x="112" y="245"/>
                    <a:pt x="124" y="248"/>
                    <a:pt x="137" y="253"/>
                  </a:cubicBezTo>
                  <a:cubicBezTo>
                    <a:pt x="151" y="260"/>
                    <a:pt x="165" y="268"/>
                    <a:pt x="180" y="271"/>
                  </a:cubicBezTo>
                  <a:cubicBezTo>
                    <a:pt x="185" y="273"/>
                    <a:pt x="190" y="275"/>
                    <a:pt x="195" y="276"/>
                  </a:cubicBezTo>
                  <a:cubicBezTo>
                    <a:pt x="205" y="279"/>
                    <a:pt x="216" y="281"/>
                    <a:pt x="226" y="281"/>
                  </a:cubicBezTo>
                  <a:cubicBezTo>
                    <a:pt x="236" y="281"/>
                    <a:pt x="246" y="280"/>
                    <a:pt x="256" y="278"/>
                  </a:cubicBezTo>
                  <a:cubicBezTo>
                    <a:pt x="272" y="276"/>
                    <a:pt x="287" y="271"/>
                    <a:pt x="300" y="261"/>
                  </a:cubicBezTo>
                  <a:cubicBezTo>
                    <a:pt x="321" y="245"/>
                    <a:pt x="337" y="219"/>
                    <a:pt x="335" y="193"/>
                  </a:cubicBezTo>
                  <a:cubicBezTo>
                    <a:pt x="335" y="192"/>
                    <a:pt x="335" y="191"/>
                    <a:pt x="335" y="190"/>
                  </a:cubicBezTo>
                  <a:cubicBezTo>
                    <a:pt x="336" y="185"/>
                    <a:pt x="339" y="180"/>
                    <a:pt x="339" y="175"/>
                  </a:cubicBezTo>
                  <a:cubicBezTo>
                    <a:pt x="339" y="156"/>
                    <a:pt x="334" y="137"/>
                    <a:pt x="324" y="121"/>
                  </a:cubicBezTo>
                  <a:cubicBezTo>
                    <a:pt x="321" y="115"/>
                    <a:pt x="319" y="110"/>
                    <a:pt x="316" y="104"/>
                  </a:cubicBezTo>
                  <a:cubicBezTo>
                    <a:pt x="314" y="102"/>
                    <a:pt x="313" y="99"/>
                    <a:pt x="312" y="97"/>
                  </a:cubicBezTo>
                  <a:cubicBezTo>
                    <a:pt x="306" y="88"/>
                    <a:pt x="298" y="78"/>
                    <a:pt x="291" y="70"/>
                  </a:cubicBezTo>
                  <a:cubicBezTo>
                    <a:pt x="290" y="69"/>
                    <a:pt x="289" y="68"/>
                    <a:pt x="288" y="67"/>
                  </a:cubicBezTo>
                  <a:cubicBezTo>
                    <a:pt x="270" y="53"/>
                    <a:pt x="252" y="38"/>
                    <a:pt x="232" y="26"/>
                  </a:cubicBezTo>
                  <a:cubicBezTo>
                    <a:pt x="204" y="8"/>
                    <a:pt x="171" y="5"/>
                    <a:pt x="138" y="1"/>
                  </a:cubicBezTo>
                  <a:cubicBezTo>
                    <a:pt x="134" y="1"/>
                    <a:pt x="130" y="1"/>
                    <a:pt x="126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7">
              <a:extLst>
                <a:ext uri="{FF2B5EF4-FFF2-40B4-BE49-F238E27FC236}">
                  <a16:creationId xmlns:a16="http://schemas.microsoft.com/office/drawing/2014/main" id="{63F89C9E-7F36-A390-D4E7-DB9ED20C054A}"/>
                </a:ext>
              </a:extLst>
            </p:cNvPr>
            <p:cNvSpPr/>
            <p:nvPr/>
          </p:nvSpPr>
          <p:spPr>
            <a:xfrm>
              <a:off x="6406147" y="1158268"/>
              <a:ext cx="11047" cy="8363"/>
            </a:xfrm>
            <a:custGeom>
              <a:avLst/>
              <a:gdLst/>
              <a:ahLst/>
              <a:cxnLst/>
              <a:rect l="l" t="t" r="r" b="b"/>
              <a:pathLst>
                <a:path w="354" h="268" extrusionOk="0">
                  <a:moveTo>
                    <a:pt x="100" y="239"/>
                  </a:moveTo>
                  <a:cubicBezTo>
                    <a:pt x="102" y="240"/>
                    <a:pt x="103" y="240"/>
                    <a:pt x="105" y="241"/>
                  </a:cubicBezTo>
                  <a:cubicBezTo>
                    <a:pt x="103" y="240"/>
                    <a:pt x="102" y="240"/>
                    <a:pt x="100" y="239"/>
                  </a:cubicBezTo>
                  <a:close/>
                  <a:moveTo>
                    <a:pt x="148" y="1"/>
                  </a:moveTo>
                  <a:cubicBezTo>
                    <a:pt x="136" y="1"/>
                    <a:pt x="125" y="2"/>
                    <a:pt x="114" y="6"/>
                  </a:cubicBezTo>
                  <a:cubicBezTo>
                    <a:pt x="94" y="11"/>
                    <a:pt x="75" y="20"/>
                    <a:pt x="57" y="29"/>
                  </a:cubicBezTo>
                  <a:cubicBezTo>
                    <a:pt x="49" y="35"/>
                    <a:pt x="41" y="40"/>
                    <a:pt x="34" y="46"/>
                  </a:cubicBezTo>
                  <a:cubicBezTo>
                    <a:pt x="28" y="54"/>
                    <a:pt x="22" y="61"/>
                    <a:pt x="17" y="68"/>
                  </a:cubicBezTo>
                  <a:cubicBezTo>
                    <a:pt x="13" y="78"/>
                    <a:pt x="8" y="86"/>
                    <a:pt x="5" y="96"/>
                  </a:cubicBezTo>
                  <a:cubicBezTo>
                    <a:pt x="0" y="110"/>
                    <a:pt x="0" y="125"/>
                    <a:pt x="3" y="139"/>
                  </a:cubicBezTo>
                  <a:cubicBezTo>
                    <a:pt x="3" y="150"/>
                    <a:pt x="5" y="159"/>
                    <a:pt x="11" y="168"/>
                  </a:cubicBezTo>
                  <a:cubicBezTo>
                    <a:pt x="14" y="178"/>
                    <a:pt x="18" y="186"/>
                    <a:pt x="25" y="193"/>
                  </a:cubicBezTo>
                  <a:cubicBezTo>
                    <a:pt x="39" y="211"/>
                    <a:pt x="58" y="222"/>
                    <a:pt x="79" y="229"/>
                  </a:cubicBezTo>
                  <a:lnTo>
                    <a:pt x="75" y="228"/>
                  </a:lnTo>
                  <a:lnTo>
                    <a:pt x="75" y="228"/>
                  </a:lnTo>
                  <a:cubicBezTo>
                    <a:pt x="76" y="229"/>
                    <a:pt x="78" y="229"/>
                    <a:pt x="79" y="231"/>
                  </a:cubicBezTo>
                  <a:cubicBezTo>
                    <a:pt x="81" y="231"/>
                    <a:pt x="82" y="233"/>
                    <a:pt x="84" y="233"/>
                  </a:cubicBezTo>
                  <a:cubicBezTo>
                    <a:pt x="87" y="234"/>
                    <a:pt x="91" y="236"/>
                    <a:pt x="96" y="237"/>
                  </a:cubicBezTo>
                  <a:lnTo>
                    <a:pt x="96" y="237"/>
                  </a:lnTo>
                  <a:cubicBezTo>
                    <a:pt x="107" y="244"/>
                    <a:pt x="119" y="247"/>
                    <a:pt x="132" y="248"/>
                  </a:cubicBezTo>
                  <a:lnTo>
                    <a:pt x="135" y="248"/>
                  </a:lnTo>
                  <a:cubicBezTo>
                    <a:pt x="146" y="249"/>
                    <a:pt x="157" y="253"/>
                    <a:pt x="168" y="256"/>
                  </a:cubicBezTo>
                  <a:cubicBezTo>
                    <a:pt x="173" y="257"/>
                    <a:pt x="179" y="260"/>
                    <a:pt x="184" y="261"/>
                  </a:cubicBezTo>
                  <a:cubicBezTo>
                    <a:pt x="198" y="265"/>
                    <a:pt x="215" y="265"/>
                    <a:pt x="229" y="266"/>
                  </a:cubicBezTo>
                  <a:cubicBezTo>
                    <a:pt x="232" y="267"/>
                    <a:pt x="236" y="267"/>
                    <a:pt x="238" y="267"/>
                  </a:cubicBezTo>
                  <a:cubicBezTo>
                    <a:pt x="240" y="267"/>
                    <a:pt x="242" y="267"/>
                    <a:pt x="244" y="267"/>
                  </a:cubicBezTo>
                  <a:cubicBezTo>
                    <a:pt x="257" y="267"/>
                    <a:pt x="271" y="264"/>
                    <a:pt x="282" y="258"/>
                  </a:cubicBezTo>
                  <a:cubicBezTo>
                    <a:pt x="305" y="248"/>
                    <a:pt x="326" y="233"/>
                    <a:pt x="337" y="211"/>
                  </a:cubicBezTo>
                  <a:cubicBezTo>
                    <a:pt x="347" y="193"/>
                    <a:pt x="352" y="173"/>
                    <a:pt x="353" y="153"/>
                  </a:cubicBezTo>
                  <a:cubicBezTo>
                    <a:pt x="354" y="122"/>
                    <a:pt x="338" y="94"/>
                    <a:pt x="319" y="71"/>
                  </a:cubicBezTo>
                  <a:cubicBezTo>
                    <a:pt x="315" y="67"/>
                    <a:pt x="312" y="63"/>
                    <a:pt x="308" y="59"/>
                  </a:cubicBezTo>
                  <a:lnTo>
                    <a:pt x="304" y="55"/>
                  </a:lnTo>
                  <a:cubicBezTo>
                    <a:pt x="295" y="48"/>
                    <a:pt x="287" y="42"/>
                    <a:pt x="278" y="36"/>
                  </a:cubicBezTo>
                  <a:cubicBezTo>
                    <a:pt x="268" y="30"/>
                    <a:pt x="255" y="25"/>
                    <a:pt x="244" y="21"/>
                  </a:cubicBezTo>
                  <a:cubicBezTo>
                    <a:pt x="232" y="16"/>
                    <a:pt x="221" y="13"/>
                    <a:pt x="209" y="10"/>
                  </a:cubicBezTo>
                  <a:cubicBezTo>
                    <a:pt x="189" y="5"/>
                    <a:pt x="168" y="1"/>
                    <a:pt x="148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7">
              <a:extLst>
                <a:ext uri="{FF2B5EF4-FFF2-40B4-BE49-F238E27FC236}">
                  <a16:creationId xmlns:a16="http://schemas.microsoft.com/office/drawing/2014/main" id="{A01926C1-C2D9-90E0-B56E-0F833CF54F23}"/>
                </a:ext>
              </a:extLst>
            </p:cNvPr>
            <p:cNvSpPr/>
            <p:nvPr/>
          </p:nvSpPr>
          <p:spPr>
            <a:xfrm>
              <a:off x="6418349" y="1165289"/>
              <a:ext cx="6647" cy="6522"/>
            </a:xfrm>
            <a:custGeom>
              <a:avLst/>
              <a:gdLst/>
              <a:ahLst/>
              <a:cxnLst/>
              <a:rect l="l" t="t" r="r" b="b"/>
              <a:pathLst>
                <a:path w="213" h="209" extrusionOk="0">
                  <a:moveTo>
                    <a:pt x="107" y="1"/>
                  </a:moveTo>
                  <a:cubicBezTo>
                    <a:pt x="98" y="1"/>
                    <a:pt x="88" y="2"/>
                    <a:pt x="79" y="4"/>
                  </a:cubicBezTo>
                  <a:cubicBezTo>
                    <a:pt x="75" y="7"/>
                    <a:pt x="71" y="8"/>
                    <a:pt x="66" y="10"/>
                  </a:cubicBezTo>
                  <a:cubicBezTo>
                    <a:pt x="53" y="14"/>
                    <a:pt x="42" y="21"/>
                    <a:pt x="33" y="32"/>
                  </a:cubicBezTo>
                  <a:cubicBezTo>
                    <a:pt x="23" y="41"/>
                    <a:pt x="15" y="52"/>
                    <a:pt x="11" y="65"/>
                  </a:cubicBezTo>
                  <a:cubicBezTo>
                    <a:pt x="9" y="69"/>
                    <a:pt x="8" y="74"/>
                    <a:pt x="6" y="78"/>
                  </a:cubicBezTo>
                  <a:cubicBezTo>
                    <a:pt x="6" y="78"/>
                    <a:pt x="6" y="79"/>
                    <a:pt x="6" y="79"/>
                  </a:cubicBezTo>
                  <a:cubicBezTo>
                    <a:pt x="6" y="79"/>
                    <a:pt x="6" y="80"/>
                    <a:pt x="6" y="80"/>
                  </a:cubicBezTo>
                  <a:cubicBezTo>
                    <a:pt x="2" y="93"/>
                    <a:pt x="1" y="114"/>
                    <a:pt x="5" y="129"/>
                  </a:cubicBezTo>
                  <a:lnTo>
                    <a:pt x="6" y="131"/>
                  </a:lnTo>
                  <a:cubicBezTo>
                    <a:pt x="6" y="131"/>
                    <a:pt x="6" y="132"/>
                    <a:pt x="7" y="132"/>
                  </a:cubicBezTo>
                  <a:cubicBezTo>
                    <a:pt x="9" y="141"/>
                    <a:pt x="13" y="149"/>
                    <a:pt x="17" y="157"/>
                  </a:cubicBezTo>
                  <a:cubicBezTo>
                    <a:pt x="23" y="164"/>
                    <a:pt x="28" y="171"/>
                    <a:pt x="33" y="178"/>
                  </a:cubicBezTo>
                  <a:cubicBezTo>
                    <a:pt x="40" y="183"/>
                    <a:pt x="47" y="189"/>
                    <a:pt x="54" y="194"/>
                  </a:cubicBezTo>
                  <a:cubicBezTo>
                    <a:pt x="62" y="198"/>
                    <a:pt x="71" y="202"/>
                    <a:pt x="79" y="204"/>
                  </a:cubicBezTo>
                  <a:cubicBezTo>
                    <a:pt x="88" y="207"/>
                    <a:pt x="98" y="208"/>
                    <a:pt x="107" y="208"/>
                  </a:cubicBezTo>
                  <a:cubicBezTo>
                    <a:pt x="116" y="208"/>
                    <a:pt x="126" y="207"/>
                    <a:pt x="134" y="204"/>
                  </a:cubicBezTo>
                  <a:cubicBezTo>
                    <a:pt x="152" y="200"/>
                    <a:pt x="168" y="191"/>
                    <a:pt x="181" y="178"/>
                  </a:cubicBezTo>
                  <a:lnTo>
                    <a:pt x="184" y="175"/>
                  </a:lnTo>
                  <a:cubicBezTo>
                    <a:pt x="193" y="167"/>
                    <a:pt x="199" y="155"/>
                    <a:pt x="204" y="144"/>
                  </a:cubicBezTo>
                  <a:cubicBezTo>
                    <a:pt x="210" y="131"/>
                    <a:pt x="213" y="119"/>
                    <a:pt x="213" y="105"/>
                  </a:cubicBezTo>
                  <a:cubicBezTo>
                    <a:pt x="211" y="96"/>
                    <a:pt x="210" y="87"/>
                    <a:pt x="209" y="78"/>
                  </a:cubicBezTo>
                  <a:cubicBezTo>
                    <a:pt x="204" y="61"/>
                    <a:pt x="195" y="46"/>
                    <a:pt x="183" y="34"/>
                  </a:cubicBezTo>
                  <a:cubicBezTo>
                    <a:pt x="183" y="33"/>
                    <a:pt x="182" y="32"/>
                    <a:pt x="181" y="32"/>
                  </a:cubicBezTo>
                  <a:cubicBezTo>
                    <a:pt x="167" y="18"/>
                    <a:pt x="152" y="10"/>
                    <a:pt x="134" y="4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7">
              <a:extLst>
                <a:ext uri="{FF2B5EF4-FFF2-40B4-BE49-F238E27FC236}">
                  <a16:creationId xmlns:a16="http://schemas.microsoft.com/office/drawing/2014/main" id="{6FC95490-552A-A61F-341B-CAFF7F362F63}"/>
                </a:ext>
              </a:extLst>
            </p:cNvPr>
            <p:cNvSpPr/>
            <p:nvPr/>
          </p:nvSpPr>
          <p:spPr>
            <a:xfrm>
              <a:off x="6455701" y="1081067"/>
              <a:ext cx="9081" cy="8613"/>
            </a:xfrm>
            <a:custGeom>
              <a:avLst/>
              <a:gdLst/>
              <a:ahLst/>
              <a:cxnLst/>
              <a:rect l="l" t="t" r="r" b="b"/>
              <a:pathLst>
                <a:path w="291" h="276" extrusionOk="0">
                  <a:moveTo>
                    <a:pt x="127" y="0"/>
                  </a:moveTo>
                  <a:cubicBezTo>
                    <a:pt x="115" y="0"/>
                    <a:pt x="103" y="2"/>
                    <a:pt x="92" y="4"/>
                  </a:cubicBezTo>
                  <a:cubicBezTo>
                    <a:pt x="79" y="7"/>
                    <a:pt x="67" y="12"/>
                    <a:pt x="56" y="20"/>
                  </a:cubicBezTo>
                  <a:cubicBezTo>
                    <a:pt x="49" y="25"/>
                    <a:pt x="42" y="31"/>
                    <a:pt x="34" y="37"/>
                  </a:cubicBezTo>
                  <a:cubicBezTo>
                    <a:pt x="28" y="44"/>
                    <a:pt x="23" y="51"/>
                    <a:pt x="18" y="59"/>
                  </a:cubicBezTo>
                  <a:lnTo>
                    <a:pt x="6" y="85"/>
                  </a:lnTo>
                  <a:cubicBezTo>
                    <a:pt x="2" y="100"/>
                    <a:pt x="1" y="114"/>
                    <a:pt x="4" y="128"/>
                  </a:cubicBezTo>
                  <a:cubicBezTo>
                    <a:pt x="4" y="138"/>
                    <a:pt x="7" y="147"/>
                    <a:pt x="11" y="155"/>
                  </a:cubicBezTo>
                  <a:cubicBezTo>
                    <a:pt x="14" y="164"/>
                    <a:pt x="19" y="173"/>
                    <a:pt x="26" y="179"/>
                  </a:cubicBezTo>
                  <a:cubicBezTo>
                    <a:pt x="28" y="182"/>
                    <a:pt x="31" y="184"/>
                    <a:pt x="33" y="186"/>
                  </a:cubicBezTo>
                  <a:cubicBezTo>
                    <a:pt x="37" y="196"/>
                    <a:pt x="44" y="204"/>
                    <a:pt x="55" y="217"/>
                  </a:cubicBezTo>
                  <a:lnTo>
                    <a:pt x="58" y="221"/>
                  </a:lnTo>
                  <a:cubicBezTo>
                    <a:pt x="63" y="225"/>
                    <a:pt x="67" y="230"/>
                    <a:pt x="72" y="235"/>
                  </a:cubicBezTo>
                  <a:cubicBezTo>
                    <a:pt x="81" y="244"/>
                    <a:pt x="92" y="251"/>
                    <a:pt x="102" y="259"/>
                  </a:cubicBezTo>
                  <a:cubicBezTo>
                    <a:pt x="122" y="270"/>
                    <a:pt x="143" y="275"/>
                    <a:pt x="166" y="275"/>
                  </a:cubicBezTo>
                  <a:cubicBezTo>
                    <a:pt x="178" y="275"/>
                    <a:pt x="188" y="273"/>
                    <a:pt x="200" y="271"/>
                  </a:cubicBezTo>
                  <a:cubicBezTo>
                    <a:pt x="220" y="266"/>
                    <a:pt x="242" y="254"/>
                    <a:pt x="255" y="239"/>
                  </a:cubicBezTo>
                  <a:cubicBezTo>
                    <a:pt x="262" y="231"/>
                    <a:pt x="270" y="223"/>
                    <a:pt x="275" y="214"/>
                  </a:cubicBezTo>
                  <a:cubicBezTo>
                    <a:pt x="280" y="205"/>
                    <a:pt x="284" y="196"/>
                    <a:pt x="287" y="185"/>
                  </a:cubicBezTo>
                  <a:cubicBezTo>
                    <a:pt x="291" y="173"/>
                    <a:pt x="291" y="164"/>
                    <a:pt x="291" y="155"/>
                  </a:cubicBezTo>
                  <a:cubicBezTo>
                    <a:pt x="291" y="155"/>
                    <a:pt x="291" y="154"/>
                    <a:pt x="291" y="153"/>
                  </a:cubicBezTo>
                  <a:cubicBezTo>
                    <a:pt x="291" y="143"/>
                    <a:pt x="291" y="133"/>
                    <a:pt x="287" y="118"/>
                  </a:cubicBezTo>
                  <a:lnTo>
                    <a:pt x="273" y="88"/>
                  </a:lnTo>
                  <a:cubicBezTo>
                    <a:pt x="266" y="76"/>
                    <a:pt x="258" y="66"/>
                    <a:pt x="247" y="58"/>
                  </a:cubicBezTo>
                  <a:lnTo>
                    <a:pt x="247" y="58"/>
                  </a:lnTo>
                  <a:cubicBezTo>
                    <a:pt x="247" y="58"/>
                    <a:pt x="247" y="58"/>
                    <a:pt x="247" y="58"/>
                  </a:cubicBezTo>
                  <a:cubicBezTo>
                    <a:pt x="247" y="58"/>
                    <a:pt x="246" y="57"/>
                    <a:pt x="246" y="57"/>
                  </a:cubicBezTo>
                  <a:lnTo>
                    <a:pt x="246" y="57"/>
                  </a:lnTo>
                  <a:cubicBezTo>
                    <a:pt x="246" y="57"/>
                    <a:pt x="245" y="56"/>
                    <a:pt x="244" y="56"/>
                  </a:cubicBezTo>
                  <a:lnTo>
                    <a:pt x="244" y="56"/>
                  </a:lnTo>
                  <a:cubicBezTo>
                    <a:pt x="243" y="55"/>
                    <a:pt x="243" y="54"/>
                    <a:pt x="242" y="53"/>
                  </a:cubicBezTo>
                  <a:cubicBezTo>
                    <a:pt x="242" y="53"/>
                    <a:pt x="241" y="52"/>
                    <a:pt x="241" y="52"/>
                  </a:cubicBezTo>
                  <a:cubicBezTo>
                    <a:pt x="237" y="50"/>
                    <a:pt x="234" y="47"/>
                    <a:pt x="232" y="45"/>
                  </a:cubicBezTo>
                  <a:cubicBezTo>
                    <a:pt x="231" y="44"/>
                    <a:pt x="229" y="43"/>
                    <a:pt x="228" y="42"/>
                  </a:cubicBezTo>
                  <a:cubicBezTo>
                    <a:pt x="212" y="26"/>
                    <a:pt x="194" y="16"/>
                    <a:pt x="174" y="10"/>
                  </a:cubicBezTo>
                  <a:cubicBezTo>
                    <a:pt x="174" y="10"/>
                    <a:pt x="172" y="10"/>
                    <a:pt x="171" y="8"/>
                  </a:cubicBezTo>
                  <a:lnTo>
                    <a:pt x="164" y="6"/>
                  </a:lnTo>
                  <a:cubicBezTo>
                    <a:pt x="152" y="2"/>
                    <a:pt x="140" y="0"/>
                    <a:pt x="127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7">
              <a:extLst>
                <a:ext uri="{FF2B5EF4-FFF2-40B4-BE49-F238E27FC236}">
                  <a16:creationId xmlns:a16="http://schemas.microsoft.com/office/drawing/2014/main" id="{FAE4CF67-1541-D247-DE69-895D3C2F706E}"/>
                </a:ext>
              </a:extLst>
            </p:cNvPr>
            <p:cNvSpPr/>
            <p:nvPr/>
          </p:nvSpPr>
          <p:spPr>
            <a:xfrm>
              <a:off x="6372134" y="1034104"/>
              <a:ext cx="13418" cy="8425"/>
            </a:xfrm>
            <a:custGeom>
              <a:avLst/>
              <a:gdLst/>
              <a:ahLst/>
              <a:cxnLst/>
              <a:rect l="l" t="t" r="r" b="b"/>
              <a:pathLst>
                <a:path w="430" h="270" extrusionOk="0">
                  <a:moveTo>
                    <a:pt x="281" y="1"/>
                  </a:moveTo>
                  <a:cubicBezTo>
                    <a:pt x="279" y="1"/>
                    <a:pt x="276" y="1"/>
                    <a:pt x="273" y="1"/>
                  </a:cubicBezTo>
                  <a:cubicBezTo>
                    <a:pt x="244" y="1"/>
                    <a:pt x="217" y="2"/>
                    <a:pt x="189" y="7"/>
                  </a:cubicBezTo>
                  <a:cubicBezTo>
                    <a:pt x="172" y="11"/>
                    <a:pt x="154" y="14"/>
                    <a:pt x="138" y="17"/>
                  </a:cubicBezTo>
                  <a:cubicBezTo>
                    <a:pt x="114" y="21"/>
                    <a:pt x="94" y="33"/>
                    <a:pt x="72" y="42"/>
                  </a:cubicBezTo>
                  <a:lnTo>
                    <a:pt x="72" y="42"/>
                  </a:lnTo>
                  <a:cubicBezTo>
                    <a:pt x="73" y="42"/>
                    <a:pt x="73" y="41"/>
                    <a:pt x="74" y="41"/>
                  </a:cubicBezTo>
                  <a:lnTo>
                    <a:pt x="74" y="41"/>
                  </a:lnTo>
                  <a:lnTo>
                    <a:pt x="71" y="43"/>
                  </a:lnTo>
                  <a:cubicBezTo>
                    <a:pt x="71" y="43"/>
                    <a:pt x="72" y="43"/>
                    <a:pt x="72" y="42"/>
                  </a:cubicBezTo>
                  <a:lnTo>
                    <a:pt x="72" y="42"/>
                  </a:lnTo>
                  <a:cubicBezTo>
                    <a:pt x="72" y="43"/>
                    <a:pt x="71" y="43"/>
                    <a:pt x="71" y="43"/>
                  </a:cubicBezTo>
                  <a:cubicBezTo>
                    <a:pt x="67" y="45"/>
                    <a:pt x="62" y="46"/>
                    <a:pt x="58" y="49"/>
                  </a:cubicBezTo>
                  <a:lnTo>
                    <a:pt x="58" y="49"/>
                  </a:lnTo>
                  <a:cubicBezTo>
                    <a:pt x="41" y="57"/>
                    <a:pt x="26" y="70"/>
                    <a:pt x="18" y="85"/>
                  </a:cubicBezTo>
                  <a:cubicBezTo>
                    <a:pt x="6" y="108"/>
                    <a:pt x="1" y="134"/>
                    <a:pt x="8" y="159"/>
                  </a:cubicBezTo>
                  <a:cubicBezTo>
                    <a:pt x="12" y="172"/>
                    <a:pt x="17" y="183"/>
                    <a:pt x="24" y="194"/>
                  </a:cubicBezTo>
                  <a:cubicBezTo>
                    <a:pt x="46" y="225"/>
                    <a:pt x="67" y="237"/>
                    <a:pt x="100" y="249"/>
                  </a:cubicBezTo>
                  <a:cubicBezTo>
                    <a:pt x="120" y="258"/>
                    <a:pt x="132" y="260"/>
                    <a:pt x="157" y="263"/>
                  </a:cubicBezTo>
                  <a:cubicBezTo>
                    <a:pt x="168" y="264"/>
                    <a:pt x="180" y="265"/>
                    <a:pt x="191" y="266"/>
                  </a:cubicBezTo>
                  <a:cubicBezTo>
                    <a:pt x="202" y="267"/>
                    <a:pt x="213" y="268"/>
                    <a:pt x="225" y="269"/>
                  </a:cubicBezTo>
                  <a:cubicBezTo>
                    <a:pt x="227" y="269"/>
                    <a:pt x="229" y="269"/>
                    <a:pt x="231" y="269"/>
                  </a:cubicBezTo>
                  <a:cubicBezTo>
                    <a:pt x="240" y="269"/>
                    <a:pt x="249" y="268"/>
                    <a:pt x="258" y="268"/>
                  </a:cubicBezTo>
                  <a:cubicBezTo>
                    <a:pt x="279" y="266"/>
                    <a:pt x="302" y="266"/>
                    <a:pt x="322" y="261"/>
                  </a:cubicBezTo>
                  <a:cubicBezTo>
                    <a:pt x="351" y="253"/>
                    <a:pt x="375" y="238"/>
                    <a:pt x="394" y="216"/>
                  </a:cubicBezTo>
                  <a:cubicBezTo>
                    <a:pt x="414" y="192"/>
                    <a:pt x="430" y="164"/>
                    <a:pt x="429" y="132"/>
                  </a:cubicBezTo>
                  <a:cubicBezTo>
                    <a:pt x="428" y="101"/>
                    <a:pt x="416" y="72"/>
                    <a:pt x="394" y="49"/>
                  </a:cubicBezTo>
                  <a:cubicBezTo>
                    <a:pt x="379" y="34"/>
                    <a:pt x="363" y="21"/>
                    <a:pt x="343" y="13"/>
                  </a:cubicBezTo>
                  <a:cubicBezTo>
                    <a:pt x="323" y="4"/>
                    <a:pt x="302" y="1"/>
                    <a:pt x="281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7">
              <a:extLst>
                <a:ext uri="{FF2B5EF4-FFF2-40B4-BE49-F238E27FC236}">
                  <a16:creationId xmlns:a16="http://schemas.microsoft.com/office/drawing/2014/main" id="{BE963F27-C9F0-6A58-587E-5FAFD2273802}"/>
                </a:ext>
              </a:extLst>
            </p:cNvPr>
            <p:cNvSpPr/>
            <p:nvPr/>
          </p:nvSpPr>
          <p:spPr>
            <a:xfrm>
              <a:off x="6388860" y="1035570"/>
              <a:ext cx="7240" cy="6834"/>
            </a:xfrm>
            <a:custGeom>
              <a:avLst/>
              <a:gdLst/>
              <a:ahLst/>
              <a:cxnLst/>
              <a:rect l="l" t="t" r="r" b="b"/>
              <a:pathLst>
                <a:path w="232" h="219" extrusionOk="0">
                  <a:moveTo>
                    <a:pt x="105" y="0"/>
                  </a:moveTo>
                  <a:cubicBezTo>
                    <a:pt x="98" y="0"/>
                    <a:pt x="90" y="1"/>
                    <a:pt x="82" y="3"/>
                  </a:cubicBezTo>
                  <a:lnTo>
                    <a:pt x="82" y="3"/>
                  </a:lnTo>
                  <a:lnTo>
                    <a:pt x="79" y="3"/>
                  </a:lnTo>
                  <a:cubicBezTo>
                    <a:pt x="78" y="3"/>
                    <a:pt x="78" y="3"/>
                    <a:pt x="77" y="3"/>
                  </a:cubicBezTo>
                  <a:cubicBezTo>
                    <a:pt x="76" y="3"/>
                    <a:pt x="75" y="3"/>
                    <a:pt x="75" y="3"/>
                  </a:cubicBezTo>
                  <a:lnTo>
                    <a:pt x="73" y="3"/>
                  </a:lnTo>
                  <a:cubicBezTo>
                    <a:pt x="72" y="4"/>
                    <a:pt x="71" y="4"/>
                    <a:pt x="70" y="4"/>
                  </a:cubicBezTo>
                  <a:lnTo>
                    <a:pt x="67" y="4"/>
                  </a:lnTo>
                  <a:cubicBezTo>
                    <a:pt x="56" y="7"/>
                    <a:pt x="45" y="13"/>
                    <a:pt x="37" y="21"/>
                  </a:cubicBezTo>
                  <a:cubicBezTo>
                    <a:pt x="30" y="25"/>
                    <a:pt x="25" y="31"/>
                    <a:pt x="20" y="37"/>
                  </a:cubicBezTo>
                  <a:cubicBezTo>
                    <a:pt x="13" y="45"/>
                    <a:pt x="8" y="56"/>
                    <a:pt x="5" y="67"/>
                  </a:cubicBezTo>
                  <a:cubicBezTo>
                    <a:pt x="3" y="79"/>
                    <a:pt x="0" y="89"/>
                    <a:pt x="0" y="100"/>
                  </a:cubicBezTo>
                  <a:lnTo>
                    <a:pt x="0" y="102"/>
                  </a:lnTo>
                  <a:cubicBezTo>
                    <a:pt x="0" y="121"/>
                    <a:pt x="5" y="137"/>
                    <a:pt x="14" y="153"/>
                  </a:cubicBezTo>
                  <a:cubicBezTo>
                    <a:pt x="17" y="157"/>
                    <a:pt x="20" y="161"/>
                    <a:pt x="22" y="164"/>
                  </a:cubicBezTo>
                  <a:cubicBezTo>
                    <a:pt x="28" y="172"/>
                    <a:pt x="29" y="173"/>
                    <a:pt x="33" y="177"/>
                  </a:cubicBezTo>
                  <a:cubicBezTo>
                    <a:pt x="40" y="182"/>
                    <a:pt x="49" y="189"/>
                    <a:pt x="56" y="194"/>
                  </a:cubicBezTo>
                  <a:cubicBezTo>
                    <a:pt x="59" y="197"/>
                    <a:pt x="63" y="199"/>
                    <a:pt x="67" y="201"/>
                  </a:cubicBezTo>
                  <a:cubicBezTo>
                    <a:pt x="77" y="206"/>
                    <a:pt x="88" y="211"/>
                    <a:pt x="97" y="214"/>
                  </a:cubicBezTo>
                  <a:cubicBezTo>
                    <a:pt x="98" y="215"/>
                    <a:pt x="99" y="215"/>
                    <a:pt x="100" y="215"/>
                  </a:cubicBezTo>
                  <a:cubicBezTo>
                    <a:pt x="109" y="217"/>
                    <a:pt x="118" y="219"/>
                    <a:pt x="127" y="219"/>
                  </a:cubicBezTo>
                  <a:cubicBezTo>
                    <a:pt x="136" y="219"/>
                    <a:pt x="146" y="217"/>
                    <a:pt x="155" y="215"/>
                  </a:cubicBezTo>
                  <a:cubicBezTo>
                    <a:pt x="169" y="212"/>
                    <a:pt x="180" y="205"/>
                    <a:pt x="190" y="197"/>
                  </a:cubicBezTo>
                  <a:cubicBezTo>
                    <a:pt x="202" y="188"/>
                    <a:pt x="210" y="182"/>
                    <a:pt x="217" y="167"/>
                  </a:cubicBezTo>
                  <a:lnTo>
                    <a:pt x="218" y="167"/>
                  </a:lnTo>
                  <a:cubicBezTo>
                    <a:pt x="222" y="159"/>
                    <a:pt x="225" y="151"/>
                    <a:pt x="228" y="143"/>
                  </a:cubicBezTo>
                  <a:cubicBezTo>
                    <a:pt x="229" y="138"/>
                    <a:pt x="229" y="139"/>
                    <a:pt x="230" y="130"/>
                  </a:cubicBezTo>
                  <a:cubicBezTo>
                    <a:pt x="231" y="122"/>
                    <a:pt x="231" y="122"/>
                    <a:pt x="231" y="117"/>
                  </a:cubicBezTo>
                  <a:cubicBezTo>
                    <a:pt x="231" y="117"/>
                    <a:pt x="231" y="116"/>
                    <a:pt x="232" y="116"/>
                  </a:cubicBezTo>
                  <a:cubicBezTo>
                    <a:pt x="232" y="110"/>
                    <a:pt x="232" y="118"/>
                    <a:pt x="230" y="102"/>
                  </a:cubicBezTo>
                  <a:cubicBezTo>
                    <a:pt x="230" y="96"/>
                    <a:pt x="229" y="91"/>
                    <a:pt x="228" y="87"/>
                  </a:cubicBezTo>
                  <a:cubicBezTo>
                    <a:pt x="222" y="69"/>
                    <a:pt x="214" y="55"/>
                    <a:pt x="200" y="41"/>
                  </a:cubicBezTo>
                  <a:cubicBezTo>
                    <a:pt x="194" y="36"/>
                    <a:pt x="187" y="31"/>
                    <a:pt x="179" y="25"/>
                  </a:cubicBezTo>
                  <a:cubicBezTo>
                    <a:pt x="173" y="21"/>
                    <a:pt x="166" y="19"/>
                    <a:pt x="160" y="16"/>
                  </a:cubicBezTo>
                  <a:lnTo>
                    <a:pt x="157" y="16"/>
                  </a:lnTo>
                  <a:cubicBezTo>
                    <a:pt x="152" y="13"/>
                    <a:pt x="150" y="12"/>
                    <a:pt x="143" y="9"/>
                  </a:cubicBezTo>
                  <a:cubicBezTo>
                    <a:pt x="139" y="6"/>
                    <a:pt x="134" y="4"/>
                    <a:pt x="129" y="3"/>
                  </a:cubicBezTo>
                  <a:cubicBezTo>
                    <a:pt x="121" y="1"/>
                    <a:pt x="113" y="0"/>
                    <a:pt x="105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7">
              <a:extLst>
                <a:ext uri="{FF2B5EF4-FFF2-40B4-BE49-F238E27FC236}">
                  <a16:creationId xmlns:a16="http://schemas.microsoft.com/office/drawing/2014/main" id="{53046C3F-05D4-F14A-334B-FAF2B9CA6F68}"/>
                </a:ext>
              </a:extLst>
            </p:cNvPr>
            <p:cNvSpPr/>
            <p:nvPr/>
          </p:nvSpPr>
          <p:spPr>
            <a:xfrm>
              <a:off x="6407583" y="965328"/>
              <a:ext cx="11920" cy="8644"/>
            </a:xfrm>
            <a:custGeom>
              <a:avLst/>
              <a:gdLst/>
              <a:ahLst/>
              <a:cxnLst/>
              <a:rect l="l" t="t" r="r" b="b"/>
              <a:pathLst>
                <a:path w="382" h="277" extrusionOk="0">
                  <a:moveTo>
                    <a:pt x="129" y="239"/>
                  </a:moveTo>
                  <a:cubicBezTo>
                    <a:pt x="130" y="239"/>
                    <a:pt x="130" y="239"/>
                    <a:pt x="131" y="239"/>
                  </a:cubicBezTo>
                  <a:lnTo>
                    <a:pt x="131" y="239"/>
                  </a:lnTo>
                  <a:lnTo>
                    <a:pt x="128" y="239"/>
                  </a:lnTo>
                  <a:close/>
                  <a:moveTo>
                    <a:pt x="118" y="239"/>
                  </a:moveTo>
                  <a:cubicBezTo>
                    <a:pt x="117" y="239"/>
                    <a:pt x="115" y="240"/>
                    <a:pt x="113" y="240"/>
                  </a:cubicBezTo>
                  <a:cubicBezTo>
                    <a:pt x="115" y="239"/>
                    <a:pt x="117" y="239"/>
                    <a:pt x="118" y="239"/>
                  </a:cubicBezTo>
                  <a:close/>
                  <a:moveTo>
                    <a:pt x="132" y="239"/>
                  </a:moveTo>
                  <a:cubicBezTo>
                    <a:pt x="136" y="239"/>
                    <a:pt x="140" y="240"/>
                    <a:pt x="144" y="241"/>
                  </a:cubicBezTo>
                  <a:lnTo>
                    <a:pt x="132" y="239"/>
                  </a:lnTo>
                  <a:close/>
                  <a:moveTo>
                    <a:pt x="166" y="1"/>
                  </a:moveTo>
                  <a:cubicBezTo>
                    <a:pt x="152" y="2"/>
                    <a:pt x="136" y="3"/>
                    <a:pt x="124" y="6"/>
                  </a:cubicBezTo>
                  <a:cubicBezTo>
                    <a:pt x="112" y="10"/>
                    <a:pt x="99" y="17"/>
                    <a:pt x="87" y="22"/>
                  </a:cubicBezTo>
                  <a:cubicBezTo>
                    <a:pt x="73" y="29"/>
                    <a:pt x="61" y="41"/>
                    <a:pt x="47" y="50"/>
                  </a:cubicBezTo>
                  <a:cubicBezTo>
                    <a:pt x="42" y="55"/>
                    <a:pt x="36" y="61"/>
                    <a:pt x="32" y="66"/>
                  </a:cubicBezTo>
                  <a:lnTo>
                    <a:pt x="15" y="87"/>
                  </a:lnTo>
                  <a:cubicBezTo>
                    <a:pt x="7" y="99"/>
                    <a:pt x="3" y="112"/>
                    <a:pt x="3" y="125"/>
                  </a:cubicBezTo>
                  <a:cubicBezTo>
                    <a:pt x="0" y="147"/>
                    <a:pt x="2" y="172"/>
                    <a:pt x="15" y="190"/>
                  </a:cubicBezTo>
                  <a:cubicBezTo>
                    <a:pt x="24" y="206"/>
                    <a:pt x="37" y="219"/>
                    <a:pt x="51" y="228"/>
                  </a:cubicBezTo>
                  <a:cubicBezTo>
                    <a:pt x="66" y="237"/>
                    <a:pt x="83" y="241"/>
                    <a:pt x="100" y="241"/>
                  </a:cubicBezTo>
                  <a:cubicBezTo>
                    <a:pt x="108" y="241"/>
                    <a:pt x="115" y="240"/>
                    <a:pt x="122" y="239"/>
                  </a:cubicBezTo>
                  <a:lnTo>
                    <a:pt x="122" y="239"/>
                  </a:lnTo>
                  <a:cubicBezTo>
                    <a:pt x="123" y="239"/>
                    <a:pt x="125" y="239"/>
                    <a:pt x="126" y="239"/>
                  </a:cubicBezTo>
                  <a:cubicBezTo>
                    <a:pt x="128" y="239"/>
                    <a:pt x="130" y="239"/>
                    <a:pt x="132" y="239"/>
                  </a:cubicBezTo>
                  <a:lnTo>
                    <a:pt x="132" y="239"/>
                  </a:lnTo>
                  <a:cubicBezTo>
                    <a:pt x="141" y="241"/>
                    <a:pt x="151" y="243"/>
                    <a:pt x="160" y="243"/>
                  </a:cubicBezTo>
                  <a:cubicBezTo>
                    <a:pt x="161" y="243"/>
                    <a:pt x="163" y="244"/>
                    <a:pt x="166" y="244"/>
                  </a:cubicBezTo>
                  <a:cubicBezTo>
                    <a:pt x="168" y="246"/>
                    <a:pt x="171" y="247"/>
                    <a:pt x="174" y="249"/>
                  </a:cubicBezTo>
                  <a:cubicBezTo>
                    <a:pt x="178" y="252"/>
                    <a:pt x="181" y="256"/>
                    <a:pt x="186" y="259"/>
                  </a:cubicBezTo>
                  <a:cubicBezTo>
                    <a:pt x="197" y="264"/>
                    <a:pt x="206" y="268"/>
                    <a:pt x="217" y="272"/>
                  </a:cubicBezTo>
                  <a:cubicBezTo>
                    <a:pt x="228" y="275"/>
                    <a:pt x="239" y="277"/>
                    <a:pt x="250" y="277"/>
                  </a:cubicBezTo>
                  <a:cubicBezTo>
                    <a:pt x="260" y="277"/>
                    <a:pt x="271" y="275"/>
                    <a:pt x="282" y="272"/>
                  </a:cubicBezTo>
                  <a:cubicBezTo>
                    <a:pt x="284" y="272"/>
                    <a:pt x="285" y="271"/>
                    <a:pt x="286" y="271"/>
                  </a:cubicBezTo>
                  <a:cubicBezTo>
                    <a:pt x="306" y="266"/>
                    <a:pt x="322" y="256"/>
                    <a:pt x="337" y="242"/>
                  </a:cubicBezTo>
                  <a:cubicBezTo>
                    <a:pt x="351" y="227"/>
                    <a:pt x="361" y="210"/>
                    <a:pt x="366" y="190"/>
                  </a:cubicBezTo>
                  <a:cubicBezTo>
                    <a:pt x="381" y="146"/>
                    <a:pt x="365" y="95"/>
                    <a:pt x="333" y="63"/>
                  </a:cubicBezTo>
                  <a:cubicBezTo>
                    <a:pt x="322" y="53"/>
                    <a:pt x="311" y="45"/>
                    <a:pt x="299" y="38"/>
                  </a:cubicBezTo>
                  <a:cubicBezTo>
                    <a:pt x="296" y="35"/>
                    <a:pt x="293" y="33"/>
                    <a:pt x="290" y="31"/>
                  </a:cubicBezTo>
                  <a:cubicBezTo>
                    <a:pt x="274" y="23"/>
                    <a:pt x="258" y="17"/>
                    <a:pt x="241" y="11"/>
                  </a:cubicBezTo>
                  <a:cubicBezTo>
                    <a:pt x="224" y="6"/>
                    <a:pt x="205" y="4"/>
                    <a:pt x="189" y="2"/>
                  </a:cubicBezTo>
                  <a:cubicBezTo>
                    <a:pt x="181" y="1"/>
                    <a:pt x="173" y="1"/>
                    <a:pt x="166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7">
              <a:extLst>
                <a:ext uri="{FF2B5EF4-FFF2-40B4-BE49-F238E27FC236}">
                  <a16:creationId xmlns:a16="http://schemas.microsoft.com/office/drawing/2014/main" id="{C3870182-5FFE-6AB3-BD13-35F0457CEC3D}"/>
                </a:ext>
              </a:extLst>
            </p:cNvPr>
            <p:cNvSpPr/>
            <p:nvPr/>
          </p:nvSpPr>
          <p:spPr>
            <a:xfrm>
              <a:off x="6324359" y="920174"/>
              <a:ext cx="14666" cy="9268"/>
            </a:xfrm>
            <a:custGeom>
              <a:avLst/>
              <a:gdLst/>
              <a:ahLst/>
              <a:cxnLst/>
              <a:rect l="l" t="t" r="r" b="b"/>
              <a:pathLst>
                <a:path w="470" h="297" extrusionOk="0">
                  <a:moveTo>
                    <a:pt x="290" y="1"/>
                  </a:moveTo>
                  <a:cubicBezTo>
                    <a:pt x="252" y="1"/>
                    <a:pt x="214" y="4"/>
                    <a:pt x="177" y="13"/>
                  </a:cubicBezTo>
                  <a:cubicBezTo>
                    <a:pt x="161" y="17"/>
                    <a:pt x="143" y="21"/>
                    <a:pt x="126" y="26"/>
                  </a:cubicBezTo>
                  <a:cubicBezTo>
                    <a:pt x="118" y="28"/>
                    <a:pt x="109" y="30"/>
                    <a:pt x="101" y="32"/>
                  </a:cubicBezTo>
                  <a:cubicBezTo>
                    <a:pt x="80" y="39"/>
                    <a:pt x="69" y="45"/>
                    <a:pt x="54" y="57"/>
                  </a:cubicBezTo>
                  <a:cubicBezTo>
                    <a:pt x="38" y="67"/>
                    <a:pt x="24" y="80"/>
                    <a:pt x="15" y="97"/>
                  </a:cubicBezTo>
                  <a:cubicBezTo>
                    <a:pt x="6" y="114"/>
                    <a:pt x="0" y="131"/>
                    <a:pt x="0" y="151"/>
                  </a:cubicBezTo>
                  <a:cubicBezTo>
                    <a:pt x="0" y="192"/>
                    <a:pt x="21" y="221"/>
                    <a:pt x="54" y="244"/>
                  </a:cubicBezTo>
                  <a:cubicBezTo>
                    <a:pt x="69" y="255"/>
                    <a:pt x="81" y="263"/>
                    <a:pt x="101" y="269"/>
                  </a:cubicBezTo>
                  <a:cubicBezTo>
                    <a:pt x="108" y="272"/>
                    <a:pt x="116" y="273"/>
                    <a:pt x="124" y="275"/>
                  </a:cubicBezTo>
                  <a:cubicBezTo>
                    <a:pt x="142" y="278"/>
                    <a:pt x="159" y="282"/>
                    <a:pt x="177" y="286"/>
                  </a:cubicBezTo>
                  <a:cubicBezTo>
                    <a:pt x="207" y="292"/>
                    <a:pt x="235" y="297"/>
                    <a:pt x="264" y="297"/>
                  </a:cubicBezTo>
                  <a:cubicBezTo>
                    <a:pt x="274" y="296"/>
                    <a:pt x="283" y="296"/>
                    <a:pt x="293" y="296"/>
                  </a:cubicBezTo>
                  <a:cubicBezTo>
                    <a:pt x="303" y="296"/>
                    <a:pt x="312" y="296"/>
                    <a:pt x="322" y="296"/>
                  </a:cubicBezTo>
                  <a:cubicBezTo>
                    <a:pt x="360" y="294"/>
                    <a:pt x="397" y="281"/>
                    <a:pt x="425" y="253"/>
                  </a:cubicBezTo>
                  <a:cubicBezTo>
                    <a:pt x="450" y="227"/>
                    <a:pt x="469" y="185"/>
                    <a:pt x="468" y="148"/>
                  </a:cubicBezTo>
                  <a:cubicBezTo>
                    <a:pt x="466" y="110"/>
                    <a:pt x="455" y="72"/>
                    <a:pt x="425" y="44"/>
                  </a:cubicBezTo>
                  <a:cubicBezTo>
                    <a:pt x="396" y="17"/>
                    <a:pt x="361" y="3"/>
                    <a:pt x="322" y="2"/>
                  </a:cubicBezTo>
                  <a:cubicBezTo>
                    <a:pt x="311" y="1"/>
                    <a:pt x="300" y="1"/>
                    <a:pt x="290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7">
              <a:extLst>
                <a:ext uri="{FF2B5EF4-FFF2-40B4-BE49-F238E27FC236}">
                  <a16:creationId xmlns:a16="http://schemas.microsoft.com/office/drawing/2014/main" id="{35BEF4B0-829E-AD33-D272-2D51B1EC2849}"/>
                </a:ext>
              </a:extLst>
            </p:cNvPr>
            <p:cNvSpPr/>
            <p:nvPr/>
          </p:nvSpPr>
          <p:spPr>
            <a:xfrm>
              <a:off x="6406366" y="903604"/>
              <a:ext cx="49148" cy="39568"/>
            </a:xfrm>
            <a:custGeom>
              <a:avLst/>
              <a:gdLst/>
              <a:ahLst/>
              <a:cxnLst/>
              <a:rect l="l" t="t" r="r" b="b"/>
              <a:pathLst>
                <a:path w="1575" h="1268" extrusionOk="0">
                  <a:moveTo>
                    <a:pt x="453" y="0"/>
                  </a:moveTo>
                  <a:cubicBezTo>
                    <a:pt x="359" y="0"/>
                    <a:pt x="268" y="24"/>
                    <a:pt x="189" y="86"/>
                  </a:cubicBezTo>
                  <a:cubicBezTo>
                    <a:pt x="71" y="177"/>
                    <a:pt x="0" y="328"/>
                    <a:pt x="41" y="478"/>
                  </a:cubicBezTo>
                  <a:cubicBezTo>
                    <a:pt x="78" y="614"/>
                    <a:pt x="185" y="700"/>
                    <a:pt x="292" y="781"/>
                  </a:cubicBezTo>
                  <a:cubicBezTo>
                    <a:pt x="298" y="785"/>
                    <a:pt x="304" y="788"/>
                    <a:pt x="309" y="792"/>
                  </a:cubicBezTo>
                  <a:cubicBezTo>
                    <a:pt x="315" y="800"/>
                    <a:pt x="320" y="810"/>
                    <a:pt x="327" y="819"/>
                  </a:cubicBezTo>
                  <a:cubicBezTo>
                    <a:pt x="435" y="961"/>
                    <a:pt x="568" y="1084"/>
                    <a:pt x="730" y="1159"/>
                  </a:cubicBezTo>
                  <a:cubicBezTo>
                    <a:pt x="812" y="1197"/>
                    <a:pt x="894" y="1232"/>
                    <a:pt x="982" y="1247"/>
                  </a:cubicBezTo>
                  <a:cubicBezTo>
                    <a:pt x="1039" y="1258"/>
                    <a:pt x="1100" y="1267"/>
                    <a:pt x="1161" y="1267"/>
                  </a:cubicBezTo>
                  <a:cubicBezTo>
                    <a:pt x="1212" y="1267"/>
                    <a:pt x="1264" y="1261"/>
                    <a:pt x="1311" y="1243"/>
                  </a:cubicBezTo>
                  <a:cubicBezTo>
                    <a:pt x="1492" y="1175"/>
                    <a:pt x="1575" y="1007"/>
                    <a:pt x="1541" y="820"/>
                  </a:cubicBezTo>
                  <a:cubicBezTo>
                    <a:pt x="1526" y="735"/>
                    <a:pt x="1480" y="652"/>
                    <a:pt x="1430" y="582"/>
                  </a:cubicBezTo>
                  <a:cubicBezTo>
                    <a:pt x="1328" y="434"/>
                    <a:pt x="1199" y="313"/>
                    <a:pt x="1048" y="215"/>
                  </a:cubicBezTo>
                  <a:cubicBezTo>
                    <a:pt x="986" y="175"/>
                    <a:pt x="920" y="140"/>
                    <a:pt x="853" y="111"/>
                  </a:cubicBezTo>
                  <a:cubicBezTo>
                    <a:pt x="768" y="73"/>
                    <a:pt x="679" y="33"/>
                    <a:pt x="587" y="14"/>
                  </a:cubicBezTo>
                  <a:cubicBezTo>
                    <a:pt x="542" y="5"/>
                    <a:pt x="497" y="0"/>
                    <a:pt x="4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7">
              <a:extLst>
                <a:ext uri="{FF2B5EF4-FFF2-40B4-BE49-F238E27FC236}">
                  <a16:creationId xmlns:a16="http://schemas.microsoft.com/office/drawing/2014/main" id="{97F0FC14-1467-F706-87DC-F409A91D4AB0}"/>
                </a:ext>
              </a:extLst>
            </p:cNvPr>
            <p:cNvSpPr/>
            <p:nvPr/>
          </p:nvSpPr>
          <p:spPr>
            <a:xfrm>
              <a:off x="6457168" y="948009"/>
              <a:ext cx="17724" cy="18754"/>
            </a:xfrm>
            <a:custGeom>
              <a:avLst/>
              <a:gdLst/>
              <a:ahLst/>
              <a:cxnLst/>
              <a:rect l="l" t="t" r="r" b="b"/>
              <a:pathLst>
                <a:path w="568" h="601" extrusionOk="0">
                  <a:moveTo>
                    <a:pt x="217" y="0"/>
                  </a:moveTo>
                  <a:cubicBezTo>
                    <a:pt x="189" y="0"/>
                    <a:pt x="163" y="6"/>
                    <a:pt x="139" y="19"/>
                  </a:cubicBezTo>
                  <a:cubicBezTo>
                    <a:pt x="121" y="24"/>
                    <a:pt x="105" y="34"/>
                    <a:pt x="91" y="47"/>
                  </a:cubicBezTo>
                  <a:cubicBezTo>
                    <a:pt x="68" y="63"/>
                    <a:pt x="49" y="83"/>
                    <a:pt x="35" y="109"/>
                  </a:cubicBezTo>
                  <a:lnTo>
                    <a:pt x="14" y="161"/>
                  </a:lnTo>
                  <a:lnTo>
                    <a:pt x="5" y="219"/>
                  </a:lnTo>
                  <a:cubicBezTo>
                    <a:pt x="5" y="230"/>
                    <a:pt x="6" y="241"/>
                    <a:pt x="8" y="251"/>
                  </a:cubicBezTo>
                  <a:cubicBezTo>
                    <a:pt x="4" y="270"/>
                    <a:pt x="1" y="288"/>
                    <a:pt x="1" y="308"/>
                  </a:cubicBezTo>
                  <a:cubicBezTo>
                    <a:pt x="1" y="309"/>
                    <a:pt x="1" y="309"/>
                    <a:pt x="1" y="310"/>
                  </a:cubicBezTo>
                  <a:cubicBezTo>
                    <a:pt x="4" y="334"/>
                    <a:pt x="7" y="359"/>
                    <a:pt x="10" y="383"/>
                  </a:cubicBezTo>
                  <a:cubicBezTo>
                    <a:pt x="20" y="406"/>
                    <a:pt x="29" y="428"/>
                    <a:pt x="39" y="450"/>
                  </a:cubicBezTo>
                  <a:cubicBezTo>
                    <a:pt x="39" y="451"/>
                    <a:pt x="40" y="452"/>
                    <a:pt x="40" y="453"/>
                  </a:cubicBezTo>
                  <a:cubicBezTo>
                    <a:pt x="41" y="455"/>
                    <a:pt x="42" y="459"/>
                    <a:pt x="44" y="462"/>
                  </a:cubicBezTo>
                  <a:cubicBezTo>
                    <a:pt x="57" y="481"/>
                    <a:pt x="72" y="499"/>
                    <a:pt x="87" y="518"/>
                  </a:cubicBezTo>
                  <a:cubicBezTo>
                    <a:pt x="106" y="533"/>
                    <a:pt x="124" y="548"/>
                    <a:pt x="143" y="562"/>
                  </a:cubicBezTo>
                  <a:cubicBezTo>
                    <a:pt x="166" y="572"/>
                    <a:pt x="188" y="581"/>
                    <a:pt x="210" y="590"/>
                  </a:cubicBezTo>
                  <a:cubicBezTo>
                    <a:pt x="232" y="597"/>
                    <a:pt x="253" y="600"/>
                    <a:pt x="273" y="600"/>
                  </a:cubicBezTo>
                  <a:cubicBezTo>
                    <a:pt x="289" y="600"/>
                    <a:pt x="305" y="598"/>
                    <a:pt x="321" y="595"/>
                  </a:cubicBezTo>
                  <a:cubicBezTo>
                    <a:pt x="347" y="595"/>
                    <a:pt x="370" y="588"/>
                    <a:pt x="392" y="576"/>
                  </a:cubicBezTo>
                  <a:cubicBezTo>
                    <a:pt x="415" y="570"/>
                    <a:pt x="436" y="557"/>
                    <a:pt x="454" y="540"/>
                  </a:cubicBezTo>
                  <a:cubicBezTo>
                    <a:pt x="475" y="528"/>
                    <a:pt x="492" y="511"/>
                    <a:pt x="504" y="490"/>
                  </a:cubicBezTo>
                  <a:cubicBezTo>
                    <a:pt x="528" y="463"/>
                    <a:pt x="545" y="431"/>
                    <a:pt x="554" y="395"/>
                  </a:cubicBezTo>
                  <a:lnTo>
                    <a:pt x="555" y="394"/>
                  </a:lnTo>
                  <a:cubicBezTo>
                    <a:pt x="567" y="343"/>
                    <a:pt x="567" y="294"/>
                    <a:pt x="555" y="245"/>
                  </a:cubicBezTo>
                  <a:cubicBezTo>
                    <a:pt x="548" y="221"/>
                    <a:pt x="538" y="200"/>
                    <a:pt x="525" y="180"/>
                  </a:cubicBezTo>
                  <a:cubicBezTo>
                    <a:pt x="525" y="180"/>
                    <a:pt x="525" y="179"/>
                    <a:pt x="525" y="179"/>
                  </a:cubicBezTo>
                  <a:cubicBezTo>
                    <a:pt x="524" y="177"/>
                    <a:pt x="522" y="175"/>
                    <a:pt x="520" y="172"/>
                  </a:cubicBezTo>
                  <a:cubicBezTo>
                    <a:pt x="517" y="167"/>
                    <a:pt x="514" y="162"/>
                    <a:pt x="511" y="158"/>
                  </a:cubicBezTo>
                  <a:cubicBezTo>
                    <a:pt x="507" y="155"/>
                    <a:pt x="506" y="152"/>
                    <a:pt x="504" y="150"/>
                  </a:cubicBezTo>
                  <a:cubicBezTo>
                    <a:pt x="503" y="149"/>
                    <a:pt x="503" y="149"/>
                    <a:pt x="502" y="148"/>
                  </a:cubicBezTo>
                  <a:cubicBezTo>
                    <a:pt x="500" y="146"/>
                    <a:pt x="499" y="144"/>
                    <a:pt x="497" y="141"/>
                  </a:cubicBezTo>
                  <a:cubicBezTo>
                    <a:pt x="484" y="121"/>
                    <a:pt x="468" y="104"/>
                    <a:pt x="447" y="91"/>
                  </a:cubicBezTo>
                  <a:cubicBezTo>
                    <a:pt x="438" y="83"/>
                    <a:pt x="428" y="75"/>
                    <a:pt x="417" y="68"/>
                  </a:cubicBezTo>
                  <a:cubicBezTo>
                    <a:pt x="408" y="63"/>
                    <a:pt x="399" y="61"/>
                    <a:pt x="389" y="57"/>
                  </a:cubicBezTo>
                  <a:cubicBezTo>
                    <a:pt x="384" y="54"/>
                    <a:pt x="380" y="49"/>
                    <a:pt x="376" y="46"/>
                  </a:cubicBezTo>
                  <a:cubicBezTo>
                    <a:pt x="372" y="44"/>
                    <a:pt x="369" y="42"/>
                    <a:pt x="366" y="41"/>
                  </a:cubicBezTo>
                  <a:cubicBezTo>
                    <a:pt x="345" y="31"/>
                    <a:pt x="324" y="22"/>
                    <a:pt x="303" y="14"/>
                  </a:cubicBezTo>
                  <a:cubicBezTo>
                    <a:pt x="296" y="12"/>
                    <a:pt x="289" y="10"/>
                    <a:pt x="281" y="9"/>
                  </a:cubicBezTo>
                  <a:lnTo>
                    <a:pt x="224" y="0"/>
                  </a:lnTo>
                  <a:cubicBezTo>
                    <a:pt x="222" y="0"/>
                    <a:pt x="220" y="0"/>
                    <a:pt x="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7">
              <a:extLst>
                <a:ext uri="{FF2B5EF4-FFF2-40B4-BE49-F238E27FC236}">
                  <a16:creationId xmlns:a16="http://schemas.microsoft.com/office/drawing/2014/main" id="{F989D042-C682-6AF0-5997-7BD4174651DB}"/>
                </a:ext>
              </a:extLst>
            </p:cNvPr>
            <p:cNvSpPr/>
            <p:nvPr/>
          </p:nvSpPr>
          <p:spPr>
            <a:xfrm>
              <a:off x="6297679" y="867157"/>
              <a:ext cx="22873" cy="22312"/>
            </a:xfrm>
            <a:custGeom>
              <a:avLst/>
              <a:gdLst/>
              <a:ahLst/>
              <a:cxnLst/>
              <a:rect l="l" t="t" r="r" b="b"/>
              <a:pathLst>
                <a:path w="733" h="715" extrusionOk="0">
                  <a:moveTo>
                    <a:pt x="419" y="1"/>
                  </a:moveTo>
                  <a:cubicBezTo>
                    <a:pt x="414" y="1"/>
                    <a:pt x="408" y="1"/>
                    <a:pt x="404" y="2"/>
                  </a:cubicBezTo>
                  <a:cubicBezTo>
                    <a:pt x="380" y="4"/>
                    <a:pt x="353" y="7"/>
                    <a:pt x="329" y="12"/>
                  </a:cubicBezTo>
                  <a:cubicBezTo>
                    <a:pt x="318" y="14"/>
                    <a:pt x="307" y="18"/>
                    <a:pt x="296" y="22"/>
                  </a:cubicBezTo>
                  <a:cubicBezTo>
                    <a:pt x="258" y="36"/>
                    <a:pt x="218" y="52"/>
                    <a:pt x="185" y="76"/>
                  </a:cubicBezTo>
                  <a:cubicBezTo>
                    <a:pt x="165" y="91"/>
                    <a:pt x="145" y="107"/>
                    <a:pt x="126" y="122"/>
                  </a:cubicBezTo>
                  <a:cubicBezTo>
                    <a:pt x="106" y="138"/>
                    <a:pt x="91" y="160"/>
                    <a:pt x="78" y="182"/>
                  </a:cubicBezTo>
                  <a:cubicBezTo>
                    <a:pt x="73" y="191"/>
                    <a:pt x="66" y="201"/>
                    <a:pt x="62" y="211"/>
                  </a:cubicBezTo>
                  <a:cubicBezTo>
                    <a:pt x="51" y="238"/>
                    <a:pt x="38" y="266"/>
                    <a:pt x="30" y="294"/>
                  </a:cubicBezTo>
                  <a:cubicBezTo>
                    <a:pt x="26" y="303"/>
                    <a:pt x="28" y="314"/>
                    <a:pt x="26" y="323"/>
                  </a:cubicBezTo>
                  <a:cubicBezTo>
                    <a:pt x="11" y="359"/>
                    <a:pt x="0" y="395"/>
                    <a:pt x="0" y="435"/>
                  </a:cubicBezTo>
                  <a:cubicBezTo>
                    <a:pt x="0" y="485"/>
                    <a:pt x="13" y="533"/>
                    <a:pt x="39" y="575"/>
                  </a:cubicBezTo>
                  <a:cubicBezTo>
                    <a:pt x="63" y="618"/>
                    <a:pt x="97" y="651"/>
                    <a:pt x="138" y="676"/>
                  </a:cubicBezTo>
                  <a:cubicBezTo>
                    <a:pt x="182" y="701"/>
                    <a:pt x="230" y="715"/>
                    <a:pt x="280" y="715"/>
                  </a:cubicBezTo>
                  <a:cubicBezTo>
                    <a:pt x="314" y="713"/>
                    <a:pt x="349" y="707"/>
                    <a:pt x="383" y="701"/>
                  </a:cubicBezTo>
                  <a:cubicBezTo>
                    <a:pt x="394" y="698"/>
                    <a:pt x="404" y="695"/>
                    <a:pt x="415" y="691"/>
                  </a:cubicBezTo>
                  <a:cubicBezTo>
                    <a:pt x="446" y="679"/>
                    <a:pt x="478" y="668"/>
                    <a:pt x="507" y="651"/>
                  </a:cubicBezTo>
                  <a:cubicBezTo>
                    <a:pt x="535" y="635"/>
                    <a:pt x="560" y="613"/>
                    <a:pt x="585" y="593"/>
                  </a:cubicBezTo>
                  <a:cubicBezTo>
                    <a:pt x="620" y="566"/>
                    <a:pt x="646" y="529"/>
                    <a:pt x="671" y="495"/>
                  </a:cubicBezTo>
                  <a:cubicBezTo>
                    <a:pt x="676" y="486"/>
                    <a:pt x="683" y="477"/>
                    <a:pt x="687" y="468"/>
                  </a:cubicBezTo>
                  <a:cubicBezTo>
                    <a:pt x="714" y="412"/>
                    <a:pt x="729" y="371"/>
                    <a:pt x="732" y="309"/>
                  </a:cubicBezTo>
                  <a:cubicBezTo>
                    <a:pt x="733" y="281"/>
                    <a:pt x="729" y="252"/>
                    <a:pt x="722" y="227"/>
                  </a:cubicBezTo>
                  <a:cubicBezTo>
                    <a:pt x="719" y="212"/>
                    <a:pt x="713" y="201"/>
                    <a:pt x="707" y="185"/>
                  </a:cubicBezTo>
                  <a:cubicBezTo>
                    <a:pt x="691" y="148"/>
                    <a:pt x="693" y="153"/>
                    <a:pt x="669" y="121"/>
                  </a:cubicBezTo>
                  <a:cubicBezTo>
                    <a:pt x="640" y="84"/>
                    <a:pt x="638" y="81"/>
                    <a:pt x="591" y="49"/>
                  </a:cubicBezTo>
                  <a:cubicBezTo>
                    <a:pt x="587" y="46"/>
                    <a:pt x="583" y="44"/>
                    <a:pt x="580" y="42"/>
                  </a:cubicBezTo>
                  <a:cubicBezTo>
                    <a:pt x="565" y="34"/>
                    <a:pt x="533" y="22"/>
                    <a:pt x="517" y="15"/>
                  </a:cubicBezTo>
                  <a:cubicBezTo>
                    <a:pt x="515" y="15"/>
                    <a:pt x="513" y="14"/>
                    <a:pt x="511" y="13"/>
                  </a:cubicBezTo>
                  <a:cubicBezTo>
                    <a:pt x="497" y="9"/>
                    <a:pt x="480" y="8"/>
                    <a:pt x="466" y="6"/>
                  </a:cubicBezTo>
                  <a:cubicBezTo>
                    <a:pt x="451" y="4"/>
                    <a:pt x="435" y="1"/>
                    <a:pt x="4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7">
              <a:extLst>
                <a:ext uri="{FF2B5EF4-FFF2-40B4-BE49-F238E27FC236}">
                  <a16:creationId xmlns:a16="http://schemas.microsoft.com/office/drawing/2014/main" id="{2067DBF1-A0D3-5E13-B15D-B69B05FD8114}"/>
                </a:ext>
              </a:extLst>
            </p:cNvPr>
            <p:cNvSpPr/>
            <p:nvPr/>
          </p:nvSpPr>
          <p:spPr>
            <a:xfrm>
              <a:off x="6488310" y="1043621"/>
              <a:ext cx="16507" cy="22655"/>
            </a:xfrm>
            <a:custGeom>
              <a:avLst/>
              <a:gdLst/>
              <a:ahLst/>
              <a:cxnLst/>
              <a:rect l="l" t="t" r="r" b="b"/>
              <a:pathLst>
                <a:path w="529" h="726" extrusionOk="0">
                  <a:moveTo>
                    <a:pt x="280" y="1"/>
                  </a:moveTo>
                  <a:cubicBezTo>
                    <a:pt x="200" y="1"/>
                    <a:pt x="131" y="44"/>
                    <a:pt x="89" y="110"/>
                  </a:cubicBezTo>
                  <a:cubicBezTo>
                    <a:pt x="81" y="123"/>
                    <a:pt x="74" y="137"/>
                    <a:pt x="67" y="150"/>
                  </a:cubicBezTo>
                  <a:cubicBezTo>
                    <a:pt x="55" y="179"/>
                    <a:pt x="41" y="208"/>
                    <a:pt x="33" y="238"/>
                  </a:cubicBezTo>
                  <a:cubicBezTo>
                    <a:pt x="24" y="269"/>
                    <a:pt x="21" y="299"/>
                    <a:pt x="17" y="330"/>
                  </a:cubicBezTo>
                  <a:cubicBezTo>
                    <a:pt x="17" y="337"/>
                    <a:pt x="16" y="343"/>
                    <a:pt x="15" y="350"/>
                  </a:cubicBezTo>
                  <a:cubicBezTo>
                    <a:pt x="15" y="360"/>
                    <a:pt x="16" y="369"/>
                    <a:pt x="18" y="379"/>
                  </a:cubicBezTo>
                  <a:cubicBezTo>
                    <a:pt x="19" y="381"/>
                    <a:pt x="19" y="384"/>
                    <a:pt x="19" y="386"/>
                  </a:cubicBezTo>
                  <a:cubicBezTo>
                    <a:pt x="7" y="420"/>
                    <a:pt x="3" y="457"/>
                    <a:pt x="0" y="493"/>
                  </a:cubicBezTo>
                  <a:cubicBezTo>
                    <a:pt x="3" y="514"/>
                    <a:pt x="6" y="534"/>
                    <a:pt x="9" y="555"/>
                  </a:cubicBezTo>
                  <a:cubicBezTo>
                    <a:pt x="16" y="586"/>
                    <a:pt x="30" y="612"/>
                    <a:pt x="51" y="635"/>
                  </a:cubicBezTo>
                  <a:cubicBezTo>
                    <a:pt x="61" y="653"/>
                    <a:pt x="75" y="666"/>
                    <a:pt x="92" y="677"/>
                  </a:cubicBezTo>
                  <a:cubicBezTo>
                    <a:pt x="115" y="698"/>
                    <a:pt x="143" y="712"/>
                    <a:pt x="173" y="720"/>
                  </a:cubicBezTo>
                  <a:cubicBezTo>
                    <a:pt x="193" y="724"/>
                    <a:pt x="214" y="726"/>
                    <a:pt x="235" y="726"/>
                  </a:cubicBezTo>
                  <a:cubicBezTo>
                    <a:pt x="256" y="726"/>
                    <a:pt x="277" y="724"/>
                    <a:pt x="298" y="720"/>
                  </a:cubicBezTo>
                  <a:cubicBezTo>
                    <a:pt x="328" y="712"/>
                    <a:pt x="355" y="698"/>
                    <a:pt x="378" y="677"/>
                  </a:cubicBezTo>
                  <a:cubicBezTo>
                    <a:pt x="403" y="660"/>
                    <a:pt x="423" y="638"/>
                    <a:pt x="438" y="611"/>
                  </a:cubicBezTo>
                  <a:cubicBezTo>
                    <a:pt x="464" y="575"/>
                    <a:pt x="480" y="534"/>
                    <a:pt x="496" y="494"/>
                  </a:cubicBezTo>
                  <a:cubicBezTo>
                    <a:pt x="510" y="460"/>
                    <a:pt x="514" y="427"/>
                    <a:pt x="519" y="391"/>
                  </a:cubicBezTo>
                  <a:cubicBezTo>
                    <a:pt x="524" y="357"/>
                    <a:pt x="529" y="323"/>
                    <a:pt x="525" y="288"/>
                  </a:cubicBezTo>
                  <a:cubicBezTo>
                    <a:pt x="523" y="262"/>
                    <a:pt x="518" y="237"/>
                    <a:pt x="514" y="212"/>
                  </a:cubicBezTo>
                  <a:cubicBezTo>
                    <a:pt x="512" y="196"/>
                    <a:pt x="505" y="185"/>
                    <a:pt x="500" y="170"/>
                  </a:cubicBezTo>
                  <a:cubicBezTo>
                    <a:pt x="490" y="149"/>
                    <a:pt x="483" y="129"/>
                    <a:pt x="470" y="110"/>
                  </a:cubicBezTo>
                  <a:cubicBezTo>
                    <a:pt x="429" y="44"/>
                    <a:pt x="359" y="1"/>
                    <a:pt x="2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7">
              <a:extLst>
                <a:ext uri="{FF2B5EF4-FFF2-40B4-BE49-F238E27FC236}">
                  <a16:creationId xmlns:a16="http://schemas.microsoft.com/office/drawing/2014/main" id="{DF29328F-0C7C-3D4F-79CF-F1F0D485CAA1}"/>
                </a:ext>
              </a:extLst>
            </p:cNvPr>
            <p:cNvSpPr/>
            <p:nvPr/>
          </p:nvSpPr>
          <p:spPr>
            <a:xfrm>
              <a:off x="6491275" y="1115892"/>
              <a:ext cx="14854" cy="14510"/>
            </a:xfrm>
            <a:custGeom>
              <a:avLst/>
              <a:gdLst/>
              <a:ahLst/>
              <a:cxnLst/>
              <a:rect l="l" t="t" r="r" b="b"/>
              <a:pathLst>
                <a:path w="476" h="465" extrusionOk="0">
                  <a:moveTo>
                    <a:pt x="241" y="1"/>
                  </a:moveTo>
                  <a:cubicBezTo>
                    <a:pt x="222" y="1"/>
                    <a:pt x="203" y="2"/>
                    <a:pt x="183" y="5"/>
                  </a:cubicBezTo>
                  <a:cubicBezTo>
                    <a:pt x="174" y="7"/>
                    <a:pt x="142" y="21"/>
                    <a:pt x="124" y="30"/>
                  </a:cubicBezTo>
                  <a:cubicBezTo>
                    <a:pt x="122" y="32"/>
                    <a:pt x="121" y="33"/>
                    <a:pt x="119" y="34"/>
                  </a:cubicBezTo>
                  <a:cubicBezTo>
                    <a:pt x="102" y="42"/>
                    <a:pt x="91" y="49"/>
                    <a:pt x="68" y="72"/>
                  </a:cubicBezTo>
                  <a:cubicBezTo>
                    <a:pt x="39" y="100"/>
                    <a:pt x="20" y="134"/>
                    <a:pt x="10" y="172"/>
                  </a:cubicBezTo>
                  <a:cubicBezTo>
                    <a:pt x="9" y="175"/>
                    <a:pt x="2" y="217"/>
                    <a:pt x="2" y="237"/>
                  </a:cubicBezTo>
                  <a:cubicBezTo>
                    <a:pt x="1" y="269"/>
                    <a:pt x="7" y="298"/>
                    <a:pt x="22" y="325"/>
                  </a:cubicBezTo>
                  <a:cubicBezTo>
                    <a:pt x="30" y="354"/>
                    <a:pt x="46" y="378"/>
                    <a:pt x="68" y="399"/>
                  </a:cubicBezTo>
                  <a:cubicBezTo>
                    <a:pt x="83" y="410"/>
                    <a:pt x="99" y="422"/>
                    <a:pt x="114" y="434"/>
                  </a:cubicBezTo>
                  <a:cubicBezTo>
                    <a:pt x="150" y="454"/>
                    <a:pt x="188" y="464"/>
                    <a:pt x="229" y="464"/>
                  </a:cubicBezTo>
                  <a:cubicBezTo>
                    <a:pt x="274" y="463"/>
                    <a:pt x="316" y="455"/>
                    <a:pt x="354" y="432"/>
                  </a:cubicBezTo>
                  <a:cubicBezTo>
                    <a:pt x="387" y="414"/>
                    <a:pt x="428" y="377"/>
                    <a:pt x="444" y="342"/>
                  </a:cubicBezTo>
                  <a:cubicBezTo>
                    <a:pt x="465" y="306"/>
                    <a:pt x="476" y="268"/>
                    <a:pt x="476" y="227"/>
                  </a:cubicBezTo>
                  <a:cubicBezTo>
                    <a:pt x="476" y="185"/>
                    <a:pt x="465" y="146"/>
                    <a:pt x="444" y="111"/>
                  </a:cubicBezTo>
                  <a:cubicBezTo>
                    <a:pt x="444" y="110"/>
                    <a:pt x="444" y="110"/>
                    <a:pt x="443" y="110"/>
                  </a:cubicBezTo>
                  <a:cubicBezTo>
                    <a:pt x="400" y="37"/>
                    <a:pt x="332" y="1"/>
                    <a:pt x="2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7">
              <a:extLst>
                <a:ext uri="{FF2B5EF4-FFF2-40B4-BE49-F238E27FC236}">
                  <a16:creationId xmlns:a16="http://schemas.microsoft.com/office/drawing/2014/main" id="{ECC71229-031D-293B-A50C-8765FAF92965}"/>
                </a:ext>
              </a:extLst>
            </p:cNvPr>
            <p:cNvSpPr/>
            <p:nvPr/>
          </p:nvSpPr>
          <p:spPr>
            <a:xfrm>
              <a:off x="6219136" y="1032263"/>
              <a:ext cx="17880" cy="27523"/>
            </a:xfrm>
            <a:custGeom>
              <a:avLst/>
              <a:gdLst/>
              <a:ahLst/>
              <a:cxnLst/>
              <a:rect l="l" t="t" r="r" b="b"/>
              <a:pathLst>
                <a:path w="573" h="882" extrusionOk="0">
                  <a:moveTo>
                    <a:pt x="377" y="0"/>
                  </a:moveTo>
                  <a:cubicBezTo>
                    <a:pt x="361" y="0"/>
                    <a:pt x="346" y="2"/>
                    <a:pt x="331" y="7"/>
                  </a:cubicBezTo>
                  <a:cubicBezTo>
                    <a:pt x="266" y="27"/>
                    <a:pt x="223" y="62"/>
                    <a:pt x="189" y="120"/>
                  </a:cubicBezTo>
                  <a:cubicBezTo>
                    <a:pt x="176" y="140"/>
                    <a:pt x="163" y="161"/>
                    <a:pt x="152" y="182"/>
                  </a:cubicBezTo>
                  <a:cubicBezTo>
                    <a:pt x="121" y="237"/>
                    <a:pt x="89" y="294"/>
                    <a:pt x="69" y="355"/>
                  </a:cubicBezTo>
                  <a:cubicBezTo>
                    <a:pt x="55" y="400"/>
                    <a:pt x="42" y="446"/>
                    <a:pt x="30" y="493"/>
                  </a:cubicBezTo>
                  <a:cubicBezTo>
                    <a:pt x="24" y="516"/>
                    <a:pt x="18" y="539"/>
                    <a:pt x="13" y="564"/>
                  </a:cubicBezTo>
                  <a:cubicBezTo>
                    <a:pt x="4" y="610"/>
                    <a:pt x="0" y="654"/>
                    <a:pt x="13" y="700"/>
                  </a:cubicBezTo>
                  <a:cubicBezTo>
                    <a:pt x="20" y="728"/>
                    <a:pt x="34" y="752"/>
                    <a:pt x="48" y="776"/>
                  </a:cubicBezTo>
                  <a:cubicBezTo>
                    <a:pt x="81" y="836"/>
                    <a:pt x="140" y="870"/>
                    <a:pt x="205" y="880"/>
                  </a:cubicBezTo>
                  <a:cubicBezTo>
                    <a:pt x="216" y="881"/>
                    <a:pt x="226" y="882"/>
                    <a:pt x="236" y="882"/>
                  </a:cubicBezTo>
                  <a:cubicBezTo>
                    <a:pt x="293" y="882"/>
                    <a:pt x="340" y="858"/>
                    <a:pt x="387" y="820"/>
                  </a:cubicBezTo>
                  <a:cubicBezTo>
                    <a:pt x="431" y="784"/>
                    <a:pt x="461" y="735"/>
                    <a:pt x="473" y="680"/>
                  </a:cubicBezTo>
                  <a:cubicBezTo>
                    <a:pt x="480" y="657"/>
                    <a:pt x="483" y="633"/>
                    <a:pt x="489" y="610"/>
                  </a:cubicBezTo>
                  <a:cubicBezTo>
                    <a:pt x="498" y="566"/>
                    <a:pt x="510" y="523"/>
                    <a:pt x="521" y="480"/>
                  </a:cubicBezTo>
                  <a:cubicBezTo>
                    <a:pt x="534" y="437"/>
                    <a:pt x="538" y="392"/>
                    <a:pt x="547" y="348"/>
                  </a:cubicBezTo>
                  <a:cubicBezTo>
                    <a:pt x="551" y="324"/>
                    <a:pt x="556" y="301"/>
                    <a:pt x="561" y="278"/>
                  </a:cubicBezTo>
                  <a:cubicBezTo>
                    <a:pt x="566" y="253"/>
                    <a:pt x="573" y="230"/>
                    <a:pt x="573" y="205"/>
                  </a:cubicBezTo>
                  <a:cubicBezTo>
                    <a:pt x="573" y="162"/>
                    <a:pt x="559" y="128"/>
                    <a:pt x="539" y="92"/>
                  </a:cubicBezTo>
                  <a:cubicBezTo>
                    <a:pt x="510" y="35"/>
                    <a:pt x="442" y="0"/>
                    <a:pt x="3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7">
              <a:extLst>
                <a:ext uri="{FF2B5EF4-FFF2-40B4-BE49-F238E27FC236}">
                  <a16:creationId xmlns:a16="http://schemas.microsoft.com/office/drawing/2014/main" id="{DD591A00-F135-D899-0BBB-54DDEA10DE1E}"/>
                </a:ext>
              </a:extLst>
            </p:cNvPr>
            <p:cNvSpPr/>
            <p:nvPr/>
          </p:nvSpPr>
          <p:spPr>
            <a:xfrm>
              <a:off x="6436354" y="1136706"/>
              <a:ext cx="17381" cy="14292"/>
            </a:xfrm>
            <a:custGeom>
              <a:avLst/>
              <a:gdLst/>
              <a:ahLst/>
              <a:cxnLst/>
              <a:rect l="l" t="t" r="r" b="b"/>
              <a:pathLst>
                <a:path w="557" h="458" extrusionOk="0">
                  <a:moveTo>
                    <a:pt x="341" y="1"/>
                  </a:moveTo>
                  <a:cubicBezTo>
                    <a:pt x="332" y="1"/>
                    <a:pt x="324" y="1"/>
                    <a:pt x="315" y="2"/>
                  </a:cubicBezTo>
                  <a:cubicBezTo>
                    <a:pt x="277" y="4"/>
                    <a:pt x="238" y="13"/>
                    <a:pt x="203" y="32"/>
                  </a:cubicBezTo>
                  <a:lnTo>
                    <a:pt x="202" y="32"/>
                  </a:lnTo>
                  <a:cubicBezTo>
                    <a:pt x="200" y="33"/>
                    <a:pt x="198" y="34"/>
                    <a:pt x="196" y="34"/>
                  </a:cubicBezTo>
                  <a:cubicBezTo>
                    <a:pt x="166" y="43"/>
                    <a:pt x="146" y="56"/>
                    <a:pt x="126" y="71"/>
                  </a:cubicBezTo>
                  <a:cubicBezTo>
                    <a:pt x="113" y="79"/>
                    <a:pt x="101" y="88"/>
                    <a:pt x="87" y="94"/>
                  </a:cubicBezTo>
                  <a:cubicBezTo>
                    <a:pt x="61" y="109"/>
                    <a:pt x="41" y="130"/>
                    <a:pt x="25" y="155"/>
                  </a:cubicBezTo>
                  <a:cubicBezTo>
                    <a:pt x="13" y="175"/>
                    <a:pt x="6" y="196"/>
                    <a:pt x="5" y="219"/>
                  </a:cubicBezTo>
                  <a:cubicBezTo>
                    <a:pt x="0" y="242"/>
                    <a:pt x="1" y="264"/>
                    <a:pt x="9" y="287"/>
                  </a:cubicBezTo>
                  <a:cubicBezTo>
                    <a:pt x="16" y="317"/>
                    <a:pt x="31" y="342"/>
                    <a:pt x="53" y="363"/>
                  </a:cubicBezTo>
                  <a:cubicBezTo>
                    <a:pt x="73" y="383"/>
                    <a:pt x="96" y="401"/>
                    <a:pt x="121" y="417"/>
                  </a:cubicBezTo>
                  <a:cubicBezTo>
                    <a:pt x="128" y="421"/>
                    <a:pt x="134" y="425"/>
                    <a:pt x="141" y="429"/>
                  </a:cubicBezTo>
                  <a:cubicBezTo>
                    <a:pt x="166" y="444"/>
                    <a:pt x="193" y="453"/>
                    <a:pt x="221" y="454"/>
                  </a:cubicBezTo>
                  <a:cubicBezTo>
                    <a:pt x="232" y="456"/>
                    <a:pt x="243" y="458"/>
                    <a:pt x="253" y="458"/>
                  </a:cubicBezTo>
                  <a:cubicBezTo>
                    <a:pt x="258" y="458"/>
                    <a:pt x="263" y="458"/>
                    <a:pt x="267" y="457"/>
                  </a:cubicBezTo>
                  <a:cubicBezTo>
                    <a:pt x="302" y="454"/>
                    <a:pt x="339" y="451"/>
                    <a:pt x="373" y="440"/>
                  </a:cubicBezTo>
                  <a:cubicBezTo>
                    <a:pt x="409" y="429"/>
                    <a:pt x="450" y="410"/>
                    <a:pt x="475" y="379"/>
                  </a:cubicBezTo>
                  <a:cubicBezTo>
                    <a:pt x="489" y="364"/>
                    <a:pt x="505" y="342"/>
                    <a:pt x="515" y="329"/>
                  </a:cubicBezTo>
                  <a:cubicBezTo>
                    <a:pt x="530" y="309"/>
                    <a:pt x="541" y="287"/>
                    <a:pt x="547" y="262"/>
                  </a:cubicBezTo>
                  <a:cubicBezTo>
                    <a:pt x="557" y="210"/>
                    <a:pt x="556" y="149"/>
                    <a:pt x="526" y="102"/>
                  </a:cubicBezTo>
                  <a:cubicBezTo>
                    <a:pt x="497" y="58"/>
                    <a:pt x="455" y="20"/>
                    <a:pt x="402" y="8"/>
                  </a:cubicBezTo>
                  <a:cubicBezTo>
                    <a:pt x="381" y="3"/>
                    <a:pt x="361" y="1"/>
                    <a:pt x="3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7">
              <a:extLst>
                <a:ext uri="{FF2B5EF4-FFF2-40B4-BE49-F238E27FC236}">
                  <a16:creationId xmlns:a16="http://schemas.microsoft.com/office/drawing/2014/main" id="{A5F2DBEC-647F-F0CC-89D1-0B18D38AF7B3}"/>
                </a:ext>
              </a:extLst>
            </p:cNvPr>
            <p:cNvSpPr/>
            <p:nvPr/>
          </p:nvSpPr>
          <p:spPr>
            <a:xfrm>
              <a:off x="6295120" y="1118794"/>
              <a:ext cx="13761" cy="23841"/>
            </a:xfrm>
            <a:custGeom>
              <a:avLst/>
              <a:gdLst/>
              <a:ahLst/>
              <a:cxnLst/>
              <a:rect l="l" t="t" r="r" b="b"/>
              <a:pathLst>
                <a:path w="441" h="764" extrusionOk="0">
                  <a:moveTo>
                    <a:pt x="211" y="1"/>
                  </a:moveTo>
                  <a:cubicBezTo>
                    <a:pt x="199" y="1"/>
                    <a:pt x="188" y="2"/>
                    <a:pt x="177" y="4"/>
                  </a:cubicBezTo>
                  <a:cubicBezTo>
                    <a:pt x="100" y="20"/>
                    <a:pt x="37" y="131"/>
                    <a:pt x="14" y="203"/>
                  </a:cubicBezTo>
                  <a:cubicBezTo>
                    <a:pt x="4" y="236"/>
                    <a:pt x="3" y="284"/>
                    <a:pt x="2" y="320"/>
                  </a:cubicBezTo>
                  <a:cubicBezTo>
                    <a:pt x="1" y="347"/>
                    <a:pt x="1" y="375"/>
                    <a:pt x="3" y="401"/>
                  </a:cubicBezTo>
                  <a:cubicBezTo>
                    <a:pt x="5" y="428"/>
                    <a:pt x="6" y="456"/>
                    <a:pt x="13" y="482"/>
                  </a:cubicBezTo>
                  <a:cubicBezTo>
                    <a:pt x="21" y="509"/>
                    <a:pt x="34" y="536"/>
                    <a:pt x="47" y="560"/>
                  </a:cubicBezTo>
                  <a:cubicBezTo>
                    <a:pt x="57" y="582"/>
                    <a:pt x="70" y="604"/>
                    <a:pt x="84" y="625"/>
                  </a:cubicBezTo>
                  <a:cubicBezTo>
                    <a:pt x="91" y="635"/>
                    <a:pt x="98" y="645"/>
                    <a:pt x="104" y="654"/>
                  </a:cubicBezTo>
                  <a:cubicBezTo>
                    <a:pt x="138" y="699"/>
                    <a:pt x="168" y="725"/>
                    <a:pt x="219" y="744"/>
                  </a:cubicBezTo>
                  <a:cubicBezTo>
                    <a:pt x="237" y="750"/>
                    <a:pt x="256" y="756"/>
                    <a:pt x="275" y="761"/>
                  </a:cubicBezTo>
                  <a:cubicBezTo>
                    <a:pt x="284" y="763"/>
                    <a:pt x="293" y="764"/>
                    <a:pt x="302" y="764"/>
                  </a:cubicBezTo>
                  <a:cubicBezTo>
                    <a:pt x="355" y="764"/>
                    <a:pt x="412" y="733"/>
                    <a:pt x="421" y="677"/>
                  </a:cubicBezTo>
                  <a:cubicBezTo>
                    <a:pt x="428" y="644"/>
                    <a:pt x="440" y="610"/>
                    <a:pt x="440" y="576"/>
                  </a:cubicBezTo>
                  <a:cubicBezTo>
                    <a:pt x="440" y="540"/>
                    <a:pt x="431" y="504"/>
                    <a:pt x="425" y="469"/>
                  </a:cubicBezTo>
                  <a:cubicBezTo>
                    <a:pt x="421" y="429"/>
                    <a:pt x="418" y="389"/>
                    <a:pt x="407" y="351"/>
                  </a:cubicBezTo>
                  <a:cubicBezTo>
                    <a:pt x="398" y="323"/>
                    <a:pt x="393" y="295"/>
                    <a:pt x="389" y="267"/>
                  </a:cubicBezTo>
                  <a:cubicBezTo>
                    <a:pt x="387" y="245"/>
                    <a:pt x="386" y="223"/>
                    <a:pt x="381" y="203"/>
                  </a:cubicBezTo>
                  <a:cubicBezTo>
                    <a:pt x="375" y="185"/>
                    <a:pt x="368" y="168"/>
                    <a:pt x="363" y="151"/>
                  </a:cubicBezTo>
                  <a:cubicBezTo>
                    <a:pt x="357" y="130"/>
                    <a:pt x="352" y="110"/>
                    <a:pt x="344" y="90"/>
                  </a:cubicBezTo>
                  <a:cubicBezTo>
                    <a:pt x="320" y="32"/>
                    <a:pt x="269" y="1"/>
                    <a:pt x="2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7">
              <a:extLst>
                <a:ext uri="{FF2B5EF4-FFF2-40B4-BE49-F238E27FC236}">
                  <a16:creationId xmlns:a16="http://schemas.microsoft.com/office/drawing/2014/main" id="{6D36AE42-B5EB-E3B4-79D3-411E7B56266A}"/>
                </a:ext>
              </a:extLst>
            </p:cNvPr>
            <p:cNvSpPr/>
            <p:nvPr/>
          </p:nvSpPr>
          <p:spPr>
            <a:xfrm>
              <a:off x="6435199" y="1019437"/>
              <a:ext cx="34357" cy="18193"/>
            </a:xfrm>
            <a:custGeom>
              <a:avLst/>
              <a:gdLst/>
              <a:ahLst/>
              <a:cxnLst/>
              <a:rect l="l" t="t" r="r" b="b"/>
              <a:pathLst>
                <a:path w="1101" h="583" extrusionOk="0">
                  <a:moveTo>
                    <a:pt x="958" y="99"/>
                  </a:moveTo>
                  <a:lnTo>
                    <a:pt x="958" y="99"/>
                  </a:lnTo>
                  <a:cubicBezTo>
                    <a:pt x="959" y="99"/>
                    <a:pt x="961" y="100"/>
                    <a:pt x="962" y="101"/>
                  </a:cubicBezTo>
                  <a:lnTo>
                    <a:pt x="962" y="101"/>
                  </a:lnTo>
                  <a:cubicBezTo>
                    <a:pt x="961" y="100"/>
                    <a:pt x="959" y="99"/>
                    <a:pt x="958" y="99"/>
                  </a:cubicBezTo>
                  <a:close/>
                  <a:moveTo>
                    <a:pt x="597" y="0"/>
                  </a:moveTo>
                  <a:cubicBezTo>
                    <a:pt x="534" y="0"/>
                    <a:pt x="471" y="7"/>
                    <a:pt x="409" y="17"/>
                  </a:cubicBezTo>
                  <a:cubicBezTo>
                    <a:pt x="327" y="29"/>
                    <a:pt x="243" y="51"/>
                    <a:pt x="173" y="95"/>
                  </a:cubicBezTo>
                  <a:cubicBezTo>
                    <a:pt x="126" y="125"/>
                    <a:pt x="72" y="158"/>
                    <a:pt x="42" y="205"/>
                  </a:cubicBezTo>
                  <a:cubicBezTo>
                    <a:pt x="7" y="263"/>
                    <a:pt x="1" y="357"/>
                    <a:pt x="53" y="407"/>
                  </a:cubicBezTo>
                  <a:cubicBezTo>
                    <a:pt x="95" y="445"/>
                    <a:pt x="139" y="468"/>
                    <a:pt x="195" y="471"/>
                  </a:cubicBezTo>
                  <a:cubicBezTo>
                    <a:pt x="224" y="472"/>
                    <a:pt x="252" y="471"/>
                    <a:pt x="281" y="473"/>
                  </a:cubicBezTo>
                  <a:cubicBezTo>
                    <a:pt x="329" y="477"/>
                    <a:pt x="376" y="477"/>
                    <a:pt x="424" y="481"/>
                  </a:cubicBezTo>
                  <a:cubicBezTo>
                    <a:pt x="495" y="494"/>
                    <a:pt x="561" y="516"/>
                    <a:pt x="630" y="537"/>
                  </a:cubicBezTo>
                  <a:cubicBezTo>
                    <a:pt x="664" y="546"/>
                    <a:pt x="697" y="562"/>
                    <a:pt x="731" y="573"/>
                  </a:cubicBezTo>
                  <a:cubicBezTo>
                    <a:pt x="754" y="579"/>
                    <a:pt x="778" y="582"/>
                    <a:pt x="803" y="582"/>
                  </a:cubicBezTo>
                  <a:cubicBezTo>
                    <a:pt x="855" y="582"/>
                    <a:pt x="908" y="568"/>
                    <a:pt x="952" y="542"/>
                  </a:cubicBezTo>
                  <a:cubicBezTo>
                    <a:pt x="976" y="528"/>
                    <a:pt x="1005" y="508"/>
                    <a:pt x="1023" y="485"/>
                  </a:cubicBezTo>
                  <a:cubicBezTo>
                    <a:pt x="1072" y="422"/>
                    <a:pt x="1101" y="364"/>
                    <a:pt x="1089" y="284"/>
                  </a:cubicBezTo>
                  <a:cubicBezTo>
                    <a:pt x="1081" y="217"/>
                    <a:pt x="1042" y="136"/>
                    <a:pt x="975" y="108"/>
                  </a:cubicBezTo>
                  <a:cubicBezTo>
                    <a:pt x="974" y="108"/>
                    <a:pt x="973" y="107"/>
                    <a:pt x="972" y="107"/>
                  </a:cubicBezTo>
                  <a:lnTo>
                    <a:pt x="972" y="107"/>
                  </a:lnTo>
                  <a:cubicBezTo>
                    <a:pt x="961" y="98"/>
                    <a:pt x="949" y="90"/>
                    <a:pt x="937" y="83"/>
                  </a:cubicBezTo>
                  <a:cubicBezTo>
                    <a:pt x="909" y="67"/>
                    <a:pt x="871" y="56"/>
                    <a:pt x="839" y="43"/>
                  </a:cubicBezTo>
                  <a:cubicBezTo>
                    <a:pt x="786" y="22"/>
                    <a:pt x="733" y="11"/>
                    <a:pt x="676" y="4"/>
                  </a:cubicBezTo>
                  <a:cubicBezTo>
                    <a:pt x="649" y="2"/>
                    <a:pt x="623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7">
              <a:extLst>
                <a:ext uri="{FF2B5EF4-FFF2-40B4-BE49-F238E27FC236}">
                  <a16:creationId xmlns:a16="http://schemas.microsoft.com/office/drawing/2014/main" id="{14BD33FE-B802-EF57-58B4-9323E4EFFD6E}"/>
                </a:ext>
              </a:extLst>
            </p:cNvPr>
            <p:cNvSpPr/>
            <p:nvPr/>
          </p:nvSpPr>
          <p:spPr>
            <a:xfrm>
              <a:off x="6219885" y="921142"/>
              <a:ext cx="905" cy="1155"/>
            </a:xfrm>
            <a:custGeom>
              <a:avLst/>
              <a:gdLst/>
              <a:ahLst/>
              <a:cxnLst/>
              <a:rect l="l" t="t" r="r" b="b"/>
              <a:pathLst>
                <a:path w="29" h="37" extrusionOk="0">
                  <a:moveTo>
                    <a:pt x="29" y="1"/>
                  </a:moveTo>
                  <a:lnTo>
                    <a:pt x="29" y="1"/>
                  </a:lnTo>
                  <a:cubicBezTo>
                    <a:pt x="19" y="12"/>
                    <a:pt x="10" y="24"/>
                    <a:pt x="1" y="35"/>
                  </a:cubicBezTo>
                  <a:lnTo>
                    <a:pt x="1" y="35"/>
                  </a:lnTo>
                  <a:cubicBezTo>
                    <a:pt x="4" y="32"/>
                    <a:pt x="8" y="30"/>
                    <a:pt x="11" y="26"/>
                  </a:cubicBezTo>
                  <a:cubicBezTo>
                    <a:pt x="16" y="17"/>
                    <a:pt x="22" y="9"/>
                    <a:pt x="29" y="1"/>
                  </a:cubicBezTo>
                  <a:close/>
                  <a:moveTo>
                    <a:pt x="1" y="35"/>
                  </a:moveTo>
                  <a:cubicBezTo>
                    <a:pt x="1" y="36"/>
                    <a:pt x="1" y="36"/>
                    <a:pt x="0" y="36"/>
                  </a:cubicBezTo>
                  <a:cubicBezTo>
                    <a:pt x="1" y="36"/>
                    <a:pt x="1" y="36"/>
                    <a:pt x="1" y="35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7">
              <a:extLst>
                <a:ext uri="{FF2B5EF4-FFF2-40B4-BE49-F238E27FC236}">
                  <a16:creationId xmlns:a16="http://schemas.microsoft.com/office/drawing/2014/main" id="{2A77BF0C-57ED-911B-63C7-383F6ABC22D8}"/>
                </a:ext>
              </a:extLst>
            </p:cNvPr>
            <p:cNvSpPr/>
            <p:nvPr/>
          </p:nvSpPr>
          <p:spPr>
            <a:xfrm>
              <a:off x="6219854" y="92226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2" y="1"/>
                    <a:pt x="2" y="0"/>
                  </a:cubicBezTo>
                  <a:close/>
                  <a:moveTo>
                    <a:pt x="1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7">
              <a:extLst>
                <a:ext uri="{FF2B5EF4-FFF2-40B4-BE49-F238E27FC236}">
                  <a16:creationId xmlns:a16="http://schemas.microsoft.com/office/drawing/2014/main" id="{8A1147D5-6870-DF85-B4E8-5DD48DE5615E}"/>
                </a:ext>
              </a:extLst>
            </p:cNvPr>
            <p:cNvSpPr/>
            <p:nvPr/>
          </p:nvSpPr>
          <p:spPr>
            <a:xfrm>
              <a:off x="6208058" y="903261"/>
              <a:ext cx="14729" cy="21063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470" y="155"/>
                  </a:moveTo>
                  <a:lnTo>
                    <a:pt x="470" y="155"/>
                  </a:lnTo>
                  <a:cubicBezTo>
                    <a:pt x="470" y="159"/>
                    <a:pt x="470" y="163"/>
                    <a:pt x="469" y="166"/>
                  </a:cubicBezTo>
                  <a:lnTo>
                    <a:pt x="469" y="166"/>
                  </a:lnTo>
                  <a:cubicBezTo>
                    <a:pt x="470" y="163"/>
                    <a:pt x="470" y="159"/>
                    <a:pt x="470" y="155"/>
                  </a:cubicBezTo>
                  <a:close/>
                  <a:moveTo>
                    <a:pt x="326" y="1"/>
                  </a:moveTo>
                  <a:cubicBezTo>
                    <a:pt x="292" y="1"/>
                    <a:pt x="259" y="12"/>
                    <a:pt x="228" y="31"/>
                  </a:cubicBezTo>
                  <a:cubicBezTo>
                    <a:pt x="198" y="47"/>
                    <a:pt x="172" y="69"/>
                    <a:pt x="146" y="89"/>
                  </a:cubicBezTo>
                  <a:cubicBezTo>
                    <a:pt x="117" y="113"/>
                    <a:pt x="96" y="147"/>
                    <a:pt x="80" y="180"/>
                  </a:cubicBezTo>
                  <a:cubicBezTo>
                    <a:pt x="37" y="266"/>
                    <a:pt x="0" y="359"/>
                    <a:pt x="29" y="456"/>
                  </a:cubicBezTo>
                  <a:cubicBezTo>
                    <a:pt x="39" y="492"/>
                    <a:pt x="54" y="529"/>
                    <a:pt x="71" y="562"/>
                  </a:cubicBezTo>
                  <a:cubicBezTo>
                    <a:pt x="91" y="603"/>
                    <a:pt x="133" y="634"/>
                    <a:pt x="174" y="656"/>
                  </a:cubicBezTo>
                  <a:cubicBezTo>
                    <a:pt x="199" y="668"/>
                    <a:pt x="225" y="675"/>
                    <a:pt x="250" y="675"/>
                  </a:cubicBezTo>
                  <a:cubicBezTo>
                    <a:pt x="299" y="675"/>
                    <a:pt x="346" y="652"/>
                    <a:pt x="379" y="609"/>
                  </a:cubicBezTo>
                  <a:cubicBezTo>
                    <a:pt x="402" y="581"/>
                    <a:pt x="423" y="555"/>
                    <a:pt x="433" y="518"/>
                  </a:cubicBezTo>
                  <a:cubicBezTo>
                    <a:pt x="436" y="509"/>
                    <a:pt x="437" y="500"/>
                    <a:pt x="439" y="490"/>
                  </a:cubicBezTo>
                  <a:cubicBezTo>
                    <a:pt x="448" y="454"/>
                    <a:pt x="460" y="425"/>
                    <a:pt x="462" y="384"/>
                  </a:cubicBezTo>
                  <a:cubicBezTo>
                    <a:pt x="463" y="348"/>
                    <a:pt x="460" y="312"/>
                    <a:pt x="463" y="276"/>
                  </a:cubicBezTo>
                  <a:cubicBezTo>
                    <a:pt x="466" y="256"/>
                    <a:pt x="468" y="235"/>
                    <a:pt x="468" y="214"/>
                  </a:cubicBezTo>
                  <a:cubicBezTo>
                    <a:pt x="467" y="198"/>
                    <a:pt x="468" y="182"/>
                    <a:pt x="469" y="166"/>
                  </a:cubicBezTo>
                  <a:lnTo>
                    <a:pt x="469" y="166"/>
                  </a:lnTo>
                  <a:cubicBezTo>
                    <a:pt x="469" y="172"/>
                    <a:pt x="468" y="178"/>
                    <a:pt x="467" y="184"/>
                  </a:cubicBezTo>
                  <a:lnTo>
                    <a:pt x="467" y="184"/>
                  </a:lnTo>
                  <a:cubicBezTo>
                    <a:pt x="472" y="150"/>
                    <a:pt x="472" y="121"/>
                    <a:pt x="458" y="88"/>
                  </a:cubicBezTo>
                  <a:cubicBezTo>
                    <a:pt x="454" y="77"/>
                    <a:pt x="450" y="72"/>
                    <a:pt x="444" y="62"/>
                  </a:cubicBezTo>
                  <a:cubicBezTo>
                    <a:pt x="436" y="48"/>
                    <a:pt x="430" y="35"/>
                    <a:pt x="414" y="27"/>
                  </a:cubicBezTo>
                  <a:cubicBezTo>
                    <a:pt x="401" y="18"/>
                    <a:pt x="386" y="12"/>
                    <a:pt x="371" y="8"/>
                  </a:cubicBezTo>
                  <a:cubicBezTo>
                    <a:pt x="356" y="3"/>
                    <a:pt x="341" y="1"/>
                    <a:pt x="3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7">
              <a:extLst>
                <a:ext uri="{FF2B5EF4-FFF2-40B4-BE49-F238E27FC236}">
                  <a16:creationId xmlns:a16="http://schemas.microsoft.com/office/drawing/2014/main" id="{E7245D01-CF85-9F87-95EB-8782F0FFC78B}"/>
                </a:ext>
              </a:extLst>
            </p:cNvPr>
            <p:cNvSpPr/>
            <p:nvPr/>
          </p:nvSpPr>
          <p:spPr>
            <a:xfrm>
              <a:off x="6124585" y="1077104"/>
              <a:ext cx="13605" cy="20845"/>
            </a:xfrm>
            <a:custGeom>
              <a:avLst/>
              <a:gdLst/>
              <a:ahLst/>
              <a:cxnLst/>
              <a:rect l="l" t="t" r="r" b="b"/>
              <a:pathLst>
                <a:path w="436" h="668" extrusionOk="0">
                  <a:moveTo>
                    <a:pt x="425" y="134"/>
                  </a:moveTo>
                  <a:lnTo>
                    <a:pt x="425" y="134"/>
                  </a:lnTo>
                  <a:cubicBezTo>
                    <a:pt x="426" y="139"/>
                    <a:pt x="427" y="143"/>
                    <a:pt x="427" y="148"/>
                  </a:cubicBezTo>
                  <a:lnTo>
                    <a:pt x="427" y="148"/>
                  </a:lnTo>
                  <a:cubicBezTo>
                    <a:pt x="426" y="143"/>
                    <a:pt x="426" y="139"/>
                    <a:pt x="425" y="134"/>
                  </a:cubicBezTo>
                  <a:close/>
                  <a:moveTo>
                    <a:pt x="367" y="0"/>
                  </a:moveTo>
                  <a:cubicBezTo>
                    <a:pt x="362" y="0"/>
                    <a:pt x="358" y="1"/>
                    <a:pt x="354" y="1"/>
                  </a:cubicBezTo>
                  <a:cubicBezTo>
                    <a:pt x="311" y="11"/>
                    <a:pt x="271" y="25"/>
                    <a:pt x="232" y="41"/>
                  </a:cubicBezTo>
                  <a:cubicBezTo>
                    <a:pt x="217" y="48"/>
                    <a:pt x="201" y="53"/>
                    <a:pt x="188" y="61"/>
                  </a:cubicBezTo>
                  <a:cubicBezTo>
                    <a:pt x="156" y="80"/>
                    <a:pt x="138" y="108"/>
                    <a:pt x="116" y="137"/>
                  </a:cubicBezTo>
                  <a:cubicBezTo>
                    <a:pt x="101" y="156"/>
                    <a:pt x="87" y="177"/>
                    <a:pt x="74" y="199"/>
                  </a:cubicBezTo>
                  <a:cubicBezTo>
                    <a:pt x="61" y="219"/>
                    <a:pt x="51" y="239"/>
                    <a:pt x="40" y="260"/>
                  </a:cubicBezTo>
                  <a:cubicBezTo>
                    <a:pt x="24" y="291"/>
                    <a:pt x="10" y="322"/>
                    <a:pt x="6" y="357"/>
                  </a:cubicBezTo>
                  <a:cubicBezTo>
                    <a:pt x="2" y="377"/>
                    <a:pt x="0" y="396"/>
                    <a:pt x="0" y="416"/>
                  </a:cubicBezTo>
                  <a:cubicBezTo>
                    <a:pt x="1" y="460"/>
                    <a:pt x="3" y="503"/>
                    <a:pt x="20" y="544"/>
                  </a:cubicBezTo>
                  <a:cubicBezTo>
                    <a:pt x="35" y="578"/>
                    <a:pt x="60" y="609"/>
                    <a:pt x="89" y="632"/>
                  </a:cubicBezTo>
                  <a:cubicBezTo>
                    <a:pt x="117" y="653"/>
                    <a:pt x="150" y="668"/>
                    <a:pt x="183" y="668"/>
                  </a:cubicBezTo>
                  <a:cubicBezTo>
                    <a:pt x="203" y="668"/>
                    <a:pt x="223" y="663"/>
                    <a:pt x="242" y="650"/>
                  </a:cubicBezTo>
                  <a:cubicBezTo>
                    <a:pt x="254" y="644"/>
                    <a:pt x="264" y="637"/>
                    <a:pt x="276" y="629"/>
                  </a:cubicBezTo>
                  <a:cubicBezTo>
                    <a:pt x="317" y="602"/>
                    <a:pt x="339" y="568"/>
                    <a:pt x="358" y="524"/>
                  </a:cubicBezTo>
                  <a:lnTo>
                    <a:pt x="358" y="524"/>
                  </a:lnTo>
                  <a:cubicBezTo>
                    <a:pt x="357" y="526"/>
                    <a:pt x="356" y="527"/>
                    <a:pt x="355" y="529"/>
                  </a:cubicBezTo>
                  <a:cubicBezTo>
                    <a:pt x="356" y="527"/>
                    <a:pt x="357" y="525"/>
                    <a:pt x="358" y="523"/>
                  </a:cubicBezTo>
                  <a:cubicBezTo>
                    <a:pt x="359" y="520"/>
                    <a:pt x="361" y="517"/>
                    <a:pt x="362" y="515"/>
                  </a:cubicBezTo>
                  <a:cubicBezTo>
                    <a:pt x="363" y="511"/>
                    <a:pt x="366" y="507"/>
                    <a:pt x="367" y="503"/>
                  </a:cubicBezTo>
                  <a:cubicBezTo>
                    <a:pt x="380" y="474"/>
                    <a:pt x="394" y="443"/>
                    <a:pt x="399" y="411"/>
                  </a:cubicBezTo>
                  <a:cubicBezTo>
                    <a:pt x="401" y="393"/>
                    <a:pt x="402" y="376"/>
                    <a:pt x="404" y="359"/>
                  </a:cubicBezTo>
                  <a:cubicBezTo>
                    <a:pt x="407" y="335"/>
                    <a:pt x="412" y="310"/>
                    <a:pt x="418" y="286"/>
                  </a:cubicBezTo>
                  <a:cubicBezTo>
                    <a:pt x="421" y="273"/>
                    <a:pt x="425" y="260"/>
                    <a:pt x="428" y="246"/>
                  </a:cubicBezTo>
                  <a:cubicBezTo>
                    <a:pt x="436" y="215"/>
                    <a:pt x="433" y="187"/>
                    <a:pt x="429" y="158"/>
                  </a:cubicBezTo>
                  <a:lnTo>
                    <a:pt x="429" y="158"/>
                  </a:lnTo>
                  <a:cubicBezTo>
                    <a:pt x="425" y="124"/>
                    <a:pt x="423" y="89"/>
                    <a:pt x="424" y="56"/>
                  </a:cubicBezTo>
                  <a:cubicBezTo>
                    <a:pt x="426" y="22"/>
                    <a:pt x="397" y="0"/>
                    <a:pt x="3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7">
              <a:extLst>
                <a:ext uri="{FF2B5EF4-FFF2-40B4-BE49-F238E27FC236}">
                  <a16:creationId xmlns:a16="http://schemas.microsoft.com/office/drawing/2014/main" id="{41B16B14-28C9-9A59-1F33-2507473135FE}"/>
                </a:ext>
              </a:extLst>
            </p:cNvPr>
            <p:cNvSpPr/>
            <p:nvPr/>
          </p:nvSpPr>
          <p:spPr>
            <a:xfrm>
              <a:off x="6185903" y="1180954"/>
              <a:ext cx="22655" cy="28521"/>
            </a:xfrm>
            <a:custGeom>
              <a:avLst/>
              <a:gdLst/>
              <a:ahLst/>
              <a:cxnLst/>
              <a:rect l="l" t="t" r="r" b="b"/>
              <a:pathLst>
                <a:path w="726" h="914" extrusionOk="0">
                  <a:moveTo>
                    <a:pt x="217" y="0"/>
                  </a:moveTo>
                  <a:cubicBezTo>
                    <a:pt x="200" y="0"/>
                    <a:pt x="183" y="3"/>
                    <a:pt x="167" y="8"/>
                  </a:cubicBezTo>
                  <a:cubicBezTo>
                    <a:pt x="132" y="21"/>
                    <a:pt x="99" y="38"/>
                    <a:pt x="72" y="63"/>
                  </a:cubicBezTo>
                  <a:cubicBezTo>
                    <a:pt x="29" y="103"/>
                    <a:pt x="13" y="161"/>
                    <a:pt x="9" y="216"/>
                  </a:cubicBezTo>
                  <a:cubicBezTo>
                    <a:pt x="2" y="294"/>
                    <a:pt x="1" y="375"/>
                    <a:pt x="27" y="450"/>
                  </a:cubicBezTo>
                  <a:cubicBezTo>
                    <a:pt x="53" y="523"/>
                    <a:pt x="85" y="596"/>
                    <a:pt x="123" y="663"/>
                  </a:cubicBezTo>
                  <a:cubicBezTo>
                    <a:pt x="147" y="705"/>
                    <a:pt x="179" y="741"/>
                    <a:pt x="215" y="771"/>
                  </a:cubicBezTo>
                  <a:cubicBezTo>
                    <a:pt x="266" y="813"/>
                    <a:pt x="313" y="854"/>
                    <a:pt x="374" y="876"/>
                  </a:cubicBezTo>
                  <a:cubicBezTo>
                    <a:pt x="435" y="897"/>
                    <a:pt x="499" y="905"/>
                    <a:pt x="562" y="912"/>
                  </a:cubicBezTo>
                  <a:cubicBezTo>
                    <a:pt x="566" y="913"/>
                    <a:pt x="570" y="913"/>
                    <a:pt x="574" y="913"/>
                  </a:cubicBezTo>
                  <a:cubicBezTo>
                    <a:pt x="656" y="913"/>
                    <a:pt x="726" y="810"/>
                    <a:pt x="697" y="734"/>
                  </a:cubicBezTo>
                  <a:cubicBezTo>
                    <a:pt x="684" y="700"/>
                    <a:pt x="674" y="664"/>
                    <a:pt x="665" y="628"/>
                  </a:cubicBezTo>
                  <a:cubicBezTo>
                    <a:pt x="656" y="582"/>
                    <a:pt x="635" y="540"/>
                    <a:pt x="616" y="497"/>
                  </a:cubicBezTo>
                  <a:cubicBezTo>
                    <a:pt x="605" y="469"/>
                    <a:pt x="594" y="439"/>
                    <a:pt x="579" y="413"/>
                  </a:cubicBezTo>
                  <a:cubicBezTo>
                    <a:pt x="567" y="395"/>
                    <a:pt x="556" y="377"/>
                    <a:pt x="544" y="360"/>
                  </a:cubicBezTo>
                  <a:cubicBezTo>
                    <a:pt x="526" y="329"/>
                    <a:pt x="512" y="298"/>
                    <a:pt x="498" y="267"/>
                  </a:cubicBezTo>
                  <a:cubicBezTo>
                    <a:pt x="492" y="249"/>
                    <a:pt x="484" y="232"/>
                    <a:pt x="475" y="217"/>
                  </a:cubicBezTo>
                  <a:cubicBezTo>
                    <a:pt x="468" y="205"/>
                    <a:pt x="458" y="192"/>
                    <a:pt x="451" y="180"/>
                  </a:cubicBezTo>
                  <a:cubicBezTo>
                    <a:pt x="436" y="157"/>
                    <a:pt x="423" y="133"/>
                    <a:pt x="411" y="107"/>
                  </a:cubicBezTo>
                  <a:cubicBezTo>
                    <a:pt x="390" y="67"/>
                    <a:pt x="348" y="36"/>
                    <a:pt x="307" y="20"/>
                  </a:cubicBezTo>
                  <a:cubicBezTo>
                    <a:pt x="280" y="8"/>
                    <a:pt x="248" y="0"/>
                    <a:pt x="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7">
              <a:extLst>
                <a:ext uri="{FF2B5EF4-FFF2-40B4-BE49-F238E27FC236}">
                  <a16:creationId xmlns:a16="http://schemas.microsoft.com/office/drawing/2014/main" id="{CF8ABC97-CA72-9DC7-BED5-5A9B7890C9E3}"/>
                </a:ext>
              </a:extLst>
            </p:cNvPr>
            <p:cNvSpPr/>
            <p:nvPr/>
          </p:nvSpPr>
          <p:spPr>
            <a:xfrm>
              <a:off x="6278301" y="1233940"/>
              <a:ext cx="14885" cy="10735"/>
            </a:xfrm>
            <a:custGeom>
              <a:avLst/>
              <a:gdLst/>
              <a:ahLst/>
              <a:cxnLst/>
              <a:rect l="l" t="t" r="r" b="b"/>
              <a:pathLst>
                <a:path w="477" h="344" extrusionOk="0">
                  <a:moveTo>
                    <a:pt x="130" y="0"/>
                  </a:moveTo>
                  <a:cubicBezTo>
                    <a:pt x="120" y="0"/>
                    <a:pt x="110" y="1"/>
                    <a:pt x="100" y="3"/>
                  </a:cubicBezTo>
                  <a:cubicBezTo>
                    <a:pt x="74" y="11"/>
                    <a:pt x="52" y="27"/>
                    <a:pt x="35" y="49"/>
                  </a:cubicBezTo>
                  <a:cubicBezTo>
                    <a:pt x="4" y="89"/>
                    <a:pt x="1" y="144"/>
                    <a:pt x="25" y="189"/>
                  </a:cubicBezTo>
                  <a:cubicBezTo>
                    <a:pt x="34" y="205"/>
                    <a:pt x="50" y="223"/>
                    <a:pt x="61" y="238"/>
                  </a:cubicBezTo>
                  <a:cubicBezTo>
                    <a:pt x="67" y="245"/>
                    <a:pt x="73" y="251"/>
                    <a:pt x="79" y="259"/>
                  </a:cubicBezTo>
                  <a:cubicBezTo>
                    <a:pt x="108" y="292"/>
                    <a:pt x="143" y="321"/>
                    <a:pt x="188" y="330"/>
                  </a:cubicBezTo>
                  <a:cubicBezTo>
                    <a:pt x="219" y="337"/>
                    <a:pt x="252" y="343"/>
                    <a:pt x="284" y="344"/>
                  </a:cubicBezTo>
                  <a:cubicBezTo>
                    <a:pt x="286" y="344"/>
                    <a:pt x="288" y="344"/>
                    <a:pt x="290" y="344"/>
                  </a:cubicBezTo>
                  <a:cubicBezTo>
                    <a:pt x="328" y="344"/>
                    <a:pt x="364" y="324"/>
                    <a:pt x="396" y="306"/>
                  </a:cubicBezTo>
                  <a:cubicBezTo>
                    <a:pt x="460" y="270"/>
                    <a:pt x="477" y="170"/>
                    <a:pt x="420" y="120"/>
                  </a:cubicBezTo>
                  <a:cubicBezTo>
                    <a:pt x="413" y="113"/>
                    <a:pt x="407" y="107"/>
                    <a:pt x="402" y="102"/>
                  </a:cubicBezTo>
                  <a:cubicBezTo>
                    <a:pt x="398" y="98"/>
                    <a:pt x="395" y="94"/>
                    <a:pt x="392" y="91"/>
                  </a:cubicBezTo>
                  <a:cubicBezTo>
                    <a:pt x="376" y="76"/>
                    <a:pt x="362" y="68"/>
                    <a:pt x="346" y="60"/>
                  </a:cubicBezTo>
                  <a:lnTo>
                    <a:pt x="346" y="60"/>
                  </a:lnTo>
                  <a:cubicBezTo>
                    <a:pt x="349" y="62"/>
                    <a:pt x="352" y="63"/>
                    <a:pt x="355" y="64"/>
                  </a:cubicBezTo>
                  <a:cubicBezTo>
                    <a:pt x="339" y="58"/>
                    <a:pt x="323" y="49"/>
                    <a:pt x="307" y="40"/>
                  </a:cubicBezTo>
                  <a:cubicBezTo>
                    <a:pt x="293" y="32"/>
                    <a:pt x="281" y="23"/>
                    <a:pt x="261" y="19"/>
                  </a:cubicBezTo>
                  <a:cubicBezTo>
                    <a:pt x="246" y="16"/>
                    <a:pt x="228" y="14"/>
                    <a:pt x="211" y="13"/>
                  </a:cubicBezTo>
                  <a:cubicBezTo>
                    <a:pt x="196" y="10"/>
                    <a:pt x="182" y="7"/>
                    <a:pt x="167" y="3"/>
                  </a:cubicBezTo>
                  <a:cubicBezTo>
                    <a:pt x="155" y="2"/>
                    <a:pt x="142" y="0"/>
                    <a:pt x="1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7">
              <a:extLst>
                <a:ext uri="{FF2B5EF4-FFF2-40B4-BE49-F238E27FC236}">
                  <a16:creationId xmlns:a16="http://schemas.microsoft.com/office/drawing/2014/main" id="{4D780772-E2B6-1EAD-9BFA-5C98E78C2CCF}"/>
                </a:ext>
              </a:extLst>
            </p:cNvPr>
            <p:cNvSpPr/>
            <p:nvPr/>
          </p:nvSpPr>
          <p:spPr>
            <a:xfrm>
              <a:off x="6387674" y="1209757"/>
              <a:ext cx="18286" cy="11920"/>
            </a:xfrm>
            <a:custGeom>
              <a:avLst/>
              <a:gdLst/>
              <a:ahLst/>
              <a:cxnLst/>
              <a:rect l="l" t="t" r="r" b="b"/>
              <a:pathLst>
                <a:path w="586" h="382" extrusionOk="0">
                  <a:moveTo>
                    <a:pt x="493" y="22"/>
                  </a:moveTo>
                  <a:cubicBezTo>
                    <a:pt x="498" y="24"/>
                    <a:pt x="502" y="26"/>
                    <a:pt x="506" y="28"/>
                  </a:cubicBezTo>
                  <a:cubicBezTo>
                    <a:pt x="502" y="26"/>
                    <a:pt x="498" y="24"/>
                    <a:pt x="493" y="22"/>
                  </a:cubicBezTo>
                  <a:close/>
                  <a:moveTo>
                    <a:pt x="271" y="56"/>
                  </a:moveTo>
                  <a:cubicBezTo>
                    <a:pt x="269" y="58"/>
                    <a:pt x="267" y="60"/>
                    <a:pt x="265" y="61"/>
                  </a:cubicBezTo>
                  <a:cubicBezTo>
                    <a:pt x="267" y="60"/>
                    <a:pt x="269" y="58"/>
                    <a:pt x="271" y="56"/>
                  </a:cubicBezTo>
                  <a:close/>
                  <a:moveTo>
                    <a:pt x="416" y="1"/>
                  </a:moveTo>
                  <a:cubicBezTo>
                    <a:pt x="415" y="1"/>
                    <a:pt x="414" y="1"/>
                    <a:pt x="413" y="1"/>
                  </a:cubicBezTo>
                  <a:cubicBezTo>
                    <a:pt x="393" y="2"/>
                    <a:pt x="373" y="6"/>
                    <a:pt x="355" y="10"/>
                  </a:cubicBezTo>
                  <a:cubicBezTo>
                    <a:pt x="327" y="17"/>
                    <a:pt x="305" y="30"/>
                    <a:pt x="284" y="46"/>
                  </a:cubicBezTo>
                  <a:lnTo>
                    <a:pt x="284" y="46"/>
                  </a:lnTo>
                  <a:cubicBezTo>
                    <a:pt x="289" y="42"/>
                    <a:pt x="294" y="38"/>
                    <a:pt x="299" y="34"/>
                  </a:cubicBezTo>
                  <a:lnTo>
                    <a:pt x="299" y="34"/>
                  </a:lnTo>
                  <a:cubicBezTo>
                    <a:pt x="281" y="48"/>
                    <a:pt x="262" y="60"/>
                    <a:pt x="244" y="71"/>
                  </a:cubicBezTo>
                  <a:cubicBezTo>
                    <a:pt x="234" y="75"/>
                    <a:pt x="225" y="79"/>
                    <a:pt x="215" y="85"/>
                  </a:cubicBezTo>
                  <a:cubicBezTo>
                    <a:pt x="207" y="89"/>
                    <a:pt x="200" y="96"/>
                    <a:pt x="192" y="102"/>
                  </a:cubicBezTo>
                  <a:cubicBezTo>
                    <a:pt x="170" y="119"/>
                    <a:pt x="145" y="134"/>
                    <a:pt x="120" y="146"/>
                  </a:cubicBezTo>
                  <a:lnTo>
                    <a:pt x="119" y="146"/>
                  </a:lnTo>
                  <a:cubicBezTo>
                    <a:pt x="113" y="148"/>
                    <a:pt x="105" y="151"/>
                    <a:pt x="98" y="154"/>
                  </a:cubicBezTo>
                  <a:cubicBezTo>
                    <a:pt x="84" y="158"/>
                    <a:pt x="70" y="161"/>
                    <a:pt x="55" y="163"/>
                  </a:cubicBezTo>
                  <a:cubicBezTo>
                    <a:pt x="29" y="168"/>
                    <a:pt x="8" y="196"/>
                    <a:pt x="5" y="222"/>
                  </a:cubicBezTo>
                  <a:cubicBezTo>
                    <a:pt x="1" y="252"/>
                    <a:pt x="15" y="275"/>
                    <a:pt x="38" y="293"/>
                  </a:cubicBezTo>
                  <a:cubicBezTo>
                    <a:pt x="75" y="320"/>
                    <a:pt x="115" y="339"/>
                    <a:pt x="158" y="356"/>
                  </a:cubicBezTo>
                  <a:cubicBezTo>
                    <a:pt x="199" y="371"/>
                    <a:pt x="244" y="382"/>
                    <a:pt x="289" y="382"/>
                  </a:cubicBezTo>
                  <a:cubicBezTo>
                    <a:pt x="306" y="382"/>
                    <a:pt x="322" y="380"/>
                    <a:pt x="339" y="377"/>
                  </a:cubicBezTo>
                  <a:cubicBezTo>
                    <a:pt x="357" y="373"/>
                    <a:pt x="375" y="367"/>
                    <a:pt x="393" y="361"/>
                  </a:cubicBezTo>
                  <a:cubicBezTo>
                    <a:pt x="436" y="345"/>
                    <a:pt x="478" y="328"/>
                    <a:pt x="513" y="297"/>
                  </a:cubicBezTo>
                  <a:cubicBezTo>
                    <a:pt x="560" y="252"/>
                    <a:pt x="586" y="178"/>
                    <a:pt x="567" y="115"/>
                  </a:cubicBezTo>
                  <a:cubicBezTo>
                    <a:pt x="566" y="111"/>
                    <a:pt x="565" y="106"/>
                    <a:pt x="564" y="102"/>
                  </a:cubicBezTo>
                  <a:cubicBezTo>
                    <a:pt x="557" y="82"/>
                    <a:pt x="548" y="63"/>
                    <a:pt x="532" y="48"/>
                  </a:cubicBezTo>
                  <a:cubicBezTo>
                    <a:pt x="515" y="32"/>
                    <a:pt x="498" y="25"/>
                    <a:pt x="477" y="15"/>
                  </a:cubicBezTo>
                  <a:lnTo>
                    <a:pt x="477" y="15"/>
                  </a:lnTo>
                  <a:cubicBezTo>
                    <a:pt x="482" y="18"/>
                    <a:pt x="488" y="20"/>
                    <a:pt x="493" y="22"/>
                  </a:cubicBezTo>
                  <a:lnTo>
                    <a:pt x="493" y="22"/>
                  </a:lnTo>
                  <a:cubicBezTo>
                    <a:pt x="469" y="12"/>
                    <a:pt x="445" y="1"/>
                    <a:pt x="4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7">
              <a:extLst>
                <a:ext uri="{FF2B5EF4-FFF2-40B4-BE49-F238E27FC236}">
                  <a16:creationId xmlns:a16="http://schemas.microsoft.com/office/drawing/2014/main" id="{3328FCEE-2F66-F2E6-D601-769BF473BA82}"/>
                </a:ext>
              </a:extLst>
            </p:cNvPr>
            <p:cNvSpPr/>
            <p:nvPr/>
          </p:nvSpPr>
          <p:spPr>
            <a:xfrm>
              <a:off x="6146116" y="987015"/>
              <a:ext cx="9736" cy="12451"/>
            </a:xfrm>
            <a:custGeom>
              <a:avLst/>
              <a:gdLst/>
              <a:ahLst/>
              <a:cxnLst/>
              <a:rect l="l" t="t" r="r" b="b"/>
              <a:pathLst>
                <a:path w="312" h="399" extrusionOk="0">
                  <a:moveTo>
                    <a:pt x="204" y="0"/>
                  </a:moveTo>
                  <a:cubicBezTo>
                    <a:pt x="197" y="0"/>
                    <a:pt x="189" y="1"/>
                    <a:pt x="182" y="4"/>
                  </a:cubicBezTo>
                  <a:cubicBezTo>
                    <a:pt x="174" y="7"/>
                    <a:pt x="165" y="9"/>
                    <a:pt x="157" y="12"/>
                  </a:cubicBezTo>
                  <a:cubicBezTo>
                    <a:pt x="138" y="21"/>
                    <a:pt x="120" y="29"/>
                    <a:pt x="105" y="43"/>
                  </a:cubicBezTo>
                  <a:cubicBezTo>
                    <a:pt x="96" y="52"/>
                    <a:pt x="89" y="63"/>
                    <a:pt x="82" y="73"/>
                  </a:cubicBezTo>
                  <a:cubicBezTo>
                    <a:pt x="77" y="78"/>
                    <a:pt x="73" y="84"/>
                    <a:pt x="70" y="89"/>
                  </a:cubicBezTo>
                  <a:cubicBezTo>
                    <a:pt x="62" y="100"/>
                    <a:pt x="54" y="111"/>
                    <a:pt x="46" y="122"/>
                  </a:cubicBezTo>
                  <a:cubicBezTo>
                    <a:pt x="42" y="128"/>
                    <a:pt x="38" y="133"/>
                    <a:pt x="35" y="138"/>
                  </a:cubicBezTo>
                  <a:cubicBezTo>
                    <a:pt x="18" y="163"/>
                    <a:pt x="15" y="190"/>
                    <a:pt x="12" y="219"/>
                  </a:cubicBezTo>
                  <a:cubicBezTo>
                    <a:pt x="8" y="250"/>
                    <a:pt x="0" y="287"/>
                    <a:pt x="8" y="317"/>
                  </a:cubicBezTo>
                  <a:cubicBezTo>
                    <a:pt x="17" y="348"/>
                    <a:pt x="53" y="399"/>
                    <a:pt x="90" y="399"/>
                  </a:cubicBezTo>
                  <a:lnTo>
                    <a:pt x="107" y="399"/>
                  </a:lnTo>
                  <a:cubicBezTo>
                    <a:pt x="142" y="399"/>
                    <a:pt x="173" y="388"/>
                    <a:pt x="197" y="363"/>
                  </a:cubicBezTo>
                  <a:cubicBezTo>
                    <a:pt x="214" y="346"/>
                    <a:pt x="230" y="328"/>
                    <a:pt x="245" y="311"/>
                  </a:cubicBezTo>
                  <a:cubicBezTo>
                    <a:pt x="265" y="290"/>
                    <a:pt x="277" y="270"/>
                    <a:pt x="285" y="242"/>
                  </a:cubicBezTo>
                  <a:cubicBezTo>
                    <a:pt x="286" y="235"/>
                    <a:pt x="287" y="228"/>
                    <a:pt x="289" y="222"/>
                  </a:cubicBezTo>
                  <a:lnTo>
                    <a:pt x="296" y="187"/>
                  </a:lnTo>
                  <a:cubicBezTo>
                    <a:pt x="304" y="158"/>
                    <a:pt x="312" y="125"/>
                    <a:pt x="302" y="95"/>
                  </a:cubicBezTo>
                  <a:cubicBezTo>
                    <a:pt x="299" y="86"/>
                    <a:pt x="295" y="76"/>
                    <a:pt x="291" y="66"/>
                  </a:cubicBezTo>
                  <a:cubicBezTo>
                    <a:pt x="283" y="45"/>
                    <a:pt x="271" y="24"/>
                    <a:pt x="250" y="12"/>
                  </a:cubicBezTo>
                  <a:cubicBezTo>
                    <a:pt x="237" y="5"/>
                    <a:pt x="220" y="0"/>
                    <a:pt x="2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7">
              <a:extLst>
                <a:ext uri="{FF2B5EF4-FFF2-40B4-BE49-F238E27FC236}">
                  <a16:creationId xmlns:a16="http://schemas.microsoft.com/office/drawing/2014/main" id="{15501BBA-91C4-787A-40EF-5A6F22952C42}"/>
                </a:ext>
              </a:extLst>
            </p:cNvPr>
            <p:cNvSpPr/>
            <p:nvPr/>
          </p:nvSpPr>
          <p:spPr>
            <a:xfrm>
              <a:off x="6315372" y="986017"/>
              <a:ext cx="26930" cy="25338"/>
            </a:xfrm>
            <a:custGeom>
              <a:avLst/>
              <a:gdLst/>
              <a:ahLst/>
              <a:cxnLst/>
              <a:rect l="l" t="t" r="r" b="b"/>
              <a:pathLst>
                <a:path w="863" h="812" extrusionOk="0">
                  <a:moveTo>
                    <a:pt x="395" y="1"/>
                  </a:moveTo>
                  <a:cubicBezTo>
                    <a:pt x="390" y="1"/>
                    <a:pt x="385" y="1"/>
                    <a:pt x="380" y="2"/>
                  </a:cubicBezTo>
                  <a:cubicBezTo>
                    <a:pt x="350" y="4"/>
                    <a:pt x="319" y="9"/>
                    <a:pt x="288" y="13"/>
                  </a:cubicBezTo>
                  <a:cubicBezTo>
                    <a:pt x="284" y="14"/>
                    <a:pt x="280" y="15"/>
                    <a:pt x="276" y="16"/>
                  </a:cubicBezTo>
                  <a:cubicBezTo>
                    <a:pt x="272" y="17"/>
                    <a:pt x="269" y="18"/>
                    <a:pt x="265" y="19"/>
                  </a:cubicBezTo>
                  <a:cubicBezTo>
                    <a:pt x="244" y="27"/>
                    <a:pt x="209" y="41"/>
                    <a:pt x="189" y="52"/>
                  </a:cubicBezTo>
                  <a:cubicBezTo>
                    <a:pt x="187" y="53"/>
                    <a:pt x="185" y="54"/>
                    <a:pt x="183" y="55"/>
                  </a:cubicBezTo>
                  <a:cubicBezTo>
                    <a:pt x="154" y="71"/>
                    <a:pt x="127" y="92"/>
                    <a:pt x="105" y="115"/>
                  </a:cubicBezTo>
                  <a:cubicBezTo>
                    <a:pt x="105" y="114"/>
                    <a:pt x="105" y="114"/>
                    <a:pt x="105" y="114"/>
                  </a:cubicBezTo>
                  <a:lnTo>
                    <a:pt x="105" y="114"/>
                  </a:lnTo>
                  <a:cubicBezTo>
                    <a:pt x="107" y="114"/>
                    <a:pt x="66" y="161"/>
                    <a:pt x="53" y="184"/>
                  </a:cubicBezTo>
                  <a:cubicBezTo>
                    <a:pt x="47" y="193"/>
                    <a:pt x="36" y="223"/>
                    <a:pt x="35" y="225"/>
                  </a:cubicBezTo>
                  <a:lnTo>
                    <a:pt x="35" y="225"/>
                  </a:lnTo>
                  <a:cubicBezTo>
                    <a:pt x="32" y="233"/>
                    <a:pt x="21" y="253"/>
                    <a:pt x="18" y="267"/>
                  </a:cubicBezTo>
                  <a:cubicBezTo>
                    <a:pt x="1" y="335"/>
                    <a:pt x="6" y="380"/>
                    <a:pt x="17" y="447"/>
                  </a:cubicBezTo>
                  <a:cubicBezTo>
                    <a:pt x="20" y="466"/>
                    <a:pt x="29" y="482"/>
                    <a:pt x="36" y="500"/>
                  </a:cubicBezTo>
                  <a:cubicBezTo>
                    <a:pt x="57" y="549"/>
                    <a:pt x="64" y="567"/>
                    <a:pt x="107" y="611"/>
                  </a:cubicBezTo>
                  <a:cubicBezTo>
                    <a:pt x="112" y="615"/>
                    <a:pt x="116" y="618"/>
                    <a:pt x="121" y="622"/>
                  </a:cubicBezTo>
                  <a:cubicBezTo>
                    <a:pt x="125" y="626"/>
                    <a:pt x="131" y="631"/>
                    <a:pt x="137" y="635"/>
                  </a:cubicBezTo>
                  <a:cubicBezTo>
                    <a:pt x="150" y="654"/>
                    <a:pt x="167" y="673"/>
                    <a:pt x="180" y="690"/>
                  </a:cubicBezTo>
                  <a:cubicBezTo>
                    <a:pt x="183" y="693"/>
                    <a:pt x="186" y="696"/>
                    <a:pt x="189" y="700"/>
                  </a:cubicBezTo>
                  <a:cubicBezTo>
                    <a:pt x="200" y="711"/>
                    <a:pt x="214" y="722"/>
                    <a:pt x="229" y="731"/>
                  </a:cubicBezTo>
                  <a:cubicBezTo>
                    <a:pt x="252" y="754"/>
                    <a:pt x="280" y="771"/>
                    <a:pt x="311" y="779"/>
                  </a:cubicBezTo>
                  <a:cubicBezTo>
                    <a:pt x="326" y="790"/>
                    <a:pt x="342" y="796"/>
                    <a:pt x="359" y="798"/>
                  </a:cubicBezTo>
                  <a:cubicBezTo>
                    <a:pt x="392" y="803"/>
                    <a:pt x="424" y="807"/>
                    <a:pt x="458" y="812"/>
                  </a:cubicBezTo>
                  <a:lnTo>
                    <a:pt x="469" y="812"/>
                  </a:lnTo>
                  <a:cubicBezTo>
                    <a:pt x="507" y="811"/>
                    <a:pt x="547" y="807"/>
                    <a:pt x="584" y="795"/>
                  </a:cubicBezTo>
                  <a:cubicBezTo>
                    <a:pt x="615" y="784"/>
                    <a:pt x="647" y="774"/>
                    <a:pt x="676" y="756"/>
                  </a:cubicBezTo>
                  <a:cubicBezTo>
                    <a:pt x="677" y="755"/>
                    <a:pt x="679" y="754"/>
                    <a:pt x="680" y="753"/>
                  </a:cubicBezTo>
                  <a:cubicBezTo>
                    <a:pt x="690" y="747"/>
                    <a:pt x="743" y="707"/>
                    <a:pt x="751" y="697"/>
                  </a:cubicBezTo>
                  <a:lnTo>
                    <a:pt x="755" y="694"/>
                  </a:lnTo>
                  <a:cubicBezTo>
                    <a:pt x="755" y="694"/>
                    <a:pt x="756" y="693"/>
                    <a:pt x="756" y="692"/>
                  </a:cubicBezTo>
                  <a:cubicBezTo>
                    <a:pt x="774" y="669"/>
                    <a:pt x="792" y="646"/>
                    <a:pt x="810" y="623"/>
                  </a:cubicBezTo>
                  <a:lnTo>
                    <a:pt x="813" y="619"/>
                  </a:lnTo>
                  <a:cubicBezTo>
                    <a:pt x="817" y="611"/>
                    <a:pt x="845" y="545"/>
                    <a:pt x="848" y="535"/>
                  </a:cubicBezTo>
                  <a:cubicBezTo>
                    <a:pt x="848" y="534"/>
                    <a:pt x="848" y="533"/>
                    <a:pt x="849" y="532"/>
                  </a:cubicBezTo>
                  <a:cubicBezTo>
                    <a:pt x="851" y="523"/>
                    <a:pt x="861" y="450"/>
                    <a:pt x="861" y="440"/>
                  </a:cubicBezTo>
                  <a:cubicBezTo>
                    <a:pt x="862" y="439"/>
                    <a:pt x="861" y="437"/>
                    <a:pt x="861" y="436"/>
                  </a:cubicBezTo>
                  <a:cubicBezTo>
                    <a:pt x="862" y="429"/>
                    <a:pt x="863" y="421"/>
                    <a:pt x="863" y="416"/>
                  </a:cubicBezTo>
                  <a:cubicBezTo>
                    <a:pt x="863" y="414"/>
                    <a:pt x="863" y="412"/>
                    <a:pt x="863" y="409"/>
                  </a:cubicBezTo>
                  <a:cubicBezTo>
                    <a:pt x="861" y="394"/>
                    <a:pt x="859" y="379"/>
                    <a:pt x="857" y="366"/>
                  </a:cubicBezTo>
                  <a:cubicBezTo>
                    <a:pt x="856" y="350"/>
                    <a:pt x="854" y="334"/>
                    <a:pt x="850" y="319"/>
                  </a:cubicBezTo>
                  <a:cubicBezTo>
                    <a:pt x="849" y="318"/>
                    <a:pt x="849" y="315"/>
                    <a:pt x="848" y="313"/>
                  </a:cubicBezTo>
                  <a:cubicBezTo>
                    <a:pt x="848" y="312"/>
                    <a:pt x="848" y="311"/>
                    <a:pt x="847" y="310"/>
                  </a:cubicBezTo>
                  <a:cubicBezTo>
                    <a:pt x="837" y="284"/>
                    <a:pt x="825" y="259"/>
                    <a:pt x="815" y="233"/>
                  </a:cubicBezTo>
                  <a:cubicBezTo>
                    <a:pt x="806" y="215"/>
                    <a:pt x="793" y="201"/>
                    <a:pt x="781" y="186"/>
                  </a:cubicBezTo>
                  <a:cubicBezTo>
                    <a:pt x="766" y="166"/>
                    <a:pt x="754" y="149"/>
                    <a:pt x="735" y="133"/>
                  </a:cubicBezTo>
                  <a:cubicBezTo>
                    <a:pt x="709" y="112"/>
                    <a:pt x="677" y="83"/>
                    <a:pt x="643" y="66"/>
                  </a:cubicBezTo>
                  <a:cubicBezTo>
                    <a:pt x="611" y="50"/>
                    <a:pt x="577" y="36"/>
                    <a:pt x="543" y="23"/>
                  </a:cubicBezTo>
                  <a:cubicBezTo>
                    <a:pt x="534" y="20"/>
                    <a:pt x="525" y="17"/>
                    <a:pt x="516" y="16"/>
                  </a:cubicBezTo>
                  <a:cubicBezTo>
                    <a:pt x="480" y="9"/>
                    <a:pt x="444" y="5"/>
                    <a:pt x="409" y="2"/>
                  </a:cubicBezTo>
                  <a:cubicBezTo>
                    <a:pt x="404" y="1"/>
                    <a:pt x="399" y="1"/>
                    <a:pt x="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7">
              <a:extLst>
                <a:ext uri="{FF2B5EF4-FFF2-40B4-BE49-F238E27FC236}">
                  <a16:creationId xmlns:a16="http://schemas.microsoft.com/office/drawing/2014/main" id="{BA993062-83F8-E59B-D241-A056B52D7F20}"/>
                </a:ext>
              </a:extLst>
            </p:cNvPr>
            <p:cNvSpPr/>
            <p:nvPr/>
          </p:nvSpPr>
          <p:spPr>
            <a:xfrm>
              <a:off x="6347076" y="968043"/>
              <a:ext cx="16819" cy="15759"/>
            </a:xfrm>
            <a:custGeom>
              <a:avLst/>
              <a:gdLst/>
              <a:ahLst/>
              <a:cxnLst/>
              <a:rect l="l" t="t" r="r" b="b"/>
              <a:pathLst>
                <a:path w="539" h="505" extrusionOk="0">
                  <a:moveTo>
                    <a:pt x="284" y="0"/>
                  </a:moveTo>
                  <a:cubicBezTo>
                    <a:pt x="267" y="0"/>
                    <a:pt x="250" y="2"/>
                    <a:pt x="231" y="8"/>
                  </a:cubicBezTo>
                  <a:cubicBezTo>
                    <a:pt x="211" y="15"/>
                    <a:pt x="189" y="26"/>
                    <a:pt x="170" y="34"/>
                  </a:cubicBezTo>
                  <a:cubicBezTo>
                    <a:pt x="164" y="37"/>
                    <a:pt x="158" y="40"/>
                    <a:pt x="152" y="43"/>
                  </a:cubicBezTo>
                  <a:cubicBezTo>
                    <a:pt x="146" y="45"/>
                    <a:pt x="140" y="48"/>
                    <a:pt x="135" y="50"/>
                  </a:cubicBezTo>
                  <a:cubicBezTo>
                    <a:pt x="113" y="60"/>
                    <a:pt x="105" y="65"/>
                    <a:pt x="79" y="91"/>
                  </a:cubicBezTo>
                  <a:cubicBezTo>
                    <a:pt x="53" y="117"/>
                    <a:pt x="21" y="163"/>
                    <a:pt x="14" y="200"/>
                  </a:cubicBezTo>
                  <a:cubicBezTo>
                    <a:pt x="13" y="210"/>
                    <a:pt x="12" y="220"/>
                    <a:pt x="10" y="230"/>
                  </a:cubicBezTo>
                  <a:cubicBezTo>
                    <a:pt x="2" y="257"/>
                    <a:pt x="1" y="285"/>
                    <a:pt x="7" y="313"/>
                  </a:cubicBezTo>
                  <a:cubicBezTo>
                    <a:pt x="8" y="341"/>
                    <a:pt x="17" y="367"/>
                    <a:pt x="31" y="391"/>
                  </a:cubicBezTo>
                  <a:cubicBezTo>
                    <a:pt x="43" y="405"/>
                    <a:pt x="53" y="419"/>
                    <a:pt x="65" y="433"/>
                  </a:cubicBezTo>
                  <a:cubicBezTo>
                    <a:pt x="91" y="459"/>
                    <a:pt x="121" y="477"/>
                    <a:pt x="157" y="486"/>
                  </a:cubicBezTo>
                  <a:cubicBezTo>
                    <a:pt x="165" y="490"/>
                    <a:pt x="174" y="493"/>
                    <a:pt x="183" y="496"/>
                  </a:cubicBezTo>
                  <a:cubicBezTo>
                    <a:pt x="202" y="501"/>
                    <a:pt x="221" y="504"/>
                    <a:pt x="239" y="504"/>
                  </a:cubicBezTo>
                  <a:cubicBezTo>
                    <a:pt x="252" y="504"/>
                    <a:pt x="265" y="503"/>
                    <a:pt x="278" y="500"/>
                  </a:cubicBezTo>
                  <a:cubicBezTo>
                    <a:pt x="291" y="500"/>
                    <a:pt x="302" y="498"/>
                    <a:pt x="314" y="495"/>
                  </a:cubicBezTo>
                  <a:lnTo>
                    <a:pt x="371" y="470"/>
                  </a:lnTo>
                  <a:cubicBezTo>
                    <a:pt x="389" y="458"/>
                    <a:pt x="406" y="445"/>
                    <a:pt x="422" y="431"/>
                  </a:cubicBezTo>
                  <a:cubicBezTo>
                    <a:pt x="427" y="427"/>
                    <a:pt x="432" y="423"/>
                    <a:pt x="437" y="418"/>
                  </a:cubicBezTo>
                  <a:cubicBezTo>
                    <a:pt x="441" y="415"/>
                    <a:pt x="446" y="411"/>
                    <a:pt x="451" y="407"/>
                  </a:cubicBezTo>
                  <a:cubicBezTo>
                    <a:pt x="453" y="405"/>
                    <a:pt x="456" y="403"/>
                    <a:pt x="459" y="401"/>
                  </a:cubicBezTo>
                  <a:cubicBezTo>
                    <a:pt x="471" y="384"/>
                    <a:pt x="483" y="368"/>
                    <a:pt x="496" y="352"/>
                  </a:cubicBezTo>
                  <a:cubicBezTo>
                    <a:pt x="504" y="334"/>
                    <a:pt x="513" y="314"/>
                    <a:pt x="520" y="294"/>
                  </a:cubicBezTo>
                  <a:cubicBezTo>
                    <a:pt x="523" y="284"/>
                    <a:pt x="526" y="275"/>
                    <a:pt x="529" y="266"/>
                  </a:cubicBezTo>
                  <a:cubicBezTo>
                    <a:pt x="538" y="238"/>
                    <a:pt x="539" y="211"/>
                    <a:pt x="533" y="184"/>
                  </a:cubicBezTo>
                  <a:cubicBezTo>
                    <a:pt x="531" y="157"/>
                    <a:pt x="523" y="131"/>
                    <a:pt x="508" y="108"/>
                  </a:cubicBezTo>
                  <a:cubicBezTo>
                    <a:pt x="498" y="94"/>
                    <a:pt x="487" y="79"/>
                    <a:pt x="476" y="66"/>
                  </a:cubicBezTo>
                  <a:cubicBezTo>
                    <a:pt x="451" y="41"/>
                    <a:pt x="421" y="23"/>
                    <a:pt x="385" y="12"/>
                  </a:cubicBezTo>
                  <a:cubicBezTo>
                    <a:pt x="377" y="11"/>
                    <a:pt x="367" y="10"/>
                    <a:pt x="358" y="8"/>
                  </a:cubicBezTo>
                  <a:cubicBezTo>
                    <a:pt x="330" y="4"/>
                    <a:pt x="307" y="0"/>
                    <a:pt x="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7">
              <a:extLst>
                <a:ext uri="{FF2B5EF4-FFF2-40B4-BE49-F238E27FC236}">
                  <a16:creationId xmlns:a16="http://schemas.microsoft.com/office/drawing/2014/main" id="{EB619DD2-8CD0-B2FA-61DD-DF05B2096787}"/>
                </a:ext>
              </a:extLst>
            </p:cNvPr>
            <p:cNvSpPr/>
            <p:nvPr/>
          </p:nvSpPr>
          <p:spPr>
            <a:xfrm>
              <a:off x="6337746" y="1085280"/>
              <a:ext cx="41471" cy="31517"/>
            </a:xfrm>
            <a:custGeom>
              <a:avLst/>
              <a:gdLst/>
              <a:ahLst/>
              <a:cxnLst/>
              <a:rect l="l" t="t" r="r" b="b"/>
              <a:pathLst>
                <a:path w="1329" h="1010" extrusionOk="0">
                  <a:moveTo>
                    <a:pt x="389" y="1"/>
                  </a:moveTo>
                  <a:cubicBezTo>
                    <a:pt x="370" y="1"/>
                    <a:pt x="350" y="3"/>
                    <a:pt x="331" y="7"/>
                  </a:cubicBezTo>
                  <a:cubicBezTo>
                    <a:pt x="259" y="17"/>
                    <a:pt x="184" y="46"/>
                    <a:pt x="133" y="102"/>
                  </a:cubicBezTo>
                  <a:cubicBezTo>
                    <a:pt x="30" y="215"/>
                    <a:pt x="0" y="382"/>
                    <a:pt x="80" y="518"/>
                  </a:cubicBezTo>
                  <a:cubicBezTo>
                    <a:pt x="167" y="668"/>
                    <a:pt x="287" y="788"/>
                    <a:pt x="431" y="884"/>
                  </a:cubicBezTo>
                  <a:cubicBezTo>
                    <a:pt x="475" y="915"/>
                    <a:pt x="529" y="933"/>
                    <a:pt x="578" y="951"/>
                  </a:cubicBezTo>
                  <a:cubicBezTo>
                    <a:pt x="604" y="962"/>
                    <a:pt x="632" y="971"/>
                    <a:pt x="660" y="979"/>
                  </a:cubicBezTo>
                  <a:cubicBezTo>
                    <a:pt x="689" y="986"/>
                    <a:pt x="720" y="992"/>
                    <a:pt x="750" y="996"/>
                  </a:cubicBezTo>
                  <a:cubicBezTo>
                    <a:pt x="778" y="1001"/>
                    <a:pt x="812" y="1009"/>
                    <a:pt x="841" y="1009"/>
                  </a:cubicBezTo>
                  <a:cubicBezTo>
                    <a:pt x="892" y="1008"/>
                    <a:pt x="950" y="993"/>
                    <a:pt x="995" y="967"/>
                  </a:cubicBezTo>
                  <a:cubicBezTo>
                    <a:pt x="999" y="964"/>
                    <a:pt x="1003" y="960"/>
                    <a:pt x="1007" y="957"/>
                  </a:cubicBezTo>
                  <a:cubicBezTo>
                    <a:pt x="1010" y="956"/>
                    <a:pt x="1012" y="956"/>
                    <a:pt x="1015" y="956"/>
                  </a:cubicBezTo>
                  <a:cubicBezTo>
                    <a:pt x="1017" y="956"/>
                    <a:pt x="1019" y="956"/>
                    <a:pt x="1021" y="956"/>
                  </a:cubicBezTo>
                  <a:cubicBezTo>
                    <a:pt x="1067" y="954"/>
                    <a:pt x="1110" y="940"/>
                    <a:pt x="1150" y="914"/>
                  </a:cubicBezTo>
                  <a:cubicBezTo>
                    <a:pt x="1221" y="872"/>
                    <a:pt x="1290" y="790"/>
                    <a:pt x="1309" y="708"/>
                  </a:cubicBezTo>
                  <a:cubicBezTo>
                    <a:pt x="1329" y="620"/>
                    <a:pt x="1324" y="520"/>
                    <a:pt x="1273" y="442"/>
                  </a:cubicBezTo>
                  <a:cubicBezTo>
                    <a:pt x="1234" y="381"/>
                    <a:pt x="1181" y="335"/>
                    <a:pt x="1117" y="305"/>
                  </a:cubicBezTo>
                  <a:lnTo>
                    <a:pt x="1117" y="305"/>
                  </a:lnTo>
                  <a:cubicBezTo>
                    <a:pt x="1118" y="306"/>
                    <a:pt x="1119" y="306"/>
                    <a:pt x="1120" y="307"/>
                  </a:cubicBezTo>
                  <a:cubicBezTo>
                    <a:pt x="1074" y="287"/>
                    <a:pt x="1031" y="263"/>
                    <a:pt x="985" y="242"/>
                  </a:cubicBezTo>
                  <a:lnTo>
                    <a:pt x="842" y="178"/>
                  </a:lnTo>
                  <a:cubicBezTo>
                    <a:pt x="745" y="135"/>
                    <a:pt x="647" y="91"/>
                    <a:pt x="550" y="48"/>
                  </a:cubicBezTo>
                  <a:cubicBezTo>
                    <a:pt x="523" y="37"/>
                    <a:pt x="496" y="24"/>
                    <a:pt x="468" y="13"/>
                  </a:cubicBezTo>
                  <a:cubicBezTo>
                    <a:pt x="442" y="5"/>
                    <a:pt x="415" y="1"/>
                    <a:pt x="3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7">
              <a:extLst>
                <a:ext uri="{FF2B5EF4-FFF2-40B4-BE49-F238E27FC236}">
                  <a16:creationId xmlns:a16="http://schemas.microsoft.com/office/drawing/2014/main" id="{534F3B1B-4AEF-84B6-B4CF-39403D3CDE33}"/>
                </a:ext>
              </a:extLst>
            </p:cNvPr>
            <p:cNvSpPr/>
            <p:nvPr/>
          </p:nvSpPr>
          <p:spPr>
            <a:xfrm>
              <a:off x="6386613" y="1081098"/>
              <a:ext cx="13761" cy="13075"/>
            </a:xfrm>
            <a:custGeom>
              <a:avLst/>
              <a:gdLst/>
              <a:ahLst/>
              <a:cxnLst/>
              <a:rect l="l" t="t" r="r" b="b"/>
              <a:pathLst>
                <a:path w="441" h="419" extrusionOk="0">
                  <a:moveTo>
                    <a:pt x="233" y="0"/>
                  </a:moveTo>
                  <a:cubicBezTo>
                    <a:pt x="197" y="0"/>
                    <a:pt x="161" y="10"/>
                    <a:pt x="129" y="29"/>
                  </a:cubicBezTo>
                  <a:cubicBezTo>
                    <a:pt x="127" y="32"/>
                    <a:pt x="124" y="33"/>
                    <a:pt x="121" y="35"/>
                  </a:cubicBezTo>
                  <a:cubicBezTo>
                    <a:pt x="114" y="38"/>
                    <a:pt x="108" y="42"/>
                    <a:pt x="103" y="45"/>
                  </a:cubicBezTo>
                  <a:cubicBezTo>
                    <a:pt x="79" y="58"/>
                    <a:pt x="60" y="75"/>
                    <a:pt x="46" y="97"/>
                  </a:cubicBezTo>
                  <a:cubicBezTo>
                    <a:pt x="28" y="116"/>
                    <a:pt x="16" y="139"/>
                    <a:pt x="10" y="165"/>
                  </a:cubicBezTo>
                  <a:cubicBezTo>
                    <a:pt x="2" y="192"/>
                    <a:pt x="0" y="219"/>
                    <a:pt x="7" y="245"/>
                  </a:cubicBezTo>
                  <a:cubicBezTo>
                    <a:pt x="8" y="272"/>
                    <a:pt x="16" y="296"/>
                    <a:pt x="31" y="319"/>
                  </a:cubicBezTo>
                  <a:cubicBezTo>
                    <a:pt x="41" y="333"/>
                    <a:pt x="52" y="347"/>
                    <a:pt x="62" y="360"/>
                  </a:cubicBezTo>
                  <a:cubicBezTo>
                    <a:pt x="87" y="385"/>
                    <a:pt x="116" y="402"/>
                    <a:pt x="150" y="412"/>
                  </a:cubicBezTo>
                  <a:cubicBezTo>
                    <a:pt x="168" y="415"/>
                    <a:pt x="185" y="417"/>
                    <a:pt x="203" y="419"/>
                  </a:cubicBezTo>
                  <a:cubicBezTo>
                    <a:pt x="240" y="419"/>
                    <a:pt x="273" y="410"/>
                    <a:pt x="305" y="392"/>
                  </a:cubicBezTo>
                  <a:cubicBezTo>
                    <a:pt x="311" y="388"/>
                    <a:pt x="317" y="385"/>
                    <a:pt x="323" y="381"/>
                  </a:cubicBezTo>
                  <a:cubicBezTo>
                    <a:pt x="326" y="379"/>
                    <a:pt x="329" y="378"/>
                    <a:pt x="332" y="376"/>
                  </a:cubicBezTo>
                  <a:cubicBezTo>
                    <a:pt x="378" y="349"/>
                    <a:pt x="412" y="307"/>
                    <a:pt x="426" y="254"/>
                  </a:cubicBezTo>
                  <a:cubicBezTo>
                    <a:pt x="441" y="205"/>
                    <a:pt x="435" y="145"/>
                    <a:pt x="407" y="99"/>
                  </a:cubicBezTo>
                  <a:cubicBezTo>
                    <a:pt x="382" y="55"/>
                    <a:pt x="334" y="21"/>
                    <a:pt x="286" y="7"/>
                  </a:cubicBezTo>
                  <a:cubicBezTo>
                    <a:pt x="269" y="3"/>
                    <a:pt x="251" y="0"/>
                    <a:pt x="2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4" name="Google Shape;1174;p47">
            <a:extLst>
              <a:ext uri="{FF2B5EF4-FFF2-40B4-BE49-F238E27FC236}">
                <a16:creationId xmlns:a16="http://schemas.microsoft.com/office/drawing/2014/main" id="{9C2BF296-FA55-55C2-4E95-BE7579FE65DA}"/>
              </a:ext>
            </a:extLst>
          </p:cNvPr>
          <p:cNvGrpSpPr/>
          <p:nvPr/>
        </p:nvGrpSpPr>
        <p:grpSpPr>
          <a:xfrm rot="-2389871">
            <a:off x="6003049" y="-401953"/>
            <a:ext cx="2546973" cy="2524853"/>
            <a:chOff x="5297905" y="-1542277"/>
            <a:chExt cx="988133" cy="979551"/>
          </a:xfrm>
        </p:grpSpPr>
        <p:sp>
          <p:nvSpPr>
            <p:cNvPr id="1175" name="Google Shape;1175;p47">
              <a:extLst>
                <a:ext uri="{FF2B5EF4-FFF2-40B4-BE49-F238E27FC236}">
                  <a16:creationId xmlns:a16="http://schemas.microsoft.com/office/drawing/2014/main" id="{629EA1AB-F4A3-F4E4-93D0-F28FCF4B18DC}"/>
                </a:ext>
              </a:extLst>
            </p:cNvPr>
            <p:cNvSpPr/>
            <p:nvPr/>
          </p:nvSpPr>
          <p:spPr>
            <a:xfrm>
              <a:off x="5297905" y="-1542277"/>
              <a:ext cx="948083" cy="979551"/>
            </a:xfrm>
            <a:custGeom>
              <a:avLst/>
              <a:gdLst/>
              <a:ahLst/>
              <a:cxnLst/>
              <a:rect l="l" t="t" r="r" b="b"/>
              <a:pathLst>
                <a:path w="14251" h="14724" extrusionOk="0">
                  <a:moveTo>
                    <a:pt x="8875" y="1"/>
                  </a:moveTo>
                  <a:cubicBezTo>
                    <a:pt x="8864" y="1"/>
                    <a:pt x="8853" y="1"/>
                    <a:pt x="8843" y="1"/>
                  </a:cubicBezTo>
                  <a:cubicBezTo>
                    <a:pt x="8441" y="7"/>
                    <a:pt x="8057" y="149"/>
                    <a:pt x="7656" y="173"/>
                  </a:cubicBezTo>
                  <a:cubicBezTo>
                    <a:pt x="7613" y="175"/>
                    <a:pt x="7571" y="176"/>
                    <a:pt x="7529" y="176"/>
                  </a:cubicBezTo>
                  <a:cubicBezTo>
                    <a:pt x="7210" y="176"/>
                    <a:pt x="6892" y="116"/>
                    <a:pt x="6575" y="95"/>
                  </a:cubicBezTo>
                  <a:cubicBezTo>
                    <a:pt x="6485" y="89"/>
                    <a:pt x="6395" y="86"/>
                    <a:pt x="6305" y="86"/>
                  </a:cubicBezTo>
                  <a:cubicBezTo>
                    <a:pt x="6028" y="86"/>
                    <a:pt x="5752" y="119"/>
                    <a:pt x="5491" y="227"/>
                  </a:cubicBezTo>
                  <a:cubicBezTo>
                    <a:pt x="5114" y="383"/>
                    <a:pt x="4815" y="663"/>
                    <a:pt x="4476" y="885"/>
                  </a:cubicBezTo>
                  <a:cubicBezTo>
                    <a:pt x="3870" y="1284"/>
                    <a:pt x="3049" y="1237"/>
                    <a:pt x="2544" y="1812"/>
                  </a:cubicBezTo>
                  <a:cubicBezTo>
                    <a:pt x="2269" y="2124"/>
                    <a:pt x="2240" y="2538"/>
                    <a:pt x="2069" y="2901"/>
                  </a:cubicBezTo>
                  <a:cubicBezTo>
                    <a:pt x="1886" y="3290"/>
                    <a:pt x="1552" y="3592"/>
                    <a:pt x="1260" y="3897"/>
                  </a:cubicBezTo>
                  <a:cubicBezTo>
                    <a:pt x="961" y="4212"/>
                    <a:pt x="689" y="4545"/>
                    <a:pt x="513" y="4946"/>
                  </a:cubicBezTo>
                  <a:cubicBezTo>
                    <a:pt x="344" y="5332"/>
                    <a:pt x="257" y="5753"/>
                    <a:pt x="204" y="6169"/>
                  </a:cubicBezTo>
                  <a:cubicBezTo>
                    <a:pt x="109" y="6921"/>
                    <a:pt x="1" y="7756"/>
                    <a:pt x="219" y="8495"/>
                  </a:cubicBezTo>
                  <a:cubicBezTo>
                    <a:pt x="335" y="8891"/>
                    <a:pt x="616" y="9198"/>
                    <a:pt x="767" y="9578"/>
                  </a:cubicBezTo>
                  <a:cubicBezTo>
                    <a:pt x="930" y="9989"/>
                    <a:pt x="1107" y="10382"/>
                    <a:pt x="1340" y="10758"/>
                  </a:cubicBezTo>
                  <a:cubicBezTo>
                    <a:pt x="1568" y="11128"/>
                    <a:pt x="1827" y="11477"/>
                    <a:pt x="2093" y="11820"/>
                  </a:cubicBezTo>
                  <a:cubicBezTo>
                    <a:pt x="2362" y="12169"/>
                    <a:pt x="2627" y="12536"/>
                    <a:pt x="2964" y="12824"/>
                  </a:cubicBezTo>
                  <a:cubicBezTo>
                    <a:pt x="3459" y="13247"/>
                    <a:pt x="4170" y="13347"/>
                    <a:pt x="4756" y="13654"/>
                  </a:cubicBezTo>
                  <a:cubicBezTo>
                    <a:pt x="5515" y="14051"/>
                    <a:pt x="5954" y="14383"/>
                    <a:pt x="6840" y="14546"/>
                  </a:cubicBezTo>
                  <a:cubicBezTo>
                    <a:pt x="7332" y="14635"/>
                    <a:pt x="7929" y="14724"/>
                    <a:pt x="8513" y="14724"/>
                  </a:cubicBezTo>
                  <a:cubicBezTo>
                    <a:pt x="9053" y="14724"/>
                    <a:pt x="9583" y="14648"/>
                    <a:pt x="10010" y="14429"/>
                  </a:cubicBezTo>
                  <a:cubicBezTo>
                    <a:pt x="10406" y="14226"/>
                    <a:pt x="10783" y="13984"/>
                    <a:pt x="11165" y="13755"/>
                  </a:cubicBezTo>
                  <a:cubicBezTo>
                    <a:pt x="11544" y="13529"/>
                    <a:pt x="11956" y="13325"/>
                    <a:pt x="12309" y="13059"/>
                  </a:cubicBezTo>
                  <a:cubicBezTo>
                    <a:pt x="12483" y="12929"/>
                    <a:pt x="12636" y="12771"/>
                    <a:pt x="12732" y="12575"/>
                  </a:cubicBezTo>
                  <a:cubicBezTo>
                    <a:pt x="12827" y="12382"/>
                    <a:pt x="12832" y="12169"/>
                    <a:pt x="12903" y="11970"/>
                  </a:cubicBezTo>
                  <a:cubicBezTo>
                    <a:pt x="13025" y="11631"/>
                    <a:pt x="13480" y="11472"/>
                    <a:pt x="13738" y="11250"/>
                  </a:cubicBezTo>
                  <a:cubicBezTo>
                    <a:pt x="13990" y="11032"/>
                    <a:pt x="14135" y="10762"/>
                    <a:pt x="14250" y="10476"/>
                  </a:cubicBezTo>
                  <a:cubicBezTo>
                    <a:pt x="13882" y="10404"/>
                    <a:pt x="13563" y="10221"/>
                    <a:pt x="13358" y="9894"/>
                  </a:cubicBezTo>
                  <a:cubicBezTo>
                    <a:pt x="13351" y="9895"/>
                    <a:pt x="13345" y="9895"/>
                    <a:pt x="13338" y="9895"/>
                  </a:cubicBezTo>
                  <a:cubicBezTo>
                    <a:pt x="12549" y="9895"/>
                    <a:pt x="11852" y="9259"/>
                    <a:pt x="11749" y="8465"/>
                  </a:cubicBezTo>
                  <a:cubicBezTo>
                    <a:pt x="10974" y="8128"/>
                    <a:pt x="10504" y="7464"/>
                    <a:pt x="10665" y="6698"/>
                  </a:cubicBezTo>
                  <a:cubicBezTo>
                    <a:pt x="9553" y="6041"/>
                    <a:pt x="8885" y="4430"/>
                    <a:pt x="9701" y="3471"/>
                  </a:cubicBezTo>
                  <a:cubicBezTo>
                    <a:pt x="9385" y="2802"/>
                    <a:pt x="9700" y="2070"/>
                    <a:pt x="10353" y="1682"/>
                  </a:cubicBezTo>
                  <a:cubicBezTo>
                    <a:pt x="10359" y="1309"/>
                    <a:pt x="10578" y="992"/>
                    <a:pt x="10895" y="778"/>
                  </a:cubicBezTo>
                  <a:cubicBezTo>
                    <a:pt x="10656" y="575"/>
                    <a:pt x="10376" y="431"/>
                    <a:pt x="10080" y="335"/>
                  </a:cubicBezTo>
                  <a:cubicBezTo>
                    <a:pt x="9718" y="121"/>
                    <a:pt x="9301" y="1"/>
                    <a:pt x="88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7">
              <a:extLst>
                <a:ext uri="{FF2B5EF4-FFF2-40B4-BE49-F238E27FC236}">
                  <a16:creationId xmlns:a16="http://schemas.microsoft.com/office/drawing/2014/main" id="{7B846D3D-014D-CA70-AA34-2BFDF9D1BAA9}"/>
                </a:ext>
              </a:extLst>
            </p:cNvPr>
            <p:cNvSpPr/>
            <p:nvPr/>
          </p:nvSpPr>
          <p:spPr>
            <a:xfrm>
              <a:off x="5297972" y="-1541212"/>
              <a:ext cx="837581" cy="978486"/>
            </a:xfrm>
            <a:custGeom>
              <a:avLst/>
              <a:gdLst/>
              <a:ahLst/>
              <a:cxnLst/>
              <a:rect l="l" t="t" r="r" b="b"/>
              <a:pathLst>
                <a:path w="12590" h="14708" extrusionOk="0">
                  <a:moveTo>
                    <a:pt x="8669" y="1"/>
                  </a:moveTo>
                  <a:lnTo>
                    <a:pt x="8669" y="1"/>
                  </a:lnTo>
                  <a:cubicBezTo>
                    <a:pt x="8329" y="35"/>
                    <a:pt x="7998" y="137"/>
                    <a:pt x="7656" y="157"/>
                  </a:cubicBezTo>
                  <a:cubicBezTo>
                    <a:pt x="7613" y="159"/>
                    <a:pt x="7571" y="160"/>
                    <a:pt x="7529" y="160"/>
                  </a:cubicBezTo>
                  <a:cubicBezTo>
                    <a:pt x="7209" y="160"/>
                    <a:pt x="6891" y="100"/>
                    <a:pt x="6574" y="79"/>
                  </a:cubicBezTo>
                  <a:cubicBezTo>
                    <a:pt x="6484" y="73"/>
                    <a:pt x="6395" y="70"/>
                    <a:pt x="6305" y="70"/>
                  </a:cubicBezTo>
                  <a:cubicBezTo>
                    <a:pt x="6028" y="70"/>
                    <a:pt x="5751" y="103"/>
                    <a:pt x="5491" y="211"/>
                  </a:cubicBezTo>
                  <a:cubicBezTo>
                    <a:pt x="5113" y="367"/>
                    <a:pt x="4814" y="647"/>
                    <a:pt x="4476" y="869"/>
                  </a:cubicBezTo>
                  <a:cubicBezTo>
                    <a:pt x="3869" y="1268"/>
                    <a:pt x="3049" y="1221"/>
                    <a:pt x="2543" y="1796"/>
                  </a:cubicBezTo>
                  <a:cubicBezTo>
                    <a:pt x="2268" y="2108"/>
                    <a:pt x="2239" y="2522"/>
                    <a:pt x="2068" y="2885"/>
                  </a:cubicBezTo>
                  <a:cubicBezTo>
                    <a:pt x="1886" y="3274"/>
                    <a:pt x="1551" y="3576"/>
                    <a:pt x="1259" y="3881"/>
                  </a:cubicBezTo>
                  <a:cubicBezTo>
                    <a:pt x="960" y="4196"/>
                    <a:pt x="688" y="4529"/>
                    <a:pt x="513" y="4930"/>
                  </a:cubicBezTo>
                  <a:cubicBezTo>
                    <a:pt x="344" y="5316"/>
                    <a:pt x="256" y="5737"/>
                    <a:pt x="204" y="6153"/>
                  </a:cubicBezTo>
                  <a:cubicBezTo>
                    <a:pt x="108" y="6905"/>
                    <a:pt x="1" y="7740"/>
                    <a:pt x="218" y="8479"/>
                  </a:cubicBezTo>
                  <a:cubicBezTo>
                    <a:pt x="335" y="8875"/>
                    <a:pt x="615" y="9182"/>
                    <a:pt x="767" y="9562"/>
                  </a:cubicBezTo>
                  <a:cubicBezTo>
                    <a:pt x="929" y="9973"/>
                    <a:pt x="1107" y="10366"/>
                    <a:pt x="1340" y="10742"/>
                  </a:cubicBezTo>
                  <a:cubicBezTo>
                    <a:pt x="1567" y="11112"/>
                    <a:pt x="1827" y="11461"/>
                    <a:pt x="2092" y="11804"/>
                  </a:cubicBezTo>
                  <a:cubicBezTo>
                    <a:pt x="2361" y="12153"/>
                    <a:pt x="2627" y="12520"/>
                    <a:pt x="2964" y="12808"/>
                  </a:cubicBezTo>
                  <a:cubicBezTo>
                    <a:pt x="3459" y="13231"/>
                    <a:pt x="4170" y="13331"/>
                    <a:pt x="4756" y="13638"/>
                  </a:cubicBezTo>
                  <a:cubicBezTo>
                    <a:pt x="5516" y="14035"/>
                    <a:pt x="5953" y="14367"/>
                    <a:pt x="6839" y="14530"/>
                  </a:cubicBezTo>
                  <a:cubicBezTo>
                    <a:pt x="7331" y="14619"/>
                    <a:pt x="7928" y="14708"/>
                    <a:pt x="8513" y="14708"/>
                  </a:cubicBezTo>
                  <a:cubicBezTo>
                    <a:pt x="9053" y="14708"/>
                    <a:pt x="9583" y="14632"/>
                    <a:pt x="10010" y="14413"/>
                  </a:cubicBezTo>
                  <a:cubicBezTo>
                    <a:pt x="10406" y="14210"/>
                    <a:pt x="10782" y="13968"/>
                    <a:pt x="11164" y="13739"/>
                  </a:cubicBezTo>
                  <a:cubicBezTo>
                    <a:pt x="11544" y="13513"/>
                    <a:pt x="11955" y="13309"/>
                    <a:pt x="12309" y="13043"/>
                  </a:cubicBezTo>
                  <a:cubicBezTo>
                    <a:pt x="12413" y="12965"/>
                    <a:pt x="12508" y="12875"/>
                    <a:pt x="12590" y="12773"/>
                  </a:cubicBezTo>
                  <a:lnTo>
                    <a:pt x="12590" y="12773"/>
                  </a:lnTo>
                  <a:cubicBezTo>
                    <a:pt x="11954" y="12966"/>
                    <a:pt x="11319" y="13119"/>
                    <a:pt x="10684" y="13119"/>
                  </a:cubicBezTo>
                  <a:cubicBezTo>
                    <a:pt x="10417" y="13119"/>
                    <a:pt x="10150" y="13092"/>
                    <a:pt x="9883" y="13030"/>
                  </a:cubicBezTo>
                  <a:cubicBezTo>
                    <a:pt x="9258" y="12882"/>
                    <a:pt x="8694" y="12549"/>
                    <a:pt x="8160" y="12193"/>
                  </a:cubicBezTo>
                  <a:cubicBezTo>
                    <a:pt x="7556" y="11790"/>
                    <a:pt x="6976" y="11350"/>
                    <a:pt x="6462" y="10838"/>
                  </a:cubicBezTo>
                  <a:cubicBezTo>
                    <a:pt x="6235" y="10611"/>
                    <a:pt x="6015" y="10362"/>
                    <a:pt x="5912" y="10057"/>
                  </a:cubicBezTo>
                  <a:cubicBezTo>
                    <a:pt x="5835" y="9824"/>
                    <a:pt x="5830" y="9574"/>
                    <a:pt x="5781" y="9333"/>
                  </a:cubicBezTo>
                  <a:cubicBezTo>
                    <a:pt x="5572" y="8293"/>
                    <a:pt x="4571" y="7507"/>
                    <a:pt x="4507" y="6448"/>
                  </a:cubicBezTo>
                  <a:cubicBezTo>
                    <a:pt x="4438" y="5307"/>
                    <a:pt x="5453" y="4437"/>
                    <a:pt x="6024" y="3447"/>
                  </a:cubicBezTo>
                  <a:cubicBezTo>
                    <a:pt x="6373" y="2845"/>
                    <a:pt x="6565" y="2163"/>
                    <a:pt x="6920" y="1565"/>
                  </a:cubicBezTo>
                  <a:cubicBezTo>
                    <a:pt x="7326" y="883"/>
                    <a:pt x="7949" y="335"/>
                    <a:pt x="86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7">
              <a:extLst>
                <a:ext uri="{FF2B5EF4-FFF2-40B4-BE49-F238E27FC236}">
                  <a16:creationId xmlns:a16="http://schemas.microsoft.com/office/drawing/2014/main" id="{6F57C94C-191B-23FD-AFDA-B494D3DF2625}"/>
                </a:ext>
              </a:extLst>
            </p:cNvPr>
            <p:cNvSpPr/>
            <p:nvPr/>
          </p:nvSpPr>
          <p:spPr>
            <a:xfrm>
              <a:off x="5297972" y="-1536555"/>
              <a:ext cx="697940" cy="973830"/>
            </a:xfrm>
            <a:custGeom>
              <a:avLst/>
              <a:gdLst/>
              <a:ahLst/>
              <a:cxnLst/>
              <a:rect l="l" t="t" r="r" b="b"/>
              <a:pathLst>
                <a:path w="10491" h="14638" extrusionOk="0">
                  <a:moveTo>
                    <a:pt x="6303" y="1"/>
                  </a:moveTo>
                  <a:cubicBezTo>
                    <a:pt x="6026" y="1"/>
                    <a:pt x="5750" y="35"/>
                    <a:pt x="5491" y="141"/>
                  </a:cubicBezTo>
                  <a:cubicBezTo>
                    <a:pt x="5113" y="298"/>
                    <a:pt x="4814" y="578"/>
                    <a:pt x="4476" y="800"/>
                  </a:cubicBezTo>
                  <a:cubicBezTo>
                    <a:pt x="3869" y="1198"/>
                    <a:pt x="3049" y="1151"/>
                    <a:pt x="2543" y="1726"/>
                  </a:cubicBezTo>
                  <a:cubicBezTo>
                    <a:pt x="2268" y="2038"/>
                    <a:pt x="2240" y="2452"/>
                    <a:pt x="2068" y="2816"/>
                  </a:cubicBezTo>
                  <a:cubicBezTo>
                    <a:pt x="1886" y="3204"/>
                    <a:pt x="1551" y="3506"/>
                    <a:pt x="1259" y="3812"/>
                  </a:cubicBezTo>
                  <a:cubicBezTo>
                    <a:pt x="960" y="4126"/>
                    <a:pt x="688" y="4460"/>
                    <a:pt x="513" y="4861"/>
                  </a:cubicBezTo>
                  <a:cubicBezTo>
                    <a:pt x="344" y="5246"/>
                    <a:pt x="256" y="5667"/>
                    <a:pt x="204" y="6083"/>
                  </a:cubicBezTo>
                  <a:cubicBezTo>
                    <a:pt x="108" y="6835"/>
                    <a:pt x="1" y="7670"/>
                    <a:pt x="218" y="8409"/>
                  </a:cubicBezTo>
                  <a:cubicBezTo>
                    <a:pt x="335" y="8806"/>
                    <a:pt x="616" y="9112"/>
                    <a:pt x="767" y="9492"/>
                  </a:cubicBezTo>
                  <a:cubicBezTo>
                    <a:pt x="929" y="9903"/>
                    <a:pt x="1107" y="10296"/>
                    <a:pt x="1340" y="10673"/>
                  </a:cubicBezTo>
                  <a:cubicBezTo>
                    <a:pt x="1568" y="11042"/>
                    <a:pt x="1827" y="11391"/>
                    <a:pt x="2092" y="11734"/>
                  </a:cubicBezTo>
                  <a:cubicBezTo>
                    <a:pt x="2361" y="12083"/>
                    <a:pt x="2627" y="12450"/>
                    <a:pt x="2964" y="12738"/>
                  </a:cubicBezTo>
                  <a:cubicBezTo>
                    <a:pt x="3459" y="13161"/>
                    <a:pt x="4170" y="13261"/>
                    <a:pt x="4756" y="13568"/>
                  </a:cubicBezTo>
                  <a:cubicBezTo>
                    <a:pt x="5516" y="13965"/>
                    <a:pt x="5954" y="14297"/>
                    <a:pt x="6839" y="14460"/>
                  </a:cubicBezTo>
                  <a:cubicBezTo>
                    <a:pt x="7331" y="14549"/>
                    <a:pt x="7928" y="14638"/>
                    <a:pt x="8512" y="14638"/>
                  </a:cubicBezTo>
                  <a:cubicBezTo>
                    <a:pt x="9052" y="14638"/>
                    <a:pt x="9582" y="14562"/>
                    <a:pt x="10010" y="14343"/>
                  </a:cubicBezTo>
                  <a:cubicBezTo>
                    <a:pt x="10172" y="14260"/>
                    <a:pt x="10332" y="14169"/>
                    <a:pt x="10490" y="14075"/>
                  </a:cubicBezTo>
                  <a:lnTo>
                    <a:pt x="10490" y="14075"/>
                  </a:lnTo>
                  <a:cubicBezTo>
                    <a:pt x="10426" y="14078"/>
                    <a:pt x="10362" y="14079"/>
                    <a:pt x="10299" y="14079"/>
                  </a:cubicBezTo>
                  <a:cubicBezTo>
                    <a:pt x="9315" y="14079"/>
                    <a:pt x="8345" y="13800"/>
                    <a:pt x="7397" y="13520"/>
                  </a:cubicBezTo>
                  <a:cubicBezTo>
                    <a:pt x="6140" y="13148"/>
                    <a:pt x="4858" y="12763"/>
                    <a:pt x="3794" y="12000"/>
                  </a:cubicBezTo>
                  <a:cubicBezTo>
                    <a:pt x="3368" y="11694"/>
                    <a:pt x="2962" y="11294"/>
                    <a:pt x="2872" y="10778"/>
                  </a:cubicBezTo>
                  <a:cubicBezTo>
                    <a:pt x="2840" y="10600"/>
                    <a:pt x="2849" y="10413"/>
                    <a:pt x="2789" y="10242"/>
                  </a:cubicBezTo>
                  <a:cubicBezTo>
                    <a:pt x="2709" y="10010"/>
                    <a:pt x="2516" y="9840"/>
                    <a:pt x="2353" y="9657"/>
                  </a:cubicBezTo>
                  <a:cubicBezTo>
                    <a:pt x="1750" y="8977"/>
                    <a:pt x="1513" y="7991"/>
                    <a:pt x="1740" y="7111"/>
                  </a:cubicBezTo>
                  <a:cubicBezTo>
                    <a:pt x="1816" y="6822"/>
                    <a:pt x="1936" y="6545"/>
                    <a:pt x="1980" y="6251"/>
                  </a:cubicBezTo>
                  <a:cubicBezTo>
                    <a:pt x="2042" y="5836"/>
                    <a:pt x="1947" y="5412"/>
                    <a:pt x="1985" y="4993"/>
                  </a:cubicBezTo>
                  <a:cubicBezTo>
                    <a:pt x="2051" y="4273"/>
                    <a:pt x="2507" y="3650"/>
                    <a:pt x="2988" y="3109"/>
                  </a:cubicBezTo>
                  <a:cubicBezTo>
                    <a:pt x="4115" y="1845"/>
                    <a:pt x="5491" y="803"/>
                    <a:pt x="7010" y="53"/>
                  </a:cubicBezTo>
                  <a:cubicBezTo>
                    <a:pt x="6865" y="36"/>
                    <a:pt x="6719" y="20"/>
                    <a:pt x="6575" y="10"/>
                  </a:cubicBezTo>
                  <a:cubicBezTo>
                    <a:pt x="6484" y="4"/>
                    <a:pt x="6393" y="1"/>
                    <a:pt x="6303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7">
              <a:extLst>
                <a:ext uri="{FF2B5EF4-FFF2-40B4-BE49-F238E27FC236}">
                  <a16:creationId xmlns:a16="http://schemas.microsoft.com/office/drawing/2014/main" id="{A89322C7-355B-86AC-E45D-6BB187139FA9}"/>
                </a:ext>
              </a:extLst>
            </p:cNvPr>
            <p:cNvSpPr/>
            <p:nvPr/>
          </p:nvSpPr>
          <p:spPr>
            <a:xfrm>
              <a:off x="5720222" y="-1395716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3"/>
                  </a:cubicBezTo>
                  <a:cubicBezTo>
                    <a:pt x="71" y="328"/>
                    <a:pt x="1" y="558"/>
                    <a:pt x="19" y="777"/>
                  </a:cubicBezTo>
                  <a:cubicBezTo>
                    <a:pt x="43" y="1075"/>
                    <a:pt x="184" y="1341"/>
                    <a:pt x="464" y="1447"/>
                  </a:cubicBezTo>
                  <a:cubicBezTo>
                    <a:pt x="514" y="1466"/>
                    <a:pt x="563" y="1475"/>
                    <a:pt x="611" y="1475"/>
                  </a:cubicBezTo>
                  <a:cubicBezTo>
                    <a:pt x="845" y="1475"/>
                    <a:pt x="1060" y="1274"/>
                    <a:pt x="1201" y="1054"/>
                  </a:cubicBezTo>
                  <a:cubicBezTo>
                    <a:pt x="1273" y="943"/>
                    <a:pt x="1325" y="827"/>
                    <a:pt x="1351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9" y="682"/>
                    <a:pt x="1359" y="675"/>
                  </a:cubicBezTo>
                  <a:cubicBezTo>
                    <a:pt x="1362" y="638"/>
                    <a:pt x="1363" y="592"/>
                    <a:pt x="1361" y="556"/>
                  </a:cubicBezTo>
                  <a:cubicBezTo>
                    <a:pt x="1355" y="457"/>
                    <a:pt x="1318" y="378"/>
                    <a:pt x="1269" y="296"/>
                  </a:cubicBezTo>
                  <a:cubicBezTo>
                    <a:pt x="1264" y="288"/>
                    <a:pt x="1260" y="281"/>
                    <a:pt x="1253" y="274"/>
                  </a:cubicBezTo>
                  <a:cubicBezTo>
                    <a:pt x="1225" y="242"/>
                    <a:pt x="1194" y="204"/>
                    <a:pt x="1158" y="178"/>
                  </a:cubicBezTo>
                  <a:cubicBezTo>
                    <a:pt x="1013" y="69"/>
                    <a:pt x="831" y="1"/>
                    <a:pt x="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7">
              <a:extLst>
                <a:ext uri="{FF2B5EF4-FFF2-40B4-BE49-F238E27FC236}">
                  <a16:creationId xmlns:a16="http://schemas.microsoft.com/office/drawing/2014/main" id="{FB33AF02-C08F-353D-61A7-303A05A41FD0}"/>
                </a:ext>
              </a:extLst>
            </p:cNvPr>
            <p:cNvSpPr/>
            <p:nvPr/>
          </p:nvSpPr>
          <p:spPr>
            <a:xfrm>
              <a:off x="5673386" y="-1133664"/>
              <a:ext cx="85488" cy="88482"/>
            </a:xfrm>
            <a:custGeom>
              <a:avLst/>
              <a:gdLst/>
              <a:ahLst/>
              <a:cxnLst/>
              <a:rect l="l" t="t" r="r" b="b"/>
              <a:pathLst>
                <a:path w="1285" h="1330" extrusionOk="0">
                  <a:moveTo>
                    <a:pt x="702" y="1327"/>
                  </a:moveTo>
                  <a:cubicBezTo>
                    <a:pt x="710" y="1328"/>
                    <a:pt x="720" y="1328"/>
                    <a:pt x="729" y="1328"/>
                  </a:cubicBezTo>
                  <a:lnTo>
                    <a:pt x="729" y="1328"/>
                  </a:lnTo>
                  <a:lnTo>
                    <a:pt x="702" y="1327"/>
                  </a:lnTo>
                  <a:close/>
                  <a:moveTo>
                    <a:pt x="646" y="1"/>
                  </a:moveTo>
                  <a:cubicBezTo>
                    <a:pt x="597" y="1"/>
                    <a:pt x="548" y="9"/>
                    <a:pt x="500" y="24"/>
                  </a:cubicBezTo>
                  <a:cubicBezTo>
                    <a:pt x="421" y="36"/>
                    <a:pt x="349" y="67"/>
                    <a:pt x="284" y="118"/>
                  </a:cubicBezTo>
                  <a:cubicBezTo>
                    <a:pt x="284" y="119"/>
                    <a:pt x="283" y="120"/>
                    <a:pt x="282" y="121"/>
                  </a:cubicBezTo>
                  <a:lnTo>
                    <a:pt x="162" y="234"/>
                  </a:lnTo>
                  <a:cubicBezTo>
                    <a:pt x="161" y="236"/>
                    <a:pt x="159" y="238"/>
                    <a:pt x="157" y="240"/>
                  </a:cubicBezTo>
                  <a:cubicBezTo>
                    <a:pt x="138" y="263"/>
                    <a:pt x="116" y="307"/>
                    <a:pt x="108" y="320"/>
                  </a:cubicBezTo>
                  <a:cubicBezTo>
                    <a:pt x="93" y="345"/>
                    <a:pt x="72" y="373"/>
                    <a:pt x="60" y="402"/>
                  </a:cubicBezTo>
                  <a:cubicBezTo>
                    <a:pt x="45" y="454"/>
                    <a:pt x="31" y="505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1" y="796"/>
                  </a:cubicBezTo>
                  <a:cubicBezTo>
                    <a:pt x="37" y="822"/>
                    <a:pt x="43" y="848"/>
                    <a:pt x="49" y="874"/>
                  </a:cubicBezTo>
                  <a:cubicBezTo>
                    <a:pt x="51" y="878"/>
                    <a:pt x="53" y="882"/>
                    <a:pt x="54" y="886"/>
                  </a:cubicBezTo>
                  <a:cubicBezTo>
                    <a:pt x="55" y="888"/>
                    <a:pt x="56" y="889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6"/>
                    <a:pt x="133" y="1033"/>
                  </a:cubicBezTo>
                  <a:cubicBezTo>
                    <a:pt x="162" y="1082"/>
                    <a:pt x="248" y="1159"/>
                    <a:pt x="258" y="1168"/>
                  </a:cubicBezTo>
                  <a:cubicBezTo>
                    <a:pt x="264" y="1174"/>
                    <a:pt x="269" y="1179"/>
                    <a:pt x="277" y="1184"/>
                  </a:cubicBezTo>
                  <a:cubicBezTo>
                    <a:pt x="300" y="1199"/>
                    <a:pt x="334" y="1219"/>
                    <a:pt x="348" y="1227"/>
                  </a:cubicBezTo>
                  <a:cubicBezTo>
                    <a:pt x="364" y="1237"/>
                    <a:pt x="397" y="1257"/>
                    <a:pt x="421" y="1271"/>
                  </a:cubicBezTo>
                  <a:cubicBezTo>
                    <a:pt x="424" y="1273"/>
                    <a:pt x="427" y="1274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1"/>
                    <a:pt x="557" y="1314"/>
                    <a:pt x="592" y="1322"/>
                  </a:cubicBezTo>
                  <a:cubicBezTo>
                    <a:pt x="594" y="1322"/>
                    <a:pt x="596" y="1323"/>
                    <a:pt x="598" y="1323"/>
                  </a:cubicBezTo>
                  <a:cubicBezTo>
                    <a:pt x="602" y="1324"/>
                    <a:pt x="606" y="1325"/>
                    <a:pt x="609" y="1325"/>
                  </a:cubicBezTo>
                  <a:cubicBezTo>
                    <a:pt x="617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8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9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9"/>
                  </a:cubicBezTo>
                  <a:lnTo>
                    <a:pt x="766" y="1329"/>
                  </a:lnTo>
                  <a:cubicBezTo>
                    <a:pt x="766" y="1329"/>
                    <a:pt x="766" y="1329"/>
                    <a:pt x="766" y="1329"/>
                  </a:cubicBezTo>
                  <a:lnTo>
                    <a:pt x="766" y="1329"/>
                  </a:lnTo>
                  <a:lnTo>
                    <a:pt x="766" y="1329"/>
                  </a:lnTo>
                  <a:cubicBezTo>
                    <a:pt x="815" y="1326"/>
                    <a:pt x="862" y="1315"/>
                    <a:pt x="910" y="1295"/>
                  </a:cubicBezTo>
                  <a:cubicBezTo>
                    <a:pt x="953" y="1272"/>
                    <a:pt x="996" y="1249"/>
                    <a:pt x="1038" y="1225"/>
                  </a:cubicBezTo>
                  <a:cubicBezTo>
                    <a:pt x="1041" y="1224"/>
                    <a:pt x="1042" y="1222"/>
                    <a:pt x="1044" y="1221"/>
                  </a:cubicBezTo>
                  <a:cubicBezTo>
                    <a:pt x="1123" y="1160"/>
                    <a:pt x="1212" y="1065"/>
                    <a:pt x="1244" y="967"/>
                  </a:cubicBezTo>
                  <a:lnTo>
                    <a:pt x="1244" y="967"/>
                  </a:lnTo>
                  <a:cubicBezTo>
                    <a:pt x="1264" y="927"/>
                    <a:pt x="1277" y="884"/>
                    <a:pt x="1282" y="838"/>
                  </a:cubicBezTo>
                  <a:cubicBezTo>
                    <a:pt x="1282" y="795"/>
                    <a:pt x="1283" y="752"/>
                    <a:pt x="1284" y="709"/>
                  </a:cubicBezTo>
                  <a:cubicBezTo>
                    <a:pt x="1284" y="707"/>
                    <a:pt x="1283" y="704"/>
                    <a:pt x="1282" y="702"/>
                  </a:cubicBezTo>
                  <a:cubicBezTo>
                    <a:pt x="1279" y="680"/>
                    <a:pt x="1271" y="653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3" y="614"/>
                    <a:pt x="1258" y="594"/>
                  </a:cubicBezTo>
                  <a:cubicBezTo>
                    <a:pt x="1257" y="585"/>
                    <a:pt x="1257" y="578"/>
                    <a:pt x="1255" y="570"/>
                  </a:cubicBezTo>
                  <a:cubicBezTo>
                    <a:pt x="1251" y="551"/>
                    <a:pt x="1247" y="528"/>
                    <a:pt x="1240" y="504"/>
                  </a:cubicBezTo>
                  <a:cubicBezTo>
                    <a:pt x="1238" y="493"/>
                    <a:pt x="1237" y="483"/>
                    <a:pt x="1234" y="473"/>
                  </a:cubicBezTo>
                  <a:cubicBezTo>
                    <a:pt x="1229" y="419"/>
                    <a:pt x="1210" y="371"/>
                    <a:pt x="1179" y="327"/>
                  </a:cubicBezTo>
                  <a:cubicBezTo>
                    <a:pt x="1145" y="251"/>
                    <a:pt x="1095" y="188"/>
                    <a:pt x="1027" y="137"/>
                  </a:cubicBezTo>
                  <a:cubicBezTo>
                    <a:pt x="980" y="109"/>
                    <a:pt x="934" y="81"/>
                    <a:pt x="887" y="53"/>
                  </a:cubicBezTo>
                  <a:cubicBezTo>
                    <a:pt x="835" y="38"/>
                    <a:pt x="784" y="23"/>
                    <a:pt x="734" y="9"/>
                  </a:cubicBezTo>
                  <a:cubicBezTo>
                    <a:pt x="704" y="3"/>
                    <a:pt x="675" y="1"/>
                    <a:pt x="6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7">
              <a:extLst>
                <a:ext uri="{FF2B5EF4-FFF2-40B4-BE49-F238E27FC236}">
                  <a16:creationId xmlns:a16="http://schemas.microsoft.com/office/drawing/2014/main" id="{A8B3A098-2836-AD21-8A73-272960A2CD5A}"/>
                </a:ext>
              </a:extLst>
            </p:cNvPr>
            <p:cNvSpPr/>
            <p:nvPr/>
          </p:nvSpPr>
          <p:spPr>
            <a:xfrm>
              <a:off x="5802649" y="-1236782"/>
              <a:ext cx="82827" cy="78702"/>
            </a:xfrm>
            <a:custGeom>
              <a:avLst/>
              <a:gdLst/>
              <a:ahLst/>
              <a:cxnLst/>
              <a:rect l="l" t="t" r="r" b="b"/>
              <a:pathLst>
                <a:path w="1245" h="1183" extrusionOk="0">
                  <a:moveTo>
                    <a:pt x="742" y="1"/>
                  </a:moveTo>
                  <a:cubicBezTo>
                    <a:pt x="264" y="1"/>
                    <a:pt x="0" y="666"/>
                    <a:pt x="282" y="1021"/>
                  </a:cubicBezTo>
                  <a:cubicBezTo>
                    <a:pt x="326" y="1075"/>
                    <a:pt x="381" y="1115"/>
                    <a:pt x="446" y="1140"/>
                  </a:cubicBezTo>
                  <a:cubicBezTo>
                    <a:pt x="487" y="1153"/>
                    <a:pt x="530" y="1164"/>
                    <a:pt x="572" y="1177"/>
                  </a:cubicBezTo>
                  <a:cubicBezTo>
                    <a:pt x="597" y="1180"/>
                    <a:pt x="622" y="1182"/>
                    <a:pt x="647" y="1182"/>
                  </a:cubicBezTo>
                  <a:cubicBezTo>
                    <a:pt x="708" y="1182"/>
                    <a:pt x="769" y="1171"/>
                    <a:pt x="828" y="1148"/>
                  </a:cubicBezTo>
                  <a:cubicBezTo>
                    <a:pt x="878" y="1125"/>
                    <a:pt x="912" y="1107"/>
                    <a:pt x="945" y="1086"/>
                  </a:cubicBezTo>
                  <a:cubicBezTo>
                    <a:pt x="957" y="1077"/>
                    <a:pt x="971" y="1068"/>
                    <a:pt x="982" y="1058"/>
                  </a:cubicBezTo>
                  <a:cubicBezTo>
                    <a:pt x="986" y="1056"/>
                    <a:pt x="990" y="1053"/>
                    <a:pt x="993" y="1050"/>
                  </a:cubicBezTo>
                  <a:cubicBezTo>
                    <a:pt x="1020" y="1027"/>
                    <a:pt x="1048" y="1001"/>
                    <a:pt x="1085" y="964"/>
                  </a:cubicBezTo>
                  <a:cubicBezTo>
                    <a:pt x="1092" y="956"/>
                    <a:pt x="1100" y="949"/>
                    <a:pt x="1106" y="940"/>
                  </a:cubicBezTo>
                  <a:cubicBezTo>
                    <a:pt x="1132" y="901"/>
                    <a:pt x="1156" y="858"/>
                    <a:pt x="1180" y="817"/>
                  </a:cubicBezTo>
                  <a:cubicBezTo>
                    <a:pt x="1183" y="813"/>
                    <a:pt x="1186" y="807"/>
                    <a:pt x="1189" y="802"/>
                  </a:cubicBezTo>
                  <a:cubicBezTo>
                    <a:pt x="1216" y="746"/>
                    <a:pt x="1234" y="683"/>
                    <a:pt x="1240" y="621"/>
                  </a:cubicBezTo>
                  <a:cubicBezTo>
                    <a:pt x="1242" y="597"/>
                    <a:pt x="1241" y="569"/>
                    <a:pt x="1242" y="547"/>
                  </a:cubicBezTo>
                  <a:cubicBezTo>
                    <a:pt x="1242" y="524"/>
                    <a:pt x="1244" y="495"/>
                    <a:pt x="1243" y="471"/>
                  </a:cubicBezTo>
                  <a:cubicBezTo>
                    <a:pt x="1240" y="420"/>
                    <a:pt x="1223" y="367"/>
                    <a:pt x="1209" y="320"/>
                  </a:cubicBezTo>
                  <a:cubicBezTo>
                    <a:pt x="1176" y="236"/>
                    <a:pt x="1126" y="167"/>
                    <a:pt x="1057" y="110"/>
                  </a:cubicBezTo>
                  <a:cubicBezTo>
                    <a:pt x="987" y="55"/>
                    <a:pt x="908" y="20"/>
                    <a:pt x="820" y="7"/>
                  </a:cubicBezTo>
                  <a:cubicBezTo>
                    <a:pt x="794" y="3"/>
                    <a:pt x="768" y="1"/>
                    <a:pt x="7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7">
              <a:extLst>
                <a:ext uri="{FF2B5EF4-FFF2-40B4-BE49-F238E27FC236}">
                  <a16:creationId xmlns:a16="http://schemas.microsoft.com/office/drawing/2014/main" id="{013DF4B8-254C-E08D-7B17-A5DE47F75D01}"/>
                </a:ext>
              </a:extLst>
            </p:cNvPr>
            <p:cNvSpPr/>
            <p:nvPr/>
          </p:nvSpPr>
          <p:spPr>
            <a:xfrm>
              <a:off x="5930249" y="-1037598"/>
              <a:ext cx="96531" cy="74178"/>
            </a:xfrm>
            <a:custGeom>
              <a:avLst/>
              <a:gdLst/>
              <a:ahLst/>
              <a:cxnLst/>
              <a:rect l="l" t="t" r="r" b="b"/>
              <a:pathLst>
                <a:path w="1451" h="1115" extrusionOk="0">
                  <a:moveTo>
                    <a:pt x="539" y="0"/>
                  </a:moveTo>
                  <a:cubicBezTo>
                    <a:pt x="467" y="0"/>
                    <a:pt x="400" y="14"/>
                    <a:pt x="342" y="46"/>
                  </a:cubicBezTo>
                  <a:cubicBezTo>
                    <a:pt x="303" y="67"/>
                    <a:pt x="263" y="88"/>
                    <a:pt x="223" y="110"/>
                  </a:cubicBezTo>
                  <a:cubicBezTo>
                    <a:pt x="162" y="150"/>
                    <a:pt x="117" y="202"/>
                    <a:pt x="86" y="265"/>
                  </a:cubicBezTo>
                  <a:cubicBezTo>
                    <a:pt x="57" y="302"/>
                    <a:pt x="38" y="344"/>
                    <a:pt x="30" y="391"/>
                  </a:cubicBezTo>
                  <a:cubicBezTo>
                    <a:pt x="6" y="454"/>
                    <a:pt x="0" y="521"/>
                    <a:pt x="10" y="589"/>
                  </a:cubicBezTo>
                  <a:cubicBezTo>
                    <a:pt x="20" y="633"/>
                    <a:pt x="30" y="676"/>
                    <a:pt x="41" y="719"/>
                  </a:cubicBezTo>
                  <a:cubicBezTo>
                    <a:pt x="74" y="807"/>
                    <a:pt x="128" y="880"/>
                    <a:pt x="201" y="940"/>
                  </a:cubicBezTo>
                  <a:cubicBezTo>
                    <a:pt x="247" y="981"/>
                    <a:pt x="308" y="1011"/>
                    <a:pt x="361" y="1038"/>
                  </a:cubicBezTo>
                  <a:cubicBezTo>
                    <a:pt x="377" y="1046"/>
                    <a:pt x="394" y="1054"/>
                    <a:pt x="410" y="1059"/>
                  </a:cubicBezTo>
                  <a:cubicBezTo>
                    <a:pt x="485" y="1084"/>
                    <a:pt x="559" y="1108"/>
                    <a:pt x="638" y="1111"/>
                  </a:cubicBezTo>
                  <a:cubicBezTo>
                    <a:pt x="668" y="1112"/>
                    <a:pt x="704" y="1114"/>
                    <a:pt x="739" y="1114"/>
                  </a:cubicBezTo>
                  <a:cubicBezTo>
                    <a:pt x="762" y="1114"/>
                    <a:pt x="785" y="1114"/>
                    <a:pt x="806" y="1111"/>
                  </a:cubicBezTo>
                  <a:cubicBezTo>
                    <a:pt x="860" y="1104"/>
                    <a:pt x="915" y="1089"/>
                    <a:pt x="967" y="1075"/>
                  </a:cubicBezTo>
                  <a:cubicBezTo>
                    <a:pt x="985" y="1069"/>
                    <a:pt x="1001" y="1063"/>
                    <a:pt x="1017" y="1056"/>
                  </a:cubicBezTo>
                  <a:cubicBezTo>
                    <a:pt x="1103" y="1017"/>
                    <a:pt x="1162" y="982"/>
                    <a:pt x="1223" y="907"/>
                  </a:cubicBezTo>
                  <a:cubicBezTo>
                    <a:pt x="1251" y="871"/>
                    <a:pt x="1272" y="830"/>
                    <a:pt x="1294" y="789"/>
                  </a:cubicBezTo>
                  <a:cubicBezTo>
                    <a:pt x="1450" y="423"/>
                    <a:pt x="930" y="0"/>
                    <a:pt x="5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7">
              <a:extLst>
                <a:ext uri="{FF2B5EF4-FFF2-40B4-BE49-F238E27FC236}">
                  <a16:creationId xmlns:a16="http://schemas.microsoft.com/office/drawing/2014/main" id="{DA3C8378-057D-4489-1AB8-16BC35B61E04}"/>
                </a:ext>
              </a:extLst>
            </p:cNvPr>
            <p:cNvSpPr/>
            <p:nvPr/>
          </p:nvSpPr>
          <p:spPr>
            <a:xfrm>
              <a:off x="5983538" y="-861633"/>
              <a:ext cx="87750" cy="80631"/>
            </a:xfrm>
            <a:custGeom>
              <a:avLst/>
              <a:gdLst/>
              <a:ahLst/>
              <a:cxnLst/>
              <a:rect l="l" t="t" r="r" b="b"/>
              <a:pathLst>
                <a:path w="1319" h="1212" extrusionOk="0">
                  <a:moveTo>
                    <a:pt x="800" y="1"/>
                  </a:moveTo>
                  <a:cubicBezTo>
                    <a:pt x="790" y="1"/>
                    <a:pt x="779" y="1"/>
                    <a:pt x="769" y="3"/>
                  </a:cubicBezTo>
                  <a:cubicBezTo>
                    <a:pt x="747" y="2"/>
                    <a:pt x="726" y="1"/>
                    <a:pt x="705" y="1"/>
                  </a:cubicBezTo>
                  <a:cubicBezTo>
                    <a:pt x="687" y="1"/>
                    <a:pt x="669" y="2"/>
                    <a:pt x="652" y="4"/>
                  </a:cubicBezTo>
                  <a:cubicBezTo>
                    <a:pt x="635" y="5"/>
                    <a:pt x="619" y="8"/>
                    <a:pt x="604" y="11"/>
                  </a:cubicBezTo>
                  <a:cubicBezTo>
                    <a:pt x="545" y="24"/>
                    <a:pt x="485" y="36"/>
                    <a:pt x="429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4"/>
                    <a:pt x="358" y="87"/>
                    <a:pt x="333" y="101"/>
                  </a:cubicBezTo>
                  <a:cubicBezTo>
                    <a:pt x="304" y="117"/>
                    <a:pt x="287" y="124"/>
                    <a:pt x="264" y="140"/>
                  </a:cubicBezTo>
                  <a:cubicBezTo>
                    <a:pt x="250" y="149"/>
                    <a:pt x="236" y="160"/>
                    <a:pt x="224" y="171"/>
                  </a:cubicBezTo>
                  <a:cubicBezTo>
                    <a:pt x="145" y="229"/>
                    <a:pt x="86" y="302"/>
                    <a:pt x="47" y="391"/>
                  </a:cubicBezTo>
                  <a:cubicBezTo>
                    <a:pt x="17" y="455"/>
                    <a:pt x="3" y="522"/>
                    <a:pt x="8" y="591"/>
                  </a:cubicBezTo>
                  <a:cubicBezTo>
                    <a:pt x="1" y="659"/>
                    <a:pt x="11" y="726"/>
                    <a:pt x="39" y="791"/>
                  </a:cubicBezTo>
                  <a:cubicBezTo>
                    <a:pt x="73" y="880"/>
                    <a:pt x="127" y="954"/>
                    <a:pt x="202" y="1015"/>
                  </a:cubicBezTo>
                  <a:cubicBezTo>
                    <a:pt x="216" y="1028"/>
                    <a:pt x="232" y="1040"/>
                    <a:pt x="249" y="1051"/>
                  </a:cubicBezTo>
                  <a:cubicBezTo>
                    <a:pt x="294" y="1081"/>
                    <a:pt x="340" y="1109"/>
                    <a:pt x="387" y="1135"/>
                  </a:cubicBezTo>
                  <a:cubicBezTo>
                    <a:pt x="395" y="1140"/>
                    <a:pt x="405" y="1144"/>
                    <a:pt x="414" y="1150"/>
                  </a:cubicBezTo>
                  <a:cubicBezTo>
                    <a:pt x="452" y="1166"/>
                    <a:pt x="491" y="1177"/>
                    <a:pt x="530" y="1188"/>
                  </a:cubicBezTo>
                  <a:cubicBezTo>
                    <a:pt x="596" y="1207"/>
                    <a:pt x="604" y="1211"/>
                    <a:pt x="646" y="1211"/>
                  </a:cubicBezTo>
                  <a:cubicBezTo>
                    <a:pt x="665" y="1211"/>
                    <a:pt x="689" y="1210"/>
                    <a:pt x="728" y="1209"/>
                  </a:cubicBezTo>
                  <a:lnTo>
                    <a:pt x="740" y="1209"/>
                  </a:lnTo>
                  <a:cubicBezTo>
                    <a:pt x="749" y="1209"/>
                    <a:pt x="759" y="1208"/>
                    <a:pt x="768" y="1207"/>
                  </a:cubicBezTo>
                  <a:cubicBezTo>
                    <a:pt x="822" y="1201"/>
                    <a:pt x="877" y="1184"/>
                    <a:pt x="930" y="1171"/>
                  </a:cubicBezTo>
                  <a:cubicBezTo>
                    <a:pt x="939" y="1168"/>
                    <a:pt x="948" y="1166"/>
                    <a:pt x="956" y="1163"/>
                  </a:cubicBezTo>
                  <a:cubicBezTo>
                    <a:pt x="960" y="1162"/>
                    <a:pt x="964" y="1161"/>
                    <a:pt x="967" y="1160"/>
                  </a:cubicBezTo>
                  <a:cubicBezTo>
                    <a:pt x="987" y="1153"/>
                    <a:pt x="1006" y="1143"/>
                    <a:pt x="1023" y="1131"/>
                  </a:cubicBezTo>
                  <a:cubicBezTo>
                    <a:pt x="1043" y="1126"/>
                    <a:pt x="1061" y="1115"/>
                    <a:pt x="1076" y="1102"/>
                  </a:cubicBezTo>
                  <a:cubicBezTo>
                    <a:pt x="1157" y="1046"/>
                    <a:pt x="1209" y="961"/>
                    <a:pt x="1256" y="878"/>
                  </a:cubicBezTo>
                  <a:cubicBezTo>
                    <a:pt x="1276" y="835"/>
                    <a:pt x="1285" y="790"/>
                    <a:pt x="1282" y="744"/>
                  </a:cubicBezTo>
                  <a:cubicBezTo>
                    <a:pt x="1282" y="739"/>
                    <a:pt x="1281" y="735"/>
                    <a:pt x="1282" y="731"/>
                  </a:cubicBezTo>
                  <a:cubicBezTo>
                    <a:pt x="1293" y="691"/>
                    <a:pt x="1305" y="650"/>
                    <a:pt x="1315" y="611"/>
                  </a:cubicBezTo>
                  <a:cubicBezTo>
                    <a:pt x="1316" y="569"/>
                    <a:pt x="1317" y="526"/>
                    <a:pt x="1319" y="484"/>
                  </a:cubicBezTo>
                  <a:cubicBezTo>
                    <a:pt x="1316" y="463"/>
                    <a:pt x="1294" y="376"/>
                    <a:pt x="1287" y="357"/>
                  </a:cubicBezTo>
                  <a:cubicBezTo>
                    <a:pt x="1257" y="267"/>
                    <a:pt x="1232" y="249"/>
                    <a:pt x="1176" y="191"/>
                  </a:cubicBezTo>
                  <a:cubicBezTo>
                    <a:pt x="1154" y="168"/>
                    <a:pt x="1139" y="148"/>
                    <a:pt x="1115" y="130"/>
                  </a:cubicBezTo>
                  <a:cubicBezTo>
                    <a:pt x="1110" y="126"/>
                    <a:pt x="1105" y="122"/>
                    <a:pt x="1100" y="119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4" y="22"/>
                  </a:cubicBezTo>
                  <a:cubicBezTo>
                    <a:pt x="870" y="8"/>
                    <a:pt x="835" y="1"/>
                    <a:pt x="8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7">
              <a:extLst>
                <a:ext uri="{FF2B5EF4-FFF2-40B4-BE49-F238E27FC236}">
                  <a16:creationId xmlns:a16="http://schemas.microsoft.com/office/drawing/2014/main" id="{24AB842E-958C-0D8D-4364-910B17BD5386}"/>
                </a:ext>
              </a:extLst>
            </p:cNvPr>
            <p:cNvSpPr/>
            <p:nvPr/>
          </p:nvSpPr>
          <p:spPr>
            <a:xfrm>
              <a:off x="5901177" y="-1401438"/>
              <a:ext cx="50627" cy="72582"/>
            </a:xfrm>
            <a:custGeom>
              <a:avLst/>
              <a:gdLst/>
              <a:ahLst/>
              <a:cxnLst/>
              <a:rect l="l" t="t" r="r" b="b"/>
              <a:pathLst>
                <a:path w="761" h="1091" extrusionOk="0">
                  <a:moveTo>
                    <a:pt x="559" y="1"/>
                  </a:moveTo>
                  <a:cubicBezTo>
                    <a:pt x="494" y="1"/>
                    <a:pt x="435" y="16"/>
                    <a:pt x="368" y="37"/>
                  </a:cubicBezTo>
                  <a:cubicBezTo>
                    <a:pt x="238" y="77"/>
                    <a:pt x="115" y="189"/>
                    <a:pt x="65" y="318"/>
                  </a:cubicBezTo>
                  <a:cubicBezTo>
                    <a:pt x="45" y="370"/>
                    <a:pt x="31" y="425"/>
                    <a:pt x="19" y="477"/>
                  </a:cubicBezTo>
                  <a:cubicBezTo>
                    <a:pt x="14" y="492"/>
                    <a:pt x="11" y="507"/>
                    <a:pt x="10" y="521"/>
                  </a:cubicBezTo>
                  <a:cubicBezTo>
                    <a:pt x="4" y="569"/>
                    <a:pt x="1" y="639"/>
                    <a:pt x="5" y="677"/>
                  </a:cubicBezTo>
                  <a:cubicBezTo>
                    <a:pt x="14" y="773"/>
                    <a:pt x="60" y="861"/>
                    <a:pt x="112" y="940"/>
                  </a:cubicBezTo>
                  <a:cubicBezTo>
                    <a:pt x="135" y="964"/>
                    <a:pt x="157" y="988"/>
                    <a:pt x="180" y="1011"/>
                  </a:cubicBezTo>
                  <a:cubicBezTo>
                    <a:pt x="217" y="1045"/>
                    <a:pt x="261" y="1066"/>
                    <a:pt x="309" y="1075"/>
                  </a:cubicBezTo>
                  <a:cubicBezTo>
                    <a:pt x="333" y="1085"/>
                    <a:pt x="358" y="1091"/>
                    <a:pt x="384" y="1091"/>
                  </a:cubicBezTo>
                  <a:cubicBezTo>
                    <a:pt x="390" y="1091"/>
                    <a:pt x="396" y="1090"/>
                    <a:pt x="402" y="1090"/>
                  </a:cubicBezTo>
                  <a:cubicBezTo>
                    <a:pt x="411" y="1090"/>
                    <a:pt x="420" y="1091"/>
                    <a:pt x="429" y="1091"/>
                  </a:cubicBezTo>
                  <a:cubicBezTo>
                    <a:pt x="466" y="1091"/>
                    <a:pt x="502" y="1084"/>
                    <a:pt x="538" y="1069"/>
                  </a:cubicBezTo>
                  <a:cubicBezTo>
                    <a:pt x="461" y="710"/>
                    <a:pt x="550" y="349"/>
                    <a:pt x="761" y="47"/>
                  </a:cubicBezTo>
                  <a:cubicBezTo>
                    <a:pt x="757" y="46"/>
                    <a:pt x="755" y="44"/>
                    <a:pt x="752" y="42"/>
                  </a:cubicBezTo>
                  <a:cubicBezTo>
                    <a:pt x="714" y="22"/>
                    <a:pt x="673" y="10"/>
                    <a:pt x="628" y="6"/>
                  </a:cubicBezTo>
                  <a:cubicBezTo>
                    <a:pt x="603" y="3"/>
                    <a:pt x="581" y="1"/>
                    <a:pt x="5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7">
              <a:extLst>
                <a:ext uri="{FF2B5EF4-FFF2-40B4-BE49-F238E27FC236}">
                  <a16:creationId xmlns:a16="http://schemas.microsoft.com/office/drawing/2014/main" id="{FE0AB5C6-DAF1-D642-C4BC-B689DEE8DE7A}"/>
                </a:ext>
              </a:extLst>
            </p:cNvPr>
            <p:cNvSpPr/>
            <p:nvPr/>
          </p:nvSpPr>
          <p:spPr>
            <a:xfrm>
              <a:off x="5745968" y="-943129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3" y="0"/>
                  </a:moveTo>
                  <a:cubicBezTo>
                    <a:pt x="545" y="0"/>
                    <a:pt x="499" y="9"/>
                    <a:pt x="453" y="26"/>
                  </a:cubicBezTo>
                  <a:cubicBezTo>
                    <a:pt x="412" y="44"/>
                    <a:pt x="372" y="67"/>
                    <a:pt x="334" y="89"/>
                  </a:cubicBezTo>
                  <a:cubicBezTo>
                    <a:pt x="322" y="96"/>
                    <a:pt x="311" y="104"/>
                    <a:pt x="300" y="112"/>
                  </a:cubicBezTo>
                  <a:cubicBezTo>
                    <a:pt x="299" y="112"/>
                    <a:pt x="298" y="113"/>
                    <a:pt x="297" y="114"/>
                  </a:cubicBezTo>
                  <a:cubicBezTo>
                    <a:pt x="295" y="115"/>
                    <a:pt x="292" y="115"/>
                    <a:pt x="290" y="116"/>
                  </a:cubicBezTo>
                  <a:cubicBezTo>
                    <a:pt x="255" y="135"/>
                    <a:pt x="222" y="153"/>
                    <a:pt x="188" y="170"/>
                  </a:cubicBezTo>
                  <a:cubicBezTo>
                    <a:pt x="122" y="219"/>
                    <a:pt x="72" y="280"/>
                    <a:pt x="40" y="356"/>
                  </a:cubicBezTo>
                  <a:cubicBezTo>
                    <a:pt x="14" y="409"/>
                    <a:pt x="3" y="466"/>
                    <a:pt x="7" y="523"/>
                  </a:cubicBezTo>
                  <a:cubicBezTo>
                    <a:pt x="1" y="581"/>
                    <a:pt x="9" y="637"/>
                    <a:pt x="32" y="691"/>
                  </a:cubicBezTo>
                  <a:cubicBezTo>
                    <a:pt x="52" y="748"/>
                    <a:pt x="84" y="796"/>
                    <a:pt x="129" y="836"/>
                  </a:cubicBezTo>
                  <a:cubicBezTo>
                    <a:pt x="166" y="883"/>
                    <a:pt x="214" y="919"/>
                    <a:pt x="272" y="941"/>
                  </a:cubicBezTo>
                  <a:cubicBezTo>
                    <a:pt x="329" y="966"/>
                    <a:pt x="388" y="978"/>
                    <a:pt x="450" y="978"/>
                  </a:cubicBezTo>
                  <a:cubicBezTo>
                    <a:pt x="465" y="978"/>
                    <a:pt x="481" y="977"/>
                    <a:pt x="497" y="975"/>
                  </a:cubicBezTo>
                  <a:cubicBezTo>
                    <a:pt x="527" y="972"/>
                    <a:pt x="560" y="962"/>
                    <a:pt x="590" y="954"/>
                  </a:cubicBezTo>
                  <a:cubicBezTo>
                    <a:pt x="680" y="935"/>
                    <a:pt x="739" y="926"/>
                    <a:pt x="815" y="869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9" y="751"/>
                    <a:pt x="985" y="668"/>
                  </a:cubicBezTo>
                  <a:cubicBezTo>
                    <a:pt x="1005" y="632"/>
                    <a:pt x="1015" y="595"/>
                    <a:pt x="1016" y="557"/>
                  </a:cubicBezTo>
                  <a:cubicBezTo>
                    <a:pt x="1025" y="501"/>
                    <a:pt x="1022" y="448"/>
                    <a:pt x="1005" y="394"/>
                  </a:cubicBezTo>
                  <a:cubicBezTo>
                    <a:pt x="998" y="356"/>
                    <a:pt x="984" y="319"/>
                    <a:pt x="964" y="285"/>
                  </a:cubicBezTo>
                  <a:cubicBezTo>
                    <a:pt x="961" y="273"/>
                    <a:pt x="960" y="262"/>
                    <a:pt x="955" y="250"/>
                  </a:cubicBezTo>
                  <a:cubicBezTo>
                    <a:pt x="930" y="185"/>
                    <a:pt x="890" y="130"/>
                    <a:pt x="836" y="86"/>
                  </a:cubicBezTo>
                  <a:cubicBezTo>
                    <a:pt x="781" y="42"/>
                    <a:pt x="719" y="15"/>
                    <a:pt x="650" y="4"/>
                  </a:cubicBezTo>
                  <a:cubicBezTo>
                    <a:pt x="631" y="1"/>
                    <a:pt x="612" y="0"/>
                    <a:pt x="5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7">
              <a:extLst>
                <a:ext uri="{FF2B5EF4-FFF2-40B4-BE49-F238E27FC236}">
                  <a16:creationId xmlns:a16="http://schemas.microsoft.com/office/drawing/2014/main" id="{971F271A-2B80-EAD8-7306-378643E401B0}"/>
                </a:ext>
              </a:extLst>
            </p:cNvPr>
            <p:cNvSpPr/>
            <p:nvPr/>
          </p:nvSpPr>
          <p:spPr>
            <a:xfrm>
              <a:off x="5814691" y="-794174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3" y="0"/>
                  </a:moveTo>
                  <a:cubicBezTo>
                    <a:pt x="486" y="0"/>
                    <a:pt x="429" y="12"/>
                    <a:pt x="374" y="35"/>
                  </a:cubicBezTo>
                  <a:lnTo>
                    <a:pt x="245" y="105"/>
                  </a:lnTo>
                  <a:cubicBezTo>
                    <a:pt x="161" y="167"/>
                    <a:pt x="97" y="246"/>
                    <a:pt x="55" y="341"/>
                  </a:cubicBezTo>
                  <a:cubicBezTo>
                    <a:pt x="42" y="388"/>
                    <a:pt x="29" y="435"/>
                    <a:pt x="15" y="482"/>
                  </a:cubicBezTo>
                  <a:cubicBezTo>
                    <a:pt x="1" y="580"/>
                    <a:pt x="11" y="676"/>
                    <a:pt x="47" y="768"/>
                  </a:cubicBezTo>
                  <a:cubicBezTo>
                    <a:pt x="47" y="770"/>
                    <a:pt x="48" y="772"/>
                    <a:pt x="48" y="774"/>
                  </a:cubicBezTo>
                  <a:lnTo>
                    <a:pt x="118" y="904"/>
                  </a:lnTo>
                  <a:cubicBezTo>
                    <a:pt x="121" y="908"/>
                    <a:pt x="123" y="911"/>
                    <a:pt x="126" y="915"/>
                  </a:cubicBezTo>
                  <a:cubicBezTo>
                    <a:pt x="131" y="923"/>
                    <a:pt x="135" y="929"/>
                    <a:pt x="139" y="935"/>
                  </a:cubicBezTo>
                  <a:cubicBezTo>
                    <a:pt x="148" y="951"/>
                    <a:pt x="158" y="966"/>
                    <a:pt x="167" y="980"/>
                  </a:cubicBezTo>
                  <a:cubicBezTo>
                    <a:pt x="186" y="1009"/>
                    <a:pt x="200" y="1019"/>
                    <a:pt x="229" y="1051"/>
                  </a:cubicBezTo>
                  <a:cubicBezTo>
                    <a:pt x="264" y="1087"/>
                    <a:pt x="268" y="1096"/>
                    <a:pt x="298" y="1115"/>
                  </a:cubicBezTo>
                  <a:cubicBezTo>
                    <a:pt x="312" y="1124"/>
                    <a:pt x="325" y="1132"/>
                    <a:pt x="339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2" y="1250"/>
                    <a:pt x="627" y="1252"/>
                    <a:pt x="652" y="1252"/>
                  </a:cubicBezTo>
                  <a:cubicBezTo>
                    <a:pt x="712" y="1252"/>
                    <a:pt x="772" y="1241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3"/>
                    <a:pt x="1115" y="953"/>
                    <a:pt x="1129" y="887"/>
                  </a:cubicBezTo>
                  <a:cubicBezTo>
                    <a:pt x="1136" y="866"/>
                    <a:pt x="1140" y="845"/>
                    <a:pt x="1144" y="823"/>
                  </a:cubicBezTo>
                  <a:cubicBezTo>
                    <a:pt x="1145" y="824"/>
                    <a:pt x="1146" y="824"/>
                    <a:pt x="1147" y="825"/>
                  </a:cubicBezTo>
                  <a:cubicBezTo>
                    <a:pt x="1150" y="811"/>
                    <a:pt x="1153" y="796"/>
                    <a:pt x="1157" y="781"/>
                  </a:cubicBezTo>
                  <a:cubicBezTo>
                    <a:pt x="1158" y="774"/>
                    <a:pt x="1160" y="766"/>
                    <a:pt x="1163" y="758"/>
                  </a:cubicBezTo>
                  <a:cubicBezTo>
                    <a:pt x="1164" y="712"/>
                    <a:pt x="1165" y="665"/>
                    <a:pt x="1165" y="619"/>
                  </a:cubicBezTo>
                  <a:lnTo>
                    <a:pt x="1164" y="613"/>
                  </a:lnTo>
                  <a:cubicBezTo>
                    <a:pt x="1163" y="609"/>
                    <a:pt x="1162" y="603"/>
                    <a:pt x="1162" y="598"/>
                  </a:cubicBezTo>
                  <a:cubicBezTo>
                    <a:pt x="1157" y="583"/>
                    <a:pt x="1154" y="566"/>
                    <a:pt x="1151" y="550"/>
                  </a:cubicBezTo>
                  <a:cubicBezTo>
                    <a:pt x="1150" y="543"/>
                    <a:pt x="1148" y="534"/>
                    <a:pt x="1147" y="527"/>
                  </a:cubicBezTo>
                  <a:cubicBezTo>
                    <a:pt x="1146" y="522"/>
                    <a:pt x="1145" y="518"/>
                    <a:pt x="1144" y="512"/>
                  </a:cubicBezTo>
                  <a:cubicBezTo>
                    <a:pt x="1138" y="487"/>
                    <a:pt x="1133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2" y="290"/>
                    <a:pt x="1041" y="229"/>
                    <a:pt x="985" y="179"/>
                  </a:cubicBezTo>
                  <a:cubicBezTo>
                    <a:pt x="936" y="118"/>
                    <a:pt x="875" y="74"/>
                    <a:pt x="801" y="45"/>
                  </a:cubicBezTo>
                  <a:cubicBezTo>
                    <a:pt x="741" y="16"/>
                    <a:pt x="678" y="2"/>
                    <a:pt x="614" y="2"/>
                  </a:cubicBezTo>
                  <a:cubicBezTo>
                    <a:pt x="605" y="2"/>
                    <a:pt x="597" y="2"/>
                    <a:pt x="588" y="3"/>
                  </a:cubicBezTo>
                  <a:cubicBezTo>
                    <a:pt x="573" y="1"/>
                    <a:pt x="558" y="0"/>
                    <a:pt x="5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7">
              <a:extLst>
                <a:ext uri="{FF2B5EF4-FFF2-40B4-BE49-F238E27FC236}">
                  <a16:creationId xmlns:a16="http://schemas.microsoft.com/office/drawing/2014/main" id="{60D65A08-312E-58EE-A0F4-53B91C62C2A1}"/>
                </a:ext>
              </a:extLst>
            </p:cNvPr>
            <p:cNvSpPr/>
            <p:nvPr/>
          </p:nvSpPr>
          <p:spPr>
            <a:xfrm>
              <a:off x="5742708" y="-1399242"/>
              <a:ext cx="90744" cy="98128"/>
            </a:xfrm>
            <a:custGeom>
              <a:avLst/>
              <a:gdLst/>
              <a:ahLst/>
              <a:cxnLst/>
              <a:rect l="l" t="t" r="r" b="b"/>
              <a:pathLst>
                <a:path w="1364" h="1475" extrusionOk="0">
                  <a:moveTo>
                    <a:pt x="653" y="1"/>
                  </a:moveTo>
                  <a:cubicBezTo>
                    <a:pt x="498" y="1"/>
                    <a:pt x="347" y="52"/>
                    <a:pt x="227" y="172"/>
                  </a:cubicBezTo>
                  <a:cubicBezTo>
                    <a:pt x="71" y="327"/>
                    <a:pt x="1" y="557"/>
                    <a:pt x="18" y="776"/>
                  </a:cubicBezTo>
                  <a:cubicBezTo>
                    <a:pt x="44" y="1074"/>
                    <a:pt x="183" y="1340"/>
                    <a:pt x="464" y="1447"/>
                  </a:cubicBezTo>
                  <a:cubicBezTo>
                    <a:pt x="514" y="1466"/>
                    <a:pt x="563" y="1475"/>
                    <a:pt x="612" y="1475"/>
                  </a:cubicBezTo>
                  <a:cubicBezTo>
                    <a:pt x="846" y="1475"/>
                    <a:pt x="1061" y="1274"/>
                    <a:pt x="1201" y="1055"/>
                  </a:cubicBezTo>
                  <a:cubicBezTo>
                    <a:pt x="1272" y="943"/>
                    <a:pt x="1325" y="826"/>
                    <a:pt x="1350" y="729"/>
                  </a:cubicBezTo>
                  <a:cubicBezTo>
                    <a:pt x="1353" y="718"/>
                    <a:pt x="1356" y="707"/>
                    <a:pt x="1357" y="696"/>
                  </a:cubicBezTo>
                  <a:cubicBezTo>
                    <a:pt x="1358" y="689"/>
                    <a:pt x="1358" y="682"/>
                    <a:pt x="1359" y="675"/>
                  </a:cubicBezTo>
                  <a:cubicBezTo>
                    <a:pt x="1361" y="638"/>
                    <a:pt x="1363" y="593"/>
                    <a:pt x="1361" y="555"/>
                  </a:cubicBezTo>
                  <a:cubicBezTo>
                    <a:pt x="1355" y="457"/>
                    <a:pt x="1318" y="378"/>
                    <a:pt x="1268" y="296"/>
                  </a:cubicBezTo>
                  <a:cubicBezTo>
                    <a:pt x="1264" y="288"/>
                    <a:pt x="1259" y="281"/>
                    <a:pt x="1253" y="275"/>
                  </a:cubicBezTo>
                  <a:cubicBezTo>
                    <a:pt x="1224" y="241"/>
                    <a:pt x="1193" y="204"/>
                    <a:pt x="1158" y="177"/>
                  </a:cubicBezTo>
                  <a:cubicBezTo>
                    <a:pt x="1013" y="68"/>
                    <a:pt x="830" y="1"/>
                    <a:pt x="6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7">
              <a:extLst>
                <a:ext uri="{FF2B5EF4-FFF2-40B4-BE49-F238E27FC236}">
                  <a16:creationId xmlns:a16="http://schemas.microsoft.com/office/drawing/2014/main" id="{2FB78434-21C8-8FFB-E60E-43A4BB0A43CC}"/>
                </a:ext>
              </a:extLst>
            </p:cNvPr>
            <p:cNvSpPr/>
            <p:nvPr/>
          </p:nvSpPr>
          <p:spPr>
            <a:xfrm>
              <a:off x="5513521" y="-1225472"/>
              <a:ext cx="89546" cy="88282"/>
            </a:xfrm>
            <a:custGeom>
              <a:avLst/>
              <a:gdLst/>
              <a:ahLst/>
              <a:cxnLst/>
              <a:rect l="l" t="t" r="r" b="b"/>
              <a:pathLst>
                <a:path w="1346" h="1327" extrusionOk="0">
                  <a:moveTo>
                    <a:pt x="1333" y="833"/>
                  </a:moveTo>
                  <a:lnTo>
                    <a:pt x="1333" y="842"/>
                  </a:lnTo>
                  <a:cubicBezTo>
                    <a:pt x="1333" y="839"/>
                    <a:pt x="1333" y="836"/>
                    <a:pt x="1333" y="833"/>
                  </a:cubicBezTo>
                  <a:close/>
                  <a:moveTo>
                    <a:pt x="615" y="1"/>
                  </a:moveTo>
                  <a:cubicBezTo>
                    <a:pt x="589" y="1"/>
                    <a:pt x="565" y="2"/>
                    <a:pt x="547" y="2"/>
                  </a:cubicBezTo>
                  <a:cubicBezTo>
                    <a:pt x="536" y="2"/>
                    <a:pt x="526" y="3"/>
                    <a:pt x="516" y="4"/>
                  </a:cubicBezTo>
                  <a:cubicBezTo>
                    <a:pt x="468" y="12"/>
                    <a:pt x="419" y="23"/>
                    <a:pt x="373" y="39"/>
                  </a:cubicBezTo>
                  <a:cubicBezTo>
                    <a:pt x="370" y="41"/>
                    <a:pt x="367" y="42"/>
                    <a:pt x="363" y="43"/>
                  </a:cubicBezTo>
                  <a:cubicBezTo>
                    <a:pt x="324" y="65"/>
                    <a:pt x="284" y="86"/>
                    <a:pt x="244" y="108"/>
                  </a:cubicBezTo>
                  <a:cubicBezTo>
                    <a:pt x="243" y="109"/>
                    <a:pt x="241" y="109"/>
                    <a:pt x="240" y="110"/>
                  </a:cubicBezTo>
                  <a:cubicBezTo>
                    <a:pt x="237" y="112"/>
                    <a:pt x="235" y="114"/>
                    <a:pt x="231" y="116"/>
                  </a:cubicBezTo>
                  <a:cubicBezTo>
                    <a:pt x="215" y="132"/>
                    <a:pt x="198" y="149"/>
                    <a:pt x="181" y="164"/>
                  </a:cubicBezTo>
                  <a:cubicBezTo>
                    <a:pt x="162" y="181"/>
                    <a:pt x="144" y="198"/>
                    <a:pt x="127" y="217"/>
                  </a:cubicBezTo>
                  <a:cubicBezTo>
                    <a:pt x="114" y="236"/>
                    <a:pt x="103" y="256"/>
                    <a:pt x="90" y="276"/>
                  </a:cubicBezTo>
                  <a:cubicBezTo>
                    <a:pt x="61" y="314"/>
                    <a:pt x="43" y="356"/>
                    <a:pt x="36" y="402"/>
                  </a:cubicBezTo>
                  <a:cubicBezTo>
                    <a:pt x="13" y="480"/>
                    <a:pt x="0" y="506"/>
                    <a:pt x="15" y="603"/>
                  </a:cubicBezTo>
                  <a:cubicBezTo>
                    <a:pt x="15" y="604"/>
                    <a:pt x="15" y="606"/>
                    <a:pt x="15" y="607"/>
                  </a:cubicBezTo>
                  <a:cubicBezTo>
                    <a:pt x="18" y="625"/>
                    <a:pt x="40" y="721"/>
                    <a:pt x="46" y="739"/>
                  </a:cubicBezTo>
                  <a:cubicBezTo>
                    <a:pt x="47" y="740"/>
                    <a:pt x="47" y="742"/>
                    <a:pt x="48" y="744"/>
                  </a:cubicBezTo>
                  <a:cubicBezTo>
                    <a:pt x="55" y="760"/>
                    <a:pt x="102" y="848"/>
                    <a:pt x="112" y="862"/>
                  </a:cubicBezTo>
                  <a:cubicBezTo>
                    <a:pt x="123" y="877"/>
                    <a:pt x="135" y="888"/>
                    <a:pt x="148" y="901"/>
                  </a:cubicBezTo>
                  <a:cubicBezTo>
                    <a:pt x="148" y="901"/>
                    <a:pt x="148" y="901"/>
                    <a:pt x="148" y="902"/>
                  </a:cubicBezTo>
                  <a:cubicBezTo>
                    <a:pt x="150" y="905"/>
                    <a:pt x="152" y="908"/>
                    <a:pt x="153" y="913"/>
                  </a:cubicBezTo>
                  <a:cubicBezTo>
                    <a:pt x="168" y="939"/>
                    <a:pt x="210" y="1025"/>
                    <a:pt x="227" y="1049"/>
                  </a:cubicBezTo>
                  <a:cubicBezTo>
                    <a:pt x="236" y="1061"/>
                    <a:pt x="326" y="1157"/>
                    <a:pt x="338" y="1166"/>
                  </a:cubicBezTo>
                  <a:cubicBezTo>
                    <a:pt x="360" y="1184"/>
                    <a:pt x="382" y="1194"/>
                    <a:pt x="410" y="1211"/>
                  </a:cubicBezTo>
                  <a:cubicBezTo>
                    <a:pt x="436" y="1225"/>
                    <a:pt x="465" y="1245"/>
                    <a:pt x="493" y="1260"/>
                  </a:cubicBezTo>
                  <a:cubicBezTo>
                    <a:pt x="504" y="1265"/>
                    <a:pt x="515" y="1269"/>
                    <a:pt x="528" y="1274"/>
                  </a:cubicBezTo>
                  <a:cubicBezTo>
                    <a:pt x="578" y="1289"/>
                    <a:pt x="631" y="1306"/>
                    <a:pt x="684" y="1318"/>
                  </a:cubicBezTo>
                  <a:cubicBezTo>
                    <a:pt x="690" y="1319"/>
                    <a:pt x="697" y="1320"/>
                    <a:pt x="704" y="1321"/>
                  </a:cubicBezTo>
                  <a:cubicBezTo>
                    <a:pt x="731" y="1325"/>
                    <a:pt x="758" y="1327"/>
                    <a:pt x="785" y="1327"/>
                  </a:cubicBezTo>
                  <a:cubicBezTo>
                    <a:pt x="853" y="1327"/>
                    <a:pt x="919" y="1314"/>
                    <a:pt x="983" y="1290"/>
                  </a:cubicBezTo>
                  <a:cubicBezTo>
                    <a:pt x="1054" y="1266"/>
                    <a:pt x="1115" y="1227"/>
                    <a:pt x="1163" y="1171"/>
                  </a:cubicBezTo>
                  <a:cubicBezTo>
                    <a:pt x="1223" y="1124"/>
                    <a:pt x="1266" y="1064"/>
                    <a:pt x="1294" y="993"/>
                  </a:cubicBezTo>
                  <a:cubicBezTo>
                    <a:pt x="1332" y="905"/>
                    <a:pt x="1346" y="813"/>
                    <a:pt x="1336" y="718"/>
                  </a:cubicBezTo>
                  <a:lnTo>
                    <a:pt x="1336" y="718"/>
                  </a:lnTo>
                  <a:cubicBezTo>
                    <a:pt x="1336" y="705"/>
                    <a:pt x="1336" y="691"/>
                    <a:pt x="1336" y="678"/>
                  </a:cubicBezTo>
                  <a:cubicBezTo>
                    <a:pt x="1336" y="667"/>
                    <a:pt x="1334" y="656"/>
                    <a:pt x="1331" y="646"/>
                  </a:cubicBezTo>
                  <a:cubicBezTo>
                    <a:pt x="1319" y="589"/>
                    <a:pt x="1308" y="515"/>
                    <a:pt x="1279" y="458"/>
                  </a:cubicBezTo>
                  <a:cubicBezTo>
                    <a:pt x="1256" y="414"/>
                    <a:pt x="1233" y="368"/>
                    <a:pt x="1207" y="325"/>
                  </a:cubicBezTo>
                  <a:cubicBezTo>
                    <a:pt x="1205" y="322"/>
                    <a:pt x="1202" y="318"/>
                    <a:pt x="1200" y="314"/>
                  </a:cubicBezTo>
                  <a:cubicBezTo>
                    <a:pt x="1193" y="306"/>
                    <a:pt x="1186" y="297"/>
                    <a:pt x="1179" y="289"/>
                  </a:cubicBezTo>
                  <a:cubicBezTo>
                    <a:pt x="1146" y="251"/>
                    <a:pt x="1109" y="211"/>
                    <a:pt x="1073" y="177"/>
                  </a:cubicBezTo>
                  <a:cubicBezTo>
                    <a:pt x="1069" y="174"/>
                    <a:pt x="1066" y="170"/>
                    <a:pt x="1063" y="167"/>
                  </a:cubicBezTo>
                  <a:cubicBezTo>
                    <a:pt x="1055" y="160"/>
                    <a:pt x="1047" y="155"/>
                    <a:pt x="1038" y="149"/>
                  </a:cubicBezTo>
                  <a:cubicBezTo>
                    <a:pt x="997" y="120"/>
                    <a:pt x="951" y="94"/>
                    <a:pt x="907" y="69"/>
                  </a:cubicBezTo>
                  <a:cubicBezTo>
                    <a:pt x="902" y="67"/>
                    <a:pt x="898" y="64"/>
                    <a:pt x="893" y="62"/>
                  </a:cubicBezTo>
                  <a:cubicBezTo>
                    <a:pt x="884" y="57"/>
                    <a:pt x="875" y="53"/>
                    <a:pt x="866" y="50"/>
                  </a:cubicBezTo>
                  <a:cubicBezTo>
                    <a:pt x="821" y="35"/>
                    <a:pt x="768" y="21"/>
                    <a:pt x="723" y="10"/>
                  </a:cubicBezTo>
                  <a:cubicBezTo>
                    <a:pt x="718" y="9"/>
                    <a:pt x="714" y="8"/>
                    <a:pt x="710" y="7"/>
                  </a:cubicBezTo>
                  <a:cubicBezTo>
                    <a:pt x="681" y="2"/>
                    <a:pt x="647" y="1"/>
                    <a:pt x="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7">
              <a:extLst>
                <a:ext uri="{FF2B5EF4-FFF2-40B4-BE49-F238E27FC236}">
                  <a16:creationId xmlns:a16="http://schemas.microsoft.com/office/drawing/2014/main" id="{756114E8-A631-9151-1361-7BB77959D736}"/>
                </a:ext>
              </a:extLst>
            </p:cNvPr>
            <p:cNvSpPr/>
            <p:nvPr/>
          </p:nvSpPr>
          <p:spPr>
            <a:xfrm>
              <a:off x="5695806" y="-1137190"/>
              <a:ext cx="85488" cy="88415"/>
            </a:xfrm>
            <a:custGeom>
              <a:avLst/>
              <a:gdLst/>
              <a:ahLst/>
              <a:cxnLst/>
              <a:rect l="l" t="t" r="r" b="b"/>
              <a:pathLst>
                <a:path w="1285" h="1329" extrusionOk="0">
                  <a:moveTo>
                    <a:pt x="702" y="1327"/>
                  </a:moveTo>
                  <a:lnTo>
                    <a:pt x="702" y="1327"/>
                  </a:lnTo>
                  <a:cubicBezTo>
                    <a:pt x="711" y="1327"/>
                    <a:pt x="721" y="1327"/>
                    <a:pt x="730" y="1328"/>
                  </a:cubicBezTo>
                  <a:lnTo>
                    <a:pt x="730" y="1328"/>
                  </a:lnTo>
                  <a:lnTo>
                    <a:pt x="702" y="1327"/>
                  </a:lnTo>
                  <a:close/>
                  <a:moveTo>
                    <a:pt x="647" y="0"/>
                  </a:moveTo>
                  <a:cubicBezTo>
                    <a:pt x="597" y="0"/>
                    <a:pt x="548" y="8"/>
                    <a:pt x="500" y="24"/>
                  </a:cubicBezTo>
                  <a:cubicBezTo>
                    <a:pt x="421" y="37"/>
                    <a:pt x="350" y="68"/>
                    <a:pt x="285" y="118"/>
                  </a:cubicBezTo>
                  <a:cubicBezTo>
                    <a:pt x="284" y="118"/>
                    <a:pt x="283" y="119"/>
                    <a:pt x="283" y="120"/>
                  </a:cubicBezTo>
                  <a:lnTo>
                    <a:pt x="163" y="233"/>
                  </a:lnTo>
                  <a:cubicBezTo>
                    <a:pt x="161" y="235"/>
                    <a:pt x="159" y="238"/>
                    <a:pt x="157" y="240"/>
                  </a:cubicBezTo>
                  <a:cubicBezTo>
                    <a:pt x="139" y="263"/>
                    <a:pt x="116" y="307"/>
                    <a:pt x="108" y="320"/>
                  </a:cubicBezTo>
                  <a:cubicBezTo>
                    <a:pt x="93" y="344"/>
                    <a:pt x="72" y="374"/>
                    <a:pt x="60" y="402"/>
                  </a:cubicBezTo>
                  <a:cubicBezTo>
                    <a:pt x="45" y="453"/>
                    <a:pt x="31" y="506"/>
                    <a:pt x="16" y="557"/>
                  </a:cubicBezTo>
                  <a:cubicBezTo>
                    <a:pt x="16" y="558"/>
                    <a:pt x="16" y="559"/>
                    <a:pt x="16" y="560"/>
                  </a:cubicBezTo>
                  <a:cubicBezTo>
                    <a:pt x="0" y="641"/>
                    <a:pt x="5" y="719"/>
                    <a:pt x="32" y="795"/>
                  </a:cubicBezTo>
                  <a:cubicBezTo>
                    <a:pt x="37" y="822"/>
                    <a:pt x="43" y="848"/>
                    <a:pt x="50" y="874"/>
                  </a:cubicBezTo>
                  <a:cubicBezTo>
                    <a:pt x="51" y="878"/>
                    <a:pt x="53" y="882"/>
                    <a:pt x="54" y="885"/>
                  </a:cubicBezTo>
                  <a:cubicBezTo>
                    <a:pt x="55" y="888"/>
                    <a:pt x="56" y="890"/>
                    <a:pt x="57" y="891"/>
                  </a:cubicBezTo>
                  <a:lnTo>
                    <a:pt x="58" y="894"/>
                  </a:lnTo>
                  <a:cubicBezTo>
                    <a:pt x="83" y="940"/>
                    <a:pt x="108" y="987"/>
                    <a:pt x="133" y="1033"/>
                  </a:cubicBezTo>
                  <a:cubicBezTo>
                    <a:pt x="162" y="1081"/>
                    <a:pt x="248" y="1159"/>
                    <a:pt x="258" y="1168"/>
                  </a:cubicBezTo>
                  <a:cubicBezTo>
                    <a:pt x="264" y="1174"/>
                    <a:pt x="270" y="1178"/>
                    <a:pt x="277" y="1184"/>
                  </a:cubicBezTo>
                  <a:cubicBezTo>
                    <a:pt x="300" y="1199"/>
                    <a:pt x="334" y="1218"/>
                    <a:pt x="349" y="1227"/>
                  </a:cubicBezTo>
                  <a:cubicBezTo>
                    <a:pt x="364" y="1237"/>
                    <a:pt x="397" y="1258"/>
                    <a:pt x="421" y="1271"/>
                  </a:cubicBezTo>
                  <a:cubicBezTo>
                    <a:pt x="424" y="1273"/>
                    <a:pt x="428" y="1275"/>
                    <a:pt x="431" y="1276"/>
                  </a:cubicBezTo>
                  <a:cubicBezTo>
                    <a:pt x="436" y="1277"/>
                    <a:pt x="440" y="1279"/>
                    <a:pt x="444" y="1280"/>
                  </a:cubicBezTo>
                  <a:cubicBezTo>
                    <a:pt x="477" y="1290"/>
                    <a:pt x="557" y="1315"/>
                    <a:pt x="592" y="1322"/>
                  </a:cubicBezTo>
                  <a:cubicBezTo>
                    <a:pt x="594" y="1323"/>
                    <a:pt x="596" y="1323"/>
                    <a:pt x="599" y="1324"/>
                  </a:cubicBezTo>
                  <a:cubicBezTo>
                    <a:pt x="602" y="1324"/>
                    <a:pt x="606" y="1325"/>
                    <a:pt x="610" y="1325"/>
                  </a:cubicBezTo>
                  <a:cubicBezTo>
                    <a:pt x="618" y="1326"/>
                    <a:pt x="626" y="1326"/>
                    <a:pt x="634" y="1326"/>
                  </a:cubicBezTo>
                  <a:lnTo>
                    <a:pt x="634" y="1326"/>
                  </a:lnTo>
                  <a:cubicBezTo>
                    <a:pt x="648" y="1327"/>
                    <a:pt x="663" y="1328"/>
                    <a:pt x="677" y="1328"/>
                  </a:cubicBezTo>
                  <a:cubicBezTo>
                    <a:pt x="684" y="1328"/>
                    <a:pt x="691" y="1327"/>
                    <a:pt x="697" y="1327"/>
                  </a:cubicBezTo>
                  <a:lnTo>
                    <a:pt x="699" y="1327"/>
                  </a:lnTo>
                  <a:cubicBezTo>
                    <a:pt x="700" y="1327"/>
                    <a:pt x="701" y="1327"/>
                    <a:pt x="701" y="1327"/>
                  </a:cubicBezTo>
                  <a:lnTo>
                    <a:pt x="701" y="1327"/>
                  </a:lnTo>
                  <a:cubicBezTo>
                    <a:pt x="715" y="1328"/>
                    <a:pt x="728" y="1329"/>
                    <a:pt x="741" y="1329"/>
                  </a:cubicBezTo>
                  <a:cubicBezTo>
                    <a:pt x="749" y="1329"/>
                    <a:pt x="758" y="1329"/>
                    <a:pt x="766" y="1328"/>
                  </a:cubicBezTo>
                  <a:lnTo>
                    <a:pt x="766" y="1328"/>
                  </a:lnTo>
                  <a:cubicBezTo>
                    <a:pt x="766" y="1328"/>
                    <a:pt x="766" y="1328"/>
                    <a:pt x="766" y="1328"/>
                  </a:cubicBezTo>
                  <a:lnTo>
                    <a:pt x="766" y="1328"/>
                  </a:lnTo>
                  <a:lnTo>
                    <a:pt x="766" y="1328"/>
                  </a:lnTo>
                  <a:cubicBezTo>
                    <a:pt x="815" y="1325"/>
                    <a:pt x="863" y="1314"/>
                    <a:pt x="911" y="1295"/>
                  </a:cubicBezTo>
                  <a:cubicBezTo>
                    <a:pt x="954" y="1272"/>
                    <a:pt x="997" y="1249"/>
                    <a:pt x="1039" y="1225"/>
                  </a:cubicBezTo>
                  <a:cubicBezTo>
                    <a:pt x="1041" y="1223"/>
                    <a:pt x="1043" y="1221"/>
                    <a:pt x="1044" y="1220"/>
                  </a:cubicBezTo>
                  <a:cubicBezTo>
                    <a:pt x="1122" y="1161"/>
                    <a:pt x="1210" y="1067"/>
                    <a:pt x="1243" y="971"/>
                  </a:cubicBezTo>
                  <a:lnTo>
                    <a:pt x="1243" y="971"/>
                  </a:lnTo>
                  <a:cubicBezTo>
                    <a:pt x="1264" y="930"/>
                    <a:pt x="1277" y="886"/>
                    <a:pt x="1282" y="838"/>
                  </a:cubicBezTo>
                  <a:cubicBezTo>
                    <a:pt x="1283" y="794"/>
                    <a:pt x="1284" y="751"/>
                    <a:pt x="1284" y="709"/>
                  </a:cubicBezTo>
                  <a:cubicBezTo>
                    <a:pt x="1284" y="706"/>
                    <a:pt x="1283" y="703"/>
                    <a:pt x="1283" y="701"/>
                  </a:cubicBezTo>
                  <a:cubicBezTo>
                    <a:pt x="1279" y="680"/>
                    <a:pt x="1272" y="654"/>
                    <a:pt x="1268" y="639"/>
                  </a:cubicBezTo>
                  <a:lnTo>
                    <a:pt x="1268" y="639"/>
                  </a:lnTo>
                  <a:cubicBezTo>
                    <a:pt x="1268" y="639"/>
                    <a:pt x="1268" y="639"/>
                    <a:pt x="1268" y="639"/>
                  </a:cubicBezTo>
                  <a:cubicBezTo>
                    <a:pt x="1268" y="639"/>
                    <a:pt x="1264" y="614"/>
                    <a:pt x="1258" y="593"/>
                  </a:cubicBezTo>
                  <a:cubicBezTo>
                    <a:pt x="1258" y="585"/>
                    <a:pt x="1257" y="578"/>
                    <a:pt x="1255" y="569"/>
                  </a:cubicBezTo>
                  <a:cubicBezTo>
                    <a:pt x="1252" y="551"/>
                    <a:pt x="1247" y="527"/>
                    <a:pt x="1240" y="503"/>
                  </a:cubicBezTo>
                  <a:cubicBezTo>
                    <a:pt x="1238" y="493"/>
                    <a:pt x="1238" y="482"/>
                    <a:pt x="1235" y="473"/>
                  </a:cubicBezTo>
                  <a:cubicBezTo>
                    <a:pt x="1229" y="419"/>
                    <a:pt x="1210" y="370"/>
                    <a:pt x="1179" y="327"/>
                  </a:cubicBezTo>
                  <a:cubicBezTo>
                    <a:pt x="1146" y="251"/>
                    <a:pt x="1096" y="188"/>
                    <a:pt x="1028" y="137"/>
                  </a:cubicBezTo>
                  <a:cubicBezTo>
                    <a:pt x="981" y="109"/>
                    <a:pt x="934" y="81"/>
                    <a:pt x="887" y="52"/>
                  </a:cubicBezTo>
                  <a:cubicBezTo>
                    <a:pt x="835" y="38"/>
                    <a:pt x="785" y="23"/>
                    <a:pt x="734" y="8"/>
                  </a:cubicBezTo>
                  <a:cubicBezTo>
                    <a:pt x="705" y="3"/>
                    <a:pt x="675" y="0"/>
                    <a:pt x="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7">
              <a:extLst>
                <a:ext uri="{FF2B5EF4-FFF2-40B4-BE49-F238E27FC236}">
                  <a16:creationId xmlns:a16="http://schemas.microsoft.com/office/drawing/2014/main" id="{E1DA3091-A003-21F3-3690-73334B0E9BDB}"/>
                </a:ext>
              </a:extLst>
            </p:cNvPr>
            <p:cNvSpPr/>
            <p:nvPr/>
          </p:nvSpPr>
          <p:spPr>
            <a:xfrm>
              <a:off x="5825069" y="-1240241"/>
              <a:ext cx="82893" cy="78569"/>
            </a:xfrm>
            <a:custGeom>
              <a:avLst/>
              <a:gdLst/>
              <a:ahLst/>
              <a:cxnLst/>
              <a:rect l="l" t="t" r="r" b="b"/>
              <a:pathLst>
                <a:path w="1246" h="1181" extrusionOk="0">
                  <a:moveTo>
                    <a:pt x="741" y="0"/>
                  </a:moveTo>
                  <a:cubicBezTo>
                    <a:pt x="264" y="0"/>
                    <a:pt x="0" y="665"/>
                    <a:pt x="283" y="1019"/>
                  </a:cubicBezTo>
                  <a:cubicBezTo>
                    <a:pt x="326" y="1074"/>
                    <a:pt x="381" y="1114"/>
                    <a:pt x="447" y="1140"/>
                  </a:cubicBezTo>
                  <a:cubicBezTo>
                    <a:pt x="488" y="1151"/>
                    <a:pt x="530" y="1164"/>
                    <a:pt x="573" y="1175"/>
                  </a:cubicBezTo>
                  <a:cubicBezTo>
                    <a:pt x="598" y="1179"/>
                    <a:pt x="623" y="1181"/>
                    <a:pt x="647" y="1181"/>
                  </a:cubicBezTo>
                  <a:cubicBezTo>
                    <a:pt x="709" y="1181"/>
                    <a:pt x="770" y="1170"/>
                    <a:pt x="829" y="1147"/>
                  </a:cubicBezTo>
                  <a:cubicBezTo>
                    <a:pt x="878" y="1125"/>
                    <a:pt x="912" y="1105"/>
                    <a:pt x="945" y="1084"/>
                  </a:cubicBezTo>
                  <a:cubicBezTo>
                    <a:pt x="957" y="1076"/>
                    <a:pt x="971" y="1067"/>
                    <a:pt x="984" y="1057"/>
                  </a:cubicBezTo>
                  <a:cubicBezTo>
                    <a:pt x="986" y="1055"/>
                    <a:pt x="990" y="1052"/>
                    <a:pt x="993" y="1050"/>
                  </a:cubicBezTo>
                  <a:cubicBezTo>
                    <a:pt x="1021" y="1026"/>
                    <a:pt x="1049" y="1001"/>
                    <a:pt x="1085" y="963"/>
                  </a:cubicBezTo>
                  <a:cubicBezTo>
                    <a:pt x="1092" y="956"/>
                    <a:pt x="1100" y="947"/>
                    <a:pt x="1106" y="939"/>
                  </a:cubicBezTo>
                  <a:cubicBezTo>
                    <a:pt x="1133" y="900"/>
                    <a:pt x="1157" y="856"/>
                    <a:pt x="1180" y="816"/>
                  </a:cubicBezTo>
                  <a:cubicBezTo>
                    <a:pt x="1183" y="811"/>
                    <a:pt x="1187" y="806"/>
                    <a:pt x="1189" y="801"/>
                  </a:cubicBezTo>
                  <a:cubicBezTo>
                    <a:pt x="1216" y="745"/>
                    <a:pt x="1235" y="682"/>
                    <a:pt x="1241" y="621"/>
                  </a:cubicBezTo>
                  <a:cubicBezTo>
                    <a:pt x="1243" y="596"/>
                    <a:pt x="1242" y="568"/>
                    <a:pt x="1242" y="545"/>
                  </a:cubicBezTo>
                  <a:cubicBezTo>
                    <a:pt x="1243" y="522"/>
                    <a:pt x="1245" y="495"/>
                    <a:pt x="1243" y="470"/>
                  </a:cubicBezTo>
                  <a:cubicBezTo>
                    <a:pt x="1241" y="419"/>
                    <a:pt x="1224" y="365"/>
                    <a:pt x="1210" y="318"/>
                  </a:cubicBezTo>
                  <a:cubicBezTo>
                    <a:pt x="1177" y="236"/>
                    <a:pt x="1127" y="165"/>
                    <a:pt x="1057" y="110"/>
                  </a:cubicBezTo>
                  <a:cubicBezTo>
                    <a:pt x="988" y="54"/>
                    <a:pt x="908" y="20"/>
                    <a:pt x="820" y="6"/>
                  </a:cubicBezTo>
                  <a:cubicBezTo>
                    <a:pt x="793" y="2"/>
                    <a:pt x="767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7">
              <a:extLst>
                <a:ext uri="{FF2B5EF4-FFF2-40B4-BE49-F238E27FC236}">
                  <a16:creationId xmlns:a16="http://schemas.microsoft.com/office/drawing/2014/main" id="{B3E10E76-7765-DECF-5686-274E149CD3C9}"/>
                </a:ext>
              </a:extLst>
            </p:cNvPr>
            <p:cNvSpPr/>
            <p:nvPr/>
          </p:nvSpPr>
          <p:spPr>
            <a:xfrm>
              <a:off x="5952669" y="-1041124"/>
              <a:ext cx="88482" cy="74178"/>
            </a:xfrm>
            <a:custGeom>
              <a:avLst/>
              <a:gdLst/>
              <a:ahLst/>
              <a:cxnLst/>
              <a:rect l="l" t="t" r="r" b="b"/>
              <a:pathLst>
                <a:path w="1330" h="1115" extrusionOk="0">
                  <a:moveTo>
                    <a:pt x="538" y="0"/>
                  </a:moveTo>
                  <a:cubicBezTo>
                    <a:pt x="467" y="0"/>
                    <a:pt x="400" y="14"/>
                    <a:pt x="342" y="45"/>
                  </a:cubicBezTo>
                  <a:cubicBezTo>
                    <a:pt x="303" y="66"/>
                    <a:pt x="264" y="88"/>
                    <a:pt x="224" y="109"/>
                  </a:cubicBezTo>
                  <a:cubicBezTo>
                    <a:pt x="163" y="150"/>
                    <a:pt x="117" y="201"/>
                    <a:pt x="86" y="265"/>
                  </a:cubicBezTo>
                  <a:cubicBezTo>
                    <a:pt x="57" y="303"/>
                    <a:pt x="39" y="344"/>
                    <a:pt x="32" y="391"/>
                  </a:cubicBezTo>
                  <a:cubicBezTo>
                    <a:pt x="7" y="455"/>
                    <a:pt x="0" y="520"/>
                    <a:pt x="11" y="590"/>
                  </a:cubicBezTo>
                  <a:cubicBezTo>
                    <a:pt x="21" y="632"/>
                    <a:pt x="32" y="675"/>
                    <a:pt x="41" y="719"/>
                  </a:cubicBezTo>
                  <a:cubicBezTo>
                    <a:pt x="76" y="806"/>
                    <a:pt x="129" y="879"/>
                    <a:pt x="202" y="939"/>
                  </a:cubicBezTo>
                  <a:cubicBezTo>
                    <a:pt x="247" y="981"/>
                    <a:pt x="309" y="1010"/>
                    <a:pt x="361" y="1039"/>
                  </a:cubicBezTo>
                  <a:cubicBezTo>
                    <a:pt x="378" y="1047"/>
                    <a:pt x="394" y="1053"/>
                    <a:pt x="411" y="1059"/>
                  </a:cubicBezTo>
                  <a:cubicBezTo>
                    <a:pt x="486" y="1084"/>
                    <a:pt x="559" y="1109"/>
                    <a:pt x="638" y="1111"/>
                  </a:cubicBezTo>
                  <a:cubicBezTo>
                    <a:pt x="669" y="1112"/>
                    <a:pt x="705" y="1115"/>
                    <a:pt x="741" y="1115"/>
                  </a:cubicBezTo>
                  <a:cubicBezTo>
                    <a:pt x="763" y="1115"/>
                    <a:pt x="785" y="1114"/>
                    <a:pt x="806" y="1111"/>
                  </a:cubicBezTo>
                  <a:cubicBezTo>
                    <a:pt x="860" y="1103"/>
                    <a:pt x="916" y="1089"/>
                    <a:pt x="968" y="1074"/>
                  </a:cubicBezTo>
                  <a:cubicBezTo>
                    <a:pt x="985" y="1069"/>
                    <a:pt x="1002" y="1063"/>
                    <a:pt x="1017" y="1055"/>
                  </a:cubicBezTo>
                  <a:cubicBezTo>
                    <a:pt x="1104" y="1018"/>
                    <a:pt x="1163" y="982"/>
                    <a:pt x="1223" y="908"/>
                  </a:cubicBezTo>
                  <a:cubicBezTo>
                    <a:pt x="1252" y="871"/>
                    <a:pt x="1272" y="829"/>
                    <a:pt x="1295" y="789"/>
                  </a:cubicBezTo>
                  <a:cubicBezTo>
                    <a:pt x="1328" y="711"/>
                    <a:pt x="1329" y="630"/>
                    <a:pt x="1309" y="553"/>
                  </a:cubicBezTo>
                  <a:cubicBezTo>
                    <a:pt x="1172" y="430"/>
                    <a:pt x="1059" y="292"/>
                    <a:pt x="975" y="144"/>
                  </a:cubicBezTo>
                  <a:cubicBezTo>
                    <a:pt x="837" y="56"/>
                    <a:pt x="679" y="0"/>
                    <a:pt x="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7">
              <a:extLst>
                <a:ext uri="{FF2B5EF4-FFF2-40B4-BE49-F238E27FC236}">
                  <a16:creationId xmlns:a16="http://schemas.microsoft.com/office/drawing/2014/main" id="{BDA7C5EE-0A37-8EC2-BCE7-5F27A42A6C17}"/>
                </a:ext>
              </a:extLst>
            </p:cNvPr>
            <p:cNvSpPr/>
            <p:nvPr/>
          </p:nvSpPr>
          <p:spPr>
            <a:xfrm>
              <a:off x="6006024" y="-865159"/>
              <a:ext cx="87750" cy="80565"/>
            </a:xfrm>
            <a:custGeom>
              <a:avLst/>
              <a:gdLst/>
              <a:ahLst/>
              <a:cxnLst/>
              <a:rect l="l" t="t" r="r" b="b"/>
              <a:pathLst>
                <a:path w="1319" h="1211" extrusionOk="0">
                  <a:moveTo>
                    <a:pt x="798" y="1"/>
                  </a:moveTo>
                  <a:cubicBezTo>
                    <a:pt x="788" y="1"/>
                    <a:pt x="778" y="1"/>
                    <a:pt x="768" y="2"/>
                  </a:cubicBezTo>
                  <a:cubicBezTo>
                    <a:pt x="747" y="2"/>
                    <a:pt x="726" y="1"/>
                    <a:pt x="704" y="1"/>
                  </a:cubicBezTo>
                  <a:cubicBezTo>
                    <a:pt x="687" y="1"/>
                    <a:pt x="669" y="1"/>
                    <a:pt x="651" y="3"/>
                  </a:cubicBezTo>
                  <a:cubicBezTo>
                    <a:pt x="635" y="4"/>
                    <a:pt x="619" y="7"/>
                    <a:pt x="603" y="11"/>
                  </a:cubicBezTo>
                  <a:cubicBezTo>
                    <a:pt x="545" y="23"/>
                    <a:pt x="485" y="36"/>
                    <a:pt x="428" y="55"/>
                  </a:cubicBezTo>
                  <a:cubicBezTo>
                    <a:pt x="421" y="57"/>
                    <a:pt x="413" y="60"/>
                    <a:pt x="406" y="63"/>
                  </a:cubicBezTo>
                  <a:cubicBezTo>
                    <a:pt x="380" y="73"/>
                    <a:pt x="358" y="87"/>
                    <a:pt x="333" y="101"/>
                  </a:cubicBezTo>
                  <a:cubicBezTo>
                    <a:pt x="304" y="116"/>
                    <a:pt x="286" y="124"/>
                    <a:pt x="264" y="139"/>
                  </a:cubicBezTo>
                  <a:cubicBezTo>
                    <a:pt x="250" y="149"/>
                    <a:pt x="236" y="159"/>
                    <a:pt x="223" y="171"/>
                  </a:cubicBezTo>
                  <a:cubicBezTo>
                    <a:pt x="144" y="228"/>
                    <a:pt x="86" y="302"/>
                    <a:pt x="47" y="390"/>
                  </a:cubicBezTo>
                  <a:cubicBezTo>
                    <a:pt x="17" y="454"/>
                    <a:pt x="3" y="521"/>
                    <a:pt x="7" y="590"/>
                  </a:cubicBezTo>
                  <a:cubicBezTo>
                    <a:pt x="1" y="659"/>
                    <a:pt x="10" y="725"/>
                    <a:pt x="39" y="790"/>
                  </a:cubicBezTo>
                  <a:cubicBezTo>
                    <a:pt x="72" y="879"/>
                    <a:pt x="126" y="955"/>
                    <a:pt x="202" y="1014"/>
                  </a:cubicBezTo>
                  <a:cubicBezTo>
                    <a:pt x="217" y="1028"/>
                    <a:pt x="232" y="1039"/>
                    <a:pt x="249" y="1051"/>
                  </a:cubicBezTo>
                  <a:cubicBezTo>
                    <a:pt x="293" y="1080"/>
                    <a:pt x="340" y="1108"/>
                    <a:pt x="387" y="1135"/>
                  </a:cubicBezTo>
                  <a:cubicBezTo>
                    <a:pt x="395" y="1140"/>
                    <a:pt x="405" y="1144"/>
                    <a:pt x="414" y="1149"/>
                  </a:cubicBezTo>
                  <a:cubicBezTo>
                    <a:pt x="451" y="1166"/>
                    <a:pt x="491" y="1176"/>
                    <a:pt x="530" y="1188"/>
                  </a:cubicBezTo>
                  <a:cubicBezTo>
                    <a:pt x="596" y="1206"/>
                    <a:pt x="604" y="1211"/>
                    <a:pt x="646" y="1211"/>
                  </a:cubicBezTo>
                  <a:cubicBezTo>
                    <a:pt x="665" y="1211"/>
                    <a:pt x="690" y="1210"/>
                    <a:pt x="728" y="1209"/>
                  </a:cubicBezTo>
                  <a:lnTo>
                    <a:pt x="739" y="1209"/>
                  </a:lnTo>
                  <a:cubicBezTo>
                    <a:pt x="748" y="1209"/>
                    <a:pt x="758" y="1208"/>
                    <a:pt x="767" y="1207"/>
                  </a:cubicBezTo>
                  <a:cubicBezTo>
                    <a:pt x="822" y="1201"/>
                    <a:pt x="877" y="1184"/>
                    <a:pt x="929" y="1170"/>
                  </a:cubicBezTo>
                  <a:cubicBezTo>
                    <a:pt x="939" y="1168"/>
                    <a:pt x="947" y="1166"/>
                    <a:pt x="956" y="1163"/>
                  </a:cubicBezTo>
                  <a:cubicBezTo>
                    <a:pt x="960" y="1162"/>
                    <a:pt x="963" y="1161"/>
                    <a:pt x="967" y="1160"/>
                  </a:cubicBezTo>
                  <a:cubicBezTo>
                    <a:pt x="987" y="1152"/>
                    <a:pt x="1006" y="1143"/>
                    <a:pt x="1022" y="1130"/>
                  </a:cubicBezTo>
                  <a:cubicBezTo>
                    <a:pt x="1043" y="1125"/>
                    <a:pt x="1060" y="1115"/>
                    <a:pt x="1075" y="1101"/>
                  </a:cubicBezTo>
                  <a:cubicBezTo>
                    <a:pt x="1156" y="1047"/>
                    <a:pt x="1208" y="961"/>
                    <a:pt x="1255" y="877"/>
                  </a:cubicBezTo>
                  <a:cubicBezTo>
                    <a:pt x="1276" y="834"/>
                    <a:pt x="1284" y="789"/>
                    <a:pt x="1281" y="743"/>
                  </a:cubicBezTo>
                  <a:cubicBezTo>
                    <a:pt x="1282" y="739"/>
                    <a:pt x="1281" y="735"/>
                    <a:pt x="1281" y="732"/>
                  </a:cubicBezTo>
                  <a:cubicBezTo>
                    <a:pt x="1292" y="691"/>
                    <a:pt x="1304" y="651"/>
                    <a:pt x="1315" y="610"/>
                  </a:cubicBezTo>
                  <a:cubicBezTo>
                    <a:pt x="1316" y="568"/>
                    <a:pt x="1318" y="525"/>
                    <a:pt x="1319" y="484"/>
                  </a:cubicBezTo>
                  <a:cubicBezTo>
                    <a:pt x="1315" y="463"/>
                    <a:pt x="1293" y="376"/>
                    <a:pt x="1287" y="357"/>
                  </a:cubicBezTo>
                  <a:cubicBezTo>
                    <a:pt x="1257" y="267"/>
                    <a:pt x="1232" y="248"/>
                    <a:pt x="1176" y="191"/>
                  </a:cubicBezTo>
                  <a:cubicBezTo>
                    <a:pt x="1154" y="168"/>
                    <a:pt x="1139" y="148"/>
                    <a:pt x="1116" y="130"/>
                  </a:cubicBezTo>
                  <a:cubicBezTo>
                    <a:pt x="1110" y="126"/>
                    <a:pt x="1105" y="123"/>
                    <a:pt x="1100" y="118"/>
                  </a:cubicBezTo>
                  <a:cubicBezTo>
                    <a:pt x="1079" y="104"/>
                    <a:pt x="996" y="52"/>
                    <a:pt x="973" y="42"/>
                  </a:cubicBezTo>
                  <a:cubicBezTo>
                    <a:pt x="950" y="35"/>
                    <a:pt x="927" y="28"/>
                    <a:pt x="903" y="22"/>
                  </a:cubicBezTo>
                  <a:cubicBezTo>
                    <a:pt x="869" y="8"/>
                    <a:pt x="834" y="1"/>
                    <a:pt x="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7">
              <a:extLst>
                <a:ext uri="{FF2B5EF4-FFF2-40B4-BE49-F238E27FC236}">
                  <a16:creationId xmlns:a16="http://schemas.microsoft.com/office/drawing/2014/main" id="{762687EE-A5CE-00DB-B59F-6CC0998D553B}"/>
                </a:ext>
              </a:extLst>
            </p:cNvPr>
            <p:cNvSpPr/>
            <p:nvPr/>
          </p:nvSpPr>
          <p:spPr>
            <a:xfrm>
              <a:off x="5591292" y="-1348415"/>
              <a:ext cx="53022" cy="55617"/>
            </a:xfrm>
            <a:custGeom>
              <a:avLst/>
              <a:gdLst/>
              <a:ahLst/>
              <a:cxnLst/>
              <a:rect l="l" t="t" r="r" b="b"/>
              <a:pathLst>
                <a:path w="797" h="836" extrusionOk="0">
                  <a:moveTo>
                    <a:pt x="382" y="0"/>
                  </a:moveTo>
                  <a:cubicBezTo>
                    <a:pt x="368" y="0"/>
                    <a:pt x="355" y="1"/>
                    <a:pt x="341" y="2"/>
                  </a:cubicBezTo>
                  <a:cubicBezTo>
                    <a:pt x="291" y="5"/>
                    <a:pt x="246" y="21"/>
                    <a:pt x="205" y="47"/>
                  </a:cubicBezTo>
                  <a:cubicBezTo>
                    <a:pt x="159" y="67"/>
                    <a:pt x="122" y="98"/>
                    <a:pt x="91" y="139"/>
                  </a:cubicBezTo>
                  <a:cubicBezTo>
                    <a:pt x="71" y="166"/>
                    <a:pt x="54" y="195"/>
                    <a:pt x="39" y="226"/>
                  </a:cubicBezTo>
                  <a:cubicBezTo>
                    <a:pt x="14" y="282"/>
                    <a:pt x="0" y="358"/>
                    <a:pt x="10" y="419"/>
                  </a:cubicBezTo>
                  <a:cubicBezTo>
                    <a:pt x="15" y="454"/>
                    <a:pt x="21" y="489"/>
                    <a:pt x="34" y="523"/>
                  </a:cubicBezTo>
                  <a:cubicBezTo>
                    <a:pt x="60" y="592"/>
                    <a:pt x="98" y="641"/>
                    <a:pt x="154" y="688"/>
                  </a:cubicBezTo>
                  <a:cubicBezTo>
                    <a:pt x="169" y="700"/>
                    <a:pt x="182" y="711"/>
                    <a:pt x="197" y="723"/>
                  </a:cubicBezTo>
                  <a:cubicBezTo>
                    <a:pt x="217" y="740"/>
                    <a:pt x="234" y="750"/>
                    <a:pt x="258" y="764"/>
                  </a:cubicBezTo>
                  <a:cubicBezTo>
                    <a:pt x="285" y="780"/>
                    <a:pt x="294" y="789"/>
                    <a:pt x="319" y="796"/>
                  </a:cubicBezTo>
                  <a:lnTo>
                    <a:pt x="369" y="811"/>
                  </a:lnTo>
                  <a:cubicBezTo>
                    <a:pt x="408" y="827"/>
                    <a:pt x="447" y="835"/>
                    <a:pt x="489" y="835"/>
                  </a:cubicBezTo>
                  <a:cubicBezTo>
                    <a:pt x="500" y="835"/>
                    <a:pt x="510" y="835"/>
                    <a:pt x="521" y="834"/>
                  </a:cubicBezTo>
                  <a:cubicBezTo>
                    <a:pt x="561" y="831"/>
                    <a:pt x="598" y="818"/>
                    <a:pt x="631" y="797"/>
                  </a:cubicBezTo>
                  <a:cubicBezTo>
                    <a:pt x="668" y="780"/>
                    <a:pt x="699" y="755"/>
                    <a:pt x="725" y="722"/>
                  </a:cubicBezTo>
                  <a:cubicBezTo>
                    <a:pt x="758" y="680"/>
                    <a:pt x="780" y="632"/>
                    <a:pt x="788" y="577"/>
                  </a:cubicBezTo>
                  <a:cubicBezTo>
                    <a:pt x="789" y="564"/>
                    <a:pt x="791" y="549"/>
                    <a:pt x="793" y="534"/>
                  </a:cubicBezTo>
                  <a:cubicBezTo>
                    <a:pt x="794" y="531"/>
                    <a:pt x="794" y="528"/>
                    <a:pt x="794" y="524"/>
                  </a:cubicBezTo>
                  <a:lnTo>
                    <a:pt x="795" y="517"/>
                  </a:lnTo>
                  <a:cubicBezTo>
                    <a:pt x="796" y="486"/>
                    <a:pt x="796" y="456"/>
                    <a:pt x="797" y="427"/>
                  </a:cubicBezTo>
                  <a:cubicBezTo>
                    <a:pt x="794" y="388"/>
                    <a:pt x="780" y="351"/>
                    <a:pt x="768" y="315"/>
                  </a:cubicBezTo>
                  <a:cubicBezTo>
                    <a:pt x="763" y="297"/>
                    <a:pt x="758" y="279"/>
                    <a:pt x="753" y="261"/>
                  </a:cubicBezTo>
                  <a:lnTo>
                    <a:pt x="750" y="252"/>
                  </a:lnTo>
                  <a:cubicBezTo>
                    <a:pt x="734" y="223"/>
                    <a:pt x="718" y="193"/>
                    <a:pt x="703" y="165"/>
                  </a:cubicBezTo>
                  <a:cubicBezTo>
                    <a:pt x="675" y="122"/>
                    <a:pt x="655" y="106"/>
                    <a:pt x="624" y="85"/>
                  </a:cubicBezTo>
                  <a:cubicBezTo>
                    <a:pt x="595" y="67"/>
                    <a:pt x="564" y="48"/>
                    <a:pt x="534" y="30"/>
                  </a:cubicBezTo>
                  <a:lnTo>
                    <a:pt x="440" y="4"/>
                  </a:lnTo>
                  <a:cubicBezTo>
                    <a:pt x="420" y="1"/>
                    <a:pt x="401" y="0"/>
                    <a:pt x="3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7">
              <a:extLst>
                <a:ext uri="{FF2B5EF4-FFF2-40B4-BE49-F238E27FC236}">
                  <a16:creationId xmlns:a16="http://schemas.microsoft.com/office/drawing/2014/main" id="{908CA948-B5B1-789A-227D-27DAFB4DC9A8}"/>
                </a:ext>
              </a:extLst>
            </p:cNvPr>
            <p:cNvSpPr/>
            <p:nvPr/>
          </p:nvSpPr>
          <p:spPr>
            <a:xfrm>
              <a:off x="5923596" y="-1404565"/>
              <a:ext cx="32931" cy="66993"/>
            </a:xfrm>
            <a:custGeom>
              <a:avLst/>
              <a:gdLst/>
              <a:ahLst/>
              <a:cxnLst/>
              <a:rect l="l" t="t" r="r" b="b"/>
              <a:pathLst>
                <a:path w="495" h="1007" extrusionOk="0">
                  <a:moveTo>
                    <a:pt x="495" y="0"/>
                  </a:moveTo>
                  <a:lnTo>
                    <a:pt x="495" y="0"/>
                  </a:lnTo>
                  <a:cubicBezTo>
                    <a:pt x="454" y="5"/>
                    <a:pt x="413" y="17"/>
                    <a:pt x="369" y="30"/>
                  </a:cubicBezTo>
                  <a:cubicBezTo>
                    <a:pt x="238" y="71"/>
                    <a:pt x="115" y="183"/>
                    <a:pt x="66" y="312"/>
                  </a:cubicBezTo>
                  <a:cubicBezTo>
                    <a:pt x="46" y="363"/>
                    <a:pt x="31" y="419"/>
                    <a:pt x="19" y="471"/>
                  </a:cubicBezTo>
                  <a:cubicBezTo>
                    <a:pt x="15" y="486"/>
                    <a:pt x="12" y="500"/>
                    <a:pt x="10" y="515"/>
                  </a:cubicBezTo>
                  <a:cubicBezTo>
                    <a:pt x="4" y="563"/>
                    <a:pt x="1" y="633"/>
                    <a:pt x="5" y="672"/>
                  </a:cubicBezTo>
                  <a:cubicBezTo>
                    <a:pt x="15" y="767"/>
                    <a:pt x="61" y="855"/>
                    <a:pt x="113" y="935"/>
                  </a:cubicBezTo>
                  <a:cubicBezTo>
                    <a:pt x="135" y="958"/>
                    <a:pt x="158" y="982"/>
                    <a:pt x="180" y="1006"/>
                  </a:cubicBezTo>
                  <a:cubicBezTo>
                    <a:pt x="181" y="1006"/>
                    <a:pt x="182" y="1006"/>
                    <a:pt x="182" y="1007"/>
                  </a:cubicBezTo>
                  <a:lnTo>
                    <a:pt x="182" y="1007"/>
                  </a:lnTo>
                  <a:cubicBezTo>
                    <a:pt x="139" y="646"/>
                    <a:pt x="258" y="290"/>
                    <a:pt x="495" y="0"/>
                  </a:cubicBezTo>
                  <a:close/>
                  <a:moveTo>
                    <a:pt x="182" y="1007"/>
                  </a:moveTo>
                  <a:lnTo>
                    <a:pt x="182" y="1007"/>
                  </a:lnTo>
                  <a:cubicBezTo>
                    <a:pt x="182" y="1007"/>
                    <a:pt x="182" y="1007"/>
                    <a:pt x="182" y="1007"/>
                  </a:cubicBezTo>
                  <a:cubicBezTo>
                    <a:pt x="182" y="1007"/>
                    <a:pt x="182" y="1007"/>
                    <a:pt x="182" y="10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7">
              <a:extLst>
                <a:ext uri="{FF2B5EF4-FFF2-40B4-BE49-F238E27FC236}">
                  <a16:creationId xmlns:a16="http://schemas.microsoft.com/office/drawing/2014/main" id="{9DC104BF-D473-67C8-51CC-B2CACA3A1AE0}"/>
                </a:ext>
              </a:extLst>
            </p:cNvPr>
            <p:cNvSpPr/>
            <p:nvPr/>
          </p:nvSpPr>
          <p:spPr>
            <a:xfrm>
              <a:off x="5531749" y="-991229"/>
              <a:ext cx="79633" cy="70187"/>
            </a:xfrm>
            <a:custGeom>
              <a:avLst/>
              <a:gdLst/>
              <a:ahLst/>
              <a:cxnLst/>
              <a:rect l="l" t="t" r="r" b="b"/>
              <a:pathLst>
                <a:path w="1197" h="1055" extrusionOk="0">
                  <a:moveTo>
                    <a:pt x="719" y="1"/>
                  </a:moveTo>
                  <a:cubicBezTo>
                    <a:pt x="698" y="1"/>
                    <a:pt x="678" y="2"/>
                    <a:pt x="658" y="5"/>
                  </a:cubicBezTo>
                  <a:cubicBezTo>
                    <a:pt x="604" y="11"/>
                    <a:pt x="552" y="26"/>
                    <a:pt x="502" y="44"/>
                  </a:cubicBezTo>
                  <a:cubicBezTo>
                    <a:pt x="454" y="60"/>
                    <a:pt x="419" y="83"/>
                    <a:pt x="386" y="112"/>
                  </a:cubicBezTo>
                  <a:cubicBezTo>
                    <a:pt x="361" y="117"/>
                    <a:pt x="337" y="120"/>
                    <a:pt x="314" y="129"/>
                  </a:cubicBezTo>
                  <a:cubicBezTo>
                    <a:pt x="234" y="160"/>
                    <a:pt x="167" y="209"/>
                    <a:pt x="112" y="276"/>
                  </a:cubicBezTo>
                  <a:cubicBezTo>
                    <a:pt x="90" y="313"/>
                    <a:pt x="67" y="349"/>
                    <a:pt x="45" y="386"/>
                  </a:cubicBezTo>
                  <a:cubicBezTo>
                    <a:pt x="13" y="463"/>
                    <a:pt x="0" y="544"/>
                    <a:pt x="10" y="628"/>
                  </a:cubicBezTo>
                  <a:cubicBezTo>
                    <a:pt x="14" y="691"/>
                    <a:pt x="33" y="749"/>
                    <a:pt x="67" y="801"/>
                  </a:cubicBezTo>
                  <a:cubicBezTo>
                    <a:pt x="93" y="860"/>
                    <a:pt x="132" y="909"/>
                    <a:pt x="185" y="949"/>
                  </a:cubicBezTo>
                  <a:cubicBezTo>
                    <a:pt x="253" y="1002"/>
                    <a:pt x="329" y="1036"/>
                    <a:pt x="414" y="1049"/>
                  </a:cubicBezTo>
                  <a:cubicBezTo>
                    <a:pt x="437" y="1053"/>
                    <a:pt x="461" y="1054"/>
                    <a:pt x="484" y="1054"/>
                  </a:cubicBezTo>
                  <a:cubicBezTo>
                    <a:pt x="542" y="1054"/>
                    <a:pt x="599" y="1044"/>
                    <a:pt x="656" y="1022"/>
                  </a:cubicBezTo>
                  <a:cubicBezTo>
                    <a:pt x="685" y="1014"/>
                    <a:pt x="714" y="998"/>
                    <a:pt x="742" y="979"/>
                  </a:cubicBezTo>
                  <a:cubicBezTo>
                    <a:pt x="769" y="966"/>
                    <a:pt x="793" y="951"/>
                    <a:pt x="815" y="933"/>
                  </a:cubicBezTo>
                  <a:cubicBezTo>
                    <a:pt x="825" y="927"/>
                    <a:pt x="836" y="923"/>
                    <a:pt x="845" y="917"/>
                  </a:cubicBezTo>
                  <a:cubicBezTo>
                    <a:pt x="864" y="905"/>
                    <a:pt x="882" y="892"/>
                    <a:pt x="899" y="880"/>
                  </a:cubicBezTo>
                  <a:cubicBezTo>
                    <a:pt x="931" y="864"/>
                    <a:pt x="961" y="847"/>
                    <a:pt x="989" y="829"/>
                  </a:cubicBezTo>
                  <a:cubicBezTo>
                    <a:pt x="1090" y="761"/>
                    <a:pt x="1165" y="644"/>
                    <a:pt x="1181" y="523"/>
                  </a:cubicBezTo>
                  <a:cubicBezTo>
                    <a:pt x="1197" y="407"/>
                    <a:pt x="1167" y="295"/>
                    <a:pt x="1102" y="199"/>
                  </a:cubicBezTo>
                  <a:cubicBezTo>
                    <a:pt x="1057" y="132"/>
                    <a:pt x="981" y="70"/>
                    <a:pt x="907" y="38"/>
                  </a:cubicBezTo>
                  <a:cubicBezTo>
                    <a:pt x="848" y="14"/>
                    <a:pt x="783" y="1"/>
                    <a:pt x="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7">
              <a:extLst>
                <a:ext uri="{FF2B5EF4-FFF2-40B4-BE49-F238E27FC236}">
                  <a16:creationId xmlns:a16="http://schemas.microsoft.com/office/drawing/2014/main" id="{CF89D23D-6FFE-447D-37E5-E890AB9FEAC9}"/>
                </a:ext>
              </a:extLst>
            </p:cNvPr>
            <p:cNvSpPr/>
            <p:nvPr/>
          </p:nvSpPr>
          <p:spPr>
            <a:xfrm>
              <a:off x="5768454" y="-946655"/>
              <a:ext cx="68257" cy="65064"/>
            </a:xfrm>
            <a:custGeom>
              <a:avLst/>
              <a:gdLst/>
              <a:ahLst/>
              <a:cxnLst/>
              <a:rect l="l" t="t" r="r" b="b"/>
              <a:pathLst>
                <a:path w="1026" h="978" extrusionOk="0">
                  <a:moveTo>
                    <a:pt x="590" y="0"/>
                  </a:moveTo>
                  <a:cubicBezTo>
                    <a:pt x="543" y="0"/>
                    <a:pt x="498" y="9"/>
                    <a:pt x="453" y="26"/>
                  </a:cubicBezTo>
                  <a:cubicBezTo>
                    <a:pt x="412" y="45"/>
                    <a:pt x="372" y="67"/>
                    <a:pt x="334" y="90"/>
                  </a:cubicBezTo>
                  <a:cubicBezTo>
                    <a:pt x="321" y="96"/>
                    <a:pt x="311" y="103"/>
                    <a:pt x="299" y="112"/>
                  </a:cubicBezTo>
                  <a:cubicBezTo>
                    <a:pt x="299" y="113"/>
                    <a:pt x="298" y="113"/>
                    <a:pt x="297" y="114"/>
                  </a:cubicBezTo>
                  <a:cubicBezTo>
                    <a:pt x="294" y="115"/>
                    <a:pt x="292" y="115"/>
                    <a:pt x="289" y="116"/>
                  </a:cubicBezTo>
                  <a:cubicBezTo>
                    <a:pt x="255" y="135"/>
                    <a:pt x="222" y="152"/>
                    <a:pt x="187" y="171"/>
                  </a:cubicBezTo>
                  <a:cubicBezTo>
                    <a:pt x="121" y="219"/>
                    <a:pt x="72" y="281"/>
                    <a:pt x="40" y="355"/>
                  </a:cubicBezTo>
                  <a:cubicBezTo>
                    <a:pt x="13" y="409"/>
                    <a:pt x="3" y="465"/>
                    <a:pt x="6" y="524"/>
                  </a:cubicBezTo>
                  <a:cubicBezTo>
                    <a:pt x="1" y="580"/>
                    <a:pt x="9" y="637"/>
                    <a:pt x="32" y="691"/>
                  </a:cubicBezTo>
                  <a:cubicBezTo>
                    <a:pt x="51" y="748"/>
                    <a:pt x="84" y="797"/>
                    <a:pt x="128" y="836"/>
                  </a:cubicBezTo>
                  <a:cubicBezTo>
                    <a:pt x="166" y="883"/>
                    <a:pt x="213" y="918"/>
                    <a:pt x="271" y="940"/>
                  </a:cubicBezTo>
                  <a:cubicBezTo>
                    <a:pt x="328" y="965"/>
                    <a:pt x="387" y="978"/>
                    <a:pt x="447" y="978"/>
                  </a:cubicBezTo>
                  <a:cubicBezTo>
                    <a:pt x="463" y="978"/>
                    <a:pt x="480" y="977"/>
                    <a:pt x="496" y="975"/>
                  </a:cubicBezTo>
                  <a:cubicBezTo>
                    <a:pt x="527" y="972"/>
                    <a:pt x="559" y="961"/>
                    <a:pt x="589" y="955"/>
                  </a:cubicBezTo>
                  <a:cubicBezTo>
                    <a:pt x="679" y="934"/>
                    <a:pt x="739" y="926"/>
                    <a:pt x="815" y="868"/>
                  </a:cubicBezTo>
                  <a:cubicBezTo>
                    <a:pt x="820" y="864"/>
                    <a:pt x="827" y="859"/>
                    <a:pt x="832" y="854"/>
                  </a:cubicBezTo>
                  <a:cubicBezTo>
                    <a:pt x="900" y="796"/>
                    <a:pt x="948" y="751"/>
                    <a:pt x="985" y="667"/>
                  </a:cubicBezTo>
                  <a:cubicBezTo>
                    <a:pt x="1005" y="632"/>
                    <a:pt x="1015" y="595"/>
                    <a:pt x="1015" y="557"/>
                  </a:cubicBezTo>
                  <a:cubicBezTo>
                    <a:pt x="1026" y="501"/>
                    <a:pt x="1022" y="447"/>
                    <a:pt x="1005" y="395"/>
                  </a:cubicBezTo>
                  <a:cubicBezTo>
                    <a:pt x="998" y="355"/>
                    <a:pt x="984" y="319"/>
                    <a:pt x="964" y="285"/>
                  </a:cubicBezTo>
                  <a:cubicBezTo>
                    <a:pt x="961" y="274"/>
                    <a:pt x="960" y="261"/>
                    <a:pt x="955" y="250"/>
                  </a:cubicBezTo>
                  <a:cubicBezTo>
                    <a:pt x="930" y="185"/>
                    <a:pt x="890" y="130"/>
                    <a:pt x="835" y="85"/>
                  </a:cubicBezTo>
                  <a:cubicBezTo>
                    <a:pt x="781" y="42"/>
                    <a:pt x="719" y="15"/>
                    <a:pt x="649" y="5"/>
                  </a:cubicBezTo>
                  <a:cubicBezTo>
                    <a:pt x="629" y="2"/>
                    <a:pt x="609" y="0"/>
                    <a:pt x="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7">
              <a:extLst>
                <a:ext uri="{FF2B5EF4-FFF2-40B4-BE49-F238E27FC236}">
                  <a16:creationId xmlns:a16="http://schemas.microsoft.com/office/drawing/2014/main" id="{739B36AA-6828-1D0E-5F96-F17138B3E850}"/>
                </a:ext>
              </a:extLst>
            </p:cNvPr>
            <p:cNvSpPr/>
            <p:nvPr/>
          </p:nvSpPr>
          <p:spPr>
            <a:xfrm>
              <a:off x="5669129" y="-839679"/>
              <a:ext cx="58212" cy="62735"/>
            </a:xfrm>
            <a:custGeom>
              <a:avLst/>
              <a:gdLst/>
              <a:ahLst/>
              <a:cxnLst/>
              <a:rect l="l" t="t" r="r" b="b"/>
              <a:pathLst>
                <a:path w="875" h="943" extrusionOk="0">
                  <a:moveTo>
                    <a:pt x="441" y="1"/>
                  </a:moveTo>
                  <a:cubicBezTo>
                    <a:pt x="432" y="1"/>
                    <a:pt x="422" y="1"/>
                    <a:pt x="414" y="1"/>
                  </a:cubicBezTo>
                  <a:cubicBezTo>
                    <a:pt x="410" y="1"/>
                    <a:pt x="405" y="1"/>
                    <a:pt x="401" y="2"/>
                  </a:cubicBezTo>
                  <a:cubicBezTo>
                    <a:pt x="400" y="2"/>
                    <a:pt x="398" y="3"/>
                    <a:pt x="397" y="3"/>
                  </a:cubicBezTo>
                  <a:cubicBezTo>
                    <a:pt x="371" y="9"/>
                    <a:pt x="314" y="22"/>
                    <a:pt x="289" y="29"/>
                  </a:cubicBezTo>
                  <a:lnTo>
                    <a:pt x="284" y="31"/>
                  </a:lnTo>
                  <a:cubicBezTo>
                    <a:pt x="266" y="37"/>
                    <a:pt x="249" y="45"/>
                    <a:pt x="234" y="58"/>
                  </a:cubicBezTo>
                  <a:cubicBezTo>
                    <a:pt x="198" y="71"/>
                    <a:pt x="168" y="93"/>
                    <a:pt x="144" y="123"/>
                  </a:cubicBezTo>
                  <a:cubicBezTo>
                    <a:pt x="89" y="175"/>
                    <a:pt x="109" y="150"/>
                    <a:pt x="70" y="214"/>
                  </a:cubicBezTo>
                  <a:cubicBezTo>
                    <a:pt x="58" y="235"/>
                    <a:pt x="46" y="248"/>
                    <a:pt x="39" y="267"/>
                  </a:cubicBezTo>
                  <a:cubicBezTo>
                    <a:pt x="38" y="269"/>
                    <a:pt x="38" y="271"/>
                    <a:pt x="37" y="274"/>
                  </a:cubicBezTo>
                  <a:cubicBezTo>
                    <a:pt x="28" y="306"/>
                    <a:pt x="14" y="352"/>
                    <a:pt x="6" y="383"/>
                  </a:cubicBezTo>
                  <a:cubicBezTo>
                    <a:pt x="5" y="388"/>
                    <a:pt x="4" y="393"/>
                    <a:pt x="4" y="398"/>
                  </a:cubicBezTo>
                  <a:cubicBezTo>
                    <a:pt x="2" y="400"/>
                    <a:pt x="2" y="403"/>
                    <a:pt x="2" y="405"/>
                  </a:cubicBezTo>
                  <a:cubicBezTo>
                    <a:pt x="2" y="406"/>
                    <a:pt x="2" y="407"/>
                    <a:pt x="2" y="408"/>
                  </a:cubicBezTo>
                  <a:cubicBezTo>
                    <a:pt x="1" y="444"/>
                    <a:pt x="1" y="481"/>
                    <a:pt x="0" y="516"/>
                  </a:cubicBezTo>
                  <a:lnTo>
                    <a:pt x="0" y="519"/>
                  </a:lnTo>
                  <a:cubicBezTo>
                    <a:pt x="9" y="554"/>
                    <a:pt x="17" y="589"/>
                    <a:pt x="25" y="624"/>
                  </a:cubicBezTo>
                  <a:cubicBezTo>
                    <a:pt x="25" y="625"/>
                    <a:pt x="27" y="626"/>
                    <a:pt x="27" y="627"/>
                  </a:cubicBezTo>
                  <a:lnTo>
                    <a:pt x="31" y="635"/>
                  </a:lnTo>
                  <a:cubicBezTo>
                    <a:pt x="31" y="639"/>
                    <a:pt x="31" y="642"/>
                    <a:pt x="31" y="645"/>
                  </a:cubicBezTo>
                  <a:cubicBezTo>
                    <a:pt x="34" y="689"/>
                    <a:pt x="47" y="730"/>
                    <a:pt x="70" y="766"/>
                  </a:cubicBezTo>
                  <a:cubicBezTo>
                    <a:pt x="82" y="793"/>
                    <a:pt x="99" y="818"/>
                    <a:pt x="122" y="836"/>
                  </a:cubicBezTo>
                  <a:cubicBezTo>
                    <a:pt x="151" y="872"/>
                    <a:pt x="187" y="898"/>
                    <a:pt x="230" y="915"/>
                  </a:cubicBezTo>
                  <a:cubicBezTo>
                    <a:pt x="258" y="922"/>
                    <a:pt x="285" y="931"/>
                    <a:pt x="313" y="939"/>
                  </a:cubicBezTo>
                  <a:cubicBezTo>
                    <a:pt x="330" y="941"/>
                    <a:pt x="346" y="942"/>
                    <a:pt x="361" y="942"/>
                  </a:cubicBezTo>
                  <a:cubicBezTo>
                    <a:pt x="402" y="942"/>
                    <a:pt x="442" y="935"/>
                    <a:pt x="481" y="920"/>
                  </a:cubicBezTo>
                  <a:cubicBezTo>
                    <a:pt x="517" y="901"/>
                    <a:pt x="555" y="882"/>
                    <a:pt x="589" y="860"/>
                  </a:cubicBezTo>
                  <a:cubicBezTo>
                    <a:pt x="643" y="838"/>
                    <a:pt x="662" y="819"/>
                    <a:pt x="704" y="779"/>
                  </a:cubicBezTo>
                  <a:cubicBezTo>
                    <a:pt x="735" y="756"/>
                    <a:pt x="758" y="727"/>
                    <a:pt x="774" y="692"/>
                  </a:cubicBezTo>
                  <a:cubicBezTo>
                    <a:pt x="777" y="687"/>
                    <a:pt x="779" y="682"/>
                    <a:pt x="782" y="676"/>
                  </a:cubicBezTo>
                  <a:cubicBezTo>
                    <a:pt x="795" y="660"/>
                    <a:pt x="807" y="642"/>
                    <a:pt x="825" y="602"/>
                  </a:cubicBezTo>
                  <a:cubicBezTo>
                    <a:pt x="846" y="555"/>
                    <a:pt x="854" y="516"/>
                    <a:pt x="858" y="475"/>
                  </a:cubicBezTo>
                  <a:cubicBezTo>
                    <a:pt x="858" y="474"/>
                    <a:pt x="858" y="473"/>
                    <a:pt x="858" y="472"/>
                  </a:cubicBezTo>
                  <a:cubicBezTo>
                    <a:pt x="860" y="465"/>
                    <a:pt x="864" y="458"/>
                    <a:pt x="865" y="449"/>
                  </a:cubicBezTo>
                  <a:cubicBezTo>
                    <a:pt x="874" y="382"/>
                    <a:pt x="867" y="316"/>
                    <a:pt x="843" y="252"/>
                  </a:cubicBezTo>
                  <a:cubicBezTo>
                    <a:pt x="818" y="186"/>
                    <a:pt x="778" y="131"/>
                    <a:pt x="723" y="87"/>
                  </a:cubicBezTo>
                  <a:cubicBezTo>
                    <a:pt x="668" y="43"/>
                    <a:pt x="605" y="16"/>
                    <a:pt x="536" y="5"/>
                  </a:cubicBezTo>
                  <a:cubicBezTo>
                    <a:pt x="532" y="4"/>
                    <a:pt x="529" y="3"/>
                    <a:pt x="525" y="3"/>
                  </a:cubicBezTo>
                  <a:lnTo>
                    <a:pt x="521" y="3"/>
                  </a:lnTo>
                  <a:cubicBezTo>
                    <a:pt x="498" y="2"/>
                    <a:pt x="468" y="1"/>
                    <a:pt x="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7">
              <a:extLst>
                <a:ext uri="{FF2B5EF4-FFF2-40B4-BE49-F238E27FC236}">
                  <a16:creationId xmlns:a16="http://schemas.microsoft.com/office/drawing/2014/main" id="{589E6BFE-BC59-AD8C-7A1F-0A8AC5887670}"/>
                </a:ext>
              </a:extLst>
            </p:cNvPr>
            <p:cNvSpPr/>
            <p:nvPr/>
          </p:nvSpPr>
          <p:spPr>
            <a:xfrm>
              <a:off x="5837177" y="-797700"/>
              <a:ext cx="77505" cy="83292"/>
            </a:xfrm>
            <a:custGeom>
              <a:avLst/>
              <a:gdLst/>
              <a:ahLst/>
              <a:cxnLst/>
              <a:rect l="l" t="t" r="r" b="b"/>
              <a:pathLst>
                <a:path w="1165" h="1252" extrusionOk="0">
                  <a:moveTo>
                    <a:pt x="540" y="1"/>
                  </a:moveTo>
                  <a:cubicBezTo>
                    <a:pt x="484" y="1"/>
                    <a:pt x="428" y="13"/>
                    <a:pt x="373" y="36"/>
                  </a:cubicBezTo>
                  <a:lnTo>
                    <a:pt x="245" y="105"/>
                  </a:lnTo>
                  <a:cubicBezTo>
                    <a:pt x="160" y="167"/>
                    <a:pt x="97" y="245"/>
                    <a:pt x="55" y="340"/>
                  </a:cubicBezTo>
                  <a:cubicBezTo>
                    <a:pt x="42" y="388"/>
                    <a:pt x="28" y="435"/>
                    <a:pt x="16" y="482"/>
                  </a:cubicBezTo>
                  <a:cubicBezTo>
                    <a:pt x="1" y="580"/>
                    <a:pt x="11" y="675"/>
                    <a:pt x="46" y="767"/>
                  </a:cubicBezTo>
                  <a:cubicBezTo>
                    <a:pt x="47" y="770"/>
                    <a:pt x="47" y="772"/>
                    <a:pt x="48" y="774"/>
                  </a:cubicBezTo>
                  <a:lnTo>
                    <a:pt x="118" y="903"/>
                  </a:lnTo>
                  <a:cubicBezTo>
                    <a:pt x="120" y="908"/>
                    <a:pt x="123" y="912"/>
                    <a:pt x="125" y="916"/>
                  </a:cubicBezTo>
                  <a:cubicBezTo>
                    <a:pt x="131" y="922"/>
                    <a:pt x="135" y="929"/>
                    <a:pt x="139" y="936"/>
                  </a:cubicBezTo>
                  <a:cubicBezTo>
                    <a:pt x="148" y="951"/>
                    <a:pt x="158" y="965"/>
                    <a:pt x="167" y="980"/>
                  </a:cubicBezTo>
                  <a:cubicBezTo>
                    <a:pt x="186" y="1008"/>
                    <a:pt x="199" y="1019"/>
                    <a:pt x="229" y="1051"/>
                  </a:cubicBezTo>
                  <a:cubicBezTo>
                    <a:pt x="263" y="1087"/>
                    <a:pt x="268" y="1096"/>
                    <a:pt x="298" y="1115"/>
                  </a:cubicBezTo>
                  <a:cubicBezTo>
                    <a:pt x="311" y="1123"/>
                    <a:pt x="324" y="1132"/>
                    <a:pt x="338" y="1141"/>
                  </a:cubicBezTo>
                  <a:cubicBezTo>
                    <a:pt x="409" y="1197"/>
                    <a:pt x="489" y="1232"/>
                    <a:pt x="578" y="1246"/>
                  </a:cubicBezTo>
                  <a:cubicBezTo>
                    <a:pt x="603" y="1249"/>
                    <a:pt x="627" y="1251"/>
                    <a:pt x="652" y="1251"/>
                  </a:cubicBezTo>
                  <a:cubicBezTo>
                    <a:pt x="712" y="1251"/>
                    <a:pt x="772" y="1240"/>
                    <a:pt x="830" y="1219"/>
                  </a:cubicBezTo>
                  <a:cubicBezTo>
                    <a:pt x="915" y="1186"/>
                    <a:pt x="985" y="1134"/>
                    <a:pt x="1041" y="1064"/>
                  </a:cubicBezTo>
                  <a:cubicBezTo>
                    <a:pt x="1086" y="1012"/>
                    <a:pt x="1116" y="954"/>
                    <a:pt x="1128" y="887"/>
                  </a:cubicBezTo>
                  <a:cubicBezTo>
                    <a:pt x="1136" y="867"/>
                    <a:pt x="1140" y="845"/>
                    <a:pt x="1144" y="823"/>
                  </a:cubicBezTo>
                  <a:cubicBezTo>
                    <a:pt x="1144" y="824"/>
                    <a:pt x="1145" y="824"/>
                    <a:pt x="1146" y="825"/>
                  </a:cubicBezTo>
                  <a:cubicBezTo>
                    <a:pt x="1150" y="810"/>
                    <a:pt x="1153" y="796"/>
                    <a:pt x="1156" y="781"/>
                  </a:cubicBezTo>
                  <a:cubicBezTo>
                    <a:pt x="1158" y="774"/>
                    <a:pt x="1161" y="766"/>
                    <a:pt x="1163" y="758"/>
                  </a:cubicBezTo>
                  <a:cubicBezTo>
                    <a:pt x="1163" y="712"/>
                    <a:pt x="1164" y="665"/>
                    <a:pt x="1165" y="619"/>
                  </a:cubicBezTo>
                  <a:lnTo>
                    <a:pt x="1164" y="613"/>
                  </a:lnTo>
                  <a:cubicBezTo>
                    <a:pt x="1163" y="608"/>
                    <a:pt x="1162" y="603"/>
                    <a:pt x="1161" y="599"/>
                  </a:cubicBezTo>
                  <a:cubicBezTo>
                    <a:pt x="1157" y="582"/>
                    <a:pt x="1154" y="566"/>
                    <a:pt x="1151" y="550"/>
                  </a:cubicBezTo>
                  <a:cubicBezTo>
                    <a:pt x="1149" y="542"/>
                    <a:pt x="1148" y="534"/>
                    <a:pt x="1146" y="527"/>
                  </a:cubicBezTo>
                  <a:cubicBezTo>
                    <a:pt x="1146" y="523"/>
                    <a:pt x="1145" y="517"/>
                    <a:pt x="1144" y="512"/>
                  </a:cubicBezTo>
                  <a:cubicBezTo>
                    <a:pt x="1139" y="488"/>
                    <a:pt x="1132" y="463"/>
                    <a:pt x="1126" y="439"/>
                  </a:cubicBezTo>
                  <a:cubicBezTo>
                    <a:pt x="1125" y="412"/>
                    <a:pt x="1119" y="386"/>
                    <a:pt x="1106" y="363"/>
                  </a:cubicBezTo>
                  <a:cubicBezTo>
                    <a:pt x="1081" y="290"/>
                    <a:pt x="1040" y="228"/>
                    <a:pt x="984" y="178"/>
                  </a:cubicBezTo>
                  <a:cubicBezTo>
                    <a:pt x="935" y="117"/>
                    <a:pt x="875" y="74"/>
                    <a:pt x="802" y="44"/>
                  </a:cubicBezTo>
                  <a:cubicBezTo>
                    <a:pt x="742" y="16"/>
                    <a:pt x="681" y="2"/>
                    <a:pt x="618" y="2"/>
                  </a:cubicBezTo>
                  <a:cubicBezTo>
                    <a:pt x="608" y="2"/>
                    <a:pt x="597" y="3"/>
                    <a:pt x="587" y="3"/>
                  </a:cubicBezTo>
                  <a:cubicBezTo>
                    <a:pt x="571" y="2"/>
                    <a:pt x="556" y="1"/>
                    <a:pt x="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7">
              <a:extLst>
                <a:ext uri="{FF2B5EF4-FFF2-40B4-BE49-F238E27FC236}">
                  <a16:creationId xmlns:a16="http://schemas.microsoft.com/office/drawing/2014/main" id="{C8817D02-2233-6529-CA5F-2850B21ED381}"/>
                </a:ext>
              </a:extLst>
            </p:cNvPr>
            <p:cNvSpPr/>
            <p:nvPr/>
          </p:nvSpPr>
          <p:spPr>
            <a:xfrm>
              <a:off x="5513521" y="-1223809"/>
              <a:ext cx="68191" cy="86619"/>
            </a:xfrm>
            <a:custGeom>
              <a:avLst/>
              <a:gdLst/>
              <a:ahLst/>
              <a:cxnLst/>
              <a:rect l="l" t="t" r="r" b="b"/>
              <a:pathLst>
                <a:path w="1025" h="1302" extrusionOk="0">
                  <a:moveTo>
                    <a:pt x="430" y="0"/>
                  </a:moveTo>
                  <a:lnTo>
                    <a:pt x="430" y="0"/>
                  </a:lnTo>
                  <a:cubicBezTo>
                    <a:pt x="412" y="4"/>
                    <a:pt x="392" y="7"/>
                    <a:pt x="373" y="14"/>
                  </a:cubicBezTo>
                  <a:cubicBezTo>
                    <a:pt x="370" y="15"/>
                    <a:pt x="367" y="17"/>
                    <a:pt x="363" y="18"/>
                  </a:cubicBezTo>
                  <a:cubicBezTo>
                    <a:pt x="324" y="39"/>
                    <a:pt x="284" y="61"/>
                    <a:pt x="244" y="83"/>
                  </a:cubicBezTo>
                  <a:cubicBezTo>
                    <a:pt x="243" y="83"/>
                    <a:pt x="241" y="84"/>
                    <a:pt x="240" y="85"/>
                  </a:cubicBezTo>
                  <a:cubicBezTo>
                    <a:pt x="237" y="87"/>
                    <a:pt x="235" y="89"/>
                    <a:pt x="233" y="91"/>
                  </a:cubicBezTo>
                  <a:cubicBezTo>
                    <a:pt x="215" y="107"/>
                    <a:pt x="198" y="122"/>
                    <a:pt x="181" y="139"/>
                  </a:cubicBezTo>
                  <a:cubicBezTo>
                    <a:pt x="162" y="155"/>
                    <a:pt x="144" y="173"/>
                    <a:pt x="127" y="192"/>
                  </a:cubicBezTo>
                  <a:cubicBezTo>
                    <a:pt x="114" y="211"/>
                    <a:pt x="103" y="231"/>
                    <a:pt x="90" y="251"/>
                  </a:cubicBezTo>
                  <a:cubicBezTo>
                    <a:pt x="61" y="288"/>
                    <a:pt x="42" y="330"/>
                    <a:pt x="36" y="377"/>
                  </a:cubicBezTo>
                  <a:cubicBezTo>
                    <a:pt x="13" y="454"/>
                    <a:pt x="0" y="481"/>
                    <a:pt x="15" y="578"/>
                  </a:cubicBezTo>
                  <a:cubicBezTo>
                    <a:pt x="15" y="579"/>
                    <a:pt x="15" y="580"/>
                    <a:pt x="15" y="582"/>
                  </a:cubicBezTo>
                  <a:cubicBezTo>
                    <a:pt x="18" y="600"/>
                    <a:pt x="40" y="696"/>
                    <a:pt x="46" y="713"/>
                  </a:cubicBezTo>
                  <a:cubicBezTo>
                    <a:pt x="47" y="715"/>
                    <a:pt x="47" y="717"/>
                    <a:pt x="48" y="718"/>
                  </a:cubicBezTo>
                  <a:cubicBezTo>
                    <a:pt x="55" y="735"/>
                    <a:pt x="102" y="823"/>
                    <a:pt x="112" y="837"/>
                  </a:cubicBezTo>
                  <a:cubicBezTo>
                    <a:pt x="123" y="851"/>
                    <a:pt x="135" y="863"/>
                    <a:pt x="148" y="876"/>
                  </a:cubicBezTo>
                  <a:cubicBezTo>
                    <a:pt x="150" y="880"/>
                    <a:pt x="152" y="883"/>
                    <a:pt x="153" y="886"/>
                  </a:cubicBezTo>
                  <a:cubicBezTo>
                    <a:pt x="168" y="914"/>
                    <a:pt x="210" y="1000"/>
                    <a:pt x="227" y="1024"/>
                  </a:cubicBezTo>
                  <a:cubicBezTo>
                    <a:pt x="236" y="1035"/>
                    <a:pt x="326" y="1131"/>
                    <a:pt x="338" y="1141"/>
                  </a:cubicBezTo>
                  <a:cubicBezTo>
                    <a:pt x="360" y="1159"/>
                    <a:pt x="382" y="1168"/>
                    <a:pt x="410" y="1186"/>
                  </a:cubicBezTo>
                  <a:cubicBezTo>
                    <a:pt x="436" y="1200"/>
                    <a:pt x="465" y="1220"/>
                    <a:pt x="493" y="1234"/>
                  </a:cubicBezTo>
                  <a:cubicBezTo>
                    <a:pt x="504" y="1240"/>
                    <a:pt x="515" y="1244"/>
                    <a:pt x="528" y="1248"/>
                  </a:cubicBezTo>
                  <a:cubicBezTo>
                    <a:pt x="578" y="1263"/>
                    <a:pt x="631" y="1281"/>
                    <a:pt x="684" y="1292"/>
                  </a:cubicBezTo>
                  <a:cubicBezTo>
                    <a:pt x="690" y="1294"/>
                    <a:pt x="697" y="1295"/>
                    <a:pt x="704" y="1296"/>
                  </a:cubicBezTo>
                  <a:cubicBezTo>
                    <a:pt x="731" y="1300"/>
                    <a:pt x="758" y="1301"/>
                    <a:pt x="784" y="1301"/>
                  </a:cubicBezTo>
                  <a:cubicBezTo>
                    <a:pt x="852" y="1301"/>
                    <a:pt x="918" y="1289"/>
                    <a:pt x="983" y="1264"/>
                  </a:cubicBezTo>
                  <a:cubicBezTo>
                    <a:pt x="999" y="1260"/>
                    <a:pt x="1011" y="1251"/>
                    <a:pt x="1025" y="1244"/>
                  </a:cubicBezTo>
                  <a:cubicBezTo>
                    <a:pt x="802" y="1166"/>
                    <a:pt x="605" y="1009"/>
                    <a:pt x="490" y="801"/>
                  </a:cubicBezTo>
                  <a:cubicBezTo>
                    <a:pt x="357" y="559"/>
                    <a:pt x="339" y="260"/>
                    <a:pt x="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7">
              <a:extLst>
                <a:ext uri="{FF2B5EF4-FFF2-40B4-BE49-F238E27FC236}">
                  <a16:creationId xmlns:a16="http://schemas.microsoft.com/office/drawing/2014/main" id="{CA738EA0-C3A9-EC82-2B07-F108468C434C}"/>
                </a:ext>
              </a:extLst>
            </p:cNvPr>
            <p:cNvSpPr/>
            <p:nvPr/>
          </p:nvSpPr>
          <p:spPr>
            <a:xfrm>
              <a:off x="5531749" y="-989366"/>
              <a:ext cx="50561" cy="68324"/>
            </a:xfrm>
            <a:custGeom>
              <a:avLst/>
              <a:gdLst/>
              <a:ahLst/>
              <a:cxnLst/>
              <a:rect l="l" t="t" r="r" b="b"/>
              <a:pathLst>
                <a:path w="760" h="1027" extrusionOk="0">
                  <a:moveTo>
                    <a:pt x="561" y="1"/>
                  </a:moveTo>
                  <a:lnTo>
                    <a:pt x="561" y="1"/>
                  </a:lnTo>
                  <a:cubicBezTo>
                    <a:pt x="542" y="6"/>
                    <a:pt x="521" y="9"/>
                    <a:pt x="501" y="16"/>
                  </a:cubicBezTo>
                  <a:cubicBezTo>
                    <a:pt x="454" y="32"/>
                    <a:pt x="419" y="55"/>
                    <a:pt x="386" y="84"/>
                  </a:cubicBezTo>
                  <a:cubicBezTo>
                    <a:pt x="361" y="89"/>
                    <a:pt x="337" y="92"/>
                    <a:pt x="313" y="101"/>
                  </a:cubicBezTo>
                  <a:cubicBezTo>
                    <a:pt x="233" y="132"/>
                    <a:pt x="166" y="181"/>
                    <a:pt x="111" y="248"/>
                  </a:cubicBezTo>
                  <a:cubicBezTo>
                    <a:pt x="89" y="285"/>
                    <a:pt x="67" y="321"/>
                    <a:pt x="45" y="358"/>
                  </a:cubicBezTo>
                  <a:cubicBezTo>
                    <a:pt x="12" y="435"/>
                    <a:pt x="0" y="516"/>
                    <a:pt x="9" y="600"/>
                  </a:cubicBezTo>
                  <a:cubicBezTo>
                    <a:pt x="14" y="663"/>
                    <a:pt x="33" y="721"/>
                    <a:pt x="67" y="773"/>
                  </a:cubicBezTo>
                  <a:cubicBezTo>
                    <a:pt x="93" y="832"/>
                    <a:pt x="132" y="881"/>
                    <a:pt x="185" y="921"/>
                  </a:cubicBezTo>
                  <a:cubicBezTo>
                    <a:pt x="253" y="974"/>
                    <a:pt x="328" y="1008"/>
                    <a:pt x="414" y="1021"/>
                  </a:cubicBezTo>
                  <a:cubicBezTo>
                    <a:pt x="437" y="1025"/>
                    <a:pt x="459" y="1026"/>
                    <a:pt x="482" y="1026"/>
                  </a:cubicBezTo>
                  <a:cubicBezTo>
                    <a:pt x="541" y="1026"/>
                    <a:pt x="599" y="1015"/>
                    <a:pt x="656" y="994"/>
                  </a:cubicBezTo>
                  <a:cubicBezTo>
                    <a:pt x="685" y="986"/>
                    <a:pt x="714" y="969"/>
                    <a:pt x="742" y="951"/>
                  </a:cubicBezTo>
                  <a:cubicBezTo>
                    <a:pt x="749" y="948"/>
                    <a:pt x="753" y="944"/>
                    <a:pt x="759" y="941"/>
                  </a:cubicBezTo>
                  <a:cubicBezTo>
                    <a:pt x="651" y="905"/>
                    <a:pt x="553" y="852"/>
                    <a:pt x="483" y="764"/>
                  </a:cubicBezTo>
                  <a:cubicBezTo>
                    <a:pt x="365" y="615"/>
                    <a:pt x="360" y="399"/>
                    <a:pt x="431" y="221"/>
                  </a:cubicBezTo>
                  <a:cubicBezTo>
                    <a:pt x="463" y="141"/>
                    <a:pt x="508" y="69"/>
                    <a:pt x="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7">
              <a:extLst>
                <a:ext uri="{FF2B5EF4-FFF2-40B4-BE49-F238E27FC236}">
                  <a16:creationId xmlns:a16="http://schemas.microsoft.com/office/drawing/2014/main" id="{57B87EA6-F1BD-4905-B99B-1EF4404E9097}"/>
                </a:ext>
              </a:extLst>
            </p:cNvPr>
            <p:cNvSpPr/>
            <p:nvPr/>
          </p:nvSpPr>
          <p:spPr>
            <a:xfrm>
              <a:off x="5669129" y="-838747"/>
              <a:ext cx="36191" cy="61804"/>
            </a:xfrm>
            <a:custGeom>
              <a:avLst/>
              <a:gdLst/>
              <a:ahLst/>
              <a:cxnLst/>
              <a:rect l="l" t="t" r="r" b="b"/>
              <a:pathLst>
                <a:path w="544" h="929" extrusionOk="0">
                  <a:moveTo>
                    <a:pt x="343" y="1"/>
                  </a:moveTo>
                  <a:cubicBezTo>
                    <a:pt x="323" y="6"/>
                    <a:pt x="302" y="11"/>
                    <a:pt x="289" y="15"/>
                  </a:cubicBezTo>
                  <a:lnTo>
                    <a:pt x="284" y="17"/>
                  </a:lnTo>
                  <a:cubicBezTo>
                    <a:pt x="266" y="23"/>
                    <a:pt x="249" y="31"/>
                    <a:pt x="234" y="44"/>
                  </a:cubicBezTo>
                  <a:cubicBezTo>
                    <a:pt x="198" y="57"/>
                    <a:pt x="168" y="79"/>
                    <a:pt x="144" y="109"/>
                  </a:cubicBezTo>
                  <a:cubicBezTo>
                    <a:pt x="89" y="161"/>
                    <a:pt x="109" y="136"/>
                    <a:pt x="70" y="200"/>
                  </a:cubicBezTo>
                  <a:cubicBezTo>
                    <a:pt x="58" y="221"/>
                    <a:pt x="46" y="234"/>
                    <a:pt x="39" y="253"/>
                  </a:cubicBezTo>
                  <a:cubicBezTo>
                    <a:pt x="38" y="255"/>
                    <a:pt x="38" y="257"/>
                    <a:pt x="37" y="260"/>
                  </a:cubicBezTo>
                  <a:cubicBezTo>
                    <a:pt x="28" y="292"/>
                    <a:pt x="14" y="338"/>
                    <a:pt x="6" y="369"/>
                  </a:cubicBezTo>
                  <a:cubicBezTo>
                    <a:pt x="5" y="374"/>
                    <a:pt x="4" y="379"/>
                    <a:pt x="4" y="384"/>
                  </a:cubicBezTo>
                  <a:cubicBezTo>
                    <a:pt x="4" y="386"/>
                    <a:pt x="2" y="389"/>
                    <a:pt x="2" y="391"/>
                  </a:cubicBezTo>
                  <a:cubicBezTo>
                    <a:pt x="2" y="392"/>
                    <a:pt x="2" y="393"/>
                    <a:pt x="2" y="394"/>
                  </a:cubicBezTo>
                  <a:cubicBezTo>
                    <a:pt x="2" y="430"/>
                    <a:pt x="1" y="467"/>
                    <a:pt x="0" y="502"/>
                  </a:cubicBezTo>
                  <a:lnTo>
                    <a:pt x="0" y="505"/>
                  </a:lnTo>
                  <a:cubicBezTo>
                    <a:pt x="9" y="540"/>
                    <a:pt x="17" y="575"/>
                    <a:pt x="25" y="610"/>
                  </a:cubicBezTo>
                  <a:cubicBezTo>
                    <a:pt x="25" y="611"/>
                    <a:pt x="27" y="612"/>
                    <a:pt x="27" y="613"/>
                  </a:cubicBezTo>
                  <a:lnTo>
                    <a:pt x="31" y="621"/>
                  </a:lnTo>
                  <a:cubicBezTo>
                    <a:pt x="31" y="625"/>
                    <a:pt x="31" y="628"/>
                    <a:pt x="31" y="631"/>
                  </a:cubicBezTo>
                  <a:cubicBezTo>
                    <a:pt x="34" y="675"/>
                    <a:pt x="47" y="716"/>
                    <a:pt x="72" y="752"/>
                  </a:cubicBezTo>
                  <a:cubicBezTo>
                    <a:pt x="82" y="779"/>
                    <a:pt x="99" y="804"/>
                    <a:pt x="123" y="822"/>
                  </a:cubicBezTo>
                  <a:cubicBezTo>
                    <a:pt x="151" y="858"/>
                    <a:pt x="187" y="884"/>
                    <a:pt x="230" y="901"/>
                  </a:cubicBezTo>
                  <a:cubicBezTo>
                    <a:pt x="258" y="908"/>
                    <a:pt x="285" y="917"/>
                    <a:pt x="313" y="925"/>
                  </a:cubicBezTo>
                  <a:cubicBezTo>
                    <a:pt x="330" y="927"/>
                    <a:pt x="346" y="928"/>
                    <a:pt x="361" y="928"/>
                  </a:cubicBezTo>
                  <a:cubicBezTo>
                    <a:pt x="402" y="928"/>
                    <a:pt x="442" y="921"/>
                    <a:pt x="481" y="906"/>
                  </a:cubicBezTo>
                  <a:cubicBezTo>
                    <a:pt x="502" y="896"/>
                    <a:pt x="523" y="883"/>
                    <a:pt x="544" y="872"/>
                  </a:cubicBezTo>
                  <a:cubicBezTo>
                    <a:pt x="439" y="820"/>
                    <a:pt x="351" y="724"/>
                    <a:pt x="308" y="613"/>
                  </a:cubicBezTo>
                  <a:cubicBezTo>
                    <a:pt x="240" y="435"/>
                    <a:pt x="266" y="234"/>
                    <a:pt x="324" y="52"/>
                  </a:cubicBezTo>
                  <a:cubicBezTo>
                    <a:pt x="330" y="35"/>
                    <a:pt x="336" y="19"/>
                    <a:pt x="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7">
              <a:extLst>
                <a:ext uri="{FF2B5EF4-FFF2-40B4-BE49-F238E27FC236}">
                  <a16:creationId xmlns:a16="http://schemas.microsoft.com/office/drawing/2014/main" id="{691CB142-DFEC-431B-FA6F-3384617EF3B5}"/>
                </a:ext>
              </a:extLst>
            </p:cNvPr>
            <p:cNvSpPr/>
            <p:nvPr/>
          </p:nvSpPr>
          <p:spPr>
            <a:xfrm>
              <a:off x="5837177" y="-795638"/>
              <a:ext cx="62868" cy="81230"/>
            </a:xfrm>
            <a:custGeom>
              <a:avLst/>
              <a:gdLst/>
              <a:ahLst/>
              <a:cxnLst/>
              <a:rect l="l" t="t" r="r" b="b"/>
              <a:pathLst>
                <a:path w="945" h="1221" extrusionOk="0">
                  <a:moveTo>
                    <a:pt x="389" y="1"/>
                  </a:moveTo>
                  <a:cubicBezTo>
                    <a:pt x="384" y="2"/>
                    <a:pt x="379" y="3"/>
                    <a:pt x="373" y="5"/>
                  </a:cubicBezTo>
                  <a:lnTo>
                    <a:pt x="244" y="75"/>
                  </a:lnTo>
                  <a:cubicBezTo>
                    <a:pt x="160" y="136"/>
                    <a:pt x="97" y="214"/>
                    <a:pt x="55" y="309"/>
                  </a:cubicBezTo>
                  <a:cubicBezTo>
                    <a:pt x="42" y="357"/>
                    <a:pt x="28" y="404"/>
                    <a:pt x="14" y="451"/>
                  </a:cubicBezTo>
                  <a:cubicBezTo>
                    <a:pt x="1" y="549"/>
                    <a:pt x="11" y="644"/>
                    <a:pt x="46" y="737"/>
                  </a:cubicBezTo>
                  <a:cubicBezTo>
                    <a:pt x="47" y="740"/>
                    <a:pt x="47" y="741"/>
                    <a:pt x="48" y="743"/>
                  </a:cubicBezTo>
                  <a:lnTo>
                    <a:pt x="117" y="872"/>
                  </a:lnTo>
                  <a:cubicBezTo>
                    <a:pt x="120" y="877"/>
                    <a:pt x="123" y="881"/>
                    <a:pt x="125" y="885"/>
                  </a:cubicBezTo>
                  <a:cubicBezTo>
                    <a:pt x="130" y="891"/>
                    <a:pt x="134" y="898"/>
                    <a:pt x="138" y="905"/>
                  </a:cubicBezTo>
                  <a:cubicBezTo>
                    <a:pt x="147" y="920"/>
                    <a:pt x="158" y="934"/>
                    <a:pt x="167" y="949"/>
                  </a:cubicBezTo>
                  <a:cubicBezTo>
                    <a:pt x="185" y="978"/>
                    <a:pt x="199" y="989"/>
                    <a:pt x="229" y="1020"/>
                  </a:cubicBezTo>
                  <a:cubicBezTo>
                    <a:pt x="263" y="1056"/>
                    <a:pt x="268" y="1065"/>
                    <a:pt x="297" y="1084"/>
                  </a:cubicBezTo>
                  <a:cubicBezTo>
                    <a:pt x="311" y="1092"/>
                    <a:pt x="324" y="1102"/>
                    <a:pt x="338" y="1110"/>
                  </a:cubicBezTo>
                  <a:cubicBezTo>
                    <a:pt x="408" y="1167"/>
                    <a:pt x="489" y="1201"/>
                    <a:pt x="578" y="1215"/>
                  </a:cubicBezTo>
                  <a:cubicBezTo>
                    <a:pt x="602" y="1218"/>
                    <a:pt x="627" y="1220"/>
                    <a:pt x="651" y="1220"/>
                  </a:cubicBezTo>
                  <a:cubicBezTo>
                    <a:pt x="712" y="1220"/>
                    <a:pt x="772" y="1209"/>
                    <a:pt x="830" y="1188"/>
                  </a:cubicBezTo>
                  <a:cubicBezTo>
                    <a:pt x="872" y="1171"/>
                    <a:pt x="909" y="1151"/>
                    <a:pt x="945" y="1125"/>
                  </a:cubicBezTo>
                  <a:cubicBezTo>
                    <a:pt x="861" y="1084"/>
                    <a:pt x="781" y="1039"/>
                    <a:pt x="705" y="984"/>
                  </a:cubicBezTo>
                  <a:cubicBezTo>
                    <a:pt x="519" y="849"/>
                    <a:pt x="363" y="657"/>
                    <a:pt x="318" y="431"/>
                  </a:cubicBezTo>
                  <a:cubicBezTo>
                    <a:pt x="290" y="285"/>
                    <a:pt x="315" y="127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7">
              <a:extLst>
                <a:ext uri="{FF2B5EF4-FFF2-40B4-BE49-F238E27FC236}">
                  <a16:creationId xmlns:a16="http://schemas.microsoft.com/office/drawing/2014/main" id="{1F65643B-F951-E929-5C6D-F6816F937141}"/>
                </a:ext>
              </a:extLst>
            </p:cNvPr>
            <p:cNvSpPr/>
            <p:nvPr/>
          </p:nvSpPr>
          <p:spPr>
            <a:xfrm>
              <a:off x="6005957" y="-862232"/>
              <a:ext cx="78636" cy="77638"/>
            </a:xfrm>
            <a:custGeom>
              <a:avLst/>
              <a:gdLst/>
              <a:ahLst/>
              <a:cxnLst/>
              <a:rect l="l" t="t" r="r" b="b"/>
              <a:pathLst>
                <a:path w="1182" h="1167" extrusionOk="0">
                  <a:moveTo>
                    <a:pt x="471" y="0"/>
                  </a:moveTo>
                  <a:cubicBezTo>
                    <a:pt x="457" y="4"/>
                    <a:pt x="443" y="6"/>
                    <a:pt x="429" y="11"/>
                  </a:cubicBezTo>
                  <a:cubicBezTo>
                    <a:pt x="422" y="13"/>
                    <a:pt x="413" y="16"/>
                    <a:pt x="406" y="19"/>
                  </a:cubicBezTo>
                  <a:cubicBezTo>
                    <a:pt x="381" y="29"/>
                    <a:pt x="359" y="43"/>
                    <a:pt x="334" y="57"/>
                  </a:cubicBezTo>
                  <a:cubicBezTo>
                    <a:pt x="305" y="72"/>
                    <a:pt x="287" y="80"/>
                    <a:pt x="265" y="95"/>
                  </a:cubicBezTo>
                  <a:cubicBezTo>
                    <a:pt x="250" y="105"/>
                    <a:pt x="236" y="115"/>
                    <a:pt x="224" y="127"/>
                  </a:cubicBezTo>
                  <a:cubicBezTo>
                    <a:pt x="145" y="184"/>
                    <a:pt x="87" y="258"/>
                    <a:pt x="47" y="346"/>
                  </a:cubicBezTo>
                  <a:cubicBezTo>
                    <a:pt x="17" y="410"/>
                    <a:pt x="4" y="477"/>
                    <a:pt x="8" y="546"/>
                  </a:cubicBezTo>
                  <a:cubicBezTo>
                    <a:pt x="1" y="614"/>
                    <a:pt x="11" y="681"/>
                    <a:pt x="39" y="746"/>
                  </a:cubicBezTo>
                  <a:cubicBezTo>
                    <a:pt x="73" y="835"/>
                    <a:pt x="127" y="910"/>
                    <a:pt x="202" y="970"/>
                  </a:cubicBezTo>
                  <a:cubicBezTo>
                    <a:pt x="216" y="984"/>
                    <a:pt x="232" y="995"/>
                    <a:pt x="249" y="1007"/>
                  </a:cubicBezTo>
                  <a:cubicBezTo>
                    <a:pt x="294" y="1036"/>
                    <a:pt x="341" y="1063"/>
                    <a:pt x="387" y="1091"/>
                  </a:cubicBezTo>
                  <a:cubicBezTo>
                    <a:pt x="396" y="1096"/>
                    <a:pt x="406" y="1100"/>
                    <a:pt x="414" y="1104"/>
                  </a:cubicBezTo>
                  <a:cubicBezTo>
                    <a:pt x="452" y="1122"/>
                    <a:pt x="491" y="1132"/>
                    <a:pt x="530" y="1143"/>
                  </a:cubicBezTo>
                  <a:cubicBezTo>
                    <a:pt x="597" y="1162"/>
                    <a:pt x="605" y="1167"/>
                    <a:pt x="648" y="1167"/>
                  </a:cubicBezTo>
                  <a:cubicBezTo>
                    <a:pt x="667" y="1167"/>
                    <a:pt x="691" y="1166"/>
                    <a:pt x="729" y="1165"/>
                  </a:cubicBezTo>
                  <a:lnTo>
                    <a:pt x="740" y="1165"/>
                  </a:lnTo>
                  <a:cubicBezTo>
                    <a:pt x="749" y="1164"/>
                    <a:pt x="759" y="1164"/>
                    <a:pt x="768" y="1163"/>
                  </a:cubicBezTo>
                  <a:cubicBezTo>
                    <a:pt x="823" y="1157"/>
                    <a:pt x="877" y="1140"/>
                    <a:pt x="930" y="1126"/>
                  </a:cubicBezTo>
                  <a:cubicBezTo>
                    <a:pt x="940" y="1124"/>
                    <a:pt x="948" y="1122"/>
                    <a:pt x="957" y="1119"/>
                  </a:cubicBezTo>
                  <a:cubicBezTo>
                    <a:pt x="961" y="1118"/>
                    <a:pt x="964" y="1117"/>
                    <a:pt x="968" y="1116"/>
                  </a:cubicBezTo>
                  <a:cubicBezTo>
                    <a:pt x="988" y="1108"/>
                    <a:pt x="1007" y="1099"/>
                    <a:pt x="1023" y="1086"/>
                  </a:cubicBezTo>
                  <a:cubicBezTo>
                    <a:pt x="1044" y="1081"/>
                    <a:pt x="1061" y="1071"/>
                    <a:pt x="1076" y="1057"/>
                  </a:cubicBezTo>
                  <a:cubicBezTo>
                    <a:pt x="1118" y="1029"/>
                    <a:pt x="1152" y="992"/>
                    <a:pt x="1181" y="952"/>
                  </a:cubicBezTo>
                  <a:lnTo>
                    <a:pt x="1181" y="952"/>
                  </a:lnTo>
                  <a:cubicBezTo>
                    <a:pt x="1157" y="955"/>
                    <a:pt x="1133" y="956"/>
                    <a:pt x="1108" y="956"/>
                  </a:cubicBezTo>
                  <a:cubicBezTo>
                    <a:pt x="880" y="956"/>
                    <a:pt x="652" y="860"/>
                    <a:pt x="516" y="676"/>
                  </a:cubicBezTo>
                  <a:cubicBezTo>
                    <a:pt x="374" y="484"/>
                    <a:pt x="365" y="209"/>
                    <a:pt x="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7">
              <a:extLst>
                <a:ext uri="{FF2B5EF4-FFF2-40B4-BE49-F238E27FC236}">
                  <a16:creationId xmlns:a16="http://schemas.microsoft.com/office/drawing/2014/main" id="{D560547E-995A-958B-249F-9382AA9FAE2D}"/>
                </a:ext>
              </a:extLst>
            </p:cNvPr>
            <p:cNvSpPr/>
            <p:nvPr/>
          </p:nvSpPr>
          <p:spPr>
            <a:xfrm>
              <a:off x="5952669" y="-1038530"/>
              <a:ext cx="52756" cy="71517"/>
            </a:xfrm>
            <a:custGeom>
              <a:avLst/>
              <a:gdLst/>
              <a:ahLst/>
              <a:cxnLst/>
              <a:rect l="l" t="t" r="r" b="b"/>
              <a:pathLst>
                <a:path w="793" h="1075" extrusionOk="0">
                  <a:moveTo>
                    <a:pt x="358" y="0"/>
                  </a:moveTo>
                  <a:lnTo>
                    <a:pt x="358" y="0"/>
                  </a:lnTo>
                  <a:cubicBezTo>
                    <a:pt x="353" y="2"/>
                    <a:pt x="348" y="3"/>
                    <a:pt x="343" y="6"/>
                  </a:cubicBezTo>
                  <a:cubicBezTo>
                    <a:pt x="304" y="27"/>
                    <a:pt x="264" y="49"/>
                    <a:pt x="224" y="70"/>
                  </a:cubicBezTo>
                  <a:cubicBezTo>
                    <a:pt x="163" y="111"/>
                    <a:pt x="117" y="162"/>
                    <a:pt x="86" y="226"/>
                  </a:cubicBezTo>
                  <a:cubicBezTo>
                    <a:pt x="57" y="264"/>
                    <a:pt x="39" y="305"/>
                    <a:pt x="32" y="352"/>
                  </a:cubicBezTo>
                  <a:cubicBezTo>
                    <a:pt x="7" y="416"/>
                    <a:pt x="0" y="481"/>
                    <a:pt x="11" y="551"/>
                  </a:cubicBezTo>
                  <a:cubicBezTo>
                    <a:pt x="21" y="593"/>
                    <a:pt x="32" y="636"/>
                    <a:pt x="42" y="680"/>
                  </a:cubicBezTo>
                  <a:cubicBezTo>
                    <a:pt x="76" y="767"/>
                    <a:pt x="129" y="840"/>
                    <a:pt x="202" y="900"/>
                  </a:cubicBezTo>
                  <a:cubicBezTo>
                    <a:pt x="247" y="942"/>
                    <a:pt x="309" y="971"/>
                    <a:pt x="362" y="1000"/>
                  </a:cubicBezTo>
                  <a:cubicBezTo>
                    <a:pt x="378" y="1008"/>
                    <a:pt x="394" y="1014"/>
                    <a:pt x="411" y="1020"/>
                  </a:cubicBezTo>
                  <a:cubicBezTo>
                    <a:pt x="486" y="1045"/>
                    <a:pt x="560" y="1070"/>
                    <a:pt x="638" y="1072"/>
                  </a:cubicBezTo>
                  <a:cubicBezTo>
                    <a:pt x="668" y="1073"/>
                    <a:pt x="702" y="1075"/>
                    <a:pt x="736" y="1075"/>
                  </a:cubicBezTo>
                  <a:cubicBezTo>
                    <a:pt x="755" y="1075"/>
                    <a:pt x="774" y="1074"/>
                    <a:pt x="792" y="1073"/>
                  </a:cubicBezTo>
                  <a:cubicBezTo>
                    <a:pt x="776" y="1065"/>
                    <a:pt x="759" y="1060"/>
                    <a:pt x="743" y="1053"/>
                  </a:cubicBezTo>
                  <a:cubicBezTo>
                    <a:pt x="523" y="943"/>
                    <a:pt x="333" y="754"/>
                    <a:pt x="268" y="516"/>
                  </a:cubicBezTo>
                  <a:cubicBezTo>
                    <a:pt x="221" y="342"/>
                    <a:pt x="254" y="144"/>
                    <a:pt x="3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7">
              <a:extLst>
                <a:ext uri="{FF2B5EF4-FFF2-40B4-BE49-F238E27FC236}">
                  <a16:creationId xmlns:a16="http://schemas.microsoft.com/office/drawing/2014/main" id="{787A9CDA-68D7-A96D-C42A-81AA343C8F31}"/>
                </a:ext>
              </a:extLst>
            </p:cNvPr>
            <p:cNvSpPr/>
            <p:nvPr/>
          </p:nvSpPr>
          <p:spPr>
            <a:xfrm>
              <a:off x="5768454" y="-941067"/>
              <a:ext cx="34860" cy="59476"/>
            </a:xfrm>
            <a:custGeom>
              <a:avLst/>
              <a:gdLst/>
              <a:ahLst/>
              <a:cxnLst/>
              <a:rect l="l" t="t" r="r" b="b"/>
              <a:pathLst>
                <a:path w="524" h="894" extrusionOk="0">
                  <a:moveTo>
                    <a:pt x="342" y="0"/>
                  </a:moveTo>
                  <a:lnTo>
                    <a:pt x="342" y="0"/>
                  </a:lnTo>
                  <a:cubicBezTo>
                    <a:pt x="339" y="2"/>
                    <a:pt x="336" y="3"/>
                    <a:pt x="333" y="6"/>
                  </a:cubicBezTo>
                  <a:cubicBezTo>
                    <a:pt x="321" y="12"/>
                    <a:pt x="311" y="19"/>
                    <a:pt x="299" y="28"/>
                  </a:cubicBezTo>
                  <a:cubicBezTo>
                    <a:pt x="298" y="29"/>
                    <a:pt x="298" y="30"/>
                    <a:pt x="297" y="30"/>
                  </a:cubicBezTo>
                  <a:cubicBezTo>
                    <a:pt x="294" y="31"/>
                    <a:pt x="292" y="31"/>
                    <a:pt x="289" y="32"/>
                  </a:cubicBezTo>
                  <a:cubicBezTo>
                    <a:pt x="255" y="51"/>
                    <a:pt x="222" y="68"/>
                    <a:pt x="187" y="87"/>
                  </a:cubicBezTo>
                  <a:cubicBezTo>
                    <a:pt x="121" y="135"/>
                    <a:pt x="72" y="197"/>
                    <a:pt x="40" y="271"/>
                  </a:cubicBezTo>
                  <a:cubicBezTo>
                    <a:pt x="13" y="326"/>
                    <a:pt x="3" y="381"/>
                    <a:pt x="6" y="440"/>
                  </a:cubicBezTo>
                  <a:cubicBezTo>
                    <a:pt x="1" y="497"/>
                    <a:pt x="9" y="553"/>
                    <a:pt x="32" y="607"/>
                  </a:cubicBezTo>
                  <a:cubicBezTo>
                    <a:pt x="51" y="665"/>
                    <a:pt x="84" y="713"/>
                    <a:pt x="128" y="752"/>
                  </a:cubicBezTo>
                  <a:cubicBezTo>
                    <a:pt x="165" y="799"/>
                    <a:pt x="213" y="834"/>
                    <a:pt x="271" y="857"/>
                  </a:cubicBezTo>
                  <a:cubicBezTo>
                    <a:pt x="328" y="881"/>
                    <a:pt x="387" y="894"/>
                    <a:pt x="447" y="894"/>
                  </a:cubicBezTo>
                  <a:cubicBezTo>
                    <a:pt x="463" y="894"/>
                    <a:pt x="480" y="893"/>
                    <a:pt x="496" y="891"/>
                  </a:cubicBezTo>
                  <a:cubicBezTo>
                    <a:pt x="505" y="890"/>
                    <a:pt x="515" y="887"/>
                    <a:pt x="523" y="885"/>
                  </a:cubicBezTo>
                  <a:cubicBezTo>
                    <a:pt x="472" y="846"/>
                    <a:pt x="425" y="802"/>
                    <a:pt x="384" y="751"/>
                  </a:cubicBezTo>
                  <a:cubicBezTo>
                    <a:pt x="233" y="563"/>
                    <a:pt x="180" y="286"/>
                    <a:pt x="294" y="73"/>
                  </a:cubicBezTo>
                  <a:cubicBezTo>
                    <a:pt x="308" y="47"/>
                    <a:pt x="324" y="24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7">
              <a:extLst>
                <a:ext uri="{FF2B5EF4-FFF2-40B4-BE49-F238E27FC236}">
                  <a16:creationId xmlns:a16="http://schemas.microsoft.com/office/drawing/2014/main" id="{574C23E2-78B6-0852-B205-0A258D0D95F6}"/>
                </a:ext>
              </a:extLst>
            </p:cNvPr>
            <p:cNvSpPr/>
            <p:nvPr/>
          </p:nvSpPr>
          <p:spPr>
            <a:xfrm>
              <a:off x="5695873" y="-1135394"/>
              <a:ext cx="58677" cy="86619"/>
            </a:xfrm>
            <a:custGeom>
              <a:avLst/>
              <a:gdLst/>
              <a:ahLst/>
              <a:cxnLst/>
              <a:rect l="l" t="t" r="r" b="b"/>
              <a:pathLst>
                <a:path w="882" h="1302" extrusionOk="0">
                  <a:moveTo>
                    <a:pt x="491" y="0"/>
                  </a:moveTo>
                  <a:lnTo>
                    <a:pt x="491" y="0"/>
                  </a:lnTo>
                  <a:cubicBezTo>
                    <a:pt x="416" y="13"/>
                    <a:pt x="346" y="43"/>
                    <a:pt x="284" y="91"/>
                  </a:cubicBezTo>
                  <a:cubicBezTo>
                    <a:pt x="283" y="92"/>
                    <a:pt x="282" y="92"/>
                    <a:pt x="282" y="93"/>
                  </a:cubicBezTo>
                  <a:lnTo>
                    <a:pt x="162" y="206"/>
                  </a:lnTo>
                  <a:cubicBezTo>
                    <a:pt x="160" y="208"/>
                    <a:pt x="158" y="211"/>
                    <a:pt x="157" y="213"/>
                  </a:cubicBezTo>
                  <a:cubicBezTo>
                    <a:pt x="138" y="236"/>
                    <a:pt x="115" y="280"/>
                    <a:pt x="108" y="293"/>
                  </a:cubicBezTo>
                  <a:cubicBezTo>
                    <a:pt x="92" y="318"/>
                    <a:pt x="71" y="347"/>
                    <a:pt x="59" y="375"/>
                  </a:cubicBezTo>
                  <a:cubicBezTo>
                    <a:pt x="44" y="427"/>
                    <a:pt x="30" y="479"/>
                    <a:pt x="15" y="530"/>
                  </a:cubicBezTo>
                  <a:cubicBezTo>
                    <a:pt x="15" y="531"/>
                    <a:pt x="15" y="532"/>
                    <a:pt x="15" y="533"/>
                  </a:cubicBezTo>
                  <a:cubicBezTo>
                    <a:pt x="0" y="614"/>
                    <a:pt x="5" y="692"/>
                    <a:pt x="31" y="768"/>
                  </a:cubicBezTo>
                  <a:cubicBezTo>
                    <a:pt x="36" y="795"/>
                    <a:pt x="43" y="821"/>
                    <a:pt x="49" y="847"/>
                  </a:cubicBezTo>
                  <a:cubicBezTo>
                    <a:pt x="50" y="851"/>
                    <a:pt x="52" y="855"/>
                    <a:pt x="54" y="858"/>
                  </a:cubicBezTo>
                  <a:cubicBezTo>
                    <a:pt x="54" y="861"/>
                    <a:pt x="55" y="863"/>
                    <a:pt x="56" y="864"/>
                  </a:cubicBezTo>
                  <a:lnTo>
                    <a:pt x="57" y="867"/>
                  </a:lnTo>
                  <a:cubicBezTo>
                    <a:pt x="82" y="913"/>
                    <a:pt x="107" y="960"/>
                    <a:pt x="132" y="1006"/>
                  </a:cubicBezTo>
                  <a:cubicBezTo>
                    <a:pt x="161" y="1054"/>
                    <a:pt x="247" y="1132"/>
                    <a:pt x="258" y="1141"/>
                  </a:cubicBezTo>
                  <a:cubicBezTo>
                    <a:pt x="263" y="1147"/>
                    <a:pt x="269" y="1153"/>
                    <a:pt x="276" y="1157"/>
                  </a:cubicBezTo>
                  <a:cubicBezTo>
                    <a:pt x="299" y="1172"/>
                    <a:pt x="333" y="1191"/>
                    <a:pt x="348" y="1201"/>
                  </a:cubicBezTo>
                  <a:cubicBezTo>
                    <a:pt x="364" y="1210"/>
                    <a:pt x="396" y="1231"/>
                    <a:pt x="420" y="1244"/>
                  </a:cubicBezTo>
                  <a:cubicBezTo>
                    <a:pt x="424" y="1246"/>
                    <a:pt x="427" y="1248"/>
                    <a:pt x="430" y="1249"/>
                  </a:cubicBezTo>
                  <a:cubicBezTo>
                    <a:pt x="435" y="1251"/>
                    <a:pt x="439" y="1252"/>
                    <a:pt x="443" y="1253"/>
                  </a:cubicBezTo>
                  <a:cubicBezTo>
                    <a:pt x="476" y="1263"/>
                    <a:pt x="556" y="1288"/>
                    <a:pt x="591" y="1295"/>
                  </a:cubicBezTo>
                  <a:cubicBezTo>
                    <a:pt x="593" y="1296"/>
                    <a:pt x="595" y="1296"/>
                    <a:pt x="598" y="1297"/>
                  </a:cubicBezTo>
                  <a:cubicBezTo>
                    <a:pt x="601" y="1298"/>
                    <a:pt x="605" y="1298"/>
                    <a:pt x="609" y="1298"/>
                  </a:cubicBezTo>
                  <a:cubicBezTo>
                    <a:pt x="613" y="1299"/>
                    <a:pt x="617" y="1299"/>
                    <a:pt x="621" y="1299"/>
                  </a:cubicBezTo>
                  <a:lnTo>
                    <a:pt x="621" y="1299"/>
                  </a:lnTo>
                  <a:cubicBezTo>
                    <a:pt x="639" y="1300"/>
                    <a:pt x="656" y="1301"/>
                    <a:pt x="674" y="1301"/>
                  </a:cubicBezTo>
                  <a:cubicBezTo>
                    <a:pt x="682" y="1301"/>
                    <a:pt x="689" y="1300"/>
                    <a:pt x="696" y="1300"/>
                  </a:cubicBezTo>
                  <a:lnTo>
                    <a:pt x="699" y="1300"/>
                  </a:lnTo>
                  <a:cubicBezTo>
                    <a:pt x="700" y="1300"/>
                    <a:pt x="701" y="1300"/>
                    <a:pt x="701" y="1300"/>
                  </a:cubicBezTo>
                  <a:lnTo>
                    <a:pt x="701" y="1300"/>
                  </a:lnTo>
                  <a:cubicBezTo>
                    <a:pt x="713" y="1301"/>
                    <a:pt x="725" y="1302"/>
                    <a:pt x="737" y="1302"/>
                  </a:cubicBezTo>
                  <a:cubicBezTo>
                    <a:pt x="744" y="1302"/>
                    <a:pt x="752" y="1302"/>
                    <a:pt x="760" y="1301"/>
                  </a:cubicBezTo>
                  <a:lnTo>
                    <a:pt x="760" y="1301"/>
                  </a:lnTo>
                  <a:cubicBezTo>
                    <a:pt x="762" y="1301"/>
                    <a:pt x="764" y="1301"/>
                    <a:pt x="766" y="1301"/>
                  </a:cubicBezTo>
                  <a:lnTo>
                    <a:pt x="762" y="1301"/>
                  </a:lnTo>
                  <a:lnTo>
                    <a:pt x="762" y="1301"/>
                  </a:lnTo>
                  <a:cubicBezTo>
                    <a:pt x="802" y="1298"/>
                    <a:pt x="842" y="1289"/>
                    <a:pt x="882" y="1276"/>
                  </a:cubicBezTo>
                  <a:cubicBezTo>
                    <a:pt x="714" y="1202"/>
                    <a:pt x="566" y="1090"/>
                    <a:pt x="464" y="937"/>
                  </a:cubicBezTo>
                  <a:cubicBezTo>
                    <a:pt x="278" y="659"/>
                    <a:pt x="293" y="258"/>
                    <a:pt x="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7">
              <a:extLst>
                <a:ext uri="{FF2B5EF4-FFF2-40B4-BE49-F238E27FC236}">
                  <a16:creationId xmlns:a16="http://schemas.microsoft.com/office/drawing/2014/main" id="{B7242AC5-8E36-6BB8-D955-7B28EE634232}"/>
                </a:ext>
              </a:extLst>
            </p:cNvPr>
            <p:cNvSpPr/>
            <p:nvPr/>
          </p:nvSpPr>
          <p:spPr>
            <a:xfrm>
              <a:off x="5591292" y="-1347417"/>
              <a:ext cx="39650" cy="54619"/>
            </a:xfrm>
            <a:custGeom>
              <a:avLst/>
              <a:gdLst/>
              <a:ahLst/>
              <a:cxnLst/>
              <a:rect l="l" t="t" r="r" b="b"/>
              <a:pathLst>
                <a:path w="596" h="821" extrusionOk="0">
                  <a:moveTo>
                    <a:pt x="271" y="0"/>
                  </a:moveTo>
                  <a:lnTo>
                    <a:pt x="271" y="0"/>
                  </a:lnTo>
                  <a:cubicBezTo>
                    <a:pt x="248" y="9"/>
                    <a:pt x="226" y="19"/>
                    <a:pt x="206" y="33"/>
                  </a:cubicBezTo>
                  <a:cubicBezTo>
                    <a:pt x="160" y="53"/>
                    <a:pt x="122" y="83"/>
                    <a:pt x="91" y="124"/>
                  </a:cubicBezTo>
                  <a:cubicBezTo>
                    <a:pt x="71" y="152"/>
                    <a:pt x="54" y="180"/>
                    <a:pt x="39" y="211"/>
                  </a:cubicBezTo>
                  <a:cubicBezTo>
                    <a:pt x="14" y="268"/>
                    <a:pt x="0" y="343"/>
                    <a:pt x="10" y="404"/>
                  </a:cubicBezTo>
                  <a:cubicBezTo>
                    <a:pt x="15" y="440"/>
                    <a:pt x="22" y="475"/>
                    <a:pt x="34" y="508"/>
                  </a:cubicBezTo>
                  <a:cubicBezTo>
                    <a:pt x="60" y="577"/>
                    <a:pt x="98" y="626"/>
                    <a:pt x="154" y="673"/>
                  </a:cubicBezTo>
                  <a:cubicBezTo>
                    <a:pt x="169" y="685"/>
                    <a:pt x="182" y="697"/>
                    <a:pt x="197" y="709"/>
                  </a:cubicBezTo>
                  <a:cubicBezTo>
                    <a:pt x="217" y="725"/>
                    <a:pt x="234" y="735"/>
                    <a:pt x="258" y="750"/>
                  </a:cubicBezTo>
                  <a:cubicBezTo>
                    <a:pt x="285" y="765"/>
                    <a:pt x="294" y="774"/>
                    <a:pt x="319" y="781"/>
                  </a:cubicBezTo>
                  <a:lnTo>
                    <a:pt x="369" y="796"/>
                  </a:lnTo>
                  <a:cubicBezTo>
                    <a:pt x="408" y="812"/>
                    <a:pt x="447" y="820"/>
                    <a:pt x="489" y="820"/>
                  </a:cubicBezTo>
                  <a:cubicBezTo>
                    <a:pt x="500" y="820"/>
                    <a:pt x="510" y="820"/>
                    <a:pt x="521" y="819"/>
                  </a:cubicBezTo>
                  <a:cubicBezTo>
                    <a:pt x="548" y="817"/>
                    <a:pt x="573" y="809"/>
                    <a:pt x="596" y="799"/>
                  </a:cubicBezTo>
                  <a:cubicBezTo>
                    <a:pt x="544" y="783"/>
                    <a:pt x="494" y="764"/>
                    <a:pt x="447" y="739"/>
                  </a:cubicBezTo>
                  <a:cubicBezTo>
                    <a:pt x="335" y="680"/>
                    <a:pt x="237" y="581"/>
                    <a:pt x="206" y="459"/>
                  </a:cubicBezTo>
                  <a:cubicBezTo>
                    <a:pt x="191" y="398"/>
                    <a:pt x="193" y="334"/>
                    <a:pt x="200" y="271"/>
                  </a:cubicBezTo>
                  <a:cubicBezTo>
                    <a:pt x="211" y="178"/>
                    <a:pt x="236" y="87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7">
              <a:extLst>
                <a:ext uri="{FF2B5EF4-FFF2-40B4-BE49-F238E27FC236}">
                  <a16:creationId xmlns:a16="http://schemas.microsoft.com/office/drawing/2014/main" id="{83B8E626-2068-9E80-95A4-4AEA964594AE}"/>
                </a:ext>
              </a:extLst>
            </p:cNvPr>
            <p:cNvSpPr/>
            <p:nvPr/>
          </p:nvSpPr>
          <p:spPr>
            <a:xfrm>
              <a:off x="5826067" y="-1239776"/>
              <a:ext cx="50760" cy="78037"/>
            </a:xfrm>
            <a:custGeom>
              <a:avLst/>
              <a:gdLst/>
              <a:ahLst/>
              <a:cxnLst/>
              <a:rect l="l" t="t" r="r" b="b"/>
              <a:pathLst>
                <a:path w="763" h="1173" extrusionOk="0">
                  <a:moveTo>
                    <a:pt x="651" y="0"/>
                  </a:moveTo>
                  <a:cubicBezTo>
                    <a:pt x="222" y="66"/>
                    <a:pt x="0" y="677"/>
                    <a:pt x="268" y="1013"/>
                  </a:cubicBezTo>
                  <a:cubicBezTo>
                    <a:pt x="311" y="1067"/>
                    <a:pt x="366" y="1107"/>
                    <a:pt x="432" y="1133"/>
                  </a:cubicBezTo>
                  <a:cubicBezTo>
                    <a:pt x="473" y="1144"/>
                    <a:pt x="515" y="1157"/>
                    <a:pt x="557" y="1168"/>
                  </a:cubicBezTo>
                  <a:cubicBezTo>
                    <a:pt x="578" y="1171"/>
                    <a:pt x="599" y="1173"/>
                    <a:pt x="620" y="1173"/>
                  </a:cubicBezTo>
                  <a:cubicBezTo>
                    <a:pt x="668" y="1173"/>
                    <a:pt x="715" y="1165"/>
                    <a:pt x="762" y="1153"/>
                  </a:cubicBezTo>
                  <a:cubicBezTo>
                    <a:pt x="612" y="1041"/>
                    <a:pt x="506" y="860"/>
                    <a:pt x="481" y="671"/>
                  </a:cubicBezTo>
                  <a:cubicBezTo>
                    <a:pt x="449" y="437"/>
                    <a:pt x="525" y="202"/>
                    <a:pt x="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7">
              <a:extLst>
                <a:ext uri="{FF2B5EF4-FFF2-40B4-BE49-F238E27FC236}">
                  <a16:creationId xmlns:a16="http://schemas.microsoft.com/office/drawing/2014/main" id="{007DD695-7947-6E27-EF45-719D6CDFEA8A}"/>
                </a:ext>
              </a:extLst>
            </p:cNvPr>
            <p:cNvSpPr/>
            <p:nvPr/>
          </p:nvSpPr>
          <p:spPr>
            <a:xfrm>
              <a:off x="5742708" y="-1398311"/>
              <a:ext cx="62469" cy="97197"/>
            </a:xfrm>
            <a:custGeom>
              <a:avLst/>
              <a:gdLst/>
              <a:ahLst/>
              <a:cxnLst/>
              <a:rect l="l" t="t" r="r" b="b"/>
              <a:pathLst>
                <a:path w="939" h="1461" extrusionOk="0">
                  <a:moveTo>
                    <a:pt x="531" y="0"/>
                  </a:moveTo>
                  <a:lnTo>
                    <a:pt x="531" y="0"/>
                  </a:lnTo>
                  <a:cubicBezTo>
                    <a:pt x="420" y="21"/>
                    <a:pt x="315" y="70"/>
                    <a:pt x="227" y="158"/>
                  </a:cubicBezTo>
                  <a:cubicBezTo>
                    <a:pt x="71" y="313"/>
                    <a:pt x="1" y="543"/>
                    <a:pt x="19" y="762"/>
                  </a:cubicBezTo>
                  <a:cubicBezTo>
                    <a:pt x="44" y="1060"/>
                    <a:pt x="184" y="1326"/>
                    <a:pt x="464" y="1433"/>
                  </a:cubicBezTo>
                  <a:cubicBezTo>
                    <a:pt x="513" y="1452"/>
                    <a:pt x="562" y="1460"/>
                    <a:pt x="610" y="1460"/>
                  </a:cubicBezTo>
                  <a:cubicBezTo>
                    <a:pt x="726" y="1460"/>
                    <a:pt x="837" y="1410"/>
                    <a:pt x="938" y="1333"/>
                  </a:cubicBezTo>
                  <a:cubicBezTo>
                    <a:pt x="667" y="1262"/>
                    <a:pt x="437" y="1029"/>
                    <a:pt x="372" y="752"/>
                  </a:cubicBezTo>
                  <a:cubicBezTo>
                    <a:pt x="313" y="494"/>
                    <a:pt x="382" y="220"/>
                    <a:pt x="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7">
              <a:extLst>
                <a:ext uri="{FF2B5EF4-FFF2-40B4-BE49-F238E27FC236}">
                  <a16:creationId xmlns:a16="http://schemas.microsoft.com/office/drawing/2014/main" id="{FD9D25E5-38EE-CC04-1611-490BFA137214}"/>
                </a:ext>
              </a:extLst>
            </p:cNvPr>
            <p:cNvSpPr/>
            <p:nvPr/>
          </p:nvSpPr>
          <p:spPr>
            <a:xfrm>
              <a:off x="5923596" y="-1394585"/>
              <a:ext cx="13572" cy="57014"/>
            </a:xfrm>
            <a:custGeom>
              <a:avLst/>
              <a:gdLst/>
              <a:ahLst/>
              <a:cxnLst/>
              <a:rect l="l" t="t" r="r" b="b"/>
              <a:pathLst>
                <a:path w="204" h="857" extrusionOk="0">
                  <a:moveTo>
                    <a:pt x="175" y="1"/>
                  </a:moveTo>
                  <a:lnTo>
                    <a:pt x="175" y="1"/>
                  </a:lnTo>
                  <a:cubicBezTo>
                    <a:pt x="128" y="48"/>
                    <a:pt x="89" y="102"/>
                    <a:pt x="66" y="162"/>
                  </a:cubicBezTo>
                  <a:cubicBezTo>
                    <a:pt x="46" y="213"/>
                    <a:pt x="31" y="269"/>
                    <a:pt x="19" y="321"/>
                  </a:cubicBezTo>
                  <a:cubicBezTo>
                    <a:pt x="15" y="336"/>
                    <a:pt x="12" y="350"/>
                    <a:pt x="10" y="366"/>
                  </a:cubicBezTo>
                  <a:cubicBezTo>
                    <a:pt x="5" y="414"/>
                    <a:pt x="1" y="483"/>
                    <a:pt x="5" y="522"/>
                  </a:cubicBezTo>
                  <a:cubicBezTo>
                    <a:pt x="15" y="617"/>
                    <a:pt x="61" y="705"/>
                    <a:pt x="113" y="785"/>
                  </a:cubicBezTo>
                  <a:cubicBezTo>
                    <a:pt x="135" y="809"/>
                    <a:pt x="158" y="832"/>
                    <a:pt x="180" y="856"/>
                  </a:cubicBezTo>
                  <a:cubicBezTo>
                    <a:pt x="181" y="856"/>
                    <a:pt x="182" y="857"/>
                    <a:pt x="182" y="857"/>
                  </a:cubicBezTo>
                  <a:cubicBezTo>
                    <a:pt x="165" y="715"/>
                    <a:pt x="173" y="573"/>
                    <a:pt x="204" y="437"/>
                  </a:cubicBezTo>
                  <a:cubicBezTo>
                    <a:pt x="152" y="298"/>
                    <a:pt x="145" y="145"/>
                    <a:pt x="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7">
              <a:extLst>
                <a:ext uri="{FF2B5EF4-FFF2-40B4-BE49-F238E27FC236}">
                  <a16:creationId xmlns:a16="http://schemas.microsoft.com/office/drawing/2014/main" id="{075D5CC6-0484-647F-FE07-75E2CAE5D1D1}"/>
                </a:ext>
              </a:extLst>
            </p:cNvPr>
            <p:cNvSpPr/>
            <p:nvPr/>
          </p:nvSpPr>
          <p:spPr>
            <a:xfrm>
              <a:off x="5563816" y="-1209572"/>
              <a:ext cx="266" cy="333"/>
            </a:xfrm>
            <a:custGeom>
              <a:avLst/>
              <a:gdLst/>
              <a:ahLst/>
              <a:cxnLst/>
              <a:rect l="l" t="t" r="r" b="b"/>
              <a:pathLst>
                <a:path w="4" h="5" extrusionOk="0">
                  <a:moveTo>
                    <a:pt x="4" y="1"/>
                  </a:moveTo>
                  <a:cubicBezTo>
                    <a:pt x="4" y="1"/>
                    <a:pt x="3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lnTo>
                    <a:pt x="2" y="2"/>
                  </a:lnTo>
                  <a:cubicBezTo>
                    <a:pt x="3" y="2"/>
                    <a:pt x="3" y="1"/>
                    <a:pt x="4" y="1"/>
                  </a:cubicBezTo>
                  <a:close/>
                  <a:moveTo>
                    <a:pt x="2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2" y="4"/>
                    <a:pt x="2" y="3"/>
                    <a:pt x="2" y="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7">
              <a:extLst>
                <a:ext uri="{FF2B5EF4-FFF2-40B4-BE49-F238E27FC236}">
                  <a16:creationId xmlns:a16="http://schemas.microsoft.com/office/drawing/2014/main" id="{66350BC2-C9B5-32EB-3662-45283ED9C45A}"/>
                </a:ext>
              </a:extLst>
            </p:cNvPr>
            <p:cNvSpPr/>
            <p:nvPr/>
          </p:nvSpPr>
          <p:spPr>
            <a:xfrm>
              <a:off x="5560556" y="-1210703"/>
              <a:ext cx="25280" cy="25347"/>
            </a:xfrm>
            <a:custGeom>
              <a:avLst/>
              <a:gdLst/>
              <a:ahLst/>
              <a:cxnLst/>
              <a:rect l="l" t="t" r="r" b="b"/>
              <a:pathLst>
                <a:path w="380" h="381" extrusionOk="0">
                  <a:moveTo>
                    <a:pt x="77" y="5"/>
                  </a:moveTo>
                  <a:lnTo>
                    <a:pt x="76" y="5"/>
                  </a:lnTo>
                  <a:cubicBezTo>
                    <a:pt x="77" y="5"/>
                    <a:pt x="77" y="5"/>
                    <a:pt x="77" y="5"/>
                  </a:cubicBezTo>
                  <a:close/>
                  <a:moveTo>
                    <a:pt x="125" y="0"/>
                  </a:moveTo>
                  <a:cubicBezTo>
                    <a:pt x="121" y="0"/>
                    <a:pt x="117" y="1"/>
                    <a:pt x="114" y="1"/>
                  </a:cubicBezTo>
                  <a:cubicBezTo>
                    <a:pt x="112" y="1"/>
                    <a:pt x="111" y="1"/>
                    <a:pt x="109" y="1"/>
                  </a:cubicBezTo>
                  <a:cubicBezTo>
                    <a:pt x="103" y="1"/>
                    <a:pt x="96" y="2"/>
                    <a:pt x="90" y="3"/>
                  </a:cubicBezTo>
                  <a:cubicBezTo>
                    <a:pt x="88" y="3"/>
                    <a:pt x="86" y="3"/>
                    <a:pt x="84" y="3"/>
                  </a:cubicBezTo>
                  <a:cubicBezTo>
                    <a:pt x="82" y="3"/>
                    <a:pt x="80" y="3"/>
                    <a:pt x="78" y="4"/>
                  </a:cubicBezTo>
                  <a:cubicBezTo>
                    <a:pt x="78" y="5"/>
                    <a:pt x="77" y="5"/>
                    <a:pt x="77" y="5"/>
                  </a:cubicBezTo>
                  <a:lnTo>
                    <a:pt x="77" y="5"/>
                  </a:lnTo>
                  <a:lnTo>
                    <a:pt x="88" y="4"/>
                  </a:lnTo>
                  <a:lnTo>
                    <a:pt x="88" y="4"/>
                  </a:lnTo>
                  <a:cubicBezTo>
                    <a:pt x="76" y="6"/>
                    <a:pt x="65" y="8"/>
                    <a:pt x="55" y="17"/>
                  </a:cubicBezTo>
                  <a:cubicBezTo>
                    <a:pt x="53" y="18"/>
                    <a:pt x="51" y="20"/>
                    <a:pt x="49" y="22"/>
                  </a:cubicBezTo>
                  <a:cubicBezTo>
                    <a:pt x="30" y="36"/>
                    <a:pt x="16" y="57"/>
                    <a:pt x="10" y="80"/>
                  </a:cubicBezTo>
                  <a:cubicBezTo>
                    <a:pt x="4" y="102"/>
                    <a:pt x="1" y="132"/>
                    <a:pt x="12" y="153"/>
                  </a:cubicBezTo>
                  <a:cubicBezTo>
                    <a:pt x="25" y="177"/>
                    <a:pt x="38" y="202"/>
                    <a:pt x="53" y="224"/>
                  </a:cubicBezTo>
                  <a:cubicBezTo>
                    <a:pt x="65" y="240"/>
                    <a:pt x="79" y="254"/>
                    <a:pt x="93" y="270"/>
                  </a:cubicBezTo>
                  <a:lnTo>
                    <a:pt x="133" y="315"/>
                  </a:lnTo>
                  <a:cubicBezTo>
                    <a:pt x="139" y="322"/>
                    <a:pt x="146" y="331"/>
                    <a:pt x="154" y="338"/>
                  </a:cubicBezTo>
                  <a:cubicBezTo>
                    <a:pt x="170" y="356"/>
                    <a:pt x="188" y="368"/>
                    <a:pt x="213" y="376"/>
                  </a:cubicBezTo>
                  <a:cubicBezTo>
                    <a:pt x="225" y="379"/>
                    <a:pt x="238" y="381"/>
                    <a:pt x="250" y="381"/>
                  </a:cubicBezTo>
                  <a:cubicBezTo>
                    <a:pt x="276" y="381"/>
                    <a:pt x="302" y="373"/>
                    <a:pt x="323" y="358"/>
                  </a:cubicBezTo>
                  <a:cubicBezTo>
                    <a:pt x="351" y="338"/>
                    <a:pt x="366" y="306"/>
                    <a:pt x="372" y="274"/>
                  </a:cubicBezTo>
                  <a:cubicBezTo>
                    <a:pt x="380" y="235"/>
                    <a:pt x="364" y="197"/>
                    <a:pt x="339" y="168"/>
                  </a:cubicBezTo>
                  <a:cubicBezTo>
                    <a:pt x="325" y="154"/>
                    <a:pt x="312" y="139"/>
                    <a:pt x="298" y="124"/>
                  </a:cubicBezTo>
                  <a:cubicBezTo>
                    <a:pt x="277" y="102"/>
                    <a:pt x="258" y="77"/>
                    <a:pt x="235" y="57"/>
                  </a:cubicBezTo>
                  <a:cubicBezTo>
                    <a:pt x="222" y="45"/>
                    <a:pt x="205" y="34"/>
                    <a:pt x="191" y="22"/>
                  </a:cubicBezTo>
                  <a:cubicBezTo>
                    <a:pt x="173" y="6"/>
                    <a:pt x="149" y="0"/>
                    <a:pt x="125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7">
              <a:extLst>
                <a:ext uri="{FF2B5EF4-FFF2-40B4-BE49-F238E27FC236}">
                  <a16:creationId xmlns:a16="http://schemas.microsoft.com/office/drawing/2014/main" id="{C0C6542D-9ECE-37D2-C101-030069D8CD15}"/>
                </a:ext>
              </a:extLst>
            </p:cNvPr>
            <p:cNvSpPr/>
            <p:nvPr/>
          </p:nvSpPr>
          <p:spPr>
            <a:xfrm>
              <a:off x="5562751" y="-1209306"/>
              <a:ext cx="1131" cy="1064"/>
            </a:xfrm>
            <a:custGeom>
              <a:avLst/>
              <a:gdLst/>
              <a:ahLst/>
              <a:cxnLst/>
              <a:rect l="l" t="t" r="r" b="b"/>
              <a:pathLst>
                <a:path w="17" h="16" extrusionOk="0">
                  <a:moveTo>
                    <a:pt x="16" y="1"/>
                  </a:moveTo>
                  <a:cubicBezTo>
                    <a:pt x="11" y="5"/>
                    <a:pt x="5" y="10"/>
                    <a:pt x="0" y="15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7">
              <a:extLst>
                <a:ext uri="{FF2B5EF4-FFF2-40B4-BE49-F238E27FC236}">
                  <a16:creationId xmlns:a16="http://schemas.microsoft.com/office/drawing/2014/main" id="{67C4A8D6-793B-994F-0D90-94FF6DEB587A}"/>
                </a:ext>
              </a:extLst>
            </p:cNvPr>
            <p:cNvSpPr/>
            <p:nvPr/>
          </p:nvSpPr>
          <p:spPr>
            <a:xfrm>
              <a:off x="5622759" y="-1335842"/>
              <a:ext cx="13106" cy="14170"/>
            </a:xfrm>
            <a:custGeom>
              <a:avLst/>
              <a:gdLst/>
              <a:ahLst/>
              <a:cxnLst/>
              <a:rect l="l" t="t" r="r" b="b"/>
              <a:pathLst>
                <a:path w="197" h="213" extrusionOk="0">
                  <a:moveTo>
                    <a:pt x="171" y="80"/>
                  </a:moveTo>
                  <a:lnTo>
                    <a:pt x="171" y="80"/>
                  </a:lnTo>
                  <a:cubicBezTo>
                    <a:pt x="171" y="80"/>
                    <a:pt x="172" y="81"/>
                    <a:pt x="172" y="82"/>
                  </a:cubicBezTo>
                  <a:lnTo>
                    <a:pt x="172" y="82"/>
                  </a:lnTo>
                  <a:cubicBezTo>
                    <a:pt x="172" y="81"/>
                    <a:pt x="171" y="81"/>
                    <a:pt x="171" y="80"/>
                  </a:cubicBezTo>
                  <a:close/>
                  <a:moveTo>
                    <a:pt x="86" y="1"/>
                  </a:moveTo>
                  <a:cubicBezTo>
                    <a:pt x="77" y="1"/>
                    <a:pt x="69" y="2"/>
                    <a:pt x="60" y="5"/>
                  </a:cubicBezTo>
                  <a:cubicBezTo>
                    <a:pt x="50" y="9"/>
                    <a:pt x="40" y="17"/>
                    <a:pt x="32" y="26"/>
                  </a:cubicBezTo>
                  <a:cubicBezTo>
                    <a:pt x="30" y="28"/>
                    <a:pt x="28" y="31"/>
                    <a:pt x="25" y="35"/>
                  </a:cubicBezTo>
                  <a:cubicBezTo>
                    <a:pt x="20" y="42"/>
                    <a:pt x="14" y="51"/>
                    <a:pt x="11" y="61"/>
                  </a:cubicBezTo>
                  <a:cubicBezTo>
                    <a:pt x="8" y="71"/>
                    <a:pt x="3" y="81"/>
                    <a:pt x="2" y="91"/>
                  </a:cubicBezTo>
                  <a:cubicBezTo>
                    <a:pt x="2" y="92"/>
                    <a:pt x="2" y="93"/>
                    <a:pt x="2" y="94"/>
                  </a:cubicBezTo>
                  <a:cubicBezTo>
                    <a:pt x="0" y="111"/>
                    <a:pt x="0" y="115"/>
                    <a:pt x="5" y="129"/>
                  </a:cubicBezTo>
                  <a:cubicBezTo>
                    <a:pt x="7" y="141"/>
                    <a:pt x="10" y="152"/>
                    <a:pt x="19" y="161"/>
                  </a:cubicBezTo>
                  <a:cubicBezTo>
                    <a:pt x="19" y="162"/>
                    <a:pt x="20" y="163"/>
                    <a:pt x="21" y="163"/>
                  </a:cubicBezTo>
                  <a:cubicBezTo>
                    <a:pt x="29" y="172"/>
                    <a:pt x="36" y="181"/>
                    <a:pt x="45" y="188"/>
                  </a:cubicBezTo>
                  <a:cubicBezTo>
                    <a:pt x="53" y="194"/>
                    <a:pt x="61" y="198"/>
                    <a:pt x="68" y="202"/>
                  </a:cubicBezTo>
                  <a:cubicBezTo>
                    <a:pt x="70" y="203"/>
                    <a:pt x="73" y="204"/>
                    <a:pt x="75" y="205"/>
                  </a:cubicBezTo>
                  <a:cubicBezTo>
                    <a:pt x="86" y="210"/>
                    <a:pt x="98" y="213"/>
                    <a:pt x="109" y="213"/>
                  </a:cubicBezTo>
                  <a:cubicBezTo>
                    <a:pt x="114" y="213"/>
                    <a:pt x="119" y="212"/>
                    <a:pt x="124" y="211"/>
                  </a:cubicBezTo>
                  <a:cubicBezTo>
                    <a:pt x="133" y="209"/>
                    <a:pt x="143" y="207"/>
                    <a:pt x="151" y="204"/>
                  </a:cubicBezTo>
                  <a:cubicBezTo>
                    <a:pt x="163" y="199"/>
                    <a:pt x="172" y="193"/>
                    <a:pt x="179" y="183"/>
                  </a:cubicBezTo>
                  <a:cubicBezTo>
                    <a:pt x="186" y="176"/>
                    <a:pt x="190" y="167"/>
                    <a:pt x="192" y="159"/>
                  </a:cubicBezTo>
                  <a:cubicBezTo>
                    <a:pt x="195" y="151"/>
                    <a:pt x="196" y="142"/>
                    <a:pt x="194" y="133"/>
                  </a:cubicBezTo>
                  <a:cubicBezTo>
                    <a:pt x="193" y="125"/>
                    <a:pt x="190" y="117"/>
                    <a:pt x="186" y="109"/>
                  </a:cubicBezTo>
                  <a:cubicBezTo>
                    <a:pt x="186" y="110"/>
                    <a:pt x="186" y="110"/>
                    <a:pt x="186" y="111"/>
                  </a:cubicBezTo>
                  <a:cubicBezTo>
                    <a:pt x="185" y="109"/>
                    <a:pt x="185" y="108"/>
                    <a:pt x="185" y="107"/>
                  </a:cubicBezTo>
                  <a:cubicBezTo>
                    <a:pt x="183" y="105"/>
                    <a:pt x="183" y="103"/>
                    <a:pt x="182" y="102"/>
                  </a:cubicBezTo>
                  <a:cubicBezTo>
                    <a:pt x="181" y="102"/>
                    <a:pt x="181" y="100"/>
                    <a:pt x="181" y="100"/>
                  </a:cubicBezTo>
                  <a:cubicBezTo>
                    <a:pt x="179" y="96"/>
                    <a:pt x="177" y="92"/>
                    <a:pt x="174" y="87"/>
                  </a:cubicBezTo>
                  <a:cubicBezTo>
                    <a:pt x="173" y="85"/>
                    <a:pt x="173" y="84"/>
                    <a:pt x="172" y="82"/>
                  </a:cubicBezTo>
                  <a:lnTo>
                    <a:pt x="172" y="82"/>
                  </a:lnTo>
                  <a:cubicBezTo>
                    <a:pt x="172" y="83"/>
                    <a:pt x="172" y="84"/>
                    <a:pt x="172" y="85"/>
                  </a:cubicBezTo>
                  <a:cubicBezTo>
                    <a:pt x="171" y="83"/>
                    <a:pt x="171" y="82"/>
                    <a:pt x="170" y="81"/>
                  </a:cubicBezTo>
                  <a:cubicBezTo>
                    <a:pt x="168" y="76"/>
                    <a:pt x="168" y="71"/>
                    <a:pt x="166" y="67"/>
                  </a:cubicBezTo>
                  <a:cubicBezTo>
                    <a:pt x="165" y="64"/>
                    <a:pt x="163" y="60"/>
                    <a:pt x="159" y="58"/>
                  </a:cubicBezTo>
                  <a:cubicBezTo>
                    <a:pt x="158" y="54"/>
                    <a:pt x="150" y="47"/>
                    <a:pt x="146" y="43"/>
                  </a:cubicBezTo>
                  <a:cubicBezTo>
                    <a:pt x="142" y="32"/>
                    <a:pt x="135" y="23"/>
                    <a:pt x="126" y="16"/>
                  </a:cubicBezTo>
                  <a:cubicBezTo>
                    <a:pt x="116" y="8"/>
                    <a:pt x="106" y="3"/>
                    <a:pt x="95" y="1"/>
                  </a:cubicBezTo>
                  <a:cubicBezTo>
                    <a:pt x="92" y="1"/>
                    <a:pt x="89" y="1"/>
                    <a:pt x="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7">
              <a:extLst>
                <a:ext uri="{FF2B5EF4-FFF2-40B4-BE49-F238E27FC236}">
                  <a16:creationId xmlns:a16="http://schemas.microsoft.com/office/drawing/2014/main" id="{156F79F1-F421-DA60-96AF-ABE9DE1EE1BF}"/>
                </a:ext>
              </a:extLst>
            </p:cNvPr>
            <p:cNvSpPr/>
            <p:nvPr/>
          </p:nvSpPr>
          <p:spPr>
            <a:xfrm>
              <a:off x="5794333" y="-1381746"/>
              <a:ext cx="21621" cy="26012"/>
            </a:xfrm>
            <a:custGeom>
              <a:avLst/>
              <a:gdLst/>
              <a:ahLst/>
              <a:cxnLst/>
              <a:rect l="l" t="t" r="r" b="b"/>
              <a:pathLst>
                <a:path w="325" h="391" extrusionOk="0">
                  <a:moveTo>
                    <a:pt x="107" y="0"/>
                  </a:moveTo>
                  <a:cubicBezTo>
                    <a:pt x="105" y="0"/>
                    <a:pt x="102" y="0"/>
                    <a:pt x="99" y="0"/>
                  </a:cubicBezTo>
                  <a:cubicBezTo>
                    <a:pt x="84" y="1"/>
                    <a:pt x="70" y="7"/>
                    <a:pt x="58" y="14"/>
                  </a:cubicBezTo>
                  <a:cubicBezTo>
                    <a:pt x="44" y="20"/>
                    <a:pt x="34" y="29"/>
                    <a:pt x="24" y="41"/>
                  </a:cubicBezTo>
                  <a:cubicBezTo>
                    <a:pt x="12" y="57"/>
                    <a:pt x="4" y="75"/>
                    <a:pt x="1" y="94"/>
                  </a:cubicBezTo>
                  <a:cubicBezTo>
                    <a:pt x="1" y="106"/>
                    <a:pt x="0" y="118"/>
                    <a:pt x="0" y="129"/>
                  </a:cubicBezTo>
                  <a:cubicBezTo>
                    <a:pt x="0" y="151"/>
                    <a:pt x="4" y="171"/>
                    <a:pt x="13" y="192"/>
                  </a:cubicBezTo>
                  <a:cubicBezTo>
                    <a:pt x="19" y="206"/>
                    <a:pt x="25" y="221"/>
                    <a:pt x="32" y="237"/>
                  </a:cubicBezTo>
                  <a:cubicBezTo>
                    <a:pt x="42" y="261"/>
                    <a:pt x="51" y="284"/>
                    <a:pt x="67" y="306"/>
                  </a:cubicBezTo>
                  <a:cubicBezTo>
                    <a:pt x="89" y="335"/>
                    <a:pt x="109" y="366"/>
                    <a:pt x="146" y="380"/>
                  </a:cubicBezTo>
                  <a:cubicBezTo>
                    <a:pt x="161" y="387"/>
                    <a:pt x="176" y="391"/>
                    <a:pt x="192" y="391"/>
                  </a:cubicBezTo>
                  <a:cubicBezTo>
                    <a:pt x="198" y="391"/>
                    <a:pt x="203" y="390"/>
                    <a:pt x="208" y="390"/>
                  </a:cubicBezTo>
                  <a:cubicBezTo>
                    <a:pt x="225" y="389"/>
                    <a:pt x="240" y="383"/>
                    <a:pt x="253" y="375"/>
                  </a:cubicBezTo>
                  <a:cubicBezTo>
                    <a:pt x="269" y="368"/>
                    <a:pt x="282" y="358"/>
                    <a:pt x="292" y="345"/>
                  </a:cubicBezTo>
                  <a:cubicBezTo>
                    <a:pt x="306" y="327"/>
                    <a:pt x="314" y="307"/>
                    <a:pt x="318" y="285"/>
                  </a:cubicBezTo>
                  <a:cubicBezTo>
                    <a:pt x="325" y="248"/>
                    <a:pt x="311" y="216"/>
                    <a:pt x="298" y="182"/>
                  </a:cubicBezTo>
                  <a:cubicBezTo>
                    <a:pt x="289" y="157"/>
                    <a:pt x="274" y="135"/>
                    <a:pt x="260" y="113"/>
                  </a:cubicBezTo>
                  <a:cubicBezTo>
                    <a:pt x="250" y="101"/>
                    <a:pt x="241" y="88"/>
                    <a:pt x="233" y="76"/>
                  </a:cubicBezTo>
                  <a:cubicBezTo>
                    <a:pt x="222" y="61"/>
                    <a:pt x="212" y="47"/>
                    <a:pt x="198" y="36"/>
                  </a:cubicBezTo>
                  <a:cubicBezTo>
                    <a:pt x="185" y="26"/>
                    <a:pt x="168" y="18"/>
                    <a:pt x="154" y="9"/>
                  </a:cubicBezTo>
                  <a:cubicBezTo>
                    <a:pt x="139" y="3"/>
                    <a:pt x="123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>
              <a:extLst>
                <a:ext uri="{FF2B5EF4-FFF2-40B4-BE49-F238E27FC236}">
                  <a16:creationId xmlns:a16="http://schemas.microsoft.com/office/drawing/2014/main" id="{F0AF6BAA-1ED7-788D-12F8-634F56813D01}"/>
                </a:ext>
              </a:extLst>
            </p:cNvPr>
            <p:cNvSpPr/>
            <p:nvPr/>
          </p:nvSpPr>
          <p:spPr>
            <a:xfrm>
              <a:off x="5798259" y="-1347683"/>
              <a:ext cx="14636" cy="14902"/>
            </a:xfrm>
            <a:custGeom>
              <a:avLst/>
              <a:gdLst/>
              <a:ahLst/>
              <a:cxnLst/>
              <a:rect l="l" t="t" r="r" b="b"/>
              <a:pathLst>
                <a:path w="220" h="224" extrusionOk="0">
                  <a:moveTo>
                    <a:pt x="125" y="0"/>
                  </a:moveTo>
                  <a:cubicBezTo>
                    <a:pt x="109" y="0"/>
                    <a:pt x="93" y="4"/>
                    <a:pt x="79" y="12"/>
                  </a:cubicBezTo>
                  <a:lnTo>
                    <a:pt x="79" y="12"/>
                  </a:lnTo>
                  <a:lnTo>
                    <a:pt x="82" y="10"/>
                  </a:lnTo>
                  <a:lnTo>
                    <a:pt x="82" y="10"/>
                  </a:lnTo>
                  <a:cubicBezTo>
                    <a:pt x="81" y="10"/>
                    <a:pt x="79" y="11"/>
                    <a:pt x="78" y="12"/>
                  </a:cubicBezTo>
                  <a:lnTo>
                    <a:pt x="78" y="12"/>
                  </a:lnTo>
                  <a:cubicBezTo>
                    <a:pt x="75" y="14"/>
                    <a:pt x="72" y="15"/>
                    <a:pt x="70" y="17"/>
                  </a:cubicBezTo>
                  <a:lnTo>
                    <a:pt x="76" y="13"/>
                  </a:lnTo>
                  <a:lnTo>
                    <a:pt x="76" y="13"/>
                  </a:lnTo>
                  <a:cubicBezTo>
                    <a:pt x="74" y="14"/>
                    <a:pt x="72" y="16"/>
                    <a:pt x="70" y="17"/>
                  </a:cubicBezTo>
                  <a:cubicBezTo>
                    <a:pt x="69" y="17"/>
                    <a:pt x="67" y="17"/>
                    <a:pt x="66" y="18"/>
                  </a:cubicBezTo>
                  <a:cubicBezTo>
                    <a:pt x="64" y="19"/>
                    <a:pt x="62" y="21"/>
                    <a:pt x="59" y="22"/>
                  </a:cubicBezTo>
                  <a:lnTo>
                    <a:pt x="57" y="23"/>
                  </a:lnTo>
                  <a:cubicBezTo>
                    <a:pt x="46" y="31"/>
                    <a:pt x="37" y="44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lnTo>
                    <a:pt x="30" y="57"/>
                  </a:lnTo>
                  <a:cubicBezTo>
                    <a:pt x="27" y="60"/>
                    <a:pt x="24" y="64"/>
                    <a:pt x="21" y="68"/>
                  </a:cubicBezTo>
                  <a:cubicBezTo>
                    <a:pt x="17" y="75"/>
                    <a:pt x="12" y="83"/>
                    <a:pt x="8" y="90"/>
                  </a:cubicBezTo>
                  <a:cubicBezTo>
                    <a:pt x="6" y="98"/>
                    <a:pt x="4" y="106"/>
                    <a:pt x="1" y="114"/>
                  </a:cubicBezTo>
                  <a:cubicBezTo>
                    <a:pt x="1" y="122"/>
                    <a:pt x="1" y="130"/>
                    <a:pt x="1" y="138"/>
                  </a:cubicBezTo>
                  <a:cubicBezTo>
                    <a:pt x="2" y="151"/>
                    <a:pt x="5" y="162"/>
                    <a:pt x="12" y="173"/>
                  </a:cubicBezTo>
                  <a:cubicBezTo>
                    <a:pt x="15" y="181"/>
                    <a:pt x="21" y="187"/>
                    <a:pt x="27" y="193"/>
                  </a:cubicBezTo>
                  <a:cubicBezTo>
                    <a:pt x="32" y="200"/>
                    <a:pt x="38" y="205"/>
                    <a:pt x="47" y="208"/>
                  </a:cubicBezTo>
                  <a:cubicBezTo>
                    <a:pt x="53" y="214"/>
                    <a:pt x="60" y="217"/>
                    <a:pt x="69" y="219"/>
                  </a:cubicBezTo>
                  <a:cubicBezTo>
                    <a:pt x="77" y="222"/>
                    <a:pt x="85" y="223"/>
                    <a:pt x="93" y="223"/>
                  </a:cubicBezTo>
                  <a:cubicBezTo>
                    <a:pt x="97" y="223"/>
                    <a:pt x="101" y="223"/>
                    <a:pt x="105" y="222"/>
                  </a:cubicBezTo>
                  <a:cubicBezTo>
                    <a:pt x="112" y="222"/>
                    <a:pt x="124" y="219"/>
                    <a:pt x="131" y="217"/>
                  </a:cubicBezTo>
                  <a:cubicBezTo>
                    <a:pt x="132" y="216"/>
                    <a:pt x="133" y="216"/>
                    <a:pt x="134" y="216"/>
                  </a:cubicBezTo>
                  <a:cubicBezTo>
                    <a:pt x="135" y="215"/>
                    <a:pt x="137" y="214"/>
                    <a:pt x="139" y="213"/>
                  </a:cubicBezTo>
                  <a:cubicBezTo>
                    <a:pt x="149" y="207"/>
                    <a:pt x="161" y="202"/>
                    <a:pt x="170" y="195"/>
                  </a:cubicBezTo>
                  <a:cubicBezTo>
                    <a:pt x="172" y="194"/>
                    <a:pt x="174" y="193"/>
                    <a:pt x="176" y="192"/>
                  </a:cubicBezTo>
                  <a:cubicBezTo>
                    <a:pt x="177" y="191"/>
                    <a:pt x="177" y="191"/>
                    <a:pt x="178" y="190"/>
                  </a:cubicBezTo>
                  <a:cubicBezTo>
                    <a:pt x="184" y="183"/>
                    <a:pt x="191" y="177"/>
                    <a:pt x="198" y="171"/>
                  </a:cubicBezTo>
                  <a:cubicBezTo>
                    <a:pt x="207" y="160"/>
                    <a:pt x="213" y="148"/>
                    <a:pt x="215" y="134"/>
                  </a:cubicBezTo>
                  <a:cubicBezTo>
                    <a:pt x="219" y="125"/>
                    <a:pt x="220" y="125"/>
                    <a:pt x="220" y="119"/>
                  </a:cubicBezTo>
                  <a:cubicBezTo>
                    <a:pt x="220" y="110"/>
                    <a:pt x="220" y="101"/>
                    <a:pt x="220" y="92"/>
                  </a:cubicBezTo>
                  <a:cubicBezTo>
                    <a:pt x="220" y="90"/>
                    <a:pt x="220" y="88"/>
                    <a:pt x="220" y="86"/>
                  </a:cubicBezTo>
                  <a:cubicBezTo>
                    <a:pt x="216" y="52"/>
                    <a:pt x="192" y="21"/>
                    <a:pt x="162" y="7"/>
                  </a:cubicBezTo>
                  <a:cubicBezTo>
                    <a:pt x="150" y="3"/>
                    <a:pt x="138" y="0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7">
              <a:extLst>
                <a:ext uri="{FF2B5EF4-FFF2-40B4-BE49-F238E27FC236}">
                  <a16:creationId xmlns:a16="http://schemas.microsoft.com/office/drawing/2014/main" id="{16FC8C2B-6ECA-F259-D374-4F514F6ED81A}"/>
                </a:ext>
              </a:extLst>
            </p:cNvPr>
            <p:cNvSpPr/>
            <p:nvPr/>
          </p:nvSpPr>
          <p:spPr>
            <a:xfrm>
              <a:off x="5885277" y="-1217822"/>
              <a:ext cx="14237" cy="19360"/>
            </a:xfrm>
            <a:custGeom>
              <a:avLst/>
              <a:gdLst/>
              <a:ahLst/>
              <a:cxnLst/>
              <a:rect l="l" t="t" r="r" b="b"/>
              <a:pathLst>
                <a:path w="214" h="291" extrusionOk="0">
                  <a:moveTo>
                    <a:pt x="1" y="137"/>
                  </a:moveTo>
                  <a:cubicBezTo>
                    <a:pt x="1" y="138"/>
                    <a:pt x="1" y="139"/>
                    <a:pt x="1" y="139"/>
                  </a:cubicBezTo>
                  <a:lnTo>
                    <a:pt x="1" y="139"/>
                  </a:lnTo>
                  <a:cubicBezTo>
                    <a:pt x="1" y="139"/>
                    <a:pt x="1" y="138"/>
                    <a:pt x="1" y="137"/>
                  </a:cubicBezTo>
                  <a:close/>
                  <a:moveTo>
                    <a:pt x="89" y="0"/>
                  </a:moveTo>
                  <a:cubicBezTo>
                    <a:pt x="86" y="0"/>
                    <a:pt x="82" y="1"/>
                    <a:pt x="79" y="1"/>
                  </a:cubicBezTo>
                  <a:cubicBezTo>
                    <a:pt x="63" y="2"/>
                    <a:pt x="50" y="7"/>
                    <a:pt x="38" y="16"/>
                  </a:cubicBezTo>
                  <a:cubicBezTo>
                    <a:pt x="25" y="25"/>
                    <a:pt x="16" y="37"/>
                    <a:pt x="9" y="51"/>
                  </a:cubicBezTo>
                  <a:cubicBezTo>
                    <a:pt x="4" y="64"/>
                    <a:pt x="2" y="76"/>
                    <a:pt x="3" y="89"/>
                  </a:cubicBezTo>
                  <a:lnTo>
                    <a:pt x="3" y="89"/>
                  </a:lnTo>
                  <a:cubicBezTo>
                    <a:pt x="3" y="91"/>
                    <a:pt x="3" y="93"/>
                    <a:pt x="2" y="95"/>
                  </a:cubicBezTo>
                  <a:cubicBezTo>
                    <a:pt x="1" y="98"/>
                    <a:pt x="1" y="102"/>
                    <a:pt x="0" y="104"/>
                  </a:cubicBezTo>
                  <a:lnTo>
                    <a:pt x="0" y="131"/>
                  </a:lnTo>
                  <a:cubicBezTo>
                    <a:pt x="0" y="134"/>
                    <a:pt x="1" y="137"/>
                    <a:pt x="2" y="140"/>
                  </a:cubicBezTo>
                  <a:cubicBezTo>
                    <a:pt x="2" y="140"/>
                    <a:pt x="2" y="140"/>
                    <a:pt x="1" y="139"/>
                  </a:cubicBezTo>
                  <a:lnTo>
                    <a:pt x="1" y="139"/>
                  </a:lnTo>
                  <a:cubicBezTo>
                    <a:pt x="3" y="146"/>
                    <a:pt x="4" y="151"/>
                    <a:pt x="4" y="158"/>
                  </a:cubicBezTo>
                  <a:cubicBezTo>
                    <a:pt x="5" y="161"/>
                    <a:pt x="5" y="165"/>
                    <a:pt x="5" y="169"/>
                  </a:cubicBezTo>
                  <a:cubicBezTo>
                    <a:pt x="5" y="170"/>
                    <a:pt x="5" y="171"/>
                    <a:pt x="5" y="172"/>
                  </a:cubicBezTo>
                  <a:lnTo>
                    <a:pt x="12" y="198"/>
                  </a:lnTo>
                  <a:cubicBezTo>
                    <a:pt x="13" y="199"/>
                    <a:pt x="13" y="200"/>
                    <a:pt x="14" y="202"/>
                  </a:cubicBezTo>
                  <a:cubicBezTo>
                    <a:pt x="17" y="207"/>
                    <a:pt x="19" y="214"/>
                    <a:pt x="20" y="219"/>
                  </a:cubicBezTo>
                  <a:cubicBezTo>
                    <a:pt x="21" y="222"/>
                    <a:pt x="22" y="225"/>
                    <a:pt x="23" y="227"/>
                  </a:cubicBezTo>
                  <a:cubicBezTo>
                    <a:pt x="24" y="230"/>
                    <a:pt x="26" y="233"/>
                    <a:pt x="27" y="236"/>
                  </a:cubicBezTo>
                  <a:cubicBezTo>
                    <a:pt x="30" y="242"/>
                    <a:pt x="32" y="247"/>
                    <a:pt x="35" y="253"/>
                  </a:cubicBezTo>
                  <a:cubicBezTo>
                    <a:pt x="37" y="257"/>
                    <a:pt x="40" y="262"/>
                    <a:pt x="42" y="267"/>
                  </a:cubicBezTo>
                  <a:cubicBezTo>
                    <a:pt x="46" y="273"/>
                    <a:pt x="52" y="278"/>
                    <a:pt x="59" y="282"/>
                  </a:cubicBezTo>
                  <a:cubicBezTo>
                    <a:pt x="67" y="287"/>
                    <a:pt x="77" y="291"/>
                    <a:pt x="87" y="291"/>
                  </a:cubicBezTo>
                  <a:cubicBezTo>
                    <a:pt x="90" y="291"/>
                    <a:pt x="93" y="291"/>
                    <a:pt x="95" y="290"/>
                  </a:cubicBezTo>
                  <a:cubicBezTo>
                    <a:pt x="116" y="286"/>
                    <a:pt x="137" y="279"/>
                    <a:pt x="155" y="267"/>
                  </a:cubicBezTo>
                  <a:cubicBezTo>
                    <a:pt x="165" y="260"/>
                    <a:pt x="176" y="248"/>
                    <a:pt x="183" y="238"/>
                  </a:cubicBezTo>
                  <a:cubicBezTo>
                    <a:pt x="197" y="217"/>
                    <a:pt x="208" y="199"/>
                    <a:pt x="211" y="174"/>
                  </a:cubicBezTo>
                  <a:cubicBezTo>
                    <a:pt x="214" y="160"/>
                    <a:pt x="212" y="142"/>
                    <a:pt x="210" y="128"/>
                  </a:cubicBezTo>
                  <a:cubicBezTo>
                    <a:pt x="207" y="104"/>
                    <a:pt x="202" y="81"/>
                    <a:pt x="187" y="61"/>
                  </a:cubicBezTo>
                  <a:cubicBezTo>
                    <a:pt x="172" y="37"/>
                    <a:pt x="146" y="21"/>
                    <a:pt x="120" y="7"/>
                  </a:cubicBezTo>
                  <a:cubicBezTo>
                    <a:pt x="110" y="3"/>
                    <a:pt x="100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7">
              <a:extLst>
                <a:ext uri="{FF2B5EF4-FFF2-40B4-BE49-F238E27FC236}">
                  <a16:creationId xmlns:a16="http://schemas.microsoft.com/office/drawing/2014/main" id="{BEEA49FE-8A20-D1CD-5938-8342CB1DFC73}"/>
                </a:ext>
              </a:extLst>
            </p:cNvPr>
            <p:cNvSpPr/>
            <p:nvPr/>
          </p:nvSpPr>
          <p:spPr>
            <a:xfrm>
              <a:off x="5743972" y="-1119627"/>
              <a:ext cx="23817" cy="25746"/>
            </a:xfrm>
            <a:custGeom>
              <a:avLst/>
              <a:gdLst/>
              <a:ahLst/>
              <a:cxnLst/>
              <a:rect l="l" t="t" r="r" b="b"/>
              <a:pathLst>
                <a:path w="358" h="387" extrusionOk="0">
                  <a:moveTo>
                    <a:pt x="97" y="1"/>
                  </a:moveTo>
                  <a:cubicBezTo>
                    <a:pt x="54" y="1"/>
                    <a:pt x="11" y="29"/>
                    <a:pt x="5" y="73"/>
                  </a:cubicBezTo>
                  <a:cubicBezTo>
                    <a:pt x="0" y="98"/>
                    <a:pt x="5" y="118"/>
                    <a:pt x="15" y="140"/>
                  </a:cubicBezTo>
                  <a:cubicBezTo>
                    <a:pt x="18" y="146"/>
                    <a:pt x="20" y="151"/>
                    <a:pt x="22" y="158"/>
                  </a:cubicBezTo>
                  <a:cubicBezTo>
                    <a:pt x="29" y="172"/>
                    <a:pt x="37" y="184"/>
                    <a:pt x="48" y="195"/>
                  </a:cubicBezTo>
                  <a:cubicBezTo>
                    <a:pt x="66" y="216"/>
                    <a:pt x="82" y="240"/>
                    <a:pt x="97" y="266"/>
                  </a:cubicBezTo>
                  <a:cubicBezTo>
                    <a:pt x="92" y="256"/>
                    <a:pt x="86" y="247"/>
                    <a:pt x="81" y="237"/>
                  </a:cubicBezTo>
                  <a:lnTo>
                    <a:pt x="81" y="237"/>
                  </a:lnTo>
                  <a:cubicBezTo>
                    <a:pt x="90" y="254"/>
                    <a:pt x="100" y="271"/>
                    <a:pt x="108" y="288"/>
                  </a:cubicBezTo>
                  <a:cubicBezTo>
                    <a:pt x="116" y="302"/>
                    <a:pt x="122" y="318"/>
                    <a:pt x="130" y="329"/>
                  </a:cubicBezTo>
                  <a:cubicBezTo>
                    <a:pt x="153" y="361"/>
                    <a:pt x="183" y="377"/>
                    <a:pt x="220" y="385"/>
                  </a:cubicBezTo>
                  <a:cubicBezTo>
                    <a:pt x="226" y="386"/>
                    <a:pt x="231" y="386"/>
                    <a:pt x="237" y="386"/>
                  </a:cubicBezTo>
                  <a:cubicBezTo>
                    <a:pt x="270" y="386"/>
                    <a:pt x="304" y="369"/>
                    <a:pt x="325" y="344"/>
                  </a:cubicBezTo>
                  <a:cubicBezTo>
                    <a:pt x="339" y="326"/>
                    <a:pt x="344" y="314"/>
                    <a:pt x="349" y="295"/>
                  </a:cubicBezTo>
                  <a:cubicBezTo>
                    <a:pt x="357" y="266"/>
                    <a:pt x="355" y="237"/>
                    <a:pt x="345" y="209"/>
                  </a:cubicBezTo>
                  <a:cubicBezTo>
                    <a:pt x="340" y="197"/>
                    <a:pt x="334" y="185"/>
                    <a:pt x="328" y="175"/>
                  </a:cubicBezTo>
                  <a:cubicBezTo>
                    <a:pt x="318" y="154"/>
                    <a:pt x="308" y="135"/>
                    <a:pt x="294" y="118"/>
                  </a:cubicBezTo>
                  <a:cubicBezTo>
                    <a:pt x="279" y="101"/>
                    <a:pt x="263" y="85"/>
                    <a:pt x="247" y="70"/>
                  </a:cubicBezTo>
                  <a:cubicBezTo>
                    <a:pt x="239" y="61"/>
                    <a:pt x="230" y="53"/>
                    <a:pt x="220" y="46"/>
                  </a:cubicBezTo>
                  <a:cubicBezTo>
                    <a:pt x="216" y="42"/>
                    <a:pt x="211" y="37"/>
                    <a:pt x="206" y="34"/>
                  </a:cubicBezTo>
                  <a:cubicBezTo>
                    <a:pt x="185" y="20"/>
                    <a:pt x="167" y="10"/>
                    <a:pt x="143" y="5"/>
                  </a:cubicBezTo>
                  <a:cubicBezTo>
                    <a:pt x="128" y="3"/>
                    <a:pt x="114" y="1"/>
                    <a:pt x="99" y="1"/>
                  </a:cubicBezTo>
                  <a:cubicBezTo>
                    <a:pt x="98" y="1"/>
                    <a:pt x="97" y="1"/>
                    <a:pt x="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7">
              <a:extLst>
                <a:ext uri="{FF2B5EF4-FFF2-40B4-BE49-F238E27FC236}">
                  <a16:creationId xmlns:a16="http://schemas.microsoft.com/office/drawing/2014/main" id="{81540183-71D3-A7BE-5AC9-8381F77C8F36}"/>
                </a:ext>
              </a:extLst>
            </p:cNvPr>
            <p:cNvSpPr/>
            <p:nvPr/>
          </p:nvSpPr>
          <p:spPr>
            <a:xfrm>
              <a:off x="5582643" y="-974929"/>
              <a:ext cx="14703" cy="16965"/>
            </a:xfrm>
            <a:custGeom>
              <a:avLst/>
              <a:gdLst/>
              <a:ahLst/>
              <a:cxnLst/>
              <a:rect l="l" t="t" r="r" b="b"/>
              <a:pathLst>
                <a:path w="221" h="255" extrusionOk="0">
                  <a:moveTo>
                    <a:pt x="89" y="1"/>
                  </a:moveTo>
                  <a:cubicBezTo>
                    <a:pt x="77" y="2"/>
                    <a:pt x="65" y="6"/>
                    <a:pt x="54" y="13"/>
                  </a:cubicBezTo>
                  <a:cubicBezTo>
                    <a:pt x="45" y="16"/>
                    <a:pt x="39" y="22"/>
                    <a:pt x="33" y="28"/>
                  </a:cubicBezTo>
                  <a:cubicBezTo>
                    <a:pt x="26" y="33"/>
                    <a:pt x="20" y="40"/>
                    <a:pt x="17" y="49"/>
                  </a:cubicBezTo>
                  <a:cubicBezTo>
                    <a:pt x="11" y="55"/>
                    <a:pt x="8" y="63"/>
                    <a:pt x="7" y="72"/>
                  </a:cubicBezTo>
                  <a:cubicBezTo>
                    <a:pt x="2" y="84"/>
                    <a:pt x="0" y="96"/>
                    <a:pt x="3" y="109"/>
                  </a:cubicBezTo>
                  <a:cubicBezTo>
                    <a:pt x="5" y="117"/>
                    <a:pt x="5" y="123"/>
                    <a:pt x="5" y="130"/>
                  </a:cubicBezTo>
                  <a:cubicBezTo>
                    <a:pt x="5" y="131"/>
                    <a:pt x="5" y="134"/>
                    <a:pt x="5" y="135"/>
                  </a:cubicBezTo>
                  <a:cubicBezTo>
                    <a:pt x="6" y="144"/>
                    <a:pt x="8" y="152"/>
                    <a:pt x="11" y="161"/>
                  </a:cubicBezTo>
                  <a:cubicBezTo>
                    <a:pt x="12" y="163"/>
                    <a:pt x="13" y="165"/>
                    <a:pt x="13" y="167"/>
                  </a:cubicBezTo>
                  <a:cubicBezTo>
                    <a:pt x="14" y="169"/>
                    <a:pt x="15" y="171"/>
                    <a:pt x="15" y="173"/>
                  </a:cubicBezTo>
                  <a:cubicBezTo>
                    <a:pt x="16" y="178"/>
                    <a:pt x="17" y="183"/>
                    <a:pt x="18" y="186"/>
                  </a:cubicBezTo>
                  <a:cubicBezTo>
                    <a:pt x="22" y="199"/>
                    <a:pt x="30" y="210"/>
                    <a:pt x="40" y="219"/>
                  </a:cubicBezTo>
                  <a:cubicBezTo>
                    <a:pt x="43" y="224"/>
                    <a:pt x="47" y="228"/>
                    <a:pt x="51" y="230"/>
                  </a:cubicBezTo>
                  <a:cubicBezTo>
                    <a:pt x="53" y="232"/>
                    <a:pt x="55" y="233"/>
                    <a:pt x="57" y="234"/>
                  </a:cubicBezTo>
                  <a:cubicBezTo>
                    <a:pt x="64" y="239"/>
                    <a:pt x="72" y="243"/>
                    <a:pt x="78" y="248"/>
                  </a:cubicBezTo>
                  <a:cubicBezTo>
                    <a:pt x="88" y="252"/>
                    <a:pt x="97" y="254"/>
                    <a:pt x="107" y="254"/>
                  </a:cubicBezTo>
                  <a:cubicBezTo>
                    <a:pt x="109" y="254"/>
                    <a:pt x="111" y="254"/>
                    <a:pt x="114" y="254"/>
                  </a:cubicBezTo>
                  <a:cubicBezTo>
                    <a:pt x="115" y="254"/>
                    <a:pt x="118" y="254"/>
                    <a:pt x="120" y="254"/>
                  </a:cubicBezTo>
                  <a:cubicBezTo>
                    <a:pt x="125" y="254"/>
                    <a:pt x="131" y="253"/>
                    <a:pt x="137" y="252"/>
                  </a:cubicBezTo>
                  <a:cubicBezTo>
                    <a:pt x="148" y="250"/>
                    <a:pt x="160" y="246"/>
                    <a:pt x="169" y="237"/>
                  </a:cubicBezTo>
                  <a:cubicBezTo>
                    <a:pt x="171" y="236"/>
                    <a:pt x="172" y="236"/>
                    <a:pt x="174" y="235"/>
                  </a:cubicBezTo>
                  <a:cubicBezTo>
                    <a:pt x="174" y="234"/>
                    <a:pt x="175" y="234"/>
                    <a:pt x="176" y="233"/>
                  </a:cubicBezTo>
                  <a:cubicBezTo>
                    <a:pt x="183" y="227"/>
                    <a:pt x="190" y="220"/>
                    <a:pt x="196" y="214"/>
                  </a:cubicBezTo>
                  <a:cubicBezTo>
                    <a:pt x="201" y="206"/>
                    <a:pt x="207" y="197"/>
                    <a:pt x="211" y="190"/>
                  </a:cubicBezTo>
                  <a:cubicBezTo>
                    <a:pt x="213" y="186"/>
                    <a:pt x="218" y="171"/>
                    <a:pt x="218" y="163"/>
                  </a:cubicBezTo>
                  <a:cubicBezTo>
                    <a:pt x="219" y="148"/>
                    <a:pt x="220" y="133"/>
                    <a:pt x="218" y="119"/>
                  </a:cubicBezTo>
                  <a:cubicBezTo>
                    <a:pt x="218" y="117"/>
                    <a:pt x="218" y="116"/>
                    <a:pt x="218" y="115"/>
                  </a:cubicBezTo>
                  <a:cubicBezTo>
                    <a:pt x="218" y="114"/>
                    <a:pt x="218" y="113"/>
                    <a:pt x="218" y="112"/>
                  </a:cubicBezTo>
                  <a:cubicBezTo>
                    <a:pt x="217" y="107"/>
                    <a:pt x="216" y="102"/>
                    <a:pt x="214" y="98"/>
                  </a:cubicBezTo>
                  <a:cubicBezTo>
                    <a:pt x="213" y="89"/>
                    <a:pt x="210" y="80"/>
                    <a:pt x="205" y="72"/>
                  </a:cubicBezTo>
                  <a:cubicBezTo>
                    <a:pt x="200" y="64"/>
                    <a:pt x="198" y="59"/>
                    <a:pt x="193" y="54"/>
                  </a:cubicBezTo>
                  <a:cubicBezTo>
                    <a:pt x="185" y="45"/>
                    <a:pt x="177" y="36"/>
                    <a:pt x="169" y="28"/>
                  </a:cubicBezTo>
                  <a:cubicBezTo>
                    <a:pt x="167" y="26"/>
                    <a:pt x="164" y="24"/>
                    <a:pt x="162" y="23"/>
                  </a:cubicBezTo>
                  <a:cubicBezTo>
                    <a:pt x="154" y="17"/>
                    <a:pt x="147" y="13"/>
                    <a:pt x="140" y="9"/>
                  </a:cubicBezTo>
                  <a:cubicBezTo>
                    <a:pt x="131" y="6"/>
                    <a:pt x="123" y="4"/>
                    <a:pt x="115" y="2"/>
                  </a:cubicBezTo>
                  <a:cubicBezTo>
                    <a:pt x="106" y="2"/>
                    <a:pt x="98" y="2"/>
                    <a:pt x="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7">
              <a:extLst>
                <a:ext uri="{FF2B5EF4-FFF2-40B4-BE49-F238E27FC236}">
                  <a16:creationId xmlns:a16="http://schemas.microsoft.com/office/drawing/2014/main" id="{6CEA30C5-A1C6-CC7E-16FE-6AB7243D64F4}"/>
                </a:ext>
              </a:extLst>
            </p:cNvPr>
            <p:cNvSpPr/>
            <p:nvPr/>
          </p:nvSpPr>
          <p:spPr>
            <a:xfrm>
              <a:off x="5705719" y="-826307"/>
              <a:ext cx="11908" cy="13172"/>
            </a:xfrm>
            <a:custGeom>
              <a:avLst/>
              <a:gdLst/>
              <a:ahLst/>
              <a:cxnLst/>
              <a:rect l="l" t="t" r="r" b="b"/>
              <a:pathLst>
                <a:path w="179" h="198" extrusionOk="0">
                  <a:moveTo>
                    <a:pt x="73" y="1"/>
                  </a:moveTo>
                  <a:cubicBezTo>
                    <a:pt x="71" y="1"/>
                    <a:pt x="69" y="1"/>
                    <a:pt x="67" y="1"/>
                  </a:cubicBezTo>
                  <a:cubicBezTo>
                    <a:pt x="57" y="2"/>
                    <a:pt x="49" y="5"/>
                    <a:pt x="42" y="10"/>
                  </a:cubicBezTo>
                  <a:cubicBezTo>
                    <a:pt x="32" y="14"/>
                    <a:pt x="26" y="19"/>
                    <a:pt x="20" y="27"/>
                  </a:cubicBezTo>
                  <a:cubicBezTo>
                    <a:pt x="12" y="37"/>
                    <a:pt x="7" y="48"/>
                    <a:pt x="5" y="61"/>
                  </a:cubicBezTo>
                  <a:cubicBezTo>
                    <a:pt x="5" y="64"/>
                    <a:pt x="4" y="68"/>
                    <a:pt x="3" y="71"/>
                  </a:cubicBezTo>
                  <a:cubicBezTo>
                    <a:pt x="3" y="72"/>
                    <a:pt x="3" y="74"/>
                    <a:pt x="2" y="75"/>
                  </a:cubicBezTo>
                  <a:cubicBezTo>
                    <a:pt x="2" y="77"/>
                    <a:pt x="2" y="78"/>
                    <a:pt x="2" y="79"/>
                  </a:cubicBezTo>
                  <a:lnTo>
                    <a:pt x="1" y="100"/>
                  </a:lnTo>
                  <a:cubicBezTo>
                    <a:pt x="2" y="107"/>
                    <a:pt x="3" y="114"/>
                    <a:pt x="6" y="122"/>
                  </a:cubicBezTo>
                  <a:cubicBezTo>
                    <a:pt x="9" y="129"/>
                    <a:pt x="13" y="136"/>
                    <a:pt x="17" y="145"/>
                  </a:cubicBezTo>
                  <a:cubicBezTo>
                    <a:pt x="20" y="155"/>
                    <a:pt x="26" y="163"/>
                    <a:pt x="34" y="171"/>
                  </a:cubicBezTo>
                  <a:cubicBezTo>
                    <a:pt x="42" y="180"/>
                    <a:pt x="50" y="186"/>
                    <a:pt x="62" y="191"/>
                  </a:cubicBezTo>
                  <a:cubicBezTo>
                    <a:pt x="69" y="195"/>
                    <a:pt x="78" y="197"/>
                    <a:pt x="87" y="197"/>
                  </a:cubicBezTo>
                  <a:cubicBezTo>
                    <a:pt x="89" y="197"/>
                    <a:pt x="91" y="197"/>
                    <a:pt x="93" y="197"/>
                  </a:cubicBezTo>
                  <a:cubicBezTo>
                    <a:pt x="95" y="197"/>
                    <a:pt x="98" y="197"/>
                    <a:pt x="100" y="197"/>
                  </a:cubicBezTo>
                  <a:cubicBezTo>
                    <a:pt x="108" y="197"/>
                    <a:pt x="116" y="196"/>
                    <a:pt x="124" y="192"/>
                  </a:cubicBezTo>
                  <a:cubicBezTo>
                    <a:pt x="131" y="188"/>
                    <a:pt x="137" y="185"/>
                    <a:pt x="143" y="182"/>
                  </a:cubicBezTo>
                  <a:cubicBezTo>
                    <a:pt x="155" y="173"/>
                    <a:pt x="164" y="161"/>
                    <a:pt x="170" y="148"/>
                  </a:cubicBezTo>
                  <a:cubicBezTo>
                    <a:pt x="173" y="140"/>
                    <a:pt x="175" y="133"/>
                    <a:pt x="177" y="127"/>
                  </a:cubicBezTo>
                  <a:cubicBezTo>
                    <a:pt x="179" y="112"/>
                    <a:pt x="178" y="98"/>
                    <a:pt x="173" y="85"/>
                  </a:cubicBezTo>
                  <a:cubicBezTo>
                    <a:pt x="167" y="73"/>
                    <a:pt x="162" y="63"/>
                    <a:pt x="157" y="52"/>
                  </a:cubicBezTo>
                  <a:cubicBezTo>
                    <a:pt x="153" y="42"/>
                    <a:pt x="145" y="34"/>
                    <a:pt x="136" y="27"/>
                  </a:cubicBezTo>
                  <a:cubicBezTo>
                    <a:pt x="131" y="21"/>
                    <a:pt x="124" y="18"/>
                    <a:pt x="116" y="15"/>
                  </a:cubicBezTo>
                  <a:cubicBezTo>
                    <a:pt x="116" y="15"/>
                    <a:pt x="115" y="14"/>
                    <a:pt x="115" y="14"/>
                  </a:cubicBezTo>
                  <a:cubicBezTo>
                    <a:pt x="113" y="13"/>
                    <a:pt x="112" y="13"/>
                    <a:pt x="111" y="12"/>
                  </a:cubicBezTo>
                  <a:cubicBezTo>
                    <a:pt x="108" y="10"/>
                    <a:pt x="104" y="8"/>
                    <a:pt x="102" y="6"/>
                  </a:cubicBezTo>
                  <a:cubicBezTo>
                    <a:pt x="93" y="3"/>
                    <a:pt x="83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7">
              <a:extLst>
                <a:ext uri="{FF2B5EF4-FFF2-40B4-BE49-F238E27FC236}">
                  <a16:creationId xmlns:a16="http://schemas.microsoft.com/office/drawing/2014/main" id="{2FA4F9D6-1C53-5616-E6AB-1980A1FE7C05}"/>
                </a:ext>
              </a:extLst>
            </p:cNvPr>
            <p:cNvSpPr/>
            <p:nvPr/>
          </p:nvSpPr>
          <p:spPr>
            <a:xfrm>
              <a:off x="5811631" y="-928427"/>
              <a:ext cx="18495" cy="22686"/>
            </a:xfrm>
            <a:custGeom>
              <a:avLst/>
              <a:gdLst/>
              <a:ahLst/>
              <a:cxnLst/>
              <a:rect l="l" t="t" r="r" b="b"/>
              <a:pathLst>
                <a:path w="278" h="341" extrusionOk="0">
                  <a:moveTo>
                    <a:pt x="106" y="1"/>
                  </a:moveTo>
                  <a:cubicBezTo>
                    <a:pt x="98" y="1"/>
                    <a:pt x="89" y="2"/>
                    <a:pt x="81" y="5"/>
                  </a:cubicBezTo>
                  <a:cubicBezTo>
                    <a:pt x="68" y="7"/>
                    <a:pt x="56" y="12"/>
                    <a:pt x="46" y="21"/>
                  </a:cubicBezTo>
                  <a:cubicBezTo>
                    <a:pt x="25" y="36"/>
                    <a:pt x="6" y="60"/>
                    <a:pt x="5" y="88"/>
                  </a:cubicBezTo>
                  <a:cubicBezTo>
                    <a:pt x="4" y="101"/>
                    <a:pt x="1" y="116"/>
                    <a:pt x="3" y="131"/>
                  </a:cubicBezTo>
                  <a:cubicBezTo>
                    <a:pt x="5" y="148"/>
                    <a:pt x="11" y="162"/>
                    <a:pt x="16" y="179"/>
                  </a:cubicBezTo>
                  <a:cubicBezTo>
                    <a:pt x="20" y="185"/>
                    <a:pt x="21" y="192"/>
                    <a:pt x="24" y="199"/>
                  </a:cubicBezTo>
                  <a:cubicBezTo>
                    <a:pt x="28" y="210"/>
                    <a:pt x="35" y="222"/>
                    <a:pt x="43" y="232"/>
                  </a:cubicBezTo>
                  <a:cubicBezTo>
                    <a:pt x="49" y="247"/>
                    <a:pt x="54" y="261"/>
                    <a:pt x="64" y="274"/>
                  </a:cubicBezTo>
                  <a:cubicBezTo>
                    <a:pt x="67" y="278"/>
                    <a:pt x="70" y="283"/>
                    <a:pt x="73" y="288"/>
                  </a:cubicBezTo>
                  <a:cubicBezTo>
                    <a:pt x="83" y="304"/>
                    <a:pt x="101" y="317"/>
                    <a:pt x="119" y="326"/>
                  </a:cubicBezTo>
                  <a:cubicBezTo>
                    <a:pt x="133" y="335"/>
                    <a:pt x="147" y="341"/>
                    <a:pt x="164" y="341"/>
                  </a:cubicBezTo>
                  <a:cubicBezTo>
                    <a:pt x="165" y="341"/>
                    <a:pt x="166" y="341"/>
                    <a:pt x="168" y="341"/>
                  </a:cubicBezTo>
                  <a:cubicBezTo>
                    <a:pt x="193" y="341"/>
                    <a:pt x="219" y="331"/>
                    <a:pt x="234" y="310"/>
                  </a:cubicBezTo>
                  <a:cubicBezTo>
                    <a:pt x="234" y="308"/>
                    <a:pt x="235" y="307"/>
                    <a:pt x="235" y="306"/>
                  </a:cubicBezTo>
                  <a:cubicBezTo>
                    <a:pt x="239" y="303"/>
                    <a:pt x="245" y="302"/>
                    <a:pt x="248" y="298"/>
                  </a:cubicBezTo>
                  <a:cubicBezTo>
                    <a:pt x="259" y="283"/>
                    <a:pt x="268" y="266"/>
                    <a:pt x="270" y="247"/>
                  </a:cubicBezTo>
                  <a:cubicBezTo>
                    <a:pt x="272" y="240"/>
                    <a:pt x="273" y="235"/>
                    <a:pt x="274" y="229"/>
                  </a:cubicBezTo>
                  <a:cubicBezTo>
                    <a:pt x="275" y="226"/>
                    <a:pt x="275" y="223"/>
                    <a:pt x="276" y="220"/>
                  </a:cubicBezTo>
                  <a:cubicBezTo>
                    <a:pt x="277" y="210"/>
                    <a:pt x="277" y="196"/>
                    <a:pt x="276" y="187"/>
                  </a:cubicBezTo>
                  <a:lnTo>
                    <a:pt x="275" y="182"/>
                  </a:lnTo>
                  <a:cubicBezTo>
                    <a:pt x="272" y="160"/>
                    <a:pt x="266" y="138"/>
                    <a:pt x="258" y="116"/>
                  </a:cubicBezTo>
                  <a:cubicBezTo>
                    <a:pt x="248" y="83"/>
                    <a:pt x="225" y="60"/>
                    <a:pt x="201" y="37"/>
                  </a:cubicBezTo>
                  <a:cubicBezTo>
                    <a:pt x="179" y="16"/>
                    <a:pt x="149" y="4"/>
                    <a:pt x="119" y="2"/>
                  </a:cubicBezTo>
                  <a:cubicBezTo>
                    <a:pt x="115" y="1"/>
                    <a:pt x="111" y="1"/>
                    <a:pt x="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7">
              <a:extLst>
                <a:ext uri="{FF2B5EF4-FFF2-40B4-BE49-F238E27FC236}">
                  <a16:creationId xmlns:a16="http://schemas.microsoft.com/office/drawing/2014/main" id="{0458BF79-E31D-F23A-607E-9C82749D2227}"/>
                </a:ext>
              </a:extLst>
            </p:cNvPr>
            <p:cNvSpPr/>
            <p:nvPr/>
          </p:nvSpPr>
          <p:spPr>
            <a:xfrm>
              <a:off x="5881418" y="-783396"/>
              <a:ext cx="20490" cy="21688"/>
            </a:xfrm>
            <a:custGeom>
              <a:avLst/>
              <a:gdLst/>
              <a:ahLst/>
              <a:cxnLst/>
              <a:rect l="l" t="t" r="r" b="b"/>
              <a:pathLst>
                <a:path w="308" h="326" extrusionOk="0">
                  <a:moveTo>
                    <a:pt x="100" y="1"/>
                  </a:moveTo>
                  <a:lnTo>
                    <a:pt x="72" y="7"/>
                  </a:lnTo>
                  <a:lnTo>
                    <a:pt x="47" y="21"/>
                  </a:lnTo>
                  <a:cubicBezTo>
                    <a:pt x="34" y="29"/>
                    <a:pt x="23" y="41"/>
                    <a:pt x="17" y="54"/>
                  </a:cubicBezTo>
                  <a:cubicBezTo>
                    <a:pt x="11" y="63"/>
                    <a:pt x="7" y="71"/>
                    <a:pt x="6" y="81"/>
                  </a:cubicBezTo>
                  <a:cubicBezTo>
                    <a:pt x="2" y="90"/>
                    <a:pt x="0" y="100"/>
                    <a:pt x="2" y="110"/>
                  </a:cubicBezTo>
                  <a:cubicBezTo>
                    <a:pt x="1" y="132"/>
                    <a:pt x="7" y="151"/>
                    <a:pt x="18" y="170"/>
                  </a:cubicBezTo>
                  <a:lnTo>
                    <a:pt x="18" y="170"/>
                  </a:lnTo>
                  <a:cubicBezTo>
                    <a:pt x="19" y="171"/>
                    <a:pt x="19" y="172"/>
                    <a:pt x="19" y="173"/>
                  </a:cubicBezTo>
                  <a:cubicBezTo>
                    <a:pt x="20" y="174"/>
                    <a:pt x="20" y="176"/>
                    <a:pt x="21" y="177"/>
                  </a:cubicBezTo>
                  <a:cubicBezTo>
                    <a:pt x="23" y="179"/>
                    <a:pt x="24" y="181"/>
                    <a:pt x="26" y="183"/>
                  </a:cubicBezTo>
                  <a:lnTo>
                    <a:pt x="26" y="183"/>
                  </a:lnTo>
                  <a:cubicBezTo>
                    <a:pt x="32" y="197"/>
                    <a:pt x="39" y="210"/>
                    <a:pt x="50" y="220"/>
                  </a:cubicBezTo>
                  <a:cubicBezTo>
                    <a:pt x="51" y="220"/>
                    <a:pt x="51" y="221"/>
                    <a:pt x="52" y="221"/>
                  </a:cubicBezTo>
                  <a:cubicBezTo>
                    <a:pt x="59" y="229"/>
                    <a:pt x="66" y="238"/>
                    <a:pt x="73" y="247"/>
                  </a:cubicBezTo>
                  <a:cubicBezTo>
                    <a:pt x="76" y="252"/>
                    <a:pt x="79" y="257"/>
                    <a:pt x="82" y="263"/>
                  </a:cubicBezTo>
                  <a:cubicBezTo>
                    <a:pt x="90" y="274"/>
                    <a:pt x="103" y="284"/>
                    <a:pt x="115" y="295"/>
                  </a:cubicBezTo>
                  <a:cubicBezTo>
                    <a:pt x="116" y="297"/>
                    <a:pt x="118" y="299"/>
                    <a:pt x="120" y="301"/>
                  </a:cubicBezTo>
                  <a:cubicBezTo>
                    <a:pt x="132" y="312"/>
                    <a:pt x="146" y="318"/>
                    <a:pt x="161" y="321"/>
                  </a:cubicBezTo>
                  <a:cubicBezTo>
                    <a:pt x="172" y="324"/>
                    <a:pt x="184" y="326"/>
                    <a:pt x="195" y="326"/>
                  </a:cubicBezTo>
                  <a:cubicBezTo>
                    <a:pt x="208" y="326"/>
                    <a:pt x="221" y="324"/>
                    <a:pt x="233" y="319"/>
                  </a:cubicBezTo>
                  <a:cubicBezTo>
                    <a:pt x="252" y="311"/>
                    <a:pt x="268" y="299"/>
                    <a:pt x="282" y="283"/>
                  </a:cubicBezTo>
                  <a:cubicBezTo>
                    <a:pt x="302" y="260"/>
                    <a:pt x="307" y="229"/>
                    <a:pt x="306" y="199"/>
                  </a:cubicBezTo>
                  <a:cubicBezTo>
                    <a:pt x="306" y="193"/>
                    <a:pt x="306" y="188"/>
                    <a:pt x="305" y="182"/>
                  </a:cubicBezTo>
                  <a:cubicBezTo>
                    <a:pt x="305" y="181"/>
                    <a:pt x="305" y="179"/>
                    <a:pt x="305" y="177"/>
                  </a:cubicBezTo>
                  <a:cubicBezTo>
                    <a:pt x="302" y="166"/>
                    <a:pt x="300" y="157"/>
                    <a:pt x="298" y="146"/>
                  </a:cubicBezTo>
                  <a:cubicBezTo>
                    <a:pt x="292" y="135"/>
                    <a:pt x="285" y="123"/>
                    <a:pt x="280" y="113"/>
                  </a:cubicBezTo>
                  <a:cubicBezTo>
                    <a:pt x="274" y="102"/>
                    <a:pt x="267" y="92"/>
                    <a:pt x="259" y="81"/>
                  </a:cubicBezTo>
                  <a:cubicBezTo>
                    <a:pt x="240" y="56"/>
                    <a:pt x="217" y="31"/>
                    <a:pt x="188" y="19"/>
                  </a:cubicBezTo>
                  <a:cubicBezTo>
                    <a:pt x="169" y="11"/>
                    <a:pt x="148" y="6"/>
                    <a:pt x="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7">
              <a:extLst>
                <a:ext uri="{FF2B5EF4-FFF2-40B4-BE49-F238E27FC236}">
                  <a16:creationId xmlns:a16="http://schemas.microsoft.com/office/drawing/2014/main" id="{A92E74FC-5921-908B-4C01-992C514CE772}"/>
                </a:ext>
              </a:extLst>
            </p:cNvPr>
            <p:cNvSpPr/>
            <p:nvPr/>
          </p:nvSpPr>
          <p:spPr>
            <a:xfrm>
              <a:off x="5893326" y="-756253"/>
              <a:ext cx="14037" cy="13838"/>
            </a:xfrm>
            <a:custGeom>
              <a:avLst/>
              <a:gdLst/>
              <a:ahLst/>
              <a:cxnLst/>
              <a:rect l="l" t="t" r="r" b="b"/>
              <a:pathLst>
                <a:path w="211" h="208" extrusionOk="0">
                  <a:moveTo>
                    <a:pt x="105" y="0"/>
                  </a:moveTo>
                  <a:cubicBezTo>
                    <a:pt x="101" y="0"/>
                    <a:pt x="97" y="0"/>
                    <a:pt x="93" y="1"/>
                  </a:cubicBezTo>
                  <a:cubicBezTo>
                    <a:pt x="79" y="2"/>
                    <a:pt x="66" y="6"/>
                    <a:pt x="55" y="14"/>
                  </a:cubicBezTo>
                  <a:cubicBezTo>
                    <a:pt x="51" y="16"/>
                    <a:pt x="46" y="18"/>
                    <a:pt x="43" y="20"/>
                  </a:cubicBezTo>
                  <a:lnTo>
                    <a:pt x="42" y="21"/>
                  </a:lnTo>
                  <a:lnTo>
                    <a:pt x="41" y="22"/>
                  </a:lnTo>
                  <a:cubicBezTo>
                    <a:pt x="29" y="29"/>
                    <a:pt x="15" y="45"/>
                    <a:pt x="10" y="60"/>
                  </a:cubicBezTo>
                  <a:lnTo>
                    <a:pt x="9" y="62"/>
                  </a:lnTo>
                  <a:cubicBezTo>
                    <a:pt x="9" y="62"/>
                    <a:pt x="9" y="63"/>
                    <a:pt x="9" y="63"/>
                  </a:cubicBezTo>
                  <a:cubicBezTo>
                    <a:pt x="6" y="71"/>
                    <a:pt x="4" y="80"/>
                    <a:pt x="1" y="89"/>
                  </a:cubicBezTo>
                  <a:cubicBezTo>
                    <a:pt x="1" y="97"/>
                    <a:pt x="1" y="107"/>
                    <a:pt x="0" y="115"/>
                  </a:cubicBezTo>
                  <a:cubicBezTo>
                    <a:pt x="3" y="123"/>
                    <a:pt x="5" y="132"/>
                    <a:pt x="7" y="141"/>
                  </a:cubicBezTo>
                  <a:cubicBezTo>
                    <a:pt x="11" y="150"/>
                    <a:pt x="15" y="157"/>
                    <a:pt x="20" y="165"/>
                  </a:cubicBezTo>
                  <a:cubicBezTo>
                    <a:pt x="32" y="181"/>
                    <a:pt x="45" y="193"/>
                    <a:pt x="63" y="200"/>
                  </a:cubicBezTo>
                  <a:cubicBezTo>
                    <a:pt x="76" y="205"/>
                    <a:pt x="89" y="208"/>
                    <a:pt x="103" y="208"/>
                  </a:cubicBezTo>
                  <a:cubicBezTo>
                    <a:pt x="107" y="208"/>
                    <a:pt x="111" y="208"/>
                    <a:pt x="116" y="207"/>
                  </a:cubicBezTo>
                  <a:lnTo>
                    <a:pt x="120" y="207"/>
                  </a:lnTo>
                  <a:cubicBezTo>
                    <a:pt x="133" y="206"/>
                    <a:pt x="145" y="202"/>
                    <a:pt x="155" y="195"/>
                  </a:cubicBezTo>
                  <a:cubicBezTo>
                    <a:pt x="168" y="189"/>
                    <a:pt x="178" y="181"/>
                    <a:pt x="187" y="171"/>
                  </a:cubicBezTo>
                  <a:cubicBezTo>
                    <a:pt x="192" y="163"/>
                    <a:pt x="196" y="155"/>
                    <a:pt x="201" y="148"/>
                  </a:cubicBezTo>
                  <a:cubicBezTo>
                    <a:pt x="208" y="131"/>
                    <a:pt x="211" y="114"/>
                    <a:pt x="209" y="97"/>
                  </a:cubicBezTo>
                  <a:cubicBezTo>
                    <a:pt x="209" y="95"/>
                    <a:pt x="208" y="94"/>
                    <a:pt x="208" y="93"/>
                  </a:cubicBezTo>
                  <a:cubicBezTo>
                    <a:pt x="206" y="75"/>
                    <a:pt x="199" y="59"/>
                    <a:pt x="189" y="44"/>
                  </a:cubicBezTo>
                  <a:cubicBezTo>
                    <a:pt x="177" y="28"/>
                    <a:pt x="164" y="17"/>
                    <a:pt x="146" y="9"/>
                  </a:cubicBezTo>
                  <a:cubicBezTo>
                    <a:pt x="142" y="7"/>
                    <a:pt x="137" y="6"/>
                    <a:pt x="132" y="5"/>
                  </a:cubicBezTo>
                  <a:cubicBezTo>
                    <a:pt x="124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7">
              <a:extLst>
                <a:ext uri="{FF2B5EF4-FFF2-40B4-BE49-F238E27FC236}">
                  <a16:creationId xmlns:a16="http://schemas.microsoft.com/office/drawing/2014/main" id="{426FEF9C-5574-2EEE-4855-B3576637310D}"/>
                </a:ext>
              </a:extLst>
            </p:cNvPr>
            <p:cNvSpPr/>
            <p:nvPr/>
          </p:nvSpPr>
          <p:spPr>
            <a:xfrm>
              <a:off x="6067362" y="-845999"/>
              <a:ext cx="17031" cy="19825"/>
            </a:xfrm>
            <a:custGeom>
              <a:avLst/>
              <a:gdLst/>
              <a:ahLst/>
              <a:cxnLst/>
              <a:rect l="l" t="t" r="r" b="b"/>
              <a:pathLst>
                <a:path w="256" h="298" extrusionOk="0">
                  <a:moveTo>
                    <a:pt x="98" y="1"/>
                  </a:moveTo>
                  <a:cubicBezTo>
                    <a:pt x="90" y="3"/>
                    <a:pt x="81" y="5"/>
                    <a:pt x="71" y="7"/>
                  </a:cubicBezTo>
                  <a:cubicBezTo>
                    <a:pt x="63" y="11"/>
                    <a:pt x="54" y="17"/>
                    <a:pt x="47" y="21"/>
                  </a:cubicBezTo>
                  <a:cubicBezTo>
                    <a:pt x="34" y="29"/>
                    <a:pt x="24" y="40"/>
                    <a:pt x="18" y="53"/>
                  </a:cubicBezTo>
                  <a:cubicBezTo>
                    <a:pt x="11" y="61"/>
                    <a:pt x="8" y="70"/>
                    <a:pt x="6" y="79"/>
                  </a:cubicBezTo>
                  <a:cubicBezTo>
                    <a:pt x="3" y="88"/>
                    <a:pt x="1" y="97"/>
                    <a:pt x="2" y="107"/>
                  </a:cubicBezTo>
                  <a:cubicBezTo>
                    <a:pt x="2" y="110"/>
                    <a:pt x="3" y="114"/>
                    <a:pt x="4" y="117"/>
                  </a:cubicBezTo>
                  <a:cubicBezTo>
                    <a:pt x="2" y="128"/>
                    <a:pt x="1" y="137"/>
                    <a:pt x="2" y="155"/>
                  </a:cubicBezTo>
                  <a:cubicBezTo>
                    <a:pt x="2" y="156"/>
                    <a:pt x="2" y="158"/>
                    <a:pt x="2" y="159"/>
                  </a:cubicBezTo>
                  <a:cubicBezTo>
                    <a:pt x="2" y="166"/>
                    <a:pt x="3" y="173"/>
                    <a:pt x="4" y="179"/>
                  </a:cubicBezTo>
                  <a:cubicBezTo>
                    <a:pt x="6" y="191"/>
                    <a:pt x="9" y="204"/>
                    <a:pt x="12" y="217"/>
                  </a:cubicBezTo>
                  <a:cubicBezTo>
                    <a:pt x="21" y="237"/>
                    <a:pt x="33" y="255"/>
                    <a:pt x="51" y="270"/>
                  </a:cubicBezTo>
                  <a:cubicBezTo>
                    <a:pt x="61" y="276"/>
                    <a:pt x="70" y="281"/>
                    <a:pt x="81" y="288"/>
                  </a:cubicBezTo>
                  <a:cubicBezTo>
                    <a:pt x="96" y="294"/>
                    <a:pt x="115" y="298"/>
                    <a:pt x="133" y="298"/>
                  </a:cubicBezTo>
                  <a:cubicBezTo>
                    <a:pt x="136" y="298"/>
                    <a:pt x="140" y="298"/>
                    <a:pt x="143" y="297"/>
                  </a:cubicBezTo>
                  <a:cubicBezTo>
                    <a:pt x="155" y="295"/>
                    <a:pt x="165" y="293"/>
                    <a:pt x="175" y="290"/>
                  </a:cubicBezTo>
                  <a:cubicBezTo>
                    <a:pt x="184" y="286"/>
                    <a:pt x="194" y="281"/>
                    <a:pt x="202" y="275"/>
                  </a:cubicBezTo>
                  <a:cubicBezTo>
                    <a:pt x="213" y="267"/>
                    <a:pt x="219" y="261"/>
                    <a:pt x="224" y="254"/>
                  </a:cubicBezTo>
                  <a:cubicBezTo>
                    <a:pt x="224" y="253"/>
                    <a:pt x="225" y="252"/>
                    <a:pt x="225" y="251"/>
                  </a:cubicBezTo>
                  <a:cubicBezTo>
                    <a:pt x="232" y="244"/>
                    <a:pt x="237" y="235"/>
                    <a:pt x="244" y="222"/>
                  </a:cubicBezTo>
                  <a:cubicBezTo>
                    <a:pt x="247" y="211"/>
                    <a:pt x="250" y="201"/>
                    <a:pt x="253" y="190"/>
                  </a:cubicBezTo>
                  <a:cubicBezTo>
                    <a:pt x="255" y="175"/>
                    <a:pt x="254" y="161"/>
                    <a:pt x="250" y="147"/>
                  </a:cubicBezTo>
                  <a:lnTo>
                    <a:pt x="250" y="147"/>
                  </a:lnTo>
                  <a:cubicBezTo>
                    <a:pt x="250" y="146"/>
                    <a:pt x="250" y="144"/>
                    <a:pt x="250" y="143"/>
                  </a:cubicBezTo>
                  <a:lnTo>
                    <a:pt x="250" y="142"/>
                  </a:lnTo>
                  <a:cubicBezTo>
                    <a:pt x="249" y="138"/>
                    <a:pt x="248" y="135"/>
                    <a:pt x="248" y="131"/>
                  </a:cubicBezTo>
                  <a:cubicBezTo>
                    <a:pt x="247" y="129"/>
                    <a:pt x="247" y="128"/>
                    <a:pt x="247" y="126"/>
                  </a:cubicBezTo>
                  <a:cubicBezTo>
                    <a:pt x="245" y="105"/>
                    <a:pt x="236" y="85"/>
                    <a:pt x="224" y="67"/>
                  </a:cubicBezTo>
                  <a:lnTo>
                    <a:pt x="223" y="65"/>
                  </a:lnTo>
                  <a:cubicBezTo>
                    <a:pt x="222" y="63"/>
                    <a:pt x="221" y="61"/>
                    <a:pt x="219" y="59"/>
                  </a:cubicBezTo>
                  <a:cubicBezTo>
                    <a:pt x="205" y="38"/>
                    <a:pt x="186" y="22"/>
                    <a:pt x="164" y="11"/>
                  </a:cubicBezTo>
                  <a:cubicBezTo>
                    <a:pt x="153" y="6"/>
                    <a:pt x="139" y="2"/>
                    <a:pt x="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7">
              <a:extLst>
                <a:ext uri="{FF2B5EF4-FFF2-40B4-BE49-F238E27FC236}">
                  <a16:creationId xmlns:a16="http://schemas.microsoft.com/office/drawing/2014/main" id="{E9871ACD-CB7F-147A-DAA0-B025B6C415B6}"/>
                </a:ext>
              </a:extLst>
            </p:cNvPr>
            <p:cNvSpPr/>
            <p:nvPr/>
          </p:nvSpPr>
          <p:spPr>
            <a:xfrm>
              <a:off x="5990457" y="-1034205"/>
              <a:ext cx="25680" cy="23085"/>
            </a:xfrm>
            <a:custGeom>
              <a:avLst/>
              <a:gdLst/>
              <a:ahLst/>
              <a:cxnLst/>
              <a:rect l="l" t="t" r="r" b="b"/>
              <a:pathLst>
                <a:path w="386" h="347" extrusionOk="0">
                  <a:moveTo>
                    <a:pt x="97" y="0"/>
                  </a:moveTo>
                  <a:cubicBezTo>
                    <a:pt x="86" y="0"/>
                    <a:pt x="76" y="2"/>
                    <a:pt x="66" y="6"/>
                  </a:cubicBezTo>
                  <a:cubicBezTo>
                    <a:pt x="42" y="17"/>
                    <a:pt x="22" y="33"/>
                    <a:pt x="12" y="59"/>
                  </a:cubicBezTo>
                  <a:cubicBezTo>
                    <a:pt x="8" y="70"/>
                    <a:pt x="4" y="83"/>
                    <a:pt x="3" y="95"/>
                  </a:cubicBezTo>
                  <a:cubicBezTo>
                    <a:pt x="0" y="133"/>
                    <a:pt x="10" y="155"/>
                    <a:pt x="28" y="185"/>
                  </a:cubicBezTo>
                  <a:cubicBezTo>
                    <a:pt x="38" y="204"/>
                    <a:pt x="47" y="214"/>
                    <a:pt x="64" y="231"/>
                  </a:cubicBezTo>
                  <a:cubicBezTo>
                    <a:pt x="72" y="240"/>
                    <a:pt x="80" y="247"/>
                    <a:pt x="88" y="255"/>
                  </a:cubicBezTo>
                  <a:cubicBezTo>
                    <a:pt x="96" y="264"/>
                    <a:pt x="104" y="271"/>
                    <a:pt x="112" y="279"/>
                  </a:cubicBezTo>
                  <a:cubicBezTo>
                    <a:pt x="121" y="287"/>
                    <a:pt x="130" y="293"/>
                    <a:pt x="140" y="299"/>
                  </a:cubicBezTo>
                  <a:cubicBezTo>
                    <a:pt x="156" y="311"/>
                    <a:pt x="174" y="325"/>
                    <a:pt x="194" y="334"/>
                  </a:cubicBezTo>
                  <a:cubicBezTo>
                    <a:pt x="212" y="342"/>
                    <a:pt x="231" y="346"/>
                    <a:pt x="250" y="346"/>
                  </a:cubicBezTo>
                  <a:cubicBezTo>
                    <a:pt x="259" y="346"/>
                    <a:pt x="268" y="345"/>
                    <a:pt x="278" y="343"/>
                  </a:cubicBezTo>
                  <a:cubicBezTo>
                    <a:pt x="308" y="338"/>
                    <a:pt x="339" y="326"/>
                    <a:pt x="357" y="300"/>
                  </a:cubicBezTo>
                  <a:cubicBezTo>
                    <a:pt x="375" y="275"/>
                    <a:pt x="386" y="246"/>
                    <a:pt x="382" y="213"/>
                  </a:cubicBezTo>
                  <a:cubicBezTo>
                    <a:pt x="380" y="193"/>
                    <a:pt x="375" y="173"/>
                    <a:pt x="365" y="153"/>
                  </a:cubicBezTo>
                  <a:cubicBezTo>
                    <a:pt x="353" y="132"/>
                    <a:pt x="336" y="115"/>
                    <a:pt x="318" y="100"/>
                  </a:cubicBezTo>
                  <a:cubicBezTo>
                    <a:pt x="296" y="83"/>
                    <a:pt x="274" y="67"/>
                    <a:pt x="249" y="53"/>
                  </a:cubicBezTo>
                  <a:cubicBezTo>
                    <a:pt x="234" y="45"/>
                    <a:pt x="218" y="37"/>
                    <a:pt x="202" y="28"/>
                  </a:cubicBezTo>
                  <a:cubicBezTo>
                    <a:pt x="183" y="17"/>
                    <a:pt x="160" y="13"/>
                    <a:pt x="137" y="7"/>
                  </a:cubicBezTo>
                  <a:lnTo>
                    <a:pt x="137" y="7"/>
                  </a:lnTo>
                  <a:cubicBezTo>
                    <a:pt x="137" y="7"/>
                    <a:pt x="138" y="7"/>
                    <a:pt x="138" y="7"/>
                  </a:cubicBezTo>
                  <a:lnTo>
                    <a:pt x="133" y="6"/>
                  </a:lnTo>
                  <a:lnTo>
                    <a:pt x="133" y="6"/>
                  </a:lnTo>
                  <a:cubicBezTo>
                    <a:pt x="135" y="7"/>
                    <a:pt x="136" y="7"/>
                    <a:pt x="137" y="7"/>
                  </a:cubicBezTo>
                  <a:lnTo>
                    <a:pt x="137" y="7"/>
                  </a:lnTo>
                  <a:cubicBezTo>
                    <a:pt x="136" y="7"/>
                    <a:pt x="134" y="7"/>
                    <a:pt x="133" y="6"/>
                  </a:cubicBezTo>
                  <a:lnTo>
                    <a:pt x="133" y="6"/>
                  </a:lnTo>
                  <a:cubicBezTo>
                    <a:pt x="133" y="6"/>
                    <a:pt x="133" y="6"/>
                    <a:pt x="133" y="6"/>
                  </a:cubicBezTo>
                  <a:cubicBezTo>
                    <a:pt x="131" y="6"/>
                    <a:pt x="128" y="5"/>
                    <a:pt x="125" y="4"/>
                  </a:cubicBezTo>
                  <a:lnTo>
                    <a:pt x="125" y="4"/>
                  </a:lnTo>
                  <a:cubicBezTo>
                    <a:pt x="117" y="2"/>
                    <a:pt x="107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7">
              <a:extLst>
                <a:ext uri="{FF2B5EF4-FFF2-40B4-BE49-F238E27FC236}">
                  <a16:creationId xmlns:a16="http://schemas.microsoft.com/office/drawing/2014/main" id="{45964873-CB81-8261-0124-91751ACFA982}"/>
                </a:ext>
              </a:extLst>
            </p:cNvPr>
            <p:cNvSpPr/>
            <p:nvPr/>
          </p:nvSpPr>
          <p:spPr>
            <a:xfrm>
              <a:off x="6153782" y="-859437"/>
              <a:ext cx="44573" cy="42445"/>
            </a:xfrm>
            <a:custGeom>
              <a:avLst/>
              <a:gdLst/>
              <a:ahLst/>
              <a:cxnLst/>
              <a:rect l="l" t="t" r="r" b="b"/>
              <a:pathLst>
                <a:path w="670" h="638" extrusionOk="0">
                  <a:moveTo>
                    <a:pt x="442" y="0"/>
                  </a:moveTo>
                  <a:cubicBezTo>
                    <a:pt x="415" y="0"/>
                    <a:pt x="388" y="5"/>
                    <a:pt x="362" y="14"/>
                  </a:cubicBezTo>
                  <a:cubicBezTo>
                    <a:pt x="347" y="19"/>
                    <a:pt x="334" y="24"/>
                    <a:pt x="320" y="31"/>
                  </a:cubicBezTo>
                  <a:cubicBezTo>
                    <a:pt x="292" y="46"/>
                    <a:pt x="263" y="60"/>
                    <a:pt x="237" y="78"/>
                  </a:cubicBezTo>
                  <a:cubicBezTo>
                    <a:pt x="212" y="96"/>
                    <a:pt x="190" y="119"/>
                    <a:pt x="168" y="140"/>
                  </a:cubicBezTo>
                  <a:cubicBezTo>
                    <a:pt x="164" y="144"/>
                    <a:pt x="159" y="150"/>
                    <a:pt x="155" y="155"/>
                  </a:cubicBezTo>
                  <a:cubicBezTo>
                    <a:pt x="147" y="161"/>
                    <a:pt x="142" y="169"/>
                    <a:pt x="139" y="179"/>
                  </a:cubicBezTo>
                  <a:cubicBezTo>
                    <a:pt x="138" y="181"/>
                    <a:pt x="136" y="183"/>
                    <a:pt x="135" y="185"/>
                  </a:cubicBezTo>
                  <a:cubicBezTo>
                    <a:pt x="103" y="204"/>
                    <a:pt x="78" y="230"/>
                    <a:pt x="53" y="256"/>
                  </a:cubicBezTo>
                  <a:cubicBezTo>
                    <a:pt x="43" y="274"/>
                    <a:pt x="31" y="292"/>
                    <a:pt x="21" y="310"/>
                  </a:cubicBezTo>
                  <a:cubicBezTo>
                    <a:pt x="7" y="338"/>
                    <a:pt x="2" y="368"/>
                    <a:pt x="4" y="399"/>
                  </a:cubicBezTo>
                  <a:cubicBezTo>
                    <a:pt x="1" y="419"/>
                    <a:pt x="3" y="438"/>
                    <a:pt x="10" y="458"/>
                  </a:cubicBezTo>
                  <a:cubicBezTo>
                    <a:pt x="14" y="489"/>
                    <a:pt x="27" y="516"/>
                    <a:pt x="46" y="541"/>
                  </a:cubicBezTo>
                  <a:cubicBezTo>
                    <a:pt x="72" y="573"/>
                    <a:pt x="105" y="601"/>
                    <a:pt x="143" y="618"/>
                  </a:cubicBezTo>
                  <a:cubicBezTo>
                    <a:pt x="169" y="630"/>
                    <a:pt x="194" y="637"/>
                    <a:pt x="221" y="637"/>
                  </a:cubicBezTo>
                  <a:cubicBezTo>
                    <a:pt x="224" y="637"/>
                    <a:pt x="228" y="637"/>
                    <a:pt x="232" y="636"/>
                  </a:cubicBezTo>
                  <a:cubicBezTo>
                    <a:pt x="239" y="637"/>
                    <a:pt x="245" y="637"/>
                    <a:pt x="251" y="637"/>
                  </a:cubicBezTo>
                  <a:cubicBezTo>
                    <a:pt x="275" y="637"/>
                    <a:pt x="298" y="633"/>
                    <a:pt x="321" y="623"/>
                  </a:cubicBezTo>
                  <a:cubicBezTo>
                    <a:pt x="363" y="611"/>
                    <a:pt x="401" y="589"/>
                    <a:pt x="439" y="567"/>
                  </a:cubicBezTo>
                  <a:cubicBezTo>
                    <a:pt x="471" y="550"/>
                    <a:pt x="496" y="527"/>
                    <a:pt x="522" y="502"/>
                  </a:cubicBezTo>
                  <a:cubicBezTo>
                    <a:pt x="547" y="478"/>
                    <a:pt x="571" y="455"/>
                    <a:pt x="590" y="426"/>
                  </a:cubicBezTo>
                  <a:cubicBezTo>
                    <a:pt x="604" y="404"/>
                    <a:pt x="617" y="382"/>
                    <a:pt x="630" y="360"/>
                  </a:cubicBezTo>
                  <a:cubicBezTo>
                    <a:pt x="637" y="346"/>
                    <a:pt x="640" y="333"/>
                    <a:pt x="644" y="317"/>
                  </a:cubicBezTo>
                  <a:cubicBezTo>
                    <a:pt x="651" y="296"/>
                    <a:pt x="657" y="275"/>
                    <a:pt x="660" y="252"/>
                  </a:cubicBezTo>
                  <a:cubicBezTo>
                    <a:pt x="670" y="175"/>
                    <a:pt x="641" y="97"/>
                    <a:pt x="580" y="48"/>
                  </a:cubicBezTo>
                  <a:cubicBezTo>
                    <a:pt x="539" y="16"/>
                    <a:pt x="491" y="0"/>
                    <a:pt x="442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7">
              <a:extLst>
                <a:ext uri="{FF2B5EF4-FFF2-40B4-BE49-F238E27FC236}">
                  <a16:creationId xmlns:a16="http://schemas.microsoft.com/office/drawing/2014/main" id="{16863EDB-0DBD-A935-5E08-AEEE2D05A0E0}"/>
                </a:ext>
              </a:extLst>
            </p:cNvPr>
            <p:cNvSpPr/>
            <p:nvPr/>
          </p:nvSpPr>
          <p:spPr>
            <a:xfrm>
              <a:off x="6072884" y="-737492"/>
              <a:ext cx="32798" cy="31002"/>
            </a:xfrm>
            <a:custGeom>
              <a:avLst/>
              <a:gdLst/>
              <a:ahLst/>
              <a:cxnLst/>
              <a:rect l="l" t="t" r="r" b="b"/>
              <a:pathLst>
                <a:path w="493" h="466" extrusionOk="0">
                  <a:moveTo>
                    <a:pt x="239" y="0"/>
                  </a:moveTo>
                  <a:cubicBezTo>
                    <a:pt x="231" y="0"/>
                    <a:pt x="221" y="1"/>
                    <a:pt x="209" y="3"/>
                  </a:cubicBezTo>
                  <a:cubicBezTo>
                    <a:pt x="169" y="7"/>
                    <a:pt x="134" y="22"/>
                    <a:pt x="101" y="45"/>
                  </a:cubicBezTo>
                  <a:cubicBezTo>
                    <a:pt x="99" y="46"/>
                    <a:pt x="68" y="74"/>
                    <a:pt x="54" y="90"/>
                  </a:cubicBezTo>
                  <a:cubicBezTo>
                    <a:pt x="33" y="114"/>
                    <a:pt x="21" y="140"/>
                    <a:pt x="14" y="170"/>
                  </a:cubicBezTo>
                  <a:cubicBezTo>
                    <a:pt x="4" y="198"/>
                    <a:pt x="1" y="227"/>
                    <a:pt x="5" y="257"/>
                  </a:cubicBezTo>
                  <a:cubicBezTo>
                    <a:pt x="9" y="276"/>
                    <a:pt x="14" y="295"/>
                    <a:pt x="18" y="314"/>
                  </a:cubicBezTo>
                  <a:cubicBezTo>
                    <a:pt x="33" y="351"/>
                    <a:pt x="57" y="384"/>
                    <a:pt x="89" y="410"/>
                  </a:cubicBezTo>
                  <a:cubicBezTo>
                    <a:pt x="124" y="437"/>
                    <a:pt x="162" y="456"/>
                    <a:pt x="207" y="463"/>
                  </a:cubicBezTo>
                  <a:cubicBezTo>
                    <a:pt x="217" y="465"/>
                    <a:pt x="228" y="465"/>
                    <a:pt x="240" y="465"/>
                  </a:cubicBezTo>
                  <a:cubicBezTo>
                    <a:pt x="272" y="465"/>
                    <a:pt x="308" y="460"/>
                    <a:pt x="333" y="449"/>
                  </a:cubicBezTo>
                  <a:cubicBezTo>
                    <a:pt x="372" y="434"/>
                    <a:pt x="405" y="411"/>
                    <a:pt x="431" y="378"/>
                  </a:cubicBezTo>
                  <a:cubicBezTo>
                    <a:pt x="456" y="346"/>
                    <a:pt x="473" y="309"/>
                    <a:pt x="479" y="267"/>
                  </a:cubicBezTo>
                  <a:cubicBezTo>
                    <a:pt x="493" y="166"/>
                    <a:pt x="446" y="84"/>
                    <a:pt x="341" y="23"/>
                  </a:cubicBezTo>
                  <a:cubicBezTo>
                    <a:pt x="333" y="18"/>
                    <a:pt x="299" y="8"/>
                    <a:pt x="278" y="5"/>
                  </a:cubicBezTo>
                  <a:lnTo>
                    <a:pt x="273" y="5"/>
                  </a:lnTo>
                  <a:cubicBezTo>
                    <a:pt x="261" y="2"/>
                    <a:pt x="252" y="0"/>
                    <a:pt x="239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7">
              <a:extLst>
                <a:ext uri="{FF2B5EF4-FFF2-40B4-BE49-F238E27FC236}">
                  <a16:creationId xmlns:a16="http://schemas.microsoft.com/office/drawing/2014/main" id="{C6E16AE0-6738-88FF-AC83-94128C126455}"/>
                </a:ext>
              </a:extLst>
            </p:cNvPr>
            <p:cNvSpPr/>
            <p:nvPr/>
          </p:nvSpPr>
          <p:spPr>
            <a:xfrm>
              <a:off x="5715099" y="-1233456"/>
              <a:ext cx="55817" cy="45904"/>
            </a:xfrm>
            <a:custGeom>
              <a:avLst/>
              <a:gdLst/>
              <a:ahLst/>
              <a:cxnLst/>
              <a:rect l="l" t="t" r="r" b="b"/>
              <a:pathLst>
                <a:path w="839" h="690" extrusionOk="0">
                  <a:moveTo>
                    <a:pt x="622" y="1"/>
                  </a:moveTo>
                  <a:cubicBezTo>
                    <a:pt x="593" y="1"/>
                    <a:pt x="563" y="7"/>
                    <a:pt x="532" y="18"/>
                  </a:cubicBezTo>
                  <a:cubicBezTo>
                    <a:pt x="509" y="27"/>
                    <a:pt x="487" y="35"/>
                    <a:pt x="465" y="43"/>
                  </a:cubicBezTo>
                  <a:cubicBezTo>
                    <a:pt x="405" y="67"/>
                    <a:pt x="346" y="92"/>
                    <a:pt x="292" y="127"/>
                  </a:cubicBezTo>
                  <a:cubicBezTo>
                    <a:pt x="251" y="153"/>
                    <a:pt x="213" y="182"/>
                    <a:pt x="174" y="210"/>
                  </a:cubicBezTo>
                  <a:cubicBezTo>
                    <a:pt x="155" y="225"/>
                    <a:pt x="135" y="239"/>
                    <a:pt x="117" y="255"/>
                  </a:cubicBezTo>
                  <a:cubicBezTo>
                    <a:pt x="82" y="285"/>
                    <a:pt x="50" y="316"/>
                    <a:pt x="32" y="361"/>
                  </a:cubicBezTo>
                  <a:cubicBezTo>
                    <a:pt x="20" y="387"/>
                    <a:pt x="16" y="414"/>
                    <a:pt x="11" y="442"/>
                  </a:cubicBezTo>
                  <a:cubicBezTo>
                    <a:pt x="0" y="509"/>
                    <a:pt x="24" y="573"/>
                    <a:pt x="69" y="621"/>
                  </a:cubicBezTo>
                  <a:cubicBezTo>
                    <a:pt x="119" y="675"/>
                    <a:pt x="177" y="689"/>
                    <a:pt x="248" y="689"/>
                  </a:cubicBezTo>
                  <a:cubicBezTo>
                    <a:pt x="305" y="688"/>
                    <a:pt x="358" y="668"/>
                    <a:pt x="403" y="634"/>
                  </a:cubicBezTo>
                  <a:cubicBezTo>
                    <a:pt x="422" y="619"/>
                    <a:pt x="440" y="602"/>
                    <a:pt x="459" y="588"/>
                  </a:cubicBezTo>
                  <a:cubicBezTo>
                    <a:pt x="494" y="561"/>
                    <a:pt x="530" y="533"/>
                    <a:pt x="566" y="508"/>
                  </a:cubicBezTo>
                  <a:cubicBezTo>
                    <a:pt x="603" y="482"/>
                    <a:pt x="634" y="450"/>
                    <a:pt x="668" y="420"/>
                  </a:cubicBezTo>
                  <a:cubicBezTo>
                    <a:pt x="687" y="405"/>
                    <a:pt x="704" y="390"/>
                    <a:pt x="723" y="374"/>
                  </a:cubicBezTo>
                  <a:cubicBezTo>
                    <a:pt x="743" y="360"/>
                    <a:pt x="763" y="345"/>
                    <a:pt x="779" y="325"/>
                  </a:cubicBezTo>
                  <a:cubicBezTo>
                    <a:pt x="806" y="292"/>
                    <a:pt x="815" y="257"/>
                    <a:pt x="823" y="216"/>
                  </a:cubicBezTo>
                  <a:cubicBezTo>
                    <a:pt x="838" y="138"/>
                    <a:pt x="786" y="50"/>
                    <a:pt x="714" y="19"/>
                  </a:cubicBezTo>
                  <a:cubicBezTo>
                    <a:pt x="682" y="7"/>
                    <a:pt x="652" y="1"/>
                    <a:pt x="6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7">
              <a:extLst>
                <a:ext uri="{FF2B5EF4-FFF2-40B4-BE49-F238E27FC236}">
                  <a16:creationId xmlns:a16="http://schemas.microsoft.com/office/drawing/2014/main" id="{3FC04432-AEC6-1D63-E18B-C905FAB778CD}"/>
                </a:ext>
              </a:extLst>
            </p:cNvPr>
            <p:cNvSpPr/>
            <p:nvPr/>
          </p:nvSpPr>
          <p:spPr>
            <a:xfrm>
              <a:off x="5954598" y="-774282"/>
              <a:ext cx="35991" cy="31334"/>
            </a:xfrm>
            <a:custGeom>
              <a:avLst/>
              <a:gdLst/>
              <a:ahLst/>
              <a:cxnLst/>
              <a:rect l="l" t="t" r="r" b="b"/>
              <a:pathLst>
                <a:path w="541" h="471" extrusionOk="0">
                  <a:moveTo>
                    <a:pt x="173" y="0"/>
                  </a:moveTo>
                  <a:cubicBezTo>
                    <a:pt x="152" y="0"/>
                    <a:pt x="132" y="4"/>
                    <a:pt x="111" y="11"/>
                  </a:cubicBezTo>
                  <a:cubicBezTo>
                    <a:pt x="89" y="19"/>
                    <a:pt x="72" y="31"/>
                    <a:pt x="56" y="48"/>
                  </a:cubicBezTo>
                  <a:cubicBezTo>
                    <a:pt x="38" y="63"/>
                    <a:pt x="25" y="81"/>
                    <a:pt x="16" y="102"/>
                  </a:cubicBezTo>
                  <a:cubicBezTo>
                    <a:pt x="5" y="131"/>
                    <a:pt x="0" y="159"/>
                    <a:pt x="4" y="189"/>
                  </a:cubicBezTo>
                  <a:cubicBezTo>
                    <a:pt x="8" y="219"/>
                    <a:pt x="14" y="247"/>
                    <a:pt x="22" y="275"/>
                  </a:cubicBezTo>
                  <a:cubicBezTo>
                    <a:pt x="26" y="283"/>
                    <a:pt x="28" y="290"/>
                    <a:pt x="31" y="296"/>
                  </a:cubicBezTo>
                  <a:cubicBezTo>
                    <a:pt x="40" y="324"/>
                    <a:pt x="56" y="347"/>
                    <a:pt x="78" y="366"/>
                  </a:cubicBezTo>
                  <a:cubicBezTo>
                    <a:pt x="84" y="375"/>
                    <a:pt x="93" y="383"/>
                    <a:pt x="100" y="390"/>
                  </a:cubicBezTo>
                  <a:cubicBezTo>
                    <a:pt x="104" y="393"/>
                    <a:pt x="108" y="396"/>
                    <a:pt x="111" y="399"/>
                  </a:cubicBezTo>
                  <a:cubicBezTo>
                    <a:pt x="141" y="416"/>
                    <a:pt x="172" y="437"/>
                    <a:pt x="205" y="451"/>
                  </a:cubicBezTo>
                  <a:cubicBezTo>
                    <a:pt x="233" y="462"/>
                    <a:pt x="265" y="470"/>
                    <a:pt x="296" y="470"/>
                  </a:cubicBezTo>
                  <a:cubicBezTo>
                    <a:pt x="305" y="470"/>
                    <a:pt x="314" y="469"/>
                    <a:pt x="323" y="468"/>
                  </a:cubicBezTo>
                  <a:cubicBezTo>
                    <a:pt x="344" y="465"/>
                    <a:pt x="369" y="457"/>
                    <a:pt x="385" y="453"/>
                  </a:cubicBezTo>
                  <a:cubicBezTo>
                    <a:pt x="410" y="447"/>
                    <a:pt x="432" y="437"/>
                    <a:pt x="452" y="421"/>
                  </a:cubicBezTo>
                  <a:cubicBezTo>
                    <a:pt x="492" y="386"/>
                    <a:pt x="529" y="339"/>
                    <a:pt x="535" y="284"/>
                  </a:cubicBezTo>
                  <a:cubicBezTo>
                    <a:pt x="541" y="231"/>
                    <a:pt x="531" y="175"/>
                    <a:pt x="499" y="132"/>
                  </a:cubicBezTo>
                  <a:cubicBezTo>
                    <a:pt x="480" y="109"/>
                    <a:pt x="459" y="90"/>
                    <a:pt x="435" y="72"/>
                  </a:cubicBezTo>
                  <a:cubicBezTo>
                    <a:pt x="402" y="49"/>
                    <a:pt x="367" y="33"/>
                    <a:pt x="328" y="26"/>
                  </a:cubicBezTo>
                  <a:lnTo>
                    <a:pt x="327" y="26"/>
                  </a:lnTo>
                  <a:cubicBezTo>
                    <a:pt x="325" y="25"/>
                    <a:pt x="323" y="24"/>
                    <a:pt x="321" y="24"/>
                  </a:cubicBezTo>
                  <a:cubicBezTo>
                    <a:pt x="291" y="12"/>
                    <a:pt x="268" y="8"/>
                    <a:pt x="243" y="7"/>
                  </a:cubicBezTo>
                  <a:cubicBezTo>
                    <a:pt x="229" y="7"/>
                    <a:pt x="213" y="6"/>
                    <a:pt x="198" y="2"/>
                  </a:cubicBezTo>
                  <a:cubicBezTo>
                    <a:pt x="190" y="1"/>
                    <a:pt x="18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7">
              <a:extLst>
                <a:ext uri="{FF2B5EF4-FFF2-40B4-BE49-F238E27FC236}">
                  <a16:creationId xmlns:a16="http://schemas.microsoft.com/office/drawing/2014/main" id="{38BEB0A1-E734-E906-9155-5A09F56F95EE}"/>
                </a:ext>
              </a:extLst>
            </p:cNvPr>
            <p:cNvSpPr/>
            <p:nvPr/>
          </p:nvSpPr>
          <p:spPr>
            <a:xfrm>
              <a:off x="5734392" y="-994355"/>
              <a:ext cx="37522" cy="47567"/>
            </a:xfrm>
            <a:custGeom>
              <a:avLst/>
              <a:gdLst/>
              <a:ahLst/>
              <a:cxnLst/>
              <a:rect l="l" t="t" r="r" b="b"/>
              <a:pathLst>
                <a:path w="564" h="715" extrusionOk="0">
                  <a:moveTo>
                    <a:pt x="407" y="1"/>
                  </a:moveTo>
                  <a:cubicBezTo>
                    <a:pt x="341" y="1"/>
                    <a:pt x="263" y="35"/>
                    <a:pt x="216" y="67"/>
                  </a:cubicBezTo>
                  <a:cubicBezTo>
                    <a:pt x="186" y="85"/>
                    <a:pt x="156" y="122"/>
                    <a:pt x="131" y="150"/>
                  </a:cubicBezTo>
                  <a:cubicBezTo>
                    <a:pt x="113" y="170"/>
                    <a:pt x="97" y="191"/>
                    <a:pt x="82" y="214"/>
                  </a:cubicBezTo>
                  <a:cubicBezTo>
                    <a:pt x="67" y="236"/>
                    <a:pt x="49" y="259"/>
                    <a:pt x="39" y="283"/>
                  </a:cubicBezTo>
                  <a:cubicBezTo>
                    <a:pt x="27" y="308"/>
                    <a:pt x="22" y="338"/>
                    <a:pt x="16" y="365"/>
                  </a:cubicBezTo>
                  <a:cubicBezTo>
                    <a:pt x="11" y="389"/>
                    <a:pt x="7" y="414"/>
                    <a:pt x="5" y="439"/>
                  </a:cubicBezTo>
                  <a:cubicBezTo>
                    <a:pt x="4" y="451"/>
                    <a:pt x="3" y="463"/>
                    <a:pt x="2" y="475"/>
                  </a:cubicBezTo>
                  <a:cubicBezTo>
                    <a:pt x="0" y="531"/>
                    <a:pt x="8" y="570"/>
                    <a:pt x="36" y="617"/>
                  </a:cubicBezTo>
                  <a:cubicBezTo>
                    <a:pt x="46" y="634"/>
                    <a:pt x="58" y="650"/>
                    <a:pt x="69" y="664"/>
                  </a:cubicBezTo>
                  <a:cubicBezTo>
                    <a:pt x="92" y="694"/>
                    <a:pt x="133" y="715"/>
                    <a:pt x="172" y="715"/>
                  </a:cubicBezTo>
                  <a:cubicBezTo>
                    <a:pt x="195" y="715"/>
                    <a:pt x="217" y="708"/>
                    <a:pt x="236" y="691"/>
                  </a:cubicBezTo>
                  <a:cubicBezTo>
                    <a:pt x="261" y="668"/>
                    <a:pt x="292" y="651"/>
                    <a:pt x="314" y="624"/>
                  </a:cubicBezTo>
                  <a:cubicBezTo>
                    <a:pt x="336" y="596"/>
                    <a:pt x="352" y="563"/>
                    <a:pt x="368" y="531"/>
                  </a:cubicBezTo>
                  <a:cubicBezTo>
                    <a:pt x="390" y="498"/>
                    <a:pt x="413" y="465"/>
                    <a:pt x="428" y="428"/>
                  </a:cubicBezTo>
                  <a:cubicBezTo>
                    <a:pt x="440" y="401"/>
                    <a:pt x="453" y="375"/>
                    <a:pt x="467" y="350"/>
                  </a:cubicBezTo>
                  <a:cubicBezTo>
                    <a:pt x="479" y="332"/>
                    <a:pt x="492" y="315"/>
                    <a:pt x="500" y="296"/>
                  </a:cubicBezTo>
                  <a:cubicBezTo>
                    <a:pt x="508" y="279"/>
                    <a:pt x="512" y="260"/>
                    <a:pt x="519" y="243"/>
                  </a:cubicBezTo>
                  <a:cubicBezTo>
                    <a:pt x="528" y="224"/>
                    <a:pt x="537" y="206"/>
                    <a:pt x="543" y="185"/>
                  </a:cubicBezTo>
                  <a:cubicBezTo>
                    <a:pt x="563" y="114"/>
                    <a:pt x="531" y="47"/>
                    <a:pt x="466" y="13"/>
                  </a:cubicBezTo>
                  <a:cubicBezTo>
                    <a:pt x="448" y="4"/>
                    <a:pt x="428" y="1"/>
                    <a:pt x="4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7">
              <a:extLst>
                <a:ext uri="{FF2B5EF4-FFF2-40B4-BE49-F238E27FC236}">
                  <a16:creationId xmlns:a16="http://schemas.microsoft.com/office/drawing/2014/main" id="{0CFDD825-2BCB-760A-6ADA-23A89CFC81F4}"/>
                </a:ext>
              </a:extLst>
            </p:cNvPr>
            <p:cNvSpPr/>
            <p:nvPr/>
          </p:nvSpPr>
          <p:spPr>
            <a:xfrm>
              <a:off x="5893792" y="-1428781"/>
              <a:ext cx="2994" cy="798"/>
            </a:xfrm>
            <a:custGeom>
              <a:avLst/>
              <a:gdLst/>
              <a:ahLst/>
              <a:cxnLst/>
              <a:rect l="l" t="t" r="r" b="b"/>
              <a:pathLst>
                <a:path w="45" h="12" extrusionOk="0">
                  <a:moveTo>
                    <a:pt x="45" y="1"/>
                  </a:moveTo>
                  <a:lnTo>
                    <a:pt x="45" y="1"/>
                  </a:lnTo>
                  <a:cubicBezTo>
                    <a:pt x="43" y="1"/>
                    <a:pt x="42" y="1"/>
                    <a:pt x="41" y="2"/>
                  </a:cubicBezTo>
                  <a:lnTo>
                    <a:pt x="41" y="2"/>
                  </a:lnTo>
                  <a:cubicBezTo>
                    <a:pt x="42" y="1"/>
                    <a:pt x="43" y="1"/>
                    <a:pt x="45" y="1"/>
                  </a:cubicBezTo>
                  <a:close/>
                  <a:moveTo>
                    <a:pt x="41" y="2"/>
                  </a:moveTo>
                  <a:cubicBezTo>
                    <a:pt x="29" y="4"/>
                    <a:pt x="17" y="7"/>
                    <a:pt x="4" y="10"/>
                  </a:cubicBezTo>
                  <a:lnTo>
                    <a:pt x="4" y="10"/>
                  </a:lnTo>
                  <a:cubicBezTo>
                    <a:pt x="8" y="10"/>
                    <a:pt x="12" y="10"/>
                    <a:pt x="15" y="9"/>
                  </a:cubicBezTo>
                  <a:cubicBezTo>
                    <a:pt x="24" y="6"/>
                    <a:pt x="32" y="4"/>
                    <a:pt x="41" y="2"/>
                  </a:cubicBezTo>
                  <a:close/>
                  <a:moveTo>
                    <a:pt x="4" y="10"/>
                  </a:moveTo>
                  <a:cubicBezTo>
                    <a:pt x="3" y="11"/>
                    <a:pt x="2" y="11"/>
                    <a:pt x="1" y="11"/>
                  </a:cubicBezTo>
                  <a:cubicBezTo>
                    <a:pt x="2" y="11"/>
                    <a:pt x="3" y="11"/>
                    <a:pt x="4" y="1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7">
              <a:extLst>
                <a:ext uri="{FF2B5EF4-FFF2-40B4-BE49-F238E27FC236}">
                  <a16:creationId xmlns:a16="http://schemas.microsoft.com/office/drawing/2014/main" id="{EFB04846-9926-B254-3C87-4D58B43D087F}"/>
                </a:ext>
              </a:extLst>
            </p:cNvPr>
            <p:cNvSpPr/>
            <p:nvPr/>
          </p:nvSpPr>
          <p:spPr>
            <a:xfrm>
              <a:off x="5893592" y="-1428049"/>
              <a:ext cx="266" cy="6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7">
              <a:extLst>
                <a:ext uri="{FF2B5EF4-FFF2-40B4-BE49-F238E27FC236}">
                  <a16:creationId xmlns:a16="http://schemas.microsoft.com/office/drawing/2014/main" id="{6BB59E0B-7B7C-D5EB-534E-02B2FE880206}"/>
                </a:ext>
              </a:extLst>
            </p:cNvPr>
            <p:cNvSpPr/>
            <p:nvPr/>
          </p:nvSpPr>
          <p:spPr>
            <a:xfrm>
              <a:off x="5879089" y="-1464839"/>
              <a:ext cx="41247" cy="37122"/>
            </a:xfrm>
            <a:custGeom>
              <a:avLst/>
              <a:gdLst/>
              <a:ahLst/>
              <a:cxnLst/>
              <a:rect l="l" t="t" r="r" b="b"/>
              <a:pathLst>
                <a:path w="620" h="558" extrusionOk="0">
                  <a:moveTo>
                    <a:pt x="578" y="256"/>
                  </a:moveTo>
                  <a:cubicBezTo>
                    <a:pt x="577" y="256"/>
                    <a:pt x="577" y="256"/>
                    <a:pt x="577" y="257"/>
                  </a:cubicBezTo>
                  <a:lnTo>
                    <a:pt x="577" y="257"/>
                  </a:lnTo>
                  <a:lnTo>
                    <a:pt x="578" y="256"/>
                  </a:lnTo>
                  <a:close/>
                  <a:moveTo>
                    <a:pt x="365" y="1"/>
                  </a:moveTo>
                  <a:cubicBezTo>
                    <a:pt x="327" y="1"/>
                    <a:pt x="291" y="14"/>
                    <a:pt x="256" y="30"/>
                  </a:cubicBezTo>
                  <a:cubicBezTo>
                    <a:pt x="170" y="70"/>
                    <a:pt x="83" y="121"/>
                    <a:pt x="45" y="213"/>
                  </a:cubicBezTo>
                  <a:cubicBezTo>
                    <a:pt x="30" y="249"/>
                    <a:pt x="19" y="286"/>
                    <a:pt x="10" y="323"/>
                  </a:cubicBezTo>
                  <a:cubicBezTo>
                    <a:pt x="1" y="368"/>
                    <a:pt x="15" y="417"/>
                    <a:pt x="33" y="459"/>
                  </a:cubicBezTo>
                  <a:cubicBezTo>
                    <a:pt x="60" y="522"/>
                    <a:pt x="117" y="557"/>
                    <a:pt x="180" y="557"/>
                  </a:cubicBezTo>
                  <a:cubicBezTo>
                    <a:pt x="194" y="557"/>
                    <a:pt x="208" y="556"/>
                    <a:pt x="222" y="552"/>
                  </a:cubicBezTo>
                  <a:cubicBezTo>
                    <a:pt x="257" y="544"/>
                    <a:pt x="290" y="538"/>
                    <a:pt x="320" y="515"/>
                  </a:cubicBezTo>
                  <a:cubicBezTo>
                    <a:pt x="329" y="509"/>
                    <a:pt x="335" y="503"/>
                    <a:pt x="343" y="497"/>
                  </a:cubicBezTo>
                  <a:cubicBezTo>
                    <a:pt x="374" y="474"/>
                    <a:pt x="400" y="460"/>
                    <a:pt x="427" y="429"/>
                  </a:cubicBezTo>
                  <a:cubicBezTo>
                    <a:pt x="450" y="402"/>
                    <a:pt x="470" y="371"/>
                    <a:pt x="496" y="345"/>
                  </a:cubicBezTo>
                  <a:cubicBezTo>
                    <a:pt x="512" y="331"/>
                    <a:pt x="525" y="317"/>
                    <a:pt x="538" y="300"/>
                  </a:cubicBezTo>
                  <a:cubicBezTo>
                    <a:pt x="550" y="285"/>
                    <a:pt x="563" y="270"/>
                    <a:pt x="577" y="257"/>
                  </a:cubicBezTo>
                  <a:lnTo>
                    <a:pt x="577" y="257"/>
                  </a:lnTo>
                  <a:lnTo>
                    <a:pt x="549" y="283"/>
                  </a:lnTo>
                  <a:lnTo>
                    <a:pt x="549" y="283"/>
                  </a:lnTo>
                  <a:cubicBezTo>
                    <a:pt x="577" y="256"/>
                    <a:pt x="599" y="232"/>
                    <a:pt x="609" y="195"/>
                  </a:cubicBezTo>
                  <a:cubicBezTo>
                    <a:pt x="612" y="184"/>
                    <a:pt x="614" y="178"/>
                    <a:pt x="615" y="167"/>
                  </a:cubicBezTo>
                  <a:cubicBezTo>
                    <a:pt x="617" y="150"/>
                    <a:pt x="619" y="137"/>
                    <a:pt x="613" y="120"/>
                  </a:cubicBezTo>
                  <a:cubicBezTo>
                    <a:pt x="608" y="105"/>
                    <a:pt x="601" y="91"/>
                    <a:pt x="592" y="78"/>
                  </a:cubicBezTo>
                  <a:cubicBezTo>
                    <a:pt x="562" y="34"/>
                    <a:pt x="517" y="13"/>
                    <a:pt x="466" y="6"/>
                  </a:cubicBezTo>
                  <a:cubicBezTo>
                    <a:pt x="432" y="1"/>
                    <a:pt x="399" y="2"/>
                    <a:pt x="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7">
              <a:extLst>
                <a:ext uri="{FF2B5EF4-FFF2-40B4-BE49-F238E27FC236}">
                  <a16:creationId xmlns:a16="http://schemas.microsoft.com/office/drawing/2014/main" id="{93AFA99F-A2CB-5960-F955-6BA1A736DD91}"/>
                </a:ext>
              </a:extLst>
            </p:cNvPr>
            <p:cNvSpPr/>
            <p:nvPr/>
          </p:nvSpPr>
          <p:spPr>
            <a:xfrm>
              <a:off x="5506336" y="-1287210"/>
              <a:ext cx="43709" cy="33330"/>
            </a:xfrm>
            <a:custGeom>
              <a:avLst/>
              <a:gdLst/>
              <a:ahLst/>
              <a:cxnLst/>
              <a:rect l="l" t="t" r="r" b="b"/>
              <a:pathLst>
                <a:path w="657" h="501" extrusionOk="0">
                  <a:moveTo>
                    <a:pt x="583" y="209"/>
                  </a:moveTo>
                  <a:lnTo>
                    <a:pt x="576" y="221"/>
                  </a:lnTo>
                  <a:lnTo>
                    <a:pt x="576" y="221"/>
                  </a:lnTo>
                  <a:cubicBezTo>
                    <a:pt x="578" y="217"/>
                    <a:pt x="581" y="213"/>
                    <a:pt x="583" y="209"/>
                  </a:cubicBezTo>
                  <a:close/>
                  <a:moveTo>
                    <a:pt x="574" y="224"/>
                  </a:moveTo>
                  <a:lnTo>
                    <a:pt x="563" y="241"/>
                  </a:lnTo>
                  <a:cubicBezTo>
                    <a:pt x="567" y="236"/>
                    <a:pt x="570" y="230"/>
                    <a:pt x="574" y="224"/>
                  </a:cubicBezTo>
                  <a:close/>
                  <a:moveTo>
                    <a:pt x="426" y="1"/>
                  </a:moveTo>
                  <a:cubicBezTo>
                    <a:pt x="397" y="1"/>
                    <a:pt x="369" y="8"/>
                    <a:pt x="341" y="16"/>
                  </a:cubicBezTo>
                  <a:cubicBezTo>
                    <a:pt x="316" y="23"/>
                    <a:pt x="292" y="30"/>
                    <a:pt x="268" y="38"/>
                  </a:cubicBezTo>
                  <a:cubicBezTo>
                    <a:pt x="246" y="46"/>
                    <a:pt x="224" y="55"/>
                    <a:pt x="203" y="64"/>
                  </a:cubicBezTo>
                  <a:cubicBezTo>
                    <a:pt x="172" y="79"/>
                    <a:pt x="142" y="94"/>
                    <a:pt x="117" y="118"/>
                  </a:cubicBezTo>
                  <a:cubicBezTo>
                    <a:pt x="101" y="132"/>
                    <a:pt x="88" y="145"/>
                    <a:pt x="75" y="162"/>
                  </a:cubicBezTo>
                  <a:cubicBezTo>
                    <a:pt x="49" y="195"/>
                    <a:pt x="23" y="231"/>
                    <a:pt x="11" y="273"/>
                  </a:cubicBezTo>
                  <a:cubicBezTo>
                    <a:pt x="0" y="308"/>
                    <a:pt x="1" y="348"/>
                    <a:pt x="10" y="385"/>
                  </a:cubicBezTo>
                  <a:cubicBezTo>
                    <a:pt x="22" y="439"/>
                    <a:pt x="57" y="488"/>
                    <a:pt x="117" y="496"/>
                  </a:cubicBezTo>
                  <a:cubicBezTo>
                    <a:pt x="129" y="497"/>
                    <a:pt x="143" y="498"/>
                    <a:pt x="155" y="500"/>
                  </a:cubicBezTo>
                  <a:cubicBezTo>
                    <a:pt x="163" y="501"/>
                    <a:pt x="170" y="501"/>
                    <a:pt x="177" y="501"/>
                  </a:cubicBezTo>
                  <a:cubicBezTo>
                    <a:pt x="218" y="501"/>
                    <a:pt x="250" y="488"/>
                    <a:pt x="286" y="468"/>
                  </a:cubicBezTo>
                  <a:lnTo>
                    <a:pt x="286" y="468"/>
                  </a:lnTo>
                  <a:lnTo>
                    <a:pt x="281" y="472"/>
                  </a:lnTo>
                  <a:cubicBezTo>
                    <a:pt x="283" y="471"/>
                    <a:pt x="285" y="469"/>
                    <a:pt x="287" y="468"/>
                  </a:cubicBezTo>
                  <a:cubicBezTo>
                    <a:pt x="290" y="466"/>
                    <a:pt x="292" y="466"/>
                    <a:pt x="296" y="465"/>
                  </a:cubicBezTo>
                  <a:cubicBezTo>
                    <a:pt x="299" y="463"/>
                    <a:pt x="303" y="461"/>
                    <a:pt x="306" y="459"/>
                  </a:cubicBezTo>
                  <a:cubicBezTo>
                    <a:pt x="335" y="443"/>
                    <a:pt x="365" y="429"/>
                    <a:pt x="390" y="406"/>
                  </a:cubicBezTo>
                  <a:cubicBezTo>
                    <a:pt x="401" y="394"/>
                    <a:pt x="414" y="383"/>
                    <a:pt x="425" y="370"/>
                  </a:cubicBezTo>
                  <a:cubicBezTo>
                    <a:pt x="443" y="353"/>
                    <a:pt x="462" y="337"/>
                    <a:pt x="482" y="322"/>
                  </a:cubicBezTo>
                  <a:cubicBezTo>
                    <a:pt x="492" y="314"/>
                    <a:pt x="505" y="305"/>
                    <a:pt x="515" y="297"/>
                  </a:cubicBezTo>
                  <a:cubicBezTo>
                    <a:pt x="543" y="276"/>
                    <a:pt x="558" y="251"/>
                    <a:pt x="574" y="223"/>
                  </a:cubicBezTo>
                  <a:lnTo>
                    <a:pt x="574" y="223"/>
                  </a:lnTo>
                  <a:cubicBezTo>
                    <a:pt x="592" y="196"/>
                    <a:pt x="611" y="170"/>
                    <a:pt x="632" y="146"/>
                  </a:cubicBezTo>
                  <a:cubicBezTo>
                    <a:pt x="657" y="118"/>
                    <a:pt x="642" y="76"/>
                    <a:pt x="611" y="60"/>
                  </a:cubicBezTo>
                  <a:cubicBezTo>
                    <a:pt x="572" y="41"/>
                    <a:pt x="532" y="26"/>
                    <a:pt x="490" y="14"/>
                  </a:cubicBezTo>
                  <a:cubicBezTo>
                    <a:pt x="476" y="10"/>
                    <a:pt x="460" y="4"/>
                    <a:pt x="444" y="2"/>
                  </a:cubicBezTo>
                  <a:cubicBezTo>
                    <a:pt x="438" y="1"/>
                    <a:pt x="432" y="1"/>
                    <a:pt x="4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7">
              <a:extLst>
                <a:ext uri="{FF2B5EF4-FFF2-40B4-BE49-F238E27FC236}">
                  <a16:creationId xmlns:a16="http://schemas.microsoft.com/office/drawing/2014/main" id="{49E75C5F-E320-391E-9A38-10B84B6251B2}"/>
                </a:ext>
              </a:extLst>
            </p:cNvPr>
            <p:cNvSpPr/>
            <p:nvPr/>
          </p:nvSpPr>
          <p:spPr>
            <a:xfrm>
              <a:off x="5470078" y="-1037332"/>
              <a:ext cx="39318" cy="66594"/>
            </a:xfrm>
            <a:custGeom>
              <a:avLst/>
              <a:gdLst/>
              <a:ahLst/>
              <a:cxnLst/>
              <a:rect l="l" t="t" r="r" b="b"/>
              <a:pathLst>
                <a:path w="591" h="1001" extrusionOk="0">
                  <a:moveTo>
                    <a:pt x="359" y="0"/>
                  </a:moveTo>
                  <a:cubicBezTo>
                    <a:pt x="354" y="0"/>
                    <a:pt x="349" y="1"/>
                    <a:pt x="343" y="1"/>
                  </a:cubicBezTo>
                  <a:cubicBezTo>
                    <a:pt x="285" y="5"/>
                    <a:pt x="238" y="41"/>
                    <a:pt x="199" y="80"/>
                  </a:cubicBezTo>
                  <a:cubicBezTo>
                    <a:pt x="145" y="137"/>
                    <a:pt x="93" y="200"/>
                    <a:pt x="67" y="274"/>
                  </a:cubicBezTo>
                  <a:cubicBezTo>
                    <a:pt x="41" y="347"/>
                    <a:pt x="20" y="424"/>
                    <a:pt x="8" y="500"/>
                  </a:cubicBezTo>
                  <a:cubicBezTo>
                    <a:pt x="0" y="548"/>
                    <a:pt x="3" y="595"/>
                    <a:pt x="13" y="642"/>
                  </a:cubicBezTo>
                  <a:cubicBezTo>
                    <a:pt x="25" y="706"/>
                    <a:pt x="37" y="768"/>
                    <a:pt x="71" y="824"/>
                  </a:cubicBezTo>
                  <a:cubicBezTo>
                    <a:pt x="105" y="877"/>
                    <a:pt x="150" y="924"/>
                    <a:pt x="194" y="969"/>
                  </a:cubicBezTo>
                  <a:cubicBezTo>
                    <a:pt x="215" y="991"/>
                    <a:pt x="245" y="1001"/>
                    <a:pt x="276" y="1001"/>
                  </a:cubicBezTo>
                  <a:cubicBezTo>
                    <a:pt x="333" y="1001"/>
                    <a:pt x="394" y="967"/>
                    <a:pt x="411" y="916"/>
                  </a:cubicBezTo>
                  <a:cubicBezTo>
                    <a:pt x="423" y="880"/>
                    <a:pt x="438" y="845"/>
                    <a:pt x="454" y="812"/>
                  </a:cubicBezTo>
                  <a:cubicBezTo>
                    <a:pt x="475" y="770"/>
                    <a:pt x="486" y="725"/>
                    <a:pt x="496" y="679"/>
                  </a:cubicBezTo>
                  <a:cubicBezTo>
                    <a:pt x="507" y="650"/>
                    <a:pt x="517" y="620"/>
                    <a:pt x="520" y="590"/>
                  </a:cubicBezTo>
                  <a:cubicBezTo>
                    <a:pt x="522" y="569"/>
                    <a:pt x="524" y="548"/>
                    <a:pt x="528" y="527"/>
                  </a:cubicBezTo>
                  <a:cubicBezTo>
                    <a:pt x="532" y="493"/>
                    <a:pt x="540" y="459"/>
                    <a:pt x="550" y="426"/>
                  </a:cubicBezTo>
                  <a:cubicBezTo>
                    <a:pt x="555" y="408"/>
                    <a:pt x="560" y="390"/>
                    <a:pt x="562" y="372"/>
                  </a:cubicBezTo>
                  <a:cubicBezTo>
                    <a:pt x="564" y="358"/>
                    <a:pt x="565" y="343"/>
                    <a:pt x="566" y="328"/>
                  </a:cubicBezTo>
                  <a:cubicBezTo>
                    <a:pt x="569" y="301"/>
                    <a:pt x="575" y="274"/>
                    <a:pt x="581" y="247"/>
                  </a:cubicBezTo>
                  <a:cubicBezTo>
                    <a:pt x="590" y="203"/>
                    <a:pt x="577" y="153"/>
                    <a:pt x="556" y="114"/>
                  </a:cubicBezTo>
                  <a:cubicBezTo>
                    <a:pt x="533" y="73"/>
                    <a:pt x="497" y="34"/>
                    <a:pt x="452" y="18"/>
                  </a:cubicBezTo>
                  <a:cubicBezTo>
                    <a:pt x="423" y="6"/>
                    <a:pt x="391" y="0"/>
                    <a:pt x="3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7">
              <a:extLst>
                <a:ext uri="{FF2B5EF4-FFF2-40B4-BE49-F238E27FC236}">
                  <a16:creationId xmlns:a16="http://schemas.microsoft.com/office/drawing/2014/main" id="{7010200F-8AA0-E827-CA72-7ACEC7FA84D1}"/>
                </a:ext>
              </a:extLst>
            </p:cNvPr>
            <p:cNvSpPr/>
            <p:nvPr/>
          </p:nvSpPr>
          <p:spPr>
            <a:xfrm>
              <a:off x="5567874" y="-828369"/>
              <a:ext cx="24416" cy="28740"/>
            </a:xfrm>
            <a:custGeom>
              <a:avLst/>
              <a:gdLst/>
              <a:ahLst/>
              <a:cxnLst/>
              <a:rect l="l" t="t" r="r" b="b"/>
              <a:pathLst>
                <a:path w="367" h="432" extrusionOk="0">
                  <a:moveTo>
                    <a:pt x="131" y="0"/>
                  </a:moveTo>
                  <a:cubicBezTo>
                    <a:pt x="121" y="0"/>
                    <a:pt x="110" y="1"/>
                    <a:pt x="99" y="4"/>
                  </a:cubicBezTo>
                  <a:cubicBezTo>
                    <a:pt x="49" y="15"/>
                    <a:pt x="13" y="56"/>
                    <a:pt x="4" y="106"/>
                  </a:cubicBezTo>
                  <a:cubicBezTo>
                    <a:pt x="1" y="125"/>
                    <a:pt x="2" y="148"/>
                    <a:pt x="2" y="167"/>
                  </a:cubicBezTo>
                  <a:cubicBezTo>
                    <a:pt x="2" y="176"/>
                    <a:pt x="2" y="185"/>
                    <a:pt x="2" y="194"/>
                  </a:cubicBezTo>
                  <a:cubicBezTo>
                    <a:pt x="4" y="239"/>
                    <a:pt x="13" y="282"/>
                    <a:pt x="42" y="318"/>
                  </a:cubicBezTo>
                  <a:cubicBezTo>
                    <a:pt x="62" y="343"/>
                    <a:pt x="84" y="368"/>
                    <a:pt x="108" y="389"/>
                  </a:cubicBezTo>
                  <a:cubicBezTo>
                    <a:pt x="139" y="415"/>
                    <a:pt x="182" y="424"/>
                    <a:pt x="219" y="430"/>
                  </a:cubicBezTo>
                  <a:cubicBezTo>
                    <a:pt x="225" y="431"/>
                    <a:pt x="230" y="431"/>
                    <a:pt x="236" y="431"/>
                  </a:cubicBezTo>
                  <a:cubicBezTo>
                    <a:pt x="303" y="431"/>
                    <a:pt x="367" y="369"/>
                    <a:pt x="355" y="299"/>
                  </a:cubicBezTo>
                  <a:cubicBezTo>
                    <a:pt x="353" y="291"/>
                    <a:pt x="352" y="282"/>
                    <a:pt x="352" y="274"/>
                  </a:cubicBezTo>
                  <a:cubicBezTo>
                    <a:pt x="351" y="269"/>
                    <a:pt x="351" y="265"/>
                    <a:pt x="351" y="260"/>
                  </a:cubicBezTo>
                  <a:cubicBezTo>
                    <a:pt x="348" y="228"/>
                    <a:pt x="336" y="210"/>
                    <a:pt x="321" y="182"/>
                  </a:cubicBezTo>
                  <a:lnTo>
                    <a:pt x="321" y="182"/>
                  </a:lnTo>
                  <a:lnTo>
                    <a:pt x="340" y="216"/>
                  </a:lnTo>
                  <a:cubicBezTo>
                    <a:pt x="331" y="201"/>
                    <a:pt x="323" y="184"/>
                    <a:pt x="317" y="167"/>
                  </a:cubicBezTo>
                  <a:cubicBezTo>
                    <a:pt x="310" y="151"/>
                    <a:pt x="307" y="138"/>
                    <a:pt x="294" y="121"/>
                  </a:cubicBezTo>
                  <a:cubicBezTo>
                    <a:pt x="284" y="109"/>
                    <a:pt x="272" y="97"/>
                    <a:pt x="259" y="86"/>
                  </a:cubicBezTo>
                  <a:cubicBezTo>
                    <a:pt x="250" y="74"/>
                    <a:pt x="240" y="63"/>
                    <a:pt x="231" y="51"/>
                  </a:cubicBezTo>
                  <a:cubicBezTo>
                    <a:pt x="216" y="34"/>
                    <a:pt x="199" y="19"/>
                    <a:pt x="179" y="9"/>
                  </a:cubicBezTo>
                  <a:cubicBezTo>
                    <a:pt x="164" y="3"/>
                    <a:pt x="148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7">
              <a:extLst>
                <a:ext uri="{FF2B5EF4-FFF2-40B4-BE49-F238E27FC236}">
                  <a16:creationId xmlns:a16="http://schemas.microsoft.com/office/drawing/2014/main" id="{3F857F68-77D7-E916-D74D-5C29CE5BA673}"/>
                </a:ext>
              </a:extLst>
            </p:cNvPr>
            <p:cNvSpPr/>
            <p:nvPr/>
          </p:nvSpPr>
          <p:spPr>
            <a:xfrm>
              <a:off x="5778101" y="-715937"/>
              <a:ext cx="36524" cy="26478"/>
            </a:xfrm>
            <a:custGeom>
              <a:avLst/>
              <a:gdLst/>
              <a:ahLst/>
              <a:cxnLst/>
              <a:rect l="l" t="t" r="r" b="b"/>
              <a:pathLst>
                <a:path w="549" h="398" extrusionOk="0">
                  <a:moveTo>
                    <a:pt x="77" y="1"/>
                  </a:moveTo>
                  <a:cubicBezTo>
                    <a:pt x="58" y="1"/>
                    <a:pt x="38" y="9"/>
                    <a:pt x="25" y="21"/>
                  </a:cubicBezTo>
                  <a:cubicBezTo>
                    <a:pt x="3" y="42"/>
                    <a:pt x="0" y="68"/>
                    <a:pt x="8" y="97"/>
                  </a:cubicBezTo>
                  <a:cubicBezTo>
                    <a:pt x="18" y="141"/>
                    <a:pt x="38" y="181"/>
                    <a:pt x="61" y="220"/>
                  </a:cubicBezTo>
                  <a:cubicBezTo>
                    <a:pt x="91" y="272"/>
                    <a:pt x="134" y="323"/>
                    <a:pt x="188" y="351"/>
                  </a:cubicBezTo>
                  <a:cubicBezTo>
                    <a:pt x="205" y="359"/>
                    <a:pt x="223" y="366"/>
                    <a:pt x="241" y="373"/>
                  </a:cubicBezTo>
                  <a:cubicBezTo>
                    <a:pt x="280" y="386"/>
                    <a:pt x="318" y="397"/>
                    <a:pt x="359" y="397"/>
                  </a:cubicBezTo>
                  <a:cubicBezTo>
                    <a:pt x="364" y="397"/>
                    <a:pt x="369" y="397"/>
                    <a:pt x="374" y="397"/>
                  </a:cubicBezTo>
                  <a:cubicBezTo>
                    <a:pt x="438" y="392"/>
                    <a:pt x="506" y="350"/>
                    <a:pt x="531" y="290"/>
                  </a:cubicBezTo>
                  <a:cubicBezTo>
                    <a:pt x="532" y="286"/>
                    <a:pt x="534" y="282"/>
                    <a:pt x="535" y="277"/>
                  </a:cubicBezTo>
                  <a:cubicBezTo>
                    <a:pt x="542" y="257"/>
                    <a:pt x="549" y="237"/>
                    <a:pt x="546" y="216"/>
                  </a:cubicBezTo>
                  <a:cubicBezTo>
                    <a:pt x="542" y="198"/>
                    <a:pt x="537" y="184"/>
                    <a:pt x="529" y="170"/>
                  </a:cubicBezTo>
                  <a:lnTo>
                    <a:pt x="529" y="170"/>
                  </a:lnTo>
                  <a:cubicBezTo>
                    <a:pt x="532" y="175"/>
                    <a:pt x="535" y="179"/>
                    <a:pt x="537" y="184"/>
                  </a:cubicBezTo>
                  <a:cubicBezTo>
                    <a:pt x="522" y="154"/>
                    <a:pt x="510" y="126"/>
                    <a:pt x="482" y="105"/>
                  </a:cubicBezTo>
                  <a:cubicBezTo>
                    <a:pt x="466" y="93"/>
                    <a:pt x="447" y="83"/>
                    <a:pt x="430" y="74"/>
                  </a:cubicBezTo>
                  <a:cubicBezTo>
                    <a:pt x="406" y="64"/>
                    <a:pt x="382" y="60"/>
                    <a:pt x="357" y="58"/>
                  </a:cubicBezTo>
                  <a:lnTo>
                    <a:pt x="357" y="58"/>
                  </a:lnTo>
                  <a:lnTo>
                    <a:pt x="372" y="59"/>
                  </a:lnTo>
                  <a:cubicBezTo>
                    <a:pt x="350" y="58"/>
                    <a:pt x="328" y="56"/>
                    <a:pt x="306" y="52"/>
                  </a:cubicBezTo>
                  <a:cubicBezTo>
                    <a:pt x="295" y="50"/>
                    <a:pt x="285" y="47"/>
                    <a:pt x="276" y="45"/>
                  </a:cubicBezTo>
                  <a:cubicBezTo>
                    <a:pt x="272" y="44"/>
                    <a:pt x="267" y="44"/>
                    <a:pt x="263" y="44"/>
                  </a:cubicBezTo>
                  <a:cubicBezTo>
                    <a:pt x="257" y="44"/>
                    <a:pt x="252" y="44"/>
                    <a:pt x="246" y="45"/>
                  </a:cubicBezTo>
                  <a:cubicBezTo>
                    <a:pt x="218" y="44"/>
                    <a:pt x="191" y="40"/>
                    <a:pt x="163" y="33"/>
                  </a:cubicBezTo>
                  <a:lnTo>
                    <a:pt x="161" y="33"/>
                  </a:lnTo>
                  <a:cubicBezTo>
                    <a:pt x="154" y="30"/>
                    <a:pt x="148" y="28"/>
                    <a:pt x="142" y="26"/>
                  </a:cubicBezTo>
                  <a:cubicBezTo>
                    <a:pt x="128" y="20"/>
                    <a:pt x="114" y="14"/>
                    <a:pt x="102" y="6"/>
                  </a:cubicBezTo>
                  <a:cubicBezTo>
                    <a:pt x="94" y="2"/>
                    <a:pt x="86" y="1"/>
                    <a:pt x="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7">
              <a:extLst>
                <a:ext uri="{FF2B5EF4-FFF2-40B4-BE49-F238E27FC236}">
                  <a16:creationId xmlns:a16="http://schemas.microsoft.com/office/drawing/2014/main" id="{C4886556-5059-4CB6-A076-F4B534B6C556}"/>
                </a:ext>
              </a:extLst>
            </p:cNvPr>
            <p:cNvSpPr/>
            <p:nvPr/>
          </p:nvSpPr>
          <p:spPr>
            <a:xfrm>
              <a:off x="5670858" y="-1412415"/>
              <a:ext cx="27010" cy="20557"/>
            </a:xfrm>
            <a:custGeom>
              <a:avLst/>
              <a:gdLst/>
              <a:ahLst/>
              <a:cxnLst/>
              <a:rect l="l" t="t" r="r" b="b"/>
              <a:pathLst>
                <a:path w="406" h="309" extrusionOk="0">
                  <a:moveTo>
                    <a:pt x="275" y="0"/>
                  </a:moveTo>
                  <a:cubicBezTo>
                    <a:pt x="272" y="0"/>
                    <a:pt x="268" y="0"/>
                    <a:pt x="264" y="1"/>
                  </a:cubicBezTo>
                  <a:cubicBezTo>
                    <a:pt x="252" y="2"/>
                    <a:pt x="239" y="6"/>
                    <a:pt x="227" y="9"/>
                  </a:cubicBezTo>
                  <a:cubicBezTo>
                    <a:pt x="220" y="10"/>
                    <a:pt x="214" y="12"/>
                    <a:pt x="208" y="14"/>
                  </a:cubicBezTo>
                  <a:cubicBezTo>
                    <a:pt x="194" y="18"/>
                    <a:pt x="182" y="21"/>
                    <a:pt x="168" y="25"/>
                  </a:cubicBezTo>
                  <a:cubicBezTo>
                    <a:pt x="162" y="26"/>
                    <a:pt x="155" y="28"/>
                    <a:pt x="149" y="30"/>
                  </a:cubicBezTo>
                  <a:cubicBezTo>
                    <a:pt x="121" y="40"/>
                    <a:pt x="102" y="58"/>
                    <a:pt x="81" y="78"/>
                  </a:cubicBezTo>
                  <a:cubicBezTo>
                    <a:pt x="58" y="101"/>
                    <a:pt x="30" y="123"/>
                    <a:pt x="17" y="154"/>
                  </a:cubicBezTo>
                  <a:cubicBezTo>
                    <a:pt x="4" y="183"/>
                    <a:pt x="1" y="245"/>
                    <a:pt x="30" y="268"/>
                  </a:cubicBezTo>
                  <a:lnTo>
                    <a:pt x="42" y="278"/>
                  </a:lnTo>
                  <a:cubicBezTo>
                    <a:pt x="66" y="297"/>
                    <a:pt x="92" y="308"/>
                    <a:pt x="121" y="308"/>
                  </a:cubicBezTo>
                  <a:cubicBezTo>
                    <a:pt x="126" y="308"/>
                    <a:pt x="131" y="308"/>
                    <a:pt x="136" y="307"/>
                  </a:cubicBezTo>
                  <a:cubicBezTo>
                    <a:pt x="159" y="304"/>
                    <a:pt x="183" y="301"/>
                    <a:pt x="206" y="297"/>
                  </a:cubicBezTo>
                  <a:cubicBezTo>
                    <a:pt x="234" y="292"/>
                    <a:pt x="256" y="284"/>
                    <a:pt x="280" y="267"/>
                  </a:cubicBezTo>
                  <a:cubicBezTo>
                    <a:pt x="285" y="262"/>
                    <a:pt x="290" y="258"/>
                    <a:pt x="296" y="254"/>
                  </a:cubicBezTo>
                  <a:lnTo>
                    <a:pt x="323" y="232"/>
                  </a:lnTo>
                  <a:cubicBezTo>
                    <a:pt x="347" y="213"/>
                    <a:pt x="374" y="194"/>
                    <a:pt x="385" y="164"/>
                  </a:cubicBezTo>
                  <a:cubicBezTo>
                    <a:pt x="389" y="155"/>
                    <a:pt x="392" y="145"/>
                    <a:pt x="395" y="135"/>
                  </a:cubicBezTo>
                  <a:cubicBezTo>
                    <a:pt x="401" y="113"/>
                    <a:pt x="406" y="90"/>
                    <a:pt x="396" y="68"/>
                  </a:cubicBezTo>
                  <a:cubicBezTo>
                    <a:pt x="387" y="47"/>
                    <a:pt x="371" y="25"/>
                    <a:pt x="348" y="18"/>
                  </a:cubicBezTo>
                  <a:cubicBezTo>
                    <a:pt x="340" y="14"/>
                    <a:pt x="331" y="12"/>
                    <a:pt x="324" y="9"/>
                  </a:cubicBezTo>
                  <a:cubicBezTo>
                    <a:pt x="308" y="4"/>
                    <a:pt x="292" y="0"/>
                    <a:pt x="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7">
              <a:extLst>
                <a:ext uri="{FF2B5EF4-FFF2-40B4-BE49-F238E27FC236}">
                  <a16:creationId xmlns:a16="http://schemas.microsoft.com/office/drawing/2014/main" id="{6A668FFC-36CD-6C99-0C8A-969C0F634005}"/>
                </a:ext>
              </a:extLst>
            </p:cNvPr>
            <p:cNvSpPr/>
            <p:nvPr/>
          </p:nvSpPr>
          <p:spPr>
            <a:xfrm>
              <a:off x="5852811" y="-989233"/>
              <a:ext cx="67392" cy="85022"/>
            </a:xfrm>
            <a:custGeom>
              <a:avLst/>
              <a:gdLst/>
              <a:ahLst/>
              <a:cxnLst/>
              <a:rect l="l" t="t" r="r" b="b"/>
              <a:pathLst>
                <a:path w="1013" h="1278" extrusionOk="0">
                  <a:moveTo>
                    <a:pt x="366" y="1"/>
                  </a:moveTo>
                  <a:cubicBezTo>
                    <a:pt x="353" y="1"/>
                    <a:pt x="341" y="1"/>
                    <a:pt x="329" y="3"/>
                  </a:cubicBezTo>
                  <a:cubicBezTo>
                    <a:pt x="177" y="26"/>
                    <a:pt x="48" y="139"/>
                    <a:pt x="25" y="295"/>
                  </a:cubicBezTo>
                  <a:cubicBezTo>
                    <a:pt x="0" y="466"/>
                    <a:pt x="19" y="635"/>
                    <a:pt x="69" y="800"/>
                  </a:cubicBezTo>
                  <a:cubicBezTo>
                    <a:pt x="86" y="851"/>
                    <a:pt x="116" y="899"/>
                    <a:pt x="143" y="945"/>
                  </a:cubicBezTo>
                  <a:cubicBezTo>
                    <a:pt x="157" y="970"/>
                    <a:pt x="173" y="993"/>
                    <a:pt x="190" y="1016"/>
                  </a:cubicBezTo>
                  <a:cubicBezTo>
                    <a:pt x="208" y="1041"/>
                    <a:pt x="227" y="1064"/>
                    <a:pt x="248" y="1087"/>
                  </a:cubicBezTo>
                  <a:cubicBezTo>
                    <a:pt x="268" y="1108"/>
                    <a:pt x="289" y="1136"/>
                    <a:pt x="312" y="1154"/>
                  </a:cubicBezTo>
                  <a:cubicBezTo>
                    <a:pt x="353" y="1186"/>
                    <a:pt x="406" y="1210"/>
                    <a:pt x="458" y="1218"/>
                  </a:cubicBezTo>
                  <a:cubicBezTo>
                    <a:pt x="461" y="1218"/>
                    <a:pt x="465" y="1218"/>
                    <a:pt x="469" y="1218"/>
                  </a:cubicBezTo>
                  <a:cubicBezTo>
                    <a:pt x="471" y="1218"/>
                    <a:pt x="473" y="1218"/>
                    <a:pt x="474" y="1218"/>
                  </a:cubicBezTo>
                  <a:cubicBezTo>
                    <a:pt x="479" y="1220"/>
                    <a:pt x="482" y="1224"/>
                    <a:pt x="486" y="1226"/>
                  </a:cubicBezTo>
                  <a:cubicBezTo>
                    <a:pt x="523" y="1253"/>
                    <a:pt x="565" y="1269"/>
                    <a:pt x="612" y="1274"/>
                  </a:cubicBezTo>
                  <a:cubicBezTo>
                    <a:pt x="627" y="1276"/>
                    <a:pt x="643" y="1277"/>
                    <a:pt x="659" y="1277"/>
                  </a:cubicBezTo>
                  <a:cubicBezTo>
                    <a:pt x="731" y="1277"/>
                    <a:pt x="811" y="1255"/>
                    <a:pt x="865" y="1212"/>
                  </a:cubicBezTo>
                  <a:cubicBezTo>
                    <a:pt x="936" y="1155"/>
                    <a:pt x="995" y="1076"/>
                    <a:pt x="1005" y="983"/>
                  </a:cubicBezTo>
                  <a:cubicBezTo>
                    <a:pt x="1013" y="909"/>
                    <a:pt x="998" y="839"/>
                    <a:pt x="965" y="775"/>
                  </a:cubicBezTo>
                  <a:lnTo>
                    <a:pt x="965" y="775"/>
                  </a:lnTo>
                  <a:cubicBezTo>
                    <a:pt x="967" y="777"/>
                    <a:pt x="968" y="780"/>
                    <a:pt x="969" y="782"/>
                  </a:cubicBezTo>
                  <a:cubicBezTo>
                    <a:pt x="946" y="738"/>
                    <a:pt x="928" y="692"/>
                    <a:pt x="905" y="647"/>
                  </a:cubicBezTo>
                  <a:lnTo>
                    <a:pt x="833" y="508"/>
                  </a:lnTo>
                  <a:cubicBezTo>
                    <a:pt x="785" y="412"/>
                    <a:pt x="736" y="318"/>
                    <a:pt x="688" y="223"/>
                  </a:cubicBezTo>
                  <a:lnTo>
                    <a:pt x="645" y="144"/>
                  </a:lnTo>
                  <a:cubicBezTo>
                    <a:pt x="619" y="105"/>
                    <a:pt x="584" y="74"/>
                    <a:pt x="542" y="53"/>
                  </a:cubicBezTo>
                  <a:cubicBezTo>
                    <a:pt x="490" y="22"/>
                    <a:pt x="428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7">
              <a:extLst>
                <a:ext uri="{FF2B5EF4-FFF2-40B4-BE49-F238E27FC236}">
                  <a16:creationId xmlns:a16="http://schemas.microsoft.com/office/drawing/2014/main" id="{6D41F327-C8F2-CD00-9B36-01A80E137211}"/>
                </a:ext>
              </a:extLst>
            </p:cNvPr>
            <p:cNvSpPr/>
            <p:nvPr/>
          </p:nvSpPr>
          <p:spPr>
            <a:xfrm>
              <a:off x="5946948" y="-935079"/>
              <a:ext cx="29339" cy="27077"/>
            </a:xfrm>
            <a:custGeom>
              <a:avLst/>
              <a:gdLst/>
              <a:ahLst/>
              <a:cxnLst/>
              <a:rect l="l" t="t" r="r" b="b"/>
              <a:pathLst>
                <a:path w="441" h="407" extrusionOk="0">
                  <a:moveTo>
                    <a:pt x="200" y="1"/>
                  </a:moveTo>
                  <a:cubicBezTo>
                    <a:pt x="184" y="1"/>
                    <a:pt x="169" y="3"/>
                    <a:pt x="153" y="8"/>
                  </a:cubicBezTo>
                  <a:cubicBezTo>
                    <a:pt x="128" y="12"/>
                    <a:pt x="104" y="22"/>
                    <a:pt x="83" y="39"/>
                  </a:cubicBezTo>
                  <a:cubicBezTo>
                    <a:pt x="59" y="55"/>
                    <a:pt x="42" y="75"/>
                    <a:pt x="30" y="99"/>
                  </a:cubicBezTo>
                  <a:cubicBezTo>
                    <a:pt x="14" y="121"/>
                    <a:pt x="5" y="145"/>
                    <a:pt x="1" y="172"/>
                  </a:cubicBezTo>
                  <a:cubicBezTo>
                    <a:pt x="1" y="189"/>
                    <a:pt x="1" y="206"/>
                    <a:pt x="0" y="223"/>
                  </a:cubicBezTo>
                  <a:cubicBezTo>
                    <a:pt x="5" y="259"/>
                    <a:pt x="17" y="290"/>
                    <a:pt x="37" y="318"/>
                  </a:cubicBezTo>
                  <a:cubicBezTo>
                    <a:pt x="50" y="332"/>
                    <a:pt x="62" y="345"/>
                    <a:pt x="75" y="358"/>
                  </a:cubicBezTo>
                  <a:cubicBezTo>
                    <a:pt x="103" y="380"/>
                    <a:pt x="134" y="395"/>
                    <a:pt x="171" y="400"/>
                  </a:cubicBezTo>
                  <a:cubicBezTo>
                    <a:pt x="177" y="401"/>
                    <a:pt x="185" y="402"/>
                    <a:pt x="191" y="403"/>
                  </a:cubicBezTo>
                  <a:cubicBezTo>
                    <a:pt x="195" y="403"/>
                    <a:pt x="198" y="404"/>
                    <a:pt x="201" y="404"/>
                  </a:cubicBezTo>
                  <a:cubicBezTo>
                    <a:pt x="212" y="406"/>
                    <a:pt x="222" y="406"/>
                    <a:pt x="232" y="406"/>
                  </a:cubicBezTo>
                  <a:cubicBezTo>
                    <a:pt x="275" y="406"/>
                    <a:pt x="315" y="394"/>
                    <a:pt x="351" y="369"/>
                  </a:cubicBezTo>
                  <a:cubicBezTo>
                    <a:pt x="393" y="339"/>
                    <a:pt x="426" y="288"/>
                    <a:pt x="434" y="236"/>
                  </a:cubicBezTo>
                  <a:cubicBezTo>
                    <a:pt x="441" y="186"/>
                    <a:pt x="425" y="129"/>
                    <a:pt x="397" y="89"/>
                  </a:cubicBezTo>
                  <a:cubicBezTo>
                    <a:pt x="364" y="44"/>
                    <a:pt x="315" y="16"/>
                    <a:pt x="261" y="8"/>
                  </a:cubicBezTo>
                  <a:cubicBezTo>
                    <a:pt x="258" y="7"/>
                    <a:pt x="254" y="7"/>
                    <a:pt x="250" y="6"/>
                  </a:cubicBezTo>
                  <a:cubicBezTo>
                    <a:pt x="243" y="4"/>
                    <a:pt x="237" y="4"/>
                    <a:pt x="230" y="3"/>
                  </a:cubicBezTo>
                  <a:cubicBezTo>
                    <a:pt x="220" y="1"/>
                    <a:pt x="210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>
              <a:extLst>
                <a:ext uri="{FF2B5EF4-FFF2-40B4-BE49-F238E27FC236}">
                  <a16:creationId xmlns:a16="http://schemas.microsoft.com/office/drawing/2014/main" id="{27CFE4D3-4D41-37EF-2674-46BFB70C8DB9}"/>
                </a:ext>
              </a:extLst>
            </p:cNvPr>
            <p:cNvSpPr/>
            <p:nvPr/>
          </p:nvSpPr>
          <p:spPr>
            <a:xfrm>
              <a:off x="6007820" y="-1406294"/>
              <a:ext cx="57945" cy="63933"/>
            </a:xfrm>
            <a:custGeom>
              <a:avLst/>
              <a:gdLst/>
              <a:ahLst/>
              <a:cxnLst/>
              <a:rect l="l" t="t" r="r" b="b"/>
              <a:pathLst>
                <a:path w="871" h="961" extrusionOk="0">
                  <a:moveTo>
                    <a:pt x="483" y="1"/>
                  </a:moveTo>
                  <a:cubicBezTo>
                    <a:pt x="438" y="1"/>
                    <a:pt x="394" y="9"/>
                    <a:pt x="351" y="26"/>
                  </a:cubicBezTo>
                  <a:cubicBezTo>
                    <a:pt x="317" y="39"/>
                    <a:pt x="285" y="57"/>
                    <a:pt x="255" y="78"/>
                  </a:cubicBezTo>
                  <a:cubicBezTo>
                    <a:pt x="245" y="87"/>
                    <a:pt x="235" y="96"/>
                    <a:pt x="224" y="106"/>
                  </a:cubicBezTo>
                  <a:cubicBezTo>
                    <a:pt x="151" y="173"/>
                    <a:pt x="83" y="233"/>
                    <a:pt x="42" y="326"/>
                  </a:cubicBezTo>
                  <a:cubicBezTo>
                    <a:pt x="3" y="414"/>
                    <a:pt x="0" y="511"/>
                    <a:pt x="5" y="605"/>
                  </a:cubicBezTo>
                  <a:cubicBezTo>
                    <a:pt x="8" y="667"/>
                    <a:pt x="43" y="747"/>
                    <a:pt x="80" y="796"/>
                  </a:cubicBezTo>
                  <a:cubicBezTo>
                    <a:pt x="120" y="854"/>
                    <a:pt x="179" y="900"/>
                    <a:pt x="244" y="928"/>
                  </a:cubicBezTo>
                  <a:cubicBezTo>
                    <a:pt x="245" y="929"/>
                    <a:pt x="247" y="930"/>
                    <a:pt x="248" y="931"/>
                  </a:cubicBezTo>
                  <a:cubicBezTo>
                    <a:pt x="295" y="951"/>
                    <a:pt x="343" y="960"/>
                    <a:pt x="393" y="960"/>
                  </a:cubicBezTo>
                  <a:cubicBezTo>
                    <a:pt x="406" y="960"/>
                    <a:pt x="418" y="960"/>
                    <a:pt x="431" y="959"/>
                  </a:cubicBezTo>
                  <a:cubicBezTo>
                    <a:pt x="431" y="959"/>
                    <a:pt x="432" y="959"/>
                    <a:pt x="432" y="957"/>
                  </a:cubicBezTo>
                  <a:cubicBezTo>
                    <a:pt x="434" y="957"/>
                    <a:pt x="437" y="957"/>
                    <a:pt x="439" y="956"/>
                  </a:cubicBezTo>
                  <a:cubicBezTo>
                    <a:pt x="507" y="949"/>
                    <a:pt x="569" y="925"/>
                    <a:pt x="625" y="885"/>
                  </a:cubicBezTo>
                  <a:cubicBezTo>
                    <a:pt x="640" y="873"/>
                    <a:pt x="653" y="859"/>
                    <a:pt x="667" y="846"/>
                  </a:cubicBezTo>
                  <a:cubicBezTo>
                    <a:pt x="709" y="812"/>
                    <a:pt x="740" y="770"/>
                    <a:pt x="760" y="719"/>
                  </a:cubicBezTo>
                  <a:cubicBezTo>
                    <a:pt x="761" y="716"/>
                    <a:pt x="762" y="714"/>
                    <a:pt x="763" y="712"/>
                  </a:cubicBezTo>
                  <a:cubicBezTo>
                    <a:pt x="774" y="694"/>
                    <a:pt x="785" y="677"/>
                    <a:pt x="795" y="659"/>
                  </a:cubicBezTo>
                  <a:cubicBezTo>
                    <a:pt x="801" y="640"/>
                    <a:pt x="807" y="622"/>
                    <a:pt x="811" y="602"/>
                  </a:cubicBezTo>
                  <a:cubicBezTo>
                    <a:pt x="821" y="569"/>
                    <a:pt x="825" y="563"/>
                    <a:pt x="828" y="539"/>
                  </a:cubicBezTo>
                  <a:cubicBezTo>
                    <a:pt x="829" y="530"/>
                    <a:pt x="831" y="523"/>
                    <a:pt x="832" y="516"/>
                  </a:cubicBezTo>
                  <a:cubicBezTo>
                    <a:pt x="865" y="426"/>
                    <a:pt x="871" y="335"/>
                    <a:pt x="836" y="243"/>
                  </a:cubicBezTo>
                  <a:cubicBezTo>
                    <a:pt x="802" y="153"/>
                    <a:pt x="727" y="66"/>
                    <a:pt x="635" y="32"/>
                  </a:cubicBezTo>
                  <a:cubicBezTo>
                    <a:pt x="605" y="21"/>
                    <a:pt x="573" y="11"/>
                    <a:pt x="540" y="5"/>
                  </a:cubicBezTo>
                  <a:cubicBezTo>
                    <a:pt x="521" y="2"/>
                    <a:pt x="502" y="1"/>
                    <a:pt x="4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7">
              <a:extLst>
                <a:ext uri="{FF2B5EF4-FFF2-40B4-BE49-F238E27FC236}">
                  <a16:creationId xmlns:a16="http://schemas.microsoft.com/office/drawing/2014/main" id="{68AD3F75-772E-4545-3AA4-59F57063ADCB}"/>
                </a:ext>
              </a:extLst>
            </p:cNvPr>
            <p:cNvSpPr/>
            <p:nvPr/>
          </p:nvSpPr>
          <p:spPr>
            <a:xfrm>
              <a:off x="6000170" y="-1280690"/>
              <a:ext cx="29339" cy="33796"/>
            </a:xfrm>
            <a:custGeom>
              <a:avLst/>
              <a:gdLst/>
              <a:ahLst/>
              <a:cxnLst/>
              <a:rect l="l" t="t" r="r" b="b"/>
              <a:pathLst>
                <a:path w="441" h="508" extrusionOk="0">
                  <a:moveTo>
                    <a:pt x="227" y="0"/>
                  </a:moveTo>
                  <a:cubicBezTo>
                    <a:pt x="211" y="0"/>
                    <a:pt x="195" y="4"/>
                    <a:pt x="181" y="16"/>
                  </a:cubicBezTo>
                  <a:cubicBezTo>
                    <a:pt x="178" y="18"/>
                    <a:pt x="175" y="20"/>
                    <a:pt x="172" y="22"/>
                  </a:cubicBezTo>
                  <a:cubicBezTo>
                    <a:pt x="137" y="34"/>
                    <a:pt x="104" y="56"/>
                    <a:pt x="82" y="86"/>
                  </a:cubicBezTo>
                  <a:cubicBezTo>
                    <a:pt x="76" y="93"/>
                    <a:pt x="72" y="103"/>
                    <a:pt x="67" y="111"/>
                  </a:cubicBezTo>
                  <a:cubicBezTo>
                    <a:pt x="66" y="113"/>
                    <a:pt x="65" y="115"/>
                    <a:pt x="63" y="117"/>
                  </a:cubicBezTo>
                  <a:cubicBezTo>
                    <a:pt x="38" y="154"/>
                    <a:pt x="18" y="187"/>
                    <a:pt x="10" y="232"/>
                  </a:cubicBezTo>
                  <a:cubicBezTo>
                    <a:pt x="9" y="239"/>
                    <a:pt x="8" y="245"/>
                    <a:pt x="7" y="251"/>
                  </a:cubicBezTo>
                  <a:cubicBezTo>
                    <a:pt x="3" y="275"/>
                    <a:pt x="1" y="296"/>
                    <a:pt x="3" y="323"/>
                  </a:cubicBezTo>
                  <a:cubicBezTo>
                    <a:pt x="9" y="397"/>
                    <a:pt x="61" y="463"/>
                    <a:pt x="127" y="491"/>
                  </a:cubicBezTo>
                  <a:cubicBezTo>
                    <a:pt x="152" y="502"/>
                    <a:pt x="180" y="507"/>
                    <a:pt x="208" y="507"/>
                  </a:cubicBezTo>
                  <a:cubicBezTo>
                    <a:pt x="251" y="507"/>
                    <a:pt x="294" y="494"/>
                    <a:pt x="330" y="469"/>
                  </a:cubicBezTo>
                  <a:cubicBezTo>
                    <a:pt x="338" y="463"/>
                    <a:pt x="346" y="456"/>
                    <a:pt x="353" y="448"/>
                  </a:cubicBezTo>
                  <a:cubicBezTo>
                    <a:pt x="361" y="443"/>
                    <a:pt x="368" y="435"/>
                    <a:pt x="374" y="427"/>
                  </a:cubicBezTo>
                  <a:cubicBezTo>
                    <a:pt x="375" y="425"/>
                    <a:pt x="377" y="423"/>
                    <a:pt x="378" y="421"/>
                  </a:cubicBezTo>
                  <a:cubicBezTo>
                    <a:pt x="390" y="401"/>
                    <a:pt x="403" y="381"/>
                    <a:pt x="414" y="361"/>
                  </a:cubicBezTo>
                  <a:cubicBezTo>
                    <a:pt x="415" y="359"/>
                    <a:pt x="416" y="356"/>
                    <a:pt x="419" y="354"/>
                  </a:cubicBezTo>
                  <a:lnTo>
                    <a:pt x="421" y="350"/>
                  </a:lnTo>
                  <a:cubicBezTo>
                    <a:pt x="426" y="332"/>
                    <a:pt x="431" y="314"/>
                    <a:pt x="436" y="296"/>
                  </a:cubicBezTo>
                  <a:cubicBezTo>
                    <a:pt x="441" y="274"/>
                    <a:pt x="438" y="251"/>
                    <a:pt x="437" y="228"/>
                  </a:cubicBezTo>
                  <a:cubicBezTo>
                    <a:pt x="436" y="218"/>
                    <a:pt x="435" y="208"/>
                    <a:pt x="434" y="198"/>
                  </a:cubicBezTo>
                  <a:cubicBezTo>
                    <a:pt x="428" y="160"/>
                    <a:pt x="419" y="126"/>
                    <a:pt x="397" y="94"/>
                  </a:cubicBezTo>
                  <a:cubicBezTo>
                    <a:pt x="384" y="77"/>
                    <a:pt x="371" y="62"/>
                    <a:pt x="355" y="51"/>
                  </a:cubicBezTo>
                  <a:cubicBezTo>
                    <a:pt x="334" y="38"/>
                    <a:pt x="313" y="24"/>
                    <a:pt x="290" y="15"/>
                  </a:cubicBezTo>
                  <a:cubicBezTo>
                    <a:pt x="271" y="7"/>
                    <a:pt x="249" y="0"/>
                    <a:pt x="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7">
              <a:extLst>
                <a:ext uri="{FF2B5EF4-FFF2-40B4-BE49-F238E27FC236}">
                  <a16:creationId xmlns:a16="http://schemas.microsoft.com/office/drawing/2014/main" id="{9D52C32B-F2BB-FC61-09E6-6CAB474AC596}"/>
                </a:ext>
              </a:extLst>
            </p:cNvPr>
            <p:cNvSpPr/>
            <p:nvPr/>
          </p:nvSpPr>
          <p:spPr>
            <a:xfrm>
              <a:off x="6085458" y="-1237514"/>
              <a:ext cx="25014" cy="25480"/>
            </a:xfrm>
            <a:custGeom>
              <a:avLst/>
              <a:gdLst/>
              <a:ahLst/>
              <a:cxnLst/>
              <a:rect l="l" t="t" r="r" b="b"/>
              <a:pathLst>
                <a:path w="376" h="383" extrusionOk="0">
                  <a:moveTo>
                    <a:pt x="157" y="1"/>
                  </a:moveTo>
                  <a:cubicBezTo>
                    <a:pt x="134" y="2"/>
                    <a:pt x="112" y="9"/>
                    <a:pt x="93" y="22"/>
                  </a:cubicBezTo>
                  <a:cubicBezTo>
                    <a:pt x="79" y="28"/>
                    <a:pt x="66" y="36"/>
                    <a:pt x="56" y="49"/>
                  </a:cubicBezTo>
                  <a:cubicBezTo>
                    <a:pt x="37" y="64"/>
                    <a:pt x="23" y="84"/>
                    <a:pt x="15" y="106"/>
                  </a:cubicBezTo>
                  <a:cubicBezTo>
                    <a:pt x="12" y="111"/>
                    <a:pt x="2" y="146"/>
                    <a:pt x="1" y="152"/>
                  </a:cubicBezTo>
                  <a:cubicBezTo>
                    <a:pt x="1" y="167"/>
                    <a:pt x="0" y="182"/>
                    <a:pt x="0" y="198"/>
                  </a:cubicBezTo>
                  <a:lnTo>
                    <a:pt x="0" y="200"/>
                  </a:lnTo>
                  <a:cubicBezTo>
                    <a:pt x="3" y="216"/>
                    <a:pt x="8" y="233"/>
                    <a:pt x="13" y="250"/>
                  </a:cubicBezTo>
                  <a:cubicBezTo>
                    <a:pt x="13" y="253"/>
                    <a:pt x="14" y="255"/>
                    <a:pt x="15" y="258"/>
                  </a:cubicBezTo>
                  <a:cubicBezTo>
                    <a:pt x="15" y="259"/>
                    <a:pt x="16" y="260"/>
                    <a:pt x="16" y="263"/>
                  </a:cubicBezTo>
                  <a:lnTo>
                    <a:pt x="39" y="304"/>
                  </a:lnTo>
                  <a:cubicBezTo>
                    <a:pt x="53" y="326"/>
                    <a:pt x="72" y="342"/>
                    <a:pt x="94" y="354"/>
                  </a:cubicBezTo>
                  <a:cubicBezTo>
                    <a:pt x="121" y="370"/>
                    <a:pt x="110" y="365"/>
                    <a:pt x="140" y="373"/>
                  </a:cubicBezTo>
                  <a:cubicBezTo>
                    <a:pt x="153" y="378"/>
                    <a:pt x="157" y="380"/>
                    <a:pt x="165" y="381"/>
                  </a:cubicBezTo>
                  <a:lnTo>
                    <a:pt x="173" y="381"/>
                  </a:lnTo>
                  <a:cubicBezTo>
                    <a:pt x="185" y="382"/>
                    <a:pt x="198" y="382"/>
                    <a:pt x="212" y="382"/>
                  </a:cubicBezTo>
                  <a:cubicBezTo>
                    <a:pt x="217" y="382"/>
                    <a:pt x="223" y="382"/>
                    <a:pt x="228" y="382"/>
                  </a:cubicBezTo>
                  <a:cubicBezTo>
                    <a:pt x="250" y="380"/>
                    <a:pt x="270" y="373"/>
                    <a:pt x="288" y="362"/>
                  </a:cubicBezTo>
                  <a:cubicBezTo>
                    <a:pt x="308" y="353"/>
                    <a:pt x="324" y="339"/>
                    <a:pt x="338" y="321"/>
                  </a:cubicBezTo>
                  <a:cubicBezTo>
                    <a:pt x="346" y="309"/>
                    <a:pt x="354" y="296"/>
                    <a:pt x="361" y="283"/>
                  </a:cubicBezTo>
                  <a:cubicBezTo>
                    <a:pt x="372" y="257"/>
                    <a:pt x="376" y="231"/>
                    <a:pt x="374" y="204"/>
                  </a:cubicBezTo>
                  <a:lnTo>
                    <a:pt x="374" y="204"/>
                  </a:lnTo>
                  <a:cubicBezTo>
                    <a:pt x="374" y="203"/>
                    <a:pt x="374" y="202"/>
                    <a:pt x="374" y="201"/>
                  </a:cubicBezTo>
                  <a:cubicBezTo>
                    <a:pt x="374" y="201"/>
                    <a:pt x="374" y="201"/>
                    <a:pt x="374" y="200"/>
                  </a:cubicBezTo>
                  <a:cubicBezTo>
                    <a:pt x="374" y="199"/>
                    <a:pt x="374" y="198"/>
                    <a:pt x="374" y="197"/>
                  </a:cubicBezTo>
                  <a:cubicBezTo>
                    <a:pt x="374" y="175"/>
                    <a:pt x="372" y="154"/>
                    <a:pt x="363" y="130"/>
                  </a:cubicBezTo>
                  <a:cubicBezTo>
                    <a:pt x="355" y="106"/>
                    <a:pt x="341" y="86"/>
                    <a:pt x="322" y="69"/>
                  </a:cubicBezTo>
                  <a:cubicBezTo>
                    <a:pt x="318" y="62"/>
                    <a:pt x="311" y="55"/>
                    <a:pt x="304" y="50"/>
                  </a:cubicBezTo>
                  <a:cubicBezTo>
                    <a:pt x="273" y="28"/>
                    <a:pt x="242" y="2"/>
                    <a:pt x="202" y="2"/>
                  </a:cubicBezTo>
                  <a:cubicBezTo>
                    <a:pt x="187" y="1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7">
              <a:extLst>
                <a:ext uri="{FF2B5EF4-FFF2-40B4-BE49-F238E27FC236}">
                  <a16:creationId xmlns:a16="http://schemas.microsoft.com/office/drawing/2014/main" id="{269F9629-3D6B-D7D7-6B07-0C305CB08466}"/>
                </a:ext>
              </a:extLst>
            </p:cNvPr>
            <p:cNvSpPr/>
            <p:nvPr/>
          </p:nvSpPr>
          <p:spPr>
            <a:xfrm>
              <a:off x="6067229" y="-1081640"/>
              <a:ext cx="57280" cy="58544"/>
            </a:xfrm>
            <a:custGeom>
              <a:avLst/>
              <a:gdLst/>
              <a:ahLst/>
              <a:cxnLst/>
              <a:rect l="l" t="t" r="r" b="b"/>
              <a:pathLst>
                <a:path w="861" h="880" extrusionOk="0">
                  <a:moveTo>
                    <a:pt x="269" y="0"/>
                  </a:moveTo>
                  <a:cubicBezTo>
                    <a:pt x="238" y="0"/>
                    <a:pt x="202" y="8"/>
                    <a:pt x="179" y="28"/>
                  </a:cubicBezTo>
                  <a:cubicBezTo>
                    <a:pt x="109" y="89"/>
                    <a:pt x="51" y="160"/>
                    <a:pt x="24" y="252"/>
                  </a:cubicBezTo>
                  <a:cubicBezTo>
                    <a:pt x="1" y="336"/>
                    <a:pt x="2" y="427"/>
                    <a:pt x="22" y="512"/>
                  </a:cubicBezTo>
                  <a:cubicBezTo>
                    <a:pt x="45" y="607"/>
                    <a:pt x="90" y="697"/>
                    <a:pt x="170" y="759"/>
                  </a:cubicBezTo>
                  <a:cubicBezTo>
                    <a:pt x="186" y="772"/>
                    <a:pt x="203" y="782"/>
                    <a:pt x="220" y="792"/>
                  </a:cubicBezTo>
                  <a:cubicBezTo>
                    <a:pt x="259" y="828"/>
                    <a:pt x="305" y="850"/>
                    <a:pt x="358" y="861"/>
                  </a:cubicBezTo>
                  <a:cubicBezTo>
                    <a:pt x="391" y="873"/>
                    <a:pt x="426" y="879"/>
                    <a:pt x="462" y="879"/>
                  </a:cubicBezTo>
                  <a:cubicBezTo>
                    <a:pt x="477" y="879"/>
                    <a:pt x="491" y="878"/>
                    <a:pt x="506" y="876"/>
                  </a:cubicBezTo>
                  <a:cubicBezTo>
                    <a:pt x="538" y="869"/>
                    <a:pt x="571" y="861"/>
                    <a:pt x="603" y="853"/>
                  </a:cubicBezTo>
                  <a:cubicBezTo>
                    <a:pt x="653" y="835"/>
                    <a:pt x="696" y="807"/>
                    <a:pt x="730" y="768"/>
                  </a:cubicBezTo>
                  <a:cubicBezTo>
                    <a:pt x="759" y="747"/>
                    <a:pt x="781" y="720"/>
                    <a:pt x="795" y="688"/>
                  </a:cubicBezTo>
                  <a:cubicBezTo>
                    <a:pt x="826" y="646"/>
                    <a:pt x="844" y="598"/>
                    <a:pt x="850" y="545"/>
                  </a:cubicBezTo>
                  <a:cubicBezTo>
                    <a:pt x="860" y="445"/>
                    <a:pt x="842" y="342"/>
                    <a:pt x="781" y="260"/>
                  </a:cubicBezTo>
                  <a:cubicBezTo>
                    <a:pt x="746" y="214"/>
                    <a:pt x="724" y="170"/>
                    <a:pt x="673" y="133"/>
                  </a:cubicBezTo>
                  <a:cubicBezTo>
                    <a:pt x="632" y="104"/>
                    <a:pt x="590" y="71"/>
                    <a:pt x="541" y="57"/>
                  </a:cubicBezTo>
                  <a:cubicBezTo>
                    <a:pt x="524" y="51"/>
                    <a:pt x="508" y="46"/>
                    <a:pt x="493" y="40"/>
                  </a:cubicBezTo>
                  <a:cubicBezTo>
                    <a:pt x="489" y="38"/>
                    <a:pt x="484" y="36"/>
                    <a:pt x="480" y="35"/>
                  </a:cubicBezTo>
                  <a:cubicBezTo>
                    <a:pt x="445" y="19"/>
                    <a:pt x="408" y="13"/>
                    <a:pt x="370" y="10"/>
                  </a:cubicBezTo>
                  <a:cubicBezTo>
                    <a:pt x="346" y="10"/>
                    <a:pt x="322" y="8"/>
                    <a:pt x="298" y="1"/>
                  </a:cubicBezTo>
                  <a:lnTo>
                    <a:pt x="298" y="1"/>
                  </a:lnTo>
                  <a:lnTo>
                    <a:pt x="327" y="10"/>
                  </a:lnTo>
                  <a:lnTo>
                    <a:pt x="326" y="10"/>
                  </a:lnTo>
                  <a:cubicBezTo>
                    <a:pt x="310" y="4"/>
                    <a:pt x="293" y="0"/>
                    <a:pt x="275" y="0"/>
                  </a:cubicBezTo>
                  <a:cubicBezTo>
                    <a:pt x="273" y="0"/>
                    <a:pt x="271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7">
              <a:extLst>
                <a:ext uri="{FF2B5EF4-FFF2-40B4-BE49-F238E27FC236}">
                  <a16:creationId xmlns:a16="http://schemas.microsoft.com/office/drawing/2014/main" id="{B0D9A328-DC2A-3B50-0104-77071859E7B4}"/>
                </a:ext>
              </a:extLst>
            </p:cNvPr>
            <p:cNvSpPr/>
            <p:nvPr/>
          </p:nvSpPr>
          <p:spPr>
            <a:xfrm>
              <a:off x="6173141" y="-1068800"/>
              <a:ext cx="27942" cy="30004"/>
            </a:xfrm>
            <a:custGeom>
              <a:avLst/>
              <a:gdLst/>
              <a:ahLst/>
              <a:cxnLst/>
              <a:rect l="l" t="t" r="r" b="b"/>
              <a:pathLst>
                <a:path w="420" h="451" extrusionOk="0">
                  <a:moveTo>
                    <a:pt x="205" y="0"/>
                  </a:moveTo>
                  <a:cubicBezTo>
                    <a:pt x="189" y="0"/>
                    <a:pt x="173" y="3"/>
                    <a:pt x="157" y="8"/>
                  </a:cubicBezTo>
                  <a:cubicBezTo>
                    <a:pt x="140" y="10"/>
                    <a:pt x="123" y="15"/>
                    <a:pt x="110" y="26"/>
                  </a:cubicBezTo>
                  <a:cubicBezTo>
                    <a:pt x="84" y="36"/>
                    <a:pt x="64" y="53"/>
                    <a:pt x="47" y="75"/>
                  </a:cubicBezTo>
                  <a:cubicBezTo>
                    <a:pt x="38" y="91"/>
                    <a:pt x="29" y="107"/>
                    <a:pt x="20" y="121"/>
                  </a:cubicBezTo>
                  <a:cubicBezTo>
                    <a:pt x="6" y="154"/>
                    <a:pt x="1" y="188"/>
                    <a:pt x="4" y="223"/>
                  </a:cubicBezTo>
                  <a:cubicBezTo>
                    <a:pt x="5" y="229"/>
                    <a:pt x="6" y="235"/>
                    <a:pt x="7" y="243"/>
                  </a:cubicBezTo>
                  <a:cubicBezTo>
                    <a:pt x="9" y="256"/>
                    <a:pt x="12" y="270"/>
                    <a:pt x="15" y="284"/>
                  </a:cubicBezTo>
                  <a:cubicBezTo>
                    <a:pt x="16" y="294"/>
                    <a:pt x="19" y="303"/>
                    <a:pt x="23" y="312"/>
                  </a:cubicBezTo>
                  <a:cubicBezTo>
                    <a:pt x="36" y="346"/>
                    <a:pt x="57" y="374"/>
                    <a:pt x="86" y="397"/>
                  </a:cubicBezTo>
                  <a:cubicBezTo>
                    <a:pt x="88" y="400"/>
                    <a:pt x="90" y="401"/>
                    <a:pt x="92" y="403"/>
                  </a:cubicBezTo>
                  <a:cubicBezTo>
                    <a:pt x="110" y="414"/>
                    <a:pt x="127" y="428"/>
                    <a:pt x="146" y="435"/>
                  </a:cubicBezTo>
                  <a:cubicBezTo>
                    <a:pt x="162" y="439"/>
                    <a:pt x="178" y="444"/>
                    <a:pt x="192" y="449"/>
                  </a:cubicBezTo>
                  <a:cubicBezTo>
                    <a:pt x="201" y="450"/>
                    <a:pt x="209" y="451"/>
                    <a:pt x="217" y="451"/>
                  </a:cubicBezTo>
                  <a:cubicBezTo>
                    <a:pt x="233" y="451"/>
                    <a:pt x="248" y="448"/>
                    <a:pt x="263" y="444"/>
                  </a:cubicBezTo>
                  <a:cubicBezTo>
                    <a:pt x="279" y="442"/>
                    <a:pt x="294" y="436"/>
                    <a:pt x="307" y="427"/>
                  </a:cubicBezTo>
                  <a:cubicBezTo>
                    <a:pt x="330" y="417"/>
                    <a:pt x="349" y="402"/>
                    <a:pt x="364" y="381"/>
                  </a:cubicBezTo>
                  <a:cubicBezTo>
                    <a:pt x="378" y="365"/>
                    <a:pt x="387" y="345"/>
                    <a:pt x="396" y="326"/>
                  </a:cubicBezTo>
                  <a:cubicBezTo>
                    <a:pt x="398" y="324"/>
                    <a:pt x="400" y="322"/>
                    <a:pt x="401" y="320"/>
                  </a:cubicBezTo>
                  <a:cubicBezTo>
                    <a:pt x="414" y="287"/>
                    <a:pt x="419" y="253"/>
                    <a:pt x="416" y="217"/>
                  </a:cubicBezTo>
                  <a:cubicBezTo>
                    <a:pt x="415" y="207"/>
                    <a:pt x="413" y="199"/>
                    <a:pt x="410" y="189"/>
                  </a:cubicBezTo>
                  <a:cubicBezTo>
                    <a:pt x="406" y="175"/>
                    <a:pt x="403" y="162"/>
                    <a:pt x="397" y="148"/>
                  </a:cubicBezTo>
                  <a:cubicBezTo>
                    <a:pt x="395" y="142"/>
                    <a:pt x="393" y="136"/>
                    <a:pt x="391" y="130"/>
                  </a:cubicBezTo>
                  <a:cubicBezTo>
                    <a:pt x="383" y="103"/>
                    <a:pt x="368" y="82"/>
                    <a:pt x="348" y="65"/>
                  </a:cubicBezTo>
                  <a:cubicBezTo>
                    <a:pt x="330" y="43"/>
                    <a:pt x="310" y="27"/>
                    <a:pt x="283" y="18"/>
                  </a:cubicBezTo>
                  <a:cubicBezTo>
                    <a:pt x="267" y="12"/>
                    <a:pt x="250" y="7"/>
                    <a:pt x="233" y="3"/>
                  </a:cubicBezTo>
                  <a:cubicBezTo>
                    <a:pt x="224" y="1"/>
                    <a:pt x="214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7">
              <a:extLst>
                <a:ext uri="{FF2B5EF4-FFF2-40B4-BE49-F238E27FC236}">
                  <a16:creationId xmlns:a16="http://schemas.microsoft.com/office/drawing/2014/main" id="{2FFE3DB7-F9B7-C91E-3D33-9707B5AD0FC3}"/>
                </a:ext>
              </a:extLst>
            </p:cNvPr>
            <p:cNvSpPr/>
            <p:nvPr/>
          </p:nvSpPr>
          <p:spPr>
            <a:xfrm>
              <a:off x="6190638" y="-967545"/>
              <a:ext cx="43243" cy="42910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289" y="1"/>
                  </a:moveTo>
                  <a:lnTo>
                    <a:pt x="209" y="19"/>
                  </a:lnTo>
                  <a:cubicBezTo>
                    <a:pt x="168" y="34"/>
                    <a:pt x="132" y="57"/>
                    <a:pt x="104" y="88"/>
                  </a:cubicBezTo>
                  <a:cubicBezTo>
                    <a:pt x="80" y="106"/>
                    <a:pt x="62" y="128"/>
                    <a:pt x="51" y="155"/>
                  </a:cubicBezTo>
                  <a:cubicBezTo>
                    <a:pt x="33" y="179"/>
                    <a:pt x="21" y="204"/>
                    <a:pt x="17" y="233"/>
                  </a:cubicBezTo>
                  <a:cubicBezTo>
                    <a:pt x="6" y="259"/>
                    <a:pt x="2" y="286"/>
                    <a:pt x="5" y="315"/>
                  </a:cubicBezTo>
                  <a:cubicBezTo>
                    <a:pt x="0" y="356"/>
                    <a:pt x="7" y="396"/>
                    <a:pt x="23" y="436"/>
                  </a:cubicBezTo>
                  <a:cubicBezTo>
                    <a:pt x="23" y="436"/>
                    <a:pt x="23" y="436"/>
                    <a:pt x="23" y="437"/>
                  </a:cubicBezTo>
                  <a:cubicBezTo>
                    <a:pt x="38" y="479"/>
                    <a:pt x="61" y="513"/>
                    <a:pt x="93" y="542"/>
                  </a:cubicBezTo>
                  <a:cubicBezTo>
                    <a:pt x="121" y="576"/>
                    <a:pt x="155" y="601"/>
                    <a:pt x="197" y="618"/>
                  </a:cubicBezTo>
                  <a:cubicBezTo>
                    <a:pt x="223" y="625"/>
                    <a:pt x="251" y="633"/>
                    <a:pt x="278" y="641"/>
                  </a:cubicBezTo>
                  <a:cubicBezTo>
                    <a:pt x="294" y="643"/>
                    <a:pt x="309" y="644"/>
                    <a:pt x="325" y="644"/>
                  </a:cubicBezTo>
                  <a:cubicBezTo>
                    <a:pt x="364" y="644"/>
                    <a:pt x="403" y="638"/>
                    <a:pt x="440" y="623"/>
                  </a:cubicBezTo>
                  <a:cubicBezTo>
                    <a:pt x="508" y="593"/>
                    <a:pt x="503" y="594"/>
                    <a:pt x="546" y="553"/>
                  </a:cubicBezTo>
                  <a:cubicBezTo>
                    <a:pt x="579" y="527"/>
                    <a:pt x="604" y="492"/>
                    <a:pt x="620" y="451"/>
                  </a:cubicBezTo>
                  <a:cubicBezTo>
                    <a:pt x="621" y="451"/>
                    <a:pt x="621" y="450"/>
                    <a:pt x="621" y="450"/>
                  </a:cubicBezTo>
                  <a:cubicBezTo>
                    <a:pt x="640" y="411"/>
                    <a:pt x="647" y="370"/>
                    <a:pt x="645" y="328"/>
                  </a:cubicBezTo>
                  <a:cubicBezTo>
                    <a:pt x="649" y="286"/>
                    <a:pt x="643" y="245"/>
                    <a:pt x="626" y="207"/>
                  </a:cubicBezTo>
                  <a:cubicBezTo>
                    <a:pt x="613" y="182"/>
                    <a:pt x="600" y="158"/>
                    <a:pt x="587" y="132"/>
                  </a:cubicBezTo>
                  <a:cubicBezTo>
                    <a:pt x="552" y="85"/>
                    <a:pt x="507" y="49"/>
                    <a:pt x="453" y="26"/>
                  </a:cubicBezTo>
                  <a:cubicBezTo>
                    <a:pt x="453" y="25"/>
                    <a:pt x="453" y="25"/>
                    <a:pt x="452" y="25"/>
                  </a:cubicBezTo>
                  <a:cubicBezTo>
                    <a:pt x="425" y="17"/>
                    <a:pt x="398" y="9"/>
                    <a:pt x="372" y="2"/>
                  </a:cubicBezTo>
                  <a:lnTo>
                    <a:pt x="2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7">
              <a:extLst>
                <a:ext uri="{FF2B5EF4-FFF2-40B4-BE49-F238E27FC236}">
                  <a16:creationId xmlns:a16="http://schemas.microsoft.com/office/drawing/2014/main" id="{9C77CFF4-BE6E-1098-A08B-1D019AD25968}"/>
                </a:ext>
              </a:extLst>
            </p:cNvPr>
            <p:cNvSpPr/>
            <p:nvPr/>
          </p:nvSpPr>
          <p:spPr>
            <a:xfrm>
              <a:off x="6186912" y="-1208308"/>
              <a:ext cx="32865" cy="35792"/>
            </a:xfrm>
            <a:custGeom>
              <a:avLst/>
              <a:gdLst/>
              <a:ahLst/>
              <a:cxnLst/>
              <a:rect l="l" t="t" r="r" b="b"/>
              <a:pathLst>
                <a:path w="494" h="538" extrusionOk="0">
                  <a:moveTo>
                    <a:pt x="236" y="0"/>
                  </a:moveTo>
                  <a:cubicBezTo>
                    <a:pt x="218" y="0"/>
                    <a:pt x="200" y="5"/>
                    <a:pt x="182" y="12"/>
                  </a:cubicBezTo>
                  <a:lnTo>
                    <a:pt x="178" y="12"/>
                  </a:lnTo>
                  <a:cubicBezTo>
                    <a:pt x="175" y="13"/>
                    <a:pt x="172" y="14"/>
                    <a:pt x="168" y="15"/>
                  </a:cubicBezTo>
                  <a:cubicBezTo>
                    <a:pt x="148" y="22"/>
                    <a:pt x="128" y="33"/>
                    <a:pt x="108" y="45"/>
                  </a:cubicBezTo>
                  <a:cubicBezTo>
                    <a:pt x="91" y="61"/>
                    <a:pt x="75" y="77"/>
                    <a:pt x="60" y="93"/>
                  </a:cubicBezTo>
                  <a:cubicBezTo>
                    <a:pt x="31" y="127"/>
                    <a:pt x="15" y="166"/>
                    <a:pt x="7" y="210"/>
                  </a:cubicBezTo>
                  <a:cubicBezTo>
                    <a:pt x="7" y="217"/>
                    <a:pt x="7" y="225"/>
                    <a:pt x="7" y="233"/>
                  </a:cubicBezTo>
                  <a:cubicBezTo>
                    <a:pt x="6" y="261"/>
                    <a:pt x="1" y="289"/>
                    <a:pt x="4" y="319"/>
                  </a:cubicBezTo>
                  <a:cubicBezTo>
                    <a:pt x="8" y="358"/>
                    <a:pt x="18" y="377"/>
                    <a:pt x="34" y="409"/>
                  </a:cubicBezTo>
                  <a:cubicBezTo>
                    <a:pt x="54" y="446"/>
                    <a:pt x="55" y="447"/>
                    <a:pt x="94" y="484"/>
                  </a:cubicBezTo>
                  <a:cubicBezTo>
                    <a:pt x="95" y="485"/>
                    <a:pt x="96" y="485"/>
                    <a:pt x="97" y="486"/>
                  </a:cubicBezTo>
                  <a:cubicBezTo>
                    <a:pt x="99" y="488"/>
                    <a:pt x="103" y="492"/>
                    <a:pt x="105" y="493"/>
                  </a:cubicBezTo>
                  <a:cubicBezTo>
                    <a:pt x="120" y="503"/>
                    <a:pt x="136" y="512"/>
                    <a:pt x="152" y="522"/>
                  </a:cubicBezTo>
                  <a:lnTo>
                    <a:pt x="204" y="536"/>
                  </a:lnTo>
                  <a:cubicBezTo>
                    <a:pt x="208" y="537"/>
                    <a:pt x="230" y="538"/>
                    <a:pt x="245" y="538"/>
                  </a:cubicBezTo>
                  <a:cubicBezTo>
                    <a:pt x="252" y="538"/>
                    <a:pt x="257" y="538"/>
                    <a:pt x="258" y="537"/>
                  </a:cubicBezTo>
                  <a:lnTo>
                    <a:pt x="262" y="537"/>
                  </a:lnTo>
                  <a:cubicBezTo>
                    <a:pt x="280" y="534"/>
                    <a:pt x="301" y="528"/>
                    <a:pt x="321" y="523"/>
                  </a:cubicBezTo>
                  <a:cubicBezTo>
                    <a:pt x="323" y="522"/>
                    <a:pt x="325" y="522"/>
                    <a:pt x="328" y="521"/>
                  </a:cubicBezTo>
                  <a:cubicBezTo>
                    <a:pt x="339" y="517"/>
                    <a:pt x="340" y="515"/>
                    <a:pt x="358" y="505"/>
                  </a:cubicBezTo>
                  <a:cubicBezTo>
                    <a:pt x="378" y="498"/>
                    <a:pt x="395" y="485"/>
                    <a:pt x="408" y="468"/>
                  </a:cubicBezTo>
                  <a:cubicBezTo>
                    <a:pt x="419" y="462"/>
                    <a:pt x="426" y="455"/>
                    <a:pt x="433" y="445"/>
                  </a:cubicBezTo>
                  <a:cubicBezTo>
                    <a:pt x="438" y="436"/>
                    <a:pt x="445" y="426"/>
                    <a:pt x="450" y="416"/>
                  </a:cubicBezTo>
                  <a:cubicBezTo>
                    <a:pt x="464" y="399"/>
                    <a:pt x="472" y="379"/>
                    <a:pt x="475" y="358"/>
                  </a:cubicBezTo>
                  <a:cubicBezTo>
                    <a:pt x="478" y="347"/>
                    <a:pt x="481" y="335"/>
                    <a:pt x="485" y="324"/>
                  </a:cubicBezTo>
                  <a:cubicBezTo>
                    <a:pt x="487" y="319"/>
                    <a:pt x="488" y="314"/>
                    <a:pt x="489" y="310"/>
                  </a:cubicBezTo>
                  <a:cubicBezTo>
                    <a:pt x="490" y="302"/>
                    <a:pt x="492" y="293"/>
                    <a:pt x="493" y="285"/>
                  </a:cubicBezTo>
                  <a:cubicBezTo>
                    <a:pt x="493" y="284"/>
                    <a:pt x="493" y="283"/>
                    <a:pt x="493" y="282"/>
                  </a:cubicBezTo>
                  <a:cubicBezTo>
                    <a:pt x="493" y="261"/>
                    <a:pt x="494" y="240"/>
                    <a:pt x="494" y="220"/>
                  </a:cubicBezTo>
                  <a:cubicBezTo>
                    <a:pt x="489" y="199"/>
                    <a:pt x="485" y="179"/>
                    <a:pt x="479" y="158"/>
                  </a:cubicBezTo>
                  <a:cubicBezTo>
                    <a:pt x="469" y="140"/>
                    <a:pt x="459" y="122"/>
                    <a:pt x="449" y="103"/>
                  </a:cubicBezTo>
                  <a:cubicBezTo>
                    <a:pt x="444" y="95"/>
                    <a:pt x="410" y="60"/>
                    <a:pt x="403" y="54"/>
                  </a:cubicBezTo>
                  <a:cubicBezTo>
                    <a:pt x="384" y="42"/>
                    <a:pt x="365" y="31"/>
                    <a:pt x="346" y="20"/>
                  </a:cubicBezTo>
                  <a:cubicBezTo>
                    <a:pt x="326" y="14"/>
                    <a:pt x="307" y="9"/>
                    <a:pt x="287" y="3"/>
                  </a:cubicBezTo>
                  <a:lnTo>
                    <a:pt x="283" y="3"/>
                  </a:lnTo>
                  <a:cubicBezTo>
                    <a:pt x="281" y="1"/>
                    <a:pt x="280" y="1"/>
                    <a:pt x="279" y="1"/>
                  </a:cubicBezTo>
                  <a:lnTo>
                    <a:pt x="277" y="1"/>
                  </a:lnTo>
                  <a:cubicBezTo>
                    <a:pt x="273" y="1"/>
                    <a:pt x="269" y="1"/>
                    <a:pt x="265" y="1"/>
                  </a:cubicBezTo>
                  <a:cubicBezTo>
                    <a:pt x="261" y="1"/>
                    <a:pt x="256" y="1"/>
                    <a:pt x="252" y="1"/>
                  </a:cubicBezTo>
                  <a:cubicBezTo>
                    <a:pt x="247" y="1"/>
                    <a:pt x="242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7">
              <a:extLst>
                <a:ext uri="{FF2B5EF4-FFF2-40B4-BE49-F238E27FC236}">
                  <a16:creationId xmlns:a16="http://schemas.microsoft.com/office/drawing/2014/main" id="{F73E5F47-9C42-57F8-8326-28C909DB8DC2}"/>
                </a:ext>
              </a:extLst>
            </p:cNvPr>
            <p:cNvSpPr/>
            <p:nvPr/>
          </p:nvSpPr>
          <p:spPr>
            <a:xfrm>
              <a:off x="6003030" y="-1178637"/>
              <a:ext cx="38253" cy="40914"/>
            </a:xfrm>
            <a:custGeom>
              <a:avLst/>
              <a:gdLst/>
              <a:ahLst/>
              <a:cxnLst/>
              <a:rect l="l" t="t" r="r" b="b"/>
              <a:pathLst>
                <a:path w="575" h="615" extrusionOk="0">
                  <a:moveTo>
                    <a:pt x="253" y="1"/>
                  </a:moveTo>
                  <a:cubicBezTo>
                    <a:pt x="236" y="1"/>
                    <a:pt x="220" y="3"/>
                    <a:pt x="204" y="9"/>
                  </a:cubicBezTo>
                  <a:cubicBezTo>
                    <a:pt x="186" y="11"/>
                    <a:pt x="169" y="17"/>
                    <a:pt x="155" y="27"/>
                  </a:cubicBezTo>
                  <a:cubicBezTo>
                    <a:pt x="129" y="39"/>
                    <a:pt x="108" y="56"/>
                    <a:pt x="91" y="79"/>
                  </a:cubicBezTo>
                  <a:cubicBezTo>
                    <a:pt x="69" y="108"/>
                    <a:pt x="43" y="139"/>
                    <a:pt x="30" y="173"/>
                  </a:cubicBezTo>
                  <a:cubicBezTo>
                    <a:pt x="26" y="184"/>
                    <a:pt x="23" y="196"/>
                    <a:pt x="20" y="207"/>
                  </a:cubicBezTo>
                  <a:cubicBezTo>
                    <a:pt x="15" y="220"/>
                    <a:pt x="11" y="232"/>
                    <a:pt x="10" y="244"/>
                  </a:cubicBezTo>
                  <a:cubicBezTo>
                    <a:pt x="9" y="247"/>
                    <a:pt x="9" y="250"/>
                    <a:pt x="8" y="252"/>
                  </a:cubicBezTo>
                  <a:cubicBezTo>
                    <a:pt x="4" y="282"/>
                    <a:pt x="1" y="308"/>
                    <a:pt x="5" y="339"/>
                  </a:cubicBezTo>
                  <a:cubicBezTo>
                    <a:pt x="10" y="362"/>
                    <a:pt x="17" y="386"/>
                    <a:pt x="22" y="409"/>
                  </a:cubicBezTo>
                  <a:cubicBezTo>
                    <a:pt x="25" y="422"/>
                    <a:pt x="31" y="435"/>
                    <a:pt x="41" y="445"/>
                  </a:cubicBezTo>
                  <a:cubicBezTo>
                    <a:pt x="48" y="459"/>
                    <a:pt x="54" y="471"/>
                    <a:pt x="62" y="484"/>
                  </a:cubicBezTo>
                  <a:lnTo>
                    <a:pt x="72" y="502"/>
                  </a:lnTo>
                  <a:cubicBezTo>
                    <a:pt x="90" y="519"/>
                    <a:pt x="107" y="537"/>
                    <a:pt x="123" y="555"/>
                  </a:cubicBezTo>
                  <a:cubicBezTo>
                    <a:pt x="152" y="580"/>
                    <a:pt x="184" y="596"/>
                    <a:pt x="221" y="603"/>
                  </a:cubicBezTo>
                  <a:cubicBezTo>
                    <a:pt x="238" y="611"/>
                    <a:pt x="257" y="614"/>
                    <a:pt x="277" y="614"/>
                  </a:cubicBezTo>
                  <a:cubicBezTo>
                    <a:pt x="281" y="614"/>
                    <a:pt x="286" y="614"/>
                    <a:pt x="291" y="614"/>
                  </a:cubicBezTo>
                  <a:cubicBezTo>
                    <a:pt x="299" y="615"/>
                    <a:pt x="307" y="615"/>
                    <a:pt x="314" y="615"/>
                  </a:cubicBezTo>
                  <a:cubicBezTo>
                    <a:pt x="342" y="615"/>
                    <a:pt x="368" y="609"/>
                    <a:pt x="394" y="598"/>
                  </a:cubicBezTo>
                  <a:cubicBezTo>
                    <a:pt x="415" y="586"/>
                    <a:pt x="436" y="575"/>
                    <a:pt x="457" y="564"/>
                  </a:cubicBezTo>
                  <a:cubicBezTo>
                    <a:pt x="475" y="547"/>
                    <a:pt x="493" y="530"/>
                    <a:pt x="511" y="513"/>
                  </a:cubicBezTo>
                  <a:cubicBezTo>
                    <a:pt x="536" y="485"/>
                    <a:pt x="551" y="451"/>
                    <a:pt x="559" y="416"/>
                  </a:cubicBezTo>
                  <a:cubicBezTo>
                    <a:pt x="571" y="381"/>
                    <a:pt x="574" y="347"/>
                    <a:pt x="569" y="310"/>
                  </a:cubicBezTo>
                  <a:cubicBezTo>
                    <a:pt x="569" y="305"/>
                    <a:pt x="568" y="299"/>
                    <a:pt x="568" y="292"/>
                  </a:cubicBezTo>
                  <a:cubicBezTo>
                    <a:pt x="567" y="289"/>
                    <a:pt x="567" y="285"/>
                    <a:pt x="567" y="282"/>
                  </a:cubicBezTo>
                  <a:cubicBezTo>
                    <a:pt x="561" y="259"/>
                    <a:pt x="556" y="235"/>
                    <a:pt x="550" y="212"/>
                  </a:cubicBezTo>
                  <a:cubicBezTo>
                    <a:pt x="545" y="199"/>
                    <a:pt x="539" y="188"/>
                    <a:pt x="532" y="176"/>
                  </a:cubicBezTo>
                  <a:cubicBezTo>
                    <a:pt x="516" y="142"/>
                    <a:pt x="493" y="112"/>
                    <a:pt x="461" y="89"/>
                  </a:cubicBezTo>
                  <a:cubicBezTo>
                    <a:pt x="461" y="88"/>
                    <a:pt x="460" y="88"/>
                    <a:pt x="459" y="87"/>
                  </a:cubicBezTo>
                  <a:lnTo>
                    <a:pt x="454" y="82"/>
                  </a:lnTo>
                  <a:cubicBezTo>
                    <a:pt x="450" y="78"/>
                    <a:pt x="446" y="74"/>
                    <a:pt x="442" y="69"/>
                  </a:cubicBezTo>
                  <a:lnTo>
                    <a:pt x="381" y="33"/>
                  </a:lnTo>
                  <a:cubicBezTo>
                    <a:pt x="380" y="33"/>
                    <a:pt x="378" y="32"/>
                    <a:pt x="377" y="32"/>
                  </a:cubicBezTo>
                  <a:cubicBezTo>
                    <a:pt x="375" y="32"/>
                    <a:pt x="373" y="31"/>
                    <a:pt x="371" y="30"/>
                  </a:cubicBezTo>
                  <a:cubicBezTo>
                    <a:pt x="367" y="29"/>
                    <a:pt x="363" y="27"/>
                    <a:pt x="359" y="26"/>
                  </a:cubicBezTo>
                  <a:cubicBezTo>
                    <a:pt x="350" y="23"/>
                    <a:pt x="342" y="21"/>
                    <a:pt x="334" y="18"/>
                  </a:cubicBezTo>
                  <a:cubicBezTo>
                    <a:pt x="316" y="14"/>
                    <a:pt x="299" y="9"/>
                    <a:pt x="282" y="3"/>
                  </a:cubicBezTo>
                  <a:cubicBezTo>
                    <a:pt x="272" y="1"/>
                    <a:pt x="263" y="1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7">
              <a:extLst>
                <a:ext uri="{FF2B5EF4-FFF2-40B4-BE49-F238E27FC236}">
                  <a16:creationId xmlns:a16="http://schemas.microsoft.com/office/drawing/2014/main" id="{6EEF752D-6B87-3281-5F2F-0F2EA66597B5}"/>
                </a:ext>
              </a:extLst>
            </p:cNvPr>
            <p:cNvSpPr/>
            <p:nvPr/>
          </p:nvSpPr>
          <p:spPr>
            <a:xfrm>
              <a:off x="6077474" y="-1443949"/>
              <a:ext cx="22220" cy="25946"/>
            </a:xfrm>
            <a:custGeom>
              <a:avLst/>
              <a:gdLst/>
              <a:ahLst/>
              <a:cxnLst/>
              <a:rect l="l" t="t" r="r" b="b"/>
              <a:pathLst>
                <a:path w="334" h="390" extrusionOk="0">
                  <a:moveTo>
                    <a:pt x="184" y="0"/>
                  </a:moveTo>
                  <a:cubicBezTo>
                    <a:pt x="182" y="0"/>
                    <a:pt x="180" y="1"/>
                    <a:pt x="179" y="1"/>
                  </a:cubicBezTo>
                  <a:cubicBezTo>
                    <a:pt x="162" y="1"/>
                    <a:pt x="142" y="4"/>
                    <a:pt x="129" y="15"/>
                  </a:cubicBezTo>
                  <a:cubicBezTo>
                    <a:pt x="119" y="25"/>
                    <a:pt x="107" y="32"/>
                    <a:pt x="96" y="38"/>
                  </a:cubicBezTo>
                  <a:cubicBezTo>
                    <a:pt x="89" y="43"/>
                    <a:pt x="83" y="49"/>
                    <a:pt x="77" y="54"/>
                  </a:cubicBezTo>
                  <a:cubicBezTo>
                    <a:pt x="67" y="62"/>
                    <a:pt x="52" y="75"/>
                    <a:pt x="44" y="85"/>
                  </a:cubicBezTo>
                  <a:cubicBezTo>
                    <a:pt x="37" y="92"/>
                    <a:pt x="33" y="98"/>
                    <a:pt x="30" y="106"/>
                  </a:cubicBezTo>
                  <a:cubicBezTo>
                    <a:pt x="17" y="124"/>
                    <a:pt x="9" y="144"/>
                    <a:pt x="7" y="166"/>
                  </a:cubicBezTo>
                  <a:cubicBezTo>
                    <a:pt x="6" y="172"/>
                    <a:pt x="7" y="179"/>
                    <a:pt x="7" y="185"/>
                  </a:cubicBezTo>
                  <a:cubicBezTo>
                    <a:pt x="6" y="209"/>
                    <a:pt x="1" y="235"/>
                    <a:pt x="4" y="258"/>
                  </a:cubicBezTo>
                  <a:cubicBezTo>
                    <a:pt x="10" y="299"/>
                    <a:pt x="30" y="337"/>
                    <a:pt x="64" y="361"/>
                  </a:cubicBezTo>
                  <a:cubicBezTo>
                    <a:pt x="87" y="377"/>
                    <a:pt x="99" y="382"/>
                    <a:pt x="127" y="388"/>
                  </a:cubicBezTo>
                  <a:cubicBezTo>
                    <a:pt x="131" y="389"/>
                    <a:pt x="133" y="389"/>
                    <a:pt x="136" y="389"/>
                  </a:cubicBezTo>
                  <a:cubicBezTo>
                    <a:pt x="139" y="389"/>
                    <a:pt x="142" y="389"/>
                    <a:pt x="148" y="389"/>
                  </a:cubicBezTo>
                  <a:cubicBezTo>
                    <a:pt x="152" y="389"/>
                    <a:pt x="156" y="390"/>
                    <a:pt x="160" y="390"/>
                  </a:cubicBezTo>
                  <a:cubicBezTo>
                    <a:pt x="175" y="390"/>
                    <a:pt x="190" y="386"/>
                    <a:pt x="204" y="381"/>
                  </a:cubicBezTo>
                  <a:cubicBezTo>
                    <a:pt x="218" y="376"/>
                    <a:pt x="230" y="370"/>
                    <a:pt x="239" y="360"/>
                  </a:cubicBezTo>
                  <a:cubicBezTo>
                    <a:pt x="256" y="348"/>
                    <a:pt x="268" y="336"/>
                    <a:pt x="278" y="320"/>
                  </a:cubicBezTo>
                  <a:cubicBezTo>
                    <a:pt x="282" y="315"/>
                    <a:pt x="285" y="309"/>
                    <a:pt x="290" y="304"/>
                  </a:cubicBezTo>
                  <a:cubicBezTo>
                    <a:pt x="307" y="277"/>
                    <a:pt x="327" y="249"/>
                    <a:pt x="330" y="214"/>
                  </a:cubicBezTo>
                  <a:cubicBezTo>
                    <a:pt x="334" y="184"/>
                    <a:pt x="331" y="150"/>
                    <a:pt x="318" y="123"/>
                  </a:cubicBezTo>
                  <a:cubicBezTo>
                    <a:pt x="309" y="106"/>
                    <a:pt x="301" y="91"/>
                    <a:pt x="293" y="76"/>
                  </a:cubicBezTo>
                  <a:cubicBezTo>
                    <a:pt x="285" y="65"/>
                    <a:pt x="273" y="54"/>
                    <a:pt x="263" y="45"/>
                  </a:cubicBezTo>
                  <a:cubicBezTo>
                    <a:pt x="262" y="44"/>
                    <a:pt x="260" y="41"/>
                    <a:pt x="259" y="40"/>
                  </a:cubicBezTo>
                  <a:cubicBezTo>
                    <a:pt x="256" y="38"/>
                    <a:pt x="254" y="36"/>
                    <a:pt x="251" y="33"/>
                  </a:cubicBezTo>
                  <a:cubicBezTo>
                    <a:pt x="244" y="28"/>
                    <a:pt x="236" y="23"/>
                    <a:pt x="229" y="18"/>
                  </a:cubicBezTo>
                  <a:lnTo>
                    <a:pt x="210" y="7"/>
                  </a:lnTo>
                  <a:cubicBezTo>
                    <a:pt x="201" y="3"/>
                    <a:pt x="193" y="0"/>
                    <a:pt x="1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7">
              <a:extLst>
                <a:ext uri="{FF2B5EF4-FFF2-40B4-BE49-F238E27FC236}">
                  <a16:creationId xmlns:a16="http://schemas.microsoft.com/office/drawing/2014/main" id="{596FA9F5-A3FE-48E2-E48A-1347BEDA9CC0}"/>
                </a:ext>
              </a:extLst>
            </p:cNvPr>
            <p:cNvSpPr/>
            <p:nvPr/>
          </p:nvSpPr>
          <p:spPr>
            <a:xfrm>
              <a:off x="6261423" y="-953641"/>
              <a:ext cx="24615" cy="23218"/>
            </a:xfrm>
            <a:custGeom>
              <a:avLst/>
              <a:gdLst/>
              <a:ahLst/>
              <a:cxnLst/>
              <a:rect l="l" t="t" r="r" b="b"/>
              <a:pathLst>
                <a:path w="370" h="349" extrusionOk="0">
                  <a:moveTo>
                    <a:pt x="187" y="1"/>
                  </a:moveTo>
                  <a:cubicBezTo>
                    <a:pt x="151" y="1"/>
                    <a:pt x="112" y="13"/>
                    <a:pt x="85" y="34"/>
                  </a:cubicBezTo>
                  <a:cubicBezTo>
                    <a:pt x="71" y="44"/>
                    <a:pt x="54" y="63"/>
                    <a:pt x="41" y="75"/>
                  </a:cubicBezTo>
                  <a:cubicBezTo>
                    <a:pt x="22" y="99"/>
                    <a:pt x="10" y="126"/>
                    <a:pt x="5" y="156"/>
                  </a:cubicBezTo>
                  <a:cubicBezTo>
                    <a:pt x="1" y="185"/>
                    <a:pt x="4" y="213"/>
                    <a:pt x="14" y="241"/>
                  </a:cubicBezTo>
                  <a:cubicBezTo>
                    <a:pt x="26" y="269"/>
                    <a:pt x="43" y="293"/>
                    <a:pt x="67" y="312"/>
                  </a:cubicBezTo>
                  <a:cubicBezTo>
                    <a:pt x="90" y="331"/>
                    <a:pt x="117" y="342"/>
                    <a:pt x="146" y="347"/>
                  </a:cubicBezTo>
                  <a:lnTo>
                    <a:pt x="156" y="347"/>
                  </a:lnTo>
                  <a:cubicBezTo>
                    <a:pt x="167" y="348"/>
                    <a:pt x="178" y="349"/>
                    <a:pt x="188" y="349"/>
                  </a:cubicBezTo>
                  <a:cubicBezTo>
                    <a:pt x="208" y="349"/>
                    <a:pt x="226" y="346"/>
                    <a:pt x="248" y="338"/>
                  </a:cubicBezTo>
                  <a:cubicBezTo>
                    <a:pt x="277" y="327"/>
                    <a:pt x="304" y="308"/>
                    <a:pt x="324" y="283"/>
                  </a:cubicBezTo>
                  <a:cubicBezTo>
                    <a:pt x="345" y="256"/>
                    <a:pt x="354" y="231"/>
                    <a:pt x="361" y="198"/>
                  </a:cubicBezTo>
                  <a:cubicBezTo>
                    <a:pt x="362" y="192"/>
                    <a:pt x="363" y="186"/>
                    <a:pt x="364" y="180"/>
                  </a:cubicBezTo>
                  <a:cubicBezTo>
                    <a:pt x="365" y="174"/>
                    <a:pt x="365" y="168"/>
                    <a:pt x="366" y="162"/>
                  </a:cubicBezTo>
                  <a:cubicBezTo>
                    <a:pt x="366" y="159"/>
                    <a:pt x="367" y="156"/>
                    <a:pt x="367" y="154"/>
                  </a:cubicBezTo>
                  <a:cubicBezTo>
                    <a:pt x="367" y="152"/>
                    <a:pt x="367" y="150"/>
                    <a:pt x="367" y="148"/>
                  </a:cubicBezTo>
                  <a:cubicBezTo>
                    <a:pt x="369" y="135"/>
                    <a:pt x="368" y="121"/>
                    <a:pt x="363" y="109"/>
                  </a:cubicBezTo>
                  <a:cubicBezTo>
                    <a:pt x="358" y="96"/>
                    <a:pt x="350" y="85"/>
                    <a:pt x="339" y="76"/>
                  </a:cubicBezTo>
                  <a:cubicBezTo>
                    <a:pt x="331" y="68"/>
                    <a:pt x="322" y="58"/>
                    <a:pt x="312" y="51"/>
                  </a:cubicBezTo>
                  <a:cubicBezTo>
                    <a:pt x="308" y="47"/>
                    <a:pt x="303" y="44"/>
                    <a:pt x="298" y="40"/>
                  </a:cubicBezTo>
                  <a:cubicBezTo>
                    <a:pt x="286" y="30"/>
                    <a:pt x="272" y="22"/>
                    <a:pt x="257" y="15"/>
                  </a:cubicBezTo>
                  <a:cubicBezTo>
                    <a:pt x="243" y="11"/>
                    <a:pt x="228" y="7"/>
                    <a:pt x="214" y="3"/>
                  </a:cubicBezTo>
                  <a:cubicBezTo>
                    <a:pt x="206" y="1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7">
              <a:extLst>
                <a:ext uri="{FF2B5EF4-FFF2-40B4-BE49-F238E27FC236}">
                  <a16:creationId xmlns:a16="http://schemas.microsoft.com/office/drawing/2014/main" id="{3F3B13A0-2227-33E0-F13C-D092710EC289}"/>
                </a:ext>
              </a:extLst>
            </p:cNvPr>
            <p:cNvSpPr/>
            <p:nvPr/>
          </p:nvSpPr>
          <p:spPr>
            <a:xfrm>
              <a:off x="6210396" y="-1319210"/>
              <a:ext cx="31135" cy="35659"/>
            </a:xfrm>
            <a:custGeom>
              <a:avLst/>
              <a:gdLst/>
              <a:ahLst/>
              <a:cxnLst/>
              <a:rect l="l" t="t" r="r" b="b"/>
              <a:pathLst>
                <a:path w="468" h="536" extrusionOk="0">
                  <a:moveTo>
                    <a:pt x="222" y="1"/>
                  </a:moveTo>
                  <a:cubicBezTo>
                    <a:pt x="222" y="1"/>
                    <a:pt x="221" y="1"/>
                    <a:pt x="220" y="1"/>
                  </a:cubicBezTo>
                  <a:cubicBezTo>
                    <a:pt x="211" y="1"/>
                    <a:pt x="202" y="3"/>
                    <a:pt x="192" y="7"/>
                  </a:cubicBezTo>
                  <a:cubicBezTo>
                    <a:pt x="164" y="12"/>
                    <a:pt x="139" y="22"/>
                    <a:pt x="116" y="41"/>
                  </a:cubicBezTo>
                  <a:cubicBezTo>
                    <a:pt x="71" y="72"/>
                    <a:pt x="51" y="111"/>
                    <a:pt x="24" y="158"/>
                  </a:cubicBezTo>
                  <a:cubicBezTo>
                    <a:pt x="22" y="161"/>
                    <a:pt x="21" y="164"/>
                    <a:pt x="18" y="168"/>
                  </a:cubicBezTo>
                  <a:cubicBezTo>
                    <a:pt x="13" y="186"/>
                    <a:pt x="8" y="206"/>
                    <a:pt x="2" y="225"/>
                  </a:cubicBezTo>
                  <a:cubicBezTo>
                    <a:pt x="2" y="247"/>
                    <a:pt x="1" y="268"/>
                    <a:pt x="1" y="289"/>
                  </a:cubicBezTo>
                  <a:cubicBezTo>
                    <a:pt x="2" y="295"/>
                    <a:pt x="3" y="303"/>
                    <a:pt x="5" y="309"/>
                  </a:cubicBezTo>
                  <a:cubicBezTo>
                    <a:pt x="10" y="332"/>
                    <a:pt x="15" y="357"/>
                    <a:pt x="23" y="380"/>
                  </a:cubicBezTo>
                  <a:cubicBezTo>
                    <a:pt x="23" y="383"/>
                    <a:pt x="25" y="387"/>
                    <a:pt x="26" y="391"/>
                  </a:cubicBezTo>
                  <a:cubicBezTo>
                    <a:pt x="37" y="424"/>
                    <a:pt x="52" y="442"/>
                    <a:pt x="74" y="465"/>
                  </a:cubicBezTo>
                  <a:cubicBezTo>
                    <a:pt x="93" y="488"/>
                    <a:pt x="116" y="506"/>
                    <a:pt x="144" y="516"/>
                  </a:cubicBezTo>
                  <a:cubicBezTo>
                    <a:pt x="153" y="520"/>
                    <a:pt x="163" y="523"/>
                    <a:pt x="173" y="525"/>
                  </a:cubicBezTo>
                  <a:cubicBezTo>
                    <a:pt x="178" y="526"/>
                    <a:pt x="192" y="531"/>
                    <a:pt x="202" y="533"/>
                  </a:cubicBezTo>
                  <a:cubicBezTo>
                    <a:pt x="204" y="533"/>
                    <a:pt x="206" y="534"/>
                    <a:pt x="208" y="534"/>
                  </a:cubicBezTo>
                  <a:cubicBezTo>
                    <a:pt x="218" y="535"/>
                    <a:pt x="228" y="536"/>
                    <a:pt x="238" y="536"/>
                  </a:cubicBezTo>
                  <a:cubicBezTo>
                    <a:pt x="259" y="536"/>
                    <a:pt x="280" y="533"/>
                    <a:pt x="300" y="527"/>
                  </a:cubicBezTo>
                  <a:cubicBezTo>
                    <a:pt x="318" y="520"/>
                    <a:pt x="330" y="509"/>
                    <a:pt x="346" y="500"/>
                  </a:cubicBezTo>
                  <a:cubicBezTo>
                    <a:pt x="350" y="498"/>
                    <a:pt x="355" y="496"/>
                    <a:pt x="360" y="493"/>
                  </a:cubicBezTo>
                  <a:cubicBezTo>
                    <a:pt x="392" y="469"/>
                    <a:pt x="417" y="439"/>
                    <a:pt x="433" y="402"/>
                  </a:cubicBezTo>
                  <a:cubicBezTo>
                    <a:pt x="436" y="394"/>
                    <a:pt x="438" y="384"/>
                    <a:pt x="440" y="375"/>
                  </a:cubicBezTo>
                  <a:cubicBezTo>
                    <a:pt x="449" y="350"/>
                    <a:pt x="459" y="325"/>
                    <a:pt x="464" y="297"/>
                  </a:cubicBezTo>
                  <a:cubicBezTo>
                    <a:pt x="467" y="287"/>
                    <a:pt x="467" y="276"/>
                    <a:pt x="465" y="264"/>
                  </a:cubicBezTo>
                  <a:cubicBezTo>
                    <a:pt x="467" y="253"/>
                    <a:pt x="467" y="242"/>
                    <a:pt x="465" y="230"/>
                  </a:cubicBezTo>
                  <a:cubicBezTo>
                    <a:pt x="465" y="228"/>
                    <a:pt x="464" y="226"/>
                    <a:pt x="464" y="224"/>
                  </a:cubicBezTo>
                  <a:cubicBezTo>
                    <a:pt x="463" y="218"/>
                    <a:pt x="462" y="212"/>
                    <a:pt x="461" y="204"/>
                  </a:cubicBezTo>
                  <a:cubicBezTo>
                    <a:pt x="461" y="202"/>
                    <a:pt x="461" y="199"/>
                    <a:pt x="460" y="196"/>
                  </a:cubicBezTo>
                  <a:cubicBezTo>
                    <a:pt x="456" y="178"/>
                    <a:pt x="452" y="159"/>
                    <a:pt x="448" y="141"/>
                  </a:cubicBezTo>
                  <a:cubicBezTo>
                    <a:pt x="443" y="132"/>
                    <a:pt x="438" y="124"/>
                    <a:pt x="433" y="114"/>
                  </a:cubicBezTo>
                  <a:cubicBezTo>
                    <a:pt x="426" y="95"/>
                    <a:pt x="414" y="81"/>
                    <a:pt x="399" y="68"/>
                  </a:cubicBezTo>
                  <a:cubicBezTo>
                    <a:pt x="393" y="60"/>
                    <a:pt x="387" y="52"/>
                    <a:pt x="379" y="46"/>
                  </a:cubicBezTo>
                  <a:cubicBezTo>
                    <a:pt x="377" y="45"/>
                    <a:pt x="376" y="45"/>
                    <a:pt x="375" y="44"/>
                  </a:cubicBezTo>
                  <a:cubicBezTo>
                    <a:pt x="374" y="43"/>
                    <a:pt x="372" y="42"/>
                    <a:pt x="371" y="40"/>
                  </a:cubicBezTo>
                  <a:lnTo>
                    <a:pt x="371" y="40"/>
                  </a:lnTo>
                  <a:cubicBezTo>
                    <a:pt x="365" y="34"/>
                    <a:pt x="357" y="29"/>
                    <a:pt x="348" y="25"/>
                  </a:cubicBezTo>
                  <a:cubicBezTo>
                    <a:pt x="332" y="14"/>
                    <a:pt x="315" y="6"/>
                    <a:pt x="295" y="4"/>
                  </a:cubicBezTo>
                  <a:cubicBezTo>
                    <a:pt x="291" y="3"/>
                    <a:pt x="286" y="2"/>
                    <a:pt x="281" y="2"/>
                  </a:cubicBezTo>
                  <a:cubicBezTo>
                    <a:pt x="272" y="1"/>
                    <a:pt x="263" y="1"/>
                    <a:pt x="253" y="1"/>
                  </a:cubicBezTo>
                  <a:cubicBezTo>
                    <a:pt x="244" y="1"/>
                    <a:pt x="235" y="1"/>
                    <a:pt x="226" y="1"/>
                  </a:cubicBezTo>
                  <a:cubicBezTo>
                    <a:pt x="224" y="1"/>
                    <a:pt x="223" y="1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1" name="Google Shape;1251;p47">
            <a:extLst>
              <a:ext uri="{FF2B5EF4-FFF2-40B4-BE49-F238E27FC236}">
                <a16:creationId xmlns:a16="http://schemas.microsoft.com/office/drawing/2014/main" id="{805A9807-C46F-AC85-0525-CAC43D98CE17}"/>
              </a:ext>
            </a:extLst>
          </p:cNvPr>
          <p:cNvGrpSpPr/>
          <p:nvPr/>
        </p:nvGrpSpPr>
        <p:grpSpPr>
          <a:xfrm rot="1880929">
            <a:off x="5044205" y="3858720"/>
            <a:ext cx="1299688" cy="1944472"/>
            <a:chOff x="2915088" y="1067493"/>
            <a:chExt cx="250763" cy="375147"/>
          </a:xfrm>
        </p:grpSpPr>
        <p:sp>
          <p:nvSpPr>
            <p:cNvPr id="1252" name="Google Shape;1252;p47">
              <a:extLst>
                <a:ext uri="{FF2B5EF4-FFF2-40B4-BE49-F238E27FC236}">
                  <a16:creationId xmlns:a16="http://schemas.microsoft.com/office/drawing/2014/main" id="{A3B4C0C6-40AE-46EB-9480-7A99F705C339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7">
              <a:extLst>
                <a:ext uri="{FF2B5EF4-FFF2-40B4-BE49-F238E27FC236}">
                  <a16:creationId xmlns:a16="http://schemas.microsoft.com/office/drawing/2014/main" id="{93209675-DFD5-35C3-BC90-9B4CCA7A5D85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7">
              <a:extLst>
                <a:ext uri="{FF2B5EF4-FFF2-40B4-BE49-F238E27FC236}">
                  <a16:creationId xmlns:a16="http://schemas.microsoft.com/office/drawing/2014/main" id="{8842979B-DEE4-1C49-CCA0-9D2B7E30F7DA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7">
              <a:extLst>
                <a:ext uri="{FF2B5EF4-FFF2-40B4-BE49-F238E27FC236}">
                  <a16:creationId xmlns:a16="http://schemas.microsoft.com/office/drawing/2014/main" id="{481FE8DD-682A-8391-3108-9EAD844DAC3F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7">
              <a:extLst>
                <a:ext uri="{FF2B5EF4-FFF2-40B4-BE49-F238E27FC236}">
                  <a16:creationId xmlns:a16="http://schemas.microsoft.com/office/drawing/2014/main" id="{269A695F-74E6-5A23-7523-BBDF770408C7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7">
              <a:extLst>
                <a:ext uri="{FF2B5EF4-FFF2-40B4-BE49-F238E27FC236}">
                  <a16:creationId xmlns:a16="http://schemas.microsoft.com/office/drawing/2014/main" id="{55093AA2-F3BF-60FD-5585-F4CCD02705BD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7">
              <a:extLst>
                <a:ext uri="{FF2B5EF4-FFF2-40B4-BE49-F238E27FC236}">
                  <a16:creationId xmlns:a16="http://schemas.microsoft.com/office/drawing/2014/main" id="{2D58E289-2BCB-6B4A-7123-E71777A4BAB6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7">
              <a:extLst>
                <a:ext uri="{FF2B5EF4-FFF2-40B4-BE49-F238E27FC236}">
                  <a16:creationId xmlns:a16="http://schemas.microsoft.com/office/drawing/2014/main" id="{BA7C8C93-B06E-25BD-5650-01468E7D2386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7">
              <a:extLst>
                <a:ext uri="{FF2B5EF4-FFF2-40B4-BE49-F238E27FC236}">
                  <a16:creationId xmlns:a16="http://schemas.microsoft.com/office/drawing/2014/main" id="{AE26E137-0B3D-B695-2A10-551D21726F9B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7">
              <a:extLst>
                <a:ext uri="{FF2B5EF4-FFF2-40B4-BE49-F238E27FC236}">
                  <a16:creationId xmlns:a16="http://schemas.microsoft.com/office/drawing/2014/main" id="{A2E9F28A-4461-1A91-7077-05CE5F1ADB86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7">
              <a:extLst>
                <a:ext uri="{FF2B5EF4-FFF2-40B4-BE49-F238E27FC236}">
                  <a16:creationId xmlns:a16="http://schemas.microsoft.com/office/drawing/2014/main" id="{4065CE3E-75BF-DBFE-C1AA-05E8D5DE019F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7">
              <a:extLst>
                <a:ext uri="{FF2B5EF4-FFF2-40B4-BE49-F238E27FC236}">
                  <a16:creationId xmlns:a16="http://schemas.microsoft.com/office/drawing/2014/main" id="{5B0E968E-BA59-74D6-F9DB-F88C32E45315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7">
              <a:extLst>
                <a:ext uri="{FF2B5EF4-FFF2-40B4-BE49-F238E27FC236}">
                  <a16:creationId xmlns:a16="http://schemas.microsoft.com/office/drawing/2014/main" id="{D13CDE58-E3A9-A240-F580-173D5F402CAB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7">
              <a:extLst>
                <a:ext uri="{FF2B5EF4-FFF2-40B4-BE49-F238E27FC236}">
                  <a16:creationId xmlns:a16="http://schemas.microsoft.com/office/drawing/2014/main" id="{4F8C0DB2-F5AE-8DFC-E96F-05B42B5B80BF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7">
              <a:extLst>
                <a:ext uri="{FF2B5EF4-FFF2-40B4-BE49-F238E27FC236}">
                  <a16:creationId xmlns:a16="http://schemas.microsoft.com/office/drawing/2014/main" id="{8003531D-B5C9-1C11-695C-337412F39782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7">
              <a:extLst>
                <a:ext uri="{FF2B5EF4-FFF2-40B4-BE49-F238E27FC236}">
                  <a16:creationId xmlns:a16="http://schemas.microsoft.com/office/drawing/2014/main" id="{F4E1ABFD-937F-3572-AEFE-28683D428E2C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7">
              <a:extLst>
                <a:ext uri="{FF2B5EF4-FFF2-40B4-BE49-F238E27FC236}">
                  <a16:creationId xmlns:a16="http://schemas.microsoft.com/office/drawing/2014/main" id="{148B1C29-8AF3-5961-974C-A0868355EF4E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7">
              <a:extLst>
                <a:ext uri="{FF2B5EF4-FFF2-40B4-BE49-F238E27FC236}">
                  <a16:creationId xmlns:a16="http://schemas.microsoft.com/office/drawing/2014/main" id="{6769CDE3-FF06-BBD4-FB2D-0BE0FA037D45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7">
              <a:extLst>
                <a:ext uri="{FF2B5EF4-FFF2-40B4-BE49-F238E27FC236}">
                  <a16:creationId xmlns:a16="http://schemas.microsoft.com/office/drawing/2014/main" id="{0B7178C1-3252-650E-9CA3-9530AE69C78A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7">
              <a:extLst>
                <a:ext uri="{FF2B5EF4-FFF2-40B4-BE49-F238E27FC236}">
                  <a16:creationId xmlns:a16="http://schemas.microsoft.com/office/drawing/2014/main" id="{7392DF9D-2DF6-9408-3EB3-523F57D8C673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7">
              <a:extLst>
                <a:ext uri="{FF2B5EF4-FFF2-40B4-BE49-F238E27FC236}">
                  <a16:creationId xmlns:a16="http://schemas.microsoft.com/office/drawing/2014/main" id="{7490FDEE-61DD-2364-11E9-C3DE7D6ABF2A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7">
              <a:extLst>
                <a:ext uri="{FF2B5EF4-FFF2-40B4-BE49-F238E27FC236}">
                  <a16:creationId xmlns:a16="http://schemas.microsoft.com/office/drawing/2014/main" id="{E0D1E147-7AF7-96D5-C6D4-012CB561A9B1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7">
              <a:extLst>
                <a:ext uri="{FF2B5EF4-FFF2-40B4-BE49-F238E27FC236}">
                  <a16:creationId xmlns:a16="http://schemas.microsoft.com/office/drawing/2014/main" id="{064B9EF1-52FD-F661-0E28-C5AAB89893F0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47835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>
          <a:extLst>
            <a:ext uri="{FF2B5EF4-FFF2-40B4-BE49-F238E27FC236}">
              <a16:creationId xmlns:a16="http://schemas.microsoft.com/office/drawing/2014/main" id="{216C8203-EACE-0F69-BBA6-9E39A15A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1">
            <a:extLst>
              <a:ext uri="{FF2B5EF4-FFF2-40B4-BE49-F238E27FC236}">
                <a16:creationId xmlns:a16="http://schemas.microsoft.com/office/drawing/2014/main" id="{DC0EEE7F-92E9-71E9-FE50-E107AA838DA6}"/>
              </a:ext>
            </a:extLst>
          </p:cNvPr>
          <p:cNvSpPr/>
          <p:nvPr/>
        </p:nvSpPr>
        <p:spPr>
          <a:xfrm>
            <a:off x="4572000" y="645600"/>
            <a:ext cx="3852300" cy="3852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51">
            <a:extLst>
              <a:ext uri="{FF2B5EF4-FFF2-40B4-BE49-F238E27FC236}">
                <a16:creationId xmlns:a16="http://schemas.microsoft.com/office/drawing/2014/main" id="{28D9B9D3-D92C-38AB-39D4-920C84D58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6647" y="681324"/>
            <a:ext cx="3982271" cy="9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200" dirty="0"/>
              <a:t>Múltiplas Filas + Um Forno</a:t>
            </a:r>
            <a:endParaRPr dirty="0"/>
          </a:p>
        </p:txBody>
      </p:sp>
      <p:sp>
        <p:nvSpPr>
          <p:cNvPr id="1594" name="Google Shape;1594;p51">
            <a:extLst>
              <a:ext uri="{FF2B5EF4-FFF2-40B4-BE49-F238E27FC236}">
                <a16:creationId xmlns:a16="http://schemas.microsoft.com/office/drawing/2014/main" id="{42D27296-E248-15DD-9CFB-AB083022CB3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-296">
            <a:off x="686579" y="1716765"/>
            <a:ext cx="3783431" cy="3183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pt-BR" dirty="0"/>
              <a:t>Há várias filas virtuais, mas somente um forno real processando os lotes.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br>
              <a:rPr lang="pt-BR" dirty="0"/>
            </a:br>
            <a:r>
              <a:rPr lang="pt-BR" dirty="0"/>
              <a:t>Todos os itens acabam disputando um único recurso, o que cria gargalo inevitável.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pt-BR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pt-BR" dirty="0"/>
              <a:t>É útil como modelo de comparação ou estudo, mas pouco eficiente em produção real.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br>
              <a:rPr lang="pt-BR" dirty="0"/>
            </a:br>
            <a:r>
              <a:rPr lang="pt-BR" dirty="0"/>
              <a:t>Mostra claramente como o número de servidores impacta o desempenho do sistema.</a:t>
            </a:r>
            <a:endParaRPr dirty="0"/>
          </a:p>
        </p:txBody>
      </p:sp>
      <p:grpSp>
        <p:nvGrpSpPr>
          <p:cNvPr id="1620" name="Google Shape;1620;p51">
            <a:extLst>
              <a:ext uri="{FF2B5EF4-FFF2-40B4-BE49-F238E27FC236}">
                <a16:creationId xmlns:a16="http://schemas.microsoft.com/office/drawing/2014/main" id="{C94206B2-BFEC-8A69-19DC-1D1A1E31C1F3}"/>
              </a:ext>
            </a:extLst>
          </p:cNvPr>
          <p:cNvGrpSpPr/>
          <p:nvPr/>
        </p:nvGrpSpPr>
        <p:grpSpPr>
          <a:xfrm>
            <a:off x="7174713" y="651001"/>
            <a:ext cx="1249313" cy="1171613"/>
            <a:chOff x="6351976" y="66530"/>
            <a:chExt cx="281282" cy="263776"/>
          </a:xfrm>
        </p:grpSpPr>
        <p:sp>
          <p:nvSpPr>
            <p:cNvPr id="1621" name="Google Shape;1621;p51">
              <a:extLst>
                <a:ext uri="{FF2B5EF4-FFF2-40B4-BE49-F238E27FC236}">
                  <a16:creationId xmlns:a16="http://schemas.microsoft.com/office/drawing/2014/main" id="{01439CC2-C60F-0304-31B1-051435F48682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1">
              <a:extLst>
                <a:ext uri="{FF2B5EF4-FFF2-40B4-BE49-F238E27FC236}">
                  <a16:creationId xmlns:a16="http://schemas.microsoft.com/office/drawing/2014/main" id="{0B022841-9ABC-FD34-4991-E1F0433ED8BA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1">
              <a:extLst>
                <a:ext uri="{FF2B5EF4-FFF2-40B4-BE49-F238E27FC236}">
                  <a16:creationId xmlns:a16="http://schemas.microsoft.com/office/drawing/2014/main" id="{B2F9EEEA-4F12-2828-764A-ABDA7FC94827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1">
              <a:extLst>
                <a:ext uri="{FF2B5EF4-FFF2-40B4-BE49-F238E27FC236}">
                  <a16:creationId xmlns:a16="http://schemas.microsoft.com/office/drawing/2014/main" id="{E9B2F21E-2DD3-AA73-12B3-2B577F9C99F1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1">
              <a:extLst>
                <a:ext uri="{FF2B5EF4-FFF2-40B4-BE49-F238E27FC236}">
                  <a16:creationId xmlns:a16="http://schemas.microsoft.com/office/drawing/2014/main" id="{3D52DF0B-BB3C-6381-134D-6C3877FFC6B1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1">
              <a:extLst>
                <a:ext uri="{FF2B5EF4-FFF2-40B4-BE49-F238E27FC236}">
                  <a16:creationId xmlns:a16="http://schemas.microsoft.com/office/drawing/2014/main" id="{DB907459-92D6-3DE8-0214-67364FDBDE25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1">
              <a:extLst>
                <a:ext uri="{FF2B5EF4-FFF2-40B4-BE49-F238E27FC236}">
                  <a16:creationId xmlns:a16="http://schemas.microsoft.com/office/drawing/2014/main" id="{3F7DF1C8-1CEE-9083-04C1-8CE982899F55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1">
              <a:extLst>
                <a:ext uri="{FF2B5EF4-FFF2-40B4-BE49-F238E27FC236}">
                  <a16:creationId xmlns:a16="http://schemas.microsoft.com/office/drawing/2014/main" id="{2C0CE4AD-06B9-AACE-EB09-C5E86363D473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1">
              <a:extLst>
                <a:ext uri="{FF2B5EF4-FFF2-40B4-BE49-F238E27FC236}">
                  <a16:creationId xmlns:a16="http://schemas.microsoft.com/office/drawing/2014/main" id="{EC2B2581-F075-346D-58F6-1D22EECDA9CB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1">
              <a:extLst>
                <a:ext uri="{FF2B5EF4-FFF2-40B4-BE49-F238E27FC236}">
                  <a16:creationId xmlns:a16="http://schemas.microsoft.com/office/drawing/2014/main" id="{BEFF6CF3-A2C5-82BC-986B-8117BF3C9FC5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1">
              <a:extLst>
                <a:ext uri="{FF2B5EF4-FFF2-40B4-BE49-F238E27FC236}">
                  <a16:creationId xmlns:a16="http://schemas.microsoft.com/office/drawing/2014/main" id="{3DFFA5D8-A3C1-DA64-7ACC-1BD53EE05F52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1">
              <a:extLst>
                <a:ext uri="{FF2B5EF4-FFF2-40B4-BE49-F238E27FC236}">
                  <a16:creationId xmlns:a16="http://schemas.microsoft.com/office/drawing/2014/main" id="{B1188A2C-0259-260F-275A-5A81560EBEA3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1">
              <a:extLst>
                <a:ext uri="{FF2B5EF4-FFF2-40B4-BE49-F238E27FC236}">
                  <a16:creationId xmlns:a16="http://schemas.microsoft.com/office/drawing/2014/main" id="{A17D2776-B93B-3E48-B44A-E17F8327A45A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1">
              <a:extLst>
                <a:ext uri="{FF2B5EF4-FFF2-40B4-BE49-F238E27FC236}">
                  <a16:creationId xmlns:a16="http://schemas.microsoft.com/office/drawing/2014/main" id="{63DBABC4-8619-766A-D814-2B650D3D16FD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1">
              <a:extLst>
                <a:ext uri="{FF2B5EF4-FFF2-40B4-BE49-F238E27FC236}">
                  <a16:creationId xmlns:a16="http://schemas.microsoft.com/office/drawing/2014/main" id="{AD70D395-9834-DD2B-2471-419D7EA219DD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1">
              <a:extLst>
                <a:ext uri="{FF2B5EF4-FFF2-40B4-BE49-F238E27FC236}">
                  <a16:creationId xmlns:a16="http://schemas.microsoft.com/office/drawing/2014/main" id="{A5D3865D-8927-F036-959F-CD04F72246A0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1">
              <a:extLst>
                <a:ext uri="{FF2B5EF4-FFF2-40B4-BE49-F238E27FC236}">
                  <a16:creationId xmlns:a16="http://schemas.microsoft.com/office/drawing/2014/main" id="{C1CA3FA6-5ABB-75C2-489F-6E2F9C89FBD4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1">
              <a:extLst>
                <a:ext uri="{FF2B5EF4-FFF2-40B4-BE49-F238E27FC236}">
                  <a16:creationId xmlns:a16="http://schemas.microsoft.com/office/drawing/2014/main" id="{BAC2A478-DDE8-BC4E-613F-12472FF30089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1">
              <a:extLst>
                <a:ext uri="{FF2B5EF4-FFF2-40B4-BE49-F238E27FC236}">
                  <a16:creationId xmlns:a16="http://schemas.microsoft.com/office/drawing/2014/main" id="{BDDF90F4-E48B-E549-AB33-C023333FF1AE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1">
              <a:extLst>
                <a:ext uri="{FF2B5EF4-FFF2-40B4-BE49-F238E27FC236}">
                  <a16:creationId xmlns:a16="http://schemas.microsoft.com/office/drawing/2014/main" id="{A84C4250-2911-BE42-AEB7-99D0E8C42A8C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1">
              <a:extLst>
                <a:ext uri="{FF2B5EF4-FFF2-40B4-BE49-F238E27FC236}">
                  <a16:creationId xmlns:a16="http://schemas.microsoft.com/office/drawing/2014/main" id="{3AF5FFFB-B7B6-EDC2-89AB-9991FFA12485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1">
              <a:extLst>
                <a:ext uri="{FF2B5EF4-FFF2-40B4-BE49-F238E27FC236}">
                  <a16:creationId xmlns:a16="http://schemas.microsoft.com/office/drawing/2014/main" id="{552FE170-7247-7AE8-59FB-9266B0FDCC74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1">
              <a:extLst>
                <a:ext uri="{FF2B5EF4-FFF2-40B4-BE49-F238E27FC236}">
                  <a16:creationId xmlns:a16="http://schemas.microsoft.com/office/drawing/2014/main" id="{B4D2CBD0-1E36-54F2-7CEE-2C7E6DCBC732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1">
              <a:extLst>
                <a:ext uri="{FF2B5EF4-FFF2-40B4-BE49-F238E27FC236}">
                  <a16:creationId xmlns:a16="http://schemas.microsoft.com/office/drawing/2014/main" id="{C2BE4BC8-B145-8782-BE5F-147730D31873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5" name="Google Shape;1645;p51">
            <a:extLst>
              <a:ext uri="{FF2B5EF4-FFF2-40B4-BE49-F238E27FC236}">
                <a16:creationId xmlns:a16="http://schemas.microsoft.com/office/drawing/2014/main" id="{76018053-146E-6853-D7C2-8D8BF3E65F43}"/>
              </a:ext>
            </a:extLst>
          </p:cNvPr>
          <p:cNvGrpSpPr/>
          <p:nvPr/>
        </p:nvGrpSpPr>
        <p:grpSpPr>
          <a:xfrm rot="3953491">
            <a:off x="4257446" y="428472"/>
            <a:ext cx="815393" cy="671251"/>
            <a:chOff x="1681288" y="1393055"/>
            <a:chExt cx="116536" cy="95937"/>
          </a:xfrm>
        </p:grpSpPr>
        <p:sp>
          <p:nvSpPr>
            <p:cNvPr id="1646" name="Google Shape;1646;p51">
              <a:extLst>
                <a:ext uri="{FF2B5EF4-FFF2-40B4-BE49-F238E27FC236}">
                  <a16:creationId xmlns:a16="http://schemas.microsoft.com/office/drawing/2014/main" id="{1CB4054E-A4C1-93B0-00D3-CF64D78252EB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1">
              <a:extLst>
                <a:ext uri="{FF2B5EF4-FFF2-40B4-BE49-F238E27FC236}">
                  <a16:creationId xmlns:a16="http://schemas.microsoft.com/office/drawing/2014/main" id="{02A8D558-2191-0C67-191E-051317174686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1">
              <a:extLst>
                <a:ext uri="{FF2B5EF4-FFF2-40B4-BE49-F238E27FC236}">
                  <a16:creationId xmlns:a16="http://schemas.microsoft.com/office/drawing/2014/main" id="{93E35504-46C1-A0F5-B9C4-D612C5E5EC0C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Espaço Reservado para Imagem 4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7F79CF71-4B54-A3A4-9D35-66E68BC3FF9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6310" b="6310"/>
          <a:stretch>
            <a:fillRect/>
          </a:stretch>
        </p:blipFill>
        <p:spPr/>
      </p:pic>
      <p:grpSp>
        <p:nvGrpSpPr>
          <p:cNvPr id="1596" name="Google Shape;1596;p51">
            <a:extLst>
              <a:ext uri="{FF2B5EF4-FFF2-40B4-BE49-F238E27FC236}">
                <a16:creationId xmlns:a16="http://schemas.microsoft.com/office/drawing/2014/main" id="{EAFE3877-0369-AFB9-69BE-B0CA2C0734F6}"/>
              </a:ext>
            </a:extLst>
          </p:cNvPr>
          <p:cNvGrpSpPr/>
          <p:nvPr/>
        </p:nvGrpSpPr>
        <p:grpSpPr>
          <a:xfrm rot="7046616" flipH="1">
            <a:off x="5084459" y="3631257"/>
            <a:ext cx="1299698" cy="1944490"/>
            <a:chOff x="2915088" y="1067493"/>
            <a:chExt cx="250763" cy="375147"/>
          </a:xfrm>
        </p:grpSpPr>
        <p:sp>
          <p:nvSpPr>
            <p:cNvPr id="1597" name="Google Shape;1597;p51">
              <a:extLst>
                <a:ext uri="{FF2B5EF4-FFF2-40B4-BE49-F238E27FC236}">
                  <a16:creationId xmlns:a16="http://schemas.microsoft.com/office/drawing/2014/main" id="{2BC11FD2-1528-58DB-21FE-161EE60193A9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1">
              <a:extLst>
                <a:ext uri="{FF2B5EF4-FFF2-40B4-BE49-F238E27FC236}">
                  <a16:creationId xmlns:a16="http://schemas.microsoft.com/office/drawing/2014/main" id="{98EF7B83-4FBA-56E1-99B3-6FB496942892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1">
              <a:extLst>
                <a:ext uri="{FF2B5EF4-FFF2-40B4-BE49-F238E27FC236}">
                  <a16:creationId xmlns:a16="http://schemas.microsoft.com/office/drawing/2014/main" id="{8EC86E2F-DAF3-9335-6887-8D577C15820E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1">
              <a:extLst>
                <a:ext uri="{FF2B5EF4-FFF2-40B4-BE49-F238E27FC236}">
                  <a16:creationId xmlns:a16="http://schemas.microsoft.com/office/drawing/2014/main" id="{2017BF92-FC7D-1430-2F81-AC0F7F8413C8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1">
              <a:extLst>
                <a:ext uri="{FF2B5EF4-FFF2-40B4-BE49-F238E27FC236}">
                  <a16:creationId xmlns:a16="http://schemas.microsoft.com/office/drawing/2014/main" id="{1ADD9192-C2E7-C578-E04E-A0C25E26B5F1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1">
              <a:extLst>
                <a:ext uri="{FF2B5EF4-FFF2-40B4-BE49-F238E27FC236}">
                  <a16:creationId xmlns:a16="http://schemas.microsoft.com/office/drawing/2014/main" id="{8621691A-0067-B734-1190-10DDE15F01C2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1">
              <a:extLst>
                <a:ext uri="{FF2B5EF4-FFF2-40B4-BE49-F238E27FC236}">
                  <a16:creationId xmlns:a16="http://schemas.microsoft.com/office/drawing/2014/main" id="{D27B9FCF-8601-31C4-4977-8F03814AB0F2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1">
              <a:extLst>
                <a:ext uri="{FF2B5EF4-FFF2-40B4-BE49-F238E27FC236}">
                  <a16:creationId xmlns:a16="http://schemas.microsoft.com/office/drawing/2014/main" id="{7179E94D-4046-C5E1-66EA-E69F80524FB3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1">
              <a:extLst>
                <a:ext uri="{FF2B5EF4-FFF2-40B4-BE49-F238E27FC236}">
                  <a16:creationId xmlns:a16="http://schemas.microsoft.com/office/drawing/2014/main" id="{98B18880-36CB-20CA-FE60-BADACB504873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1">
              <a:extLst>
                <a:ext uri="{FF2B5EF4-FFF2-40B4-BE49-F238E27FC236}">
                  <a16:creationId xmlns:a16="http://schemas.microsoft.com/office/drawing/2014/main" id="{2760387D-E0A1-30B6-D56C-017DF3C99480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1">
              <a:extLst>
                <a:ext uri="{FF2B5EF4-FFF2-40B4-BE49-F238E27FC236}">
                  <a16:creationId xmlns:a16="http://schemas.microsoft.com/office/drawing/2014/main" id="{6640AB29-A66B-02E7-1C66-24D74CE6E294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1">
              <a:extLst>
                <a:ext uri="{FF2B5EF4-FFF2-40B4-BE49-F238E27FC236}">
                  <a16:creationId xmlns:a16="http://schemas.microsoft.com/office/drawing/2014/main" id="{8824B036-8168-D479-475E-D18C385A27A5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1">
              <a:extLst>
                <a:ext uri="{FF2B5EF4-FFF2-40B4-BE49-F238E27FC236}">
                  <a16:creationId xmlns:a16="http://schemas.microsoft.com/office/drawing/2014/main" id="{99C8AA1D-D8AE-E94F-3580-69DD5B7EB995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1">
              <a:extLst>
                <a:ext uri="{FF2B5EF4-FFF2-40B4-BE49-F238E27FC236}">
                  <a16:creationId xmlns:a16="http://schemas.microsoft.com/office/drawing/2014/main" id="{0455E2BF-F58E-0E92-D2EB-93776430C645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1">
              <a:extLst>
                <a:ext uri="{FF2B5EF4-FFF2-40B4-BE49-F238E27FC236}">
                  <a16:creationId xmlns:a16="http://schemas.microsoft.com/office/drawing/2014/main" id="{D4FD2300-9383-8C56-6FE8-E8BFBC5344FE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1">
              <a:extLst>
                <a:ext uri="{FF2B5EF4-FFF2-40B4-BE49-F238E27FC236}">
                  <a16:creationId xmlns:a16="http://schemas.microsoft.com/office/drawing/2014/main" id="{5CA76DB0-832A-39CD-01ED-4C0CB0EB0542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1">
              <a:extLst>
                <a:ext uri="{FF2B5EF4-FFF2-40B4-BE49-F238E27FC236}">
                  <a16:creationId xmlns:a16="http://schemas.microsoft.com/office/drawing/2014/main" id="{1835C78A-A51B-F68B-189F-3F1D897B3719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1">
              <a:extLst>
                <a:ext uri="{FF2B5EF4-FFF2-40B4-BE49-F238E27FC236}">
                  <a16:creationId xmlns:a16="http://schemas.microsoft.com/office/drawing/2014/main" id="{8DD7E839-2273-A08A-6E10-C3A3E34B086B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1">
              <a:extLst>
                <a:ext uri="{FF2B5EF4-FFF2-40B4-BE49-F238E27FC236}">
                  <a16:creationId xmlns:a16="http://schemas.microsoft.com/office/drawing/2014/main" id="{4F99BBE4-8F4A-7BBB-81A1-C9867E3D774B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1">
              <a:extLst>
                <a:ext uri="{FF2B5EF4-FFF2-40B4-BE49-F238E27FC236}">
                  <a16:creationId xmlns:a16="http://schemas.microsoft.com/office/drawing/2014/main" id="{174A91E8-C7B1-0535-0735-87E310CC75BA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1">
              <a:extLst>
                <a:ext uri="{FF2B5EF4-FFF2-40B4-BE49-F238E27FC236}">
                  <a16:creationId xmlns:a16="http://schemas.microsoft.com/office/drawing/2014/main" id="{9034C35D-A7FE-16F5-6F92-0FF9F53E72FA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1">
              <a:extLst>
                <a:ext uri="{FF2B5EF4-FFF2-40B4-BE49-F238E27FC236}">
                  <a16:creationId xmlns:a16="http://schemas.microsoft.com/office/drawing/2014/main" id="{2EED4A66-CCB0-F6BE-FD00-0D762C0D28A7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1">
              <a:extLst>
                <a:ext uri="{FF2B5EF4-FFF2-40B4-BE49-F238E27FC236}">
                  <a16:creationId xmlns:a16="http://schemas.microsoft.com/office/drawing/2014/main" id="{3C9AE54A-DA55-6BCC-AD5C-1DF8A5531681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1606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3">
          <a:extLst>
            <a:ext uri="{FF2B5EF4-FFF2-40B4-BE49-F238E27FC236}">
              <a16:creationId xmlns:a16="http://schemas.microsoft.com/office/drawing/2014/main" id="{ECD149D1-1100-BC8A-E16A-C649F69AD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p78">
            <a:extLst>
              <a:ext uri="{FF2B5EF4-FFF2-40B4-BE49-F238E27FC236}">
                <a16:creationId xmlns:a16="http://schemas.microsoft.com/office/drawing/2014/main" id="{0D4E00EC-7D56-F0F8-336A-0CA5CFBAA17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56021" y="862912"/>
            <a:ext cx="3915979" cy="7064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Referências</a:t>
            </a:r>
            <a:endParaRPr sz="4000" dirty="0"/>
          </a:p>
        </p:txBody>
      </p:sp>
      <p:grpSp>
        <p:nvGrpSpPr>
          <p:cNvPr id="3121" name="Google Shape;3121;p78">
            <a:extLst>
              <a:ext uri="{FF2B5EF4-FFF2-40B4-BE49-F238E27FC236}">
                <a16:creationId xmlns:a16="http://schemas.microsoft.com/office/drawing/2014/main" id="{1767E7B3-E3AC-CCF9-88A9-41774E62EC35}"/>
              </a:ext>
            </a:extLst>
          </p:cNvPr>
          <p:cNvGrpSpPr/>
          <p:nvPr/>
        </p:nvGrpSpPr>
        <p:grpSpPr>
          <a:xfrm rot="7046616" flipH="1">
            <a:off x="-356159" y="3308343"/>
            <a:ext cx="1299698" cy="1944490"/>
            <a:chOff x="2915088" y="1067493"/>
            <a:chExt cx="250763" cy="375147"/>
          </a:xfrm>
        </p:grpSpPr>
        <p:sp>
          <p:nvSpPr>
            <p:cNvPr id="3122" name="Google Shape;3122;p78">
              <a:extLst>
                <a:ext uri="{FF2B5EF4-FFF2-40B4-BE49-F238E27FC236}">
                  <a16:creationId xmlns:a16="http://schemas.microsoft.com/office/drawing/2014/main" id="{61A55413-170C-99BB-DFC9-40725DEA8D77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78">
              <a:extLst>
                <a:ext uri="{FF2B5EF4-FFF2-40B4-BE49-F238E27FC236}">
                  <a16:creationId xmlns:a16="http://schemas.microsoft.com/office/drawing/2014/main" id="{A1086610-0087-E72C-0234-173CB73FE995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78">
              <a:extLst>
                <a:ext uri="{FF2B5EF4-FFF2-40B4-BE49-F238E27FC236}">
                  <a16:creationId xmlns:a16="http://schemas.microsoft.com/office/drawing/2014/main" id="{D8F0BE16-78B2-6C82-B70A-892FE1C0A1A1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78">
              <a:extLst>
                <a:ext uri="{FF2B5EF4-FFF2-40B4-BE49-F238E27FC236}">
                  <a16:creationId xmlns:a16="http://schemas.microsoft.com/office/drawing/2014/main" id="{84F38E0B-2833-BB36-9D08-BF9E58ED60CE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78">
              <a:extLst>
                <a:ext uri="{FF2B5EF4-FFF2-40B4-BE49-F238E27FC236}">
                  <a16:creationId xmlns:a16="http://schemas.microsoft.com/office/drawing/2014/main" id="{FCA2168A-75A6-4D37-6CB0-66D8E900B36B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78">
              <a:extLst>
                <a:ext uri="{FF2B5EF4-FFF2-40B4-BE49-F238E27FC236}">
                  <a16:creationId xmlns:a16="http://schemas.microsoft.com/office/drawing/2014/main" id="{638B76BE-7A45-9CC8-8EDF-4CA1CA6FB174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78">
              <a:extLst>
                <a:ext uri="{FF2B5EF4-FFF2-40B4-BE49-F238E27FC236}">
                  <a16:creationId xmlns:a16="http://schemas.microsoft.com/office/drawing/2014/main" id="{5BDE6010-5DA9-BFB3-E0BD-2377B815795D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78">
              <a:extLst>
                <a:ext uri="{FF2B5EF4-FFF2-40B4-BE49-F238E27FC236}">
                  <a16:creationId xmlns:a16="http://schemas.microsoft.com/office/drawing/2014/main" id="{F6F50856-C16F-8E08-6296-5E8352295661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78">
              <a:extLst>
                <a:ext uri="{FF2B5EF4-FFF2-40B4-BE49-F238E27FC236}">
                  <a16:creationId xmlns:a16="http://schemas.microsoft.com/office/drawing/2014/main" id="{921FCD83-1B0E-ED43-1D41-13D9F4B106E1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78">
              <a:extLst>
                <a:ext uri="{FF2B5EF4-FFF2-40B4-BE49-F238E27FC236}">
                  <a16:creationId xmlns:a16="http://schemas.microsoft.com/office/drawing/2014/main" id="{BF77CBB4-3B75-FA94-5934-49DDE1B6CDD1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78">
              <a:extLst>
                <a:ext uri="{FF2B5EF4-FFF2-40B4-BE49-F238E27FC236}">
                  <a16:creationId xmlns:a16="http://schemas.microsoft.com/office/drawing/2014/main" id="{0BE4B843-A822-DEAB-7157-8B4FC091EFCF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78">
              <a:extLst>
                <a:ext uri="{FF2B5EF4-FFF2-40B4-BE49-F238E27FC236}">
                  <a16:creationId xmlns:a16="http://schemas.microsoft.com/office/drawing/2014/main" id="{38AFA67D-46E1-3327-BDF3-6F97FB55E1B2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78">
              <a:extLst>
                <a:ext uri="{FF2B5EF4-FFF2-40B4-BE49-F238E27FC236}">
                  <a16:creationId xmlns:a16="http://schemas.microsoft.com/office/drawing/2014/main" id="{FCA24260-B39D-1C96-7ABF-158CB37469CC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78">
              <a:extLst>
                <a:ext uri="{FF2B5EF4-FFF2-40B4-BE49-F238E27FC236}">
                  <a16:creationId xmlns:a16="http://schemas.microsoft.com/office/drawing/2014/main" id="{DD95D1F5-1A5D-741B-EB30-C91B4E058AFD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8">
              <a:extLst>
                <a:ext uri="{FF2B5EF4-FFF2-40B4-BE49-F238E27FC236}">
                  <a16:creationId xmlns:a16="http://schemas.microsoft.com/office/drawing/2014/main" id="{02F63234-8973-AC84-8993-6E2597A5F89C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78">
              <a:extLst>
                <a:ext uri="{FF2B5EF4-FFF2-40B4-BE49-F238E27FC236}">
                  <a16:creationId xmlns:a16="http://schemas.microsoft.com/office/drawing/2014/main" id="{85907C1E-693A-1804-AC85-BC74F9FCD1CA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78">
              <a:extLst>
                <a:ext uri="{FF2B5EF4-FFF2-40B4-BE49-F238E27FC236}">
                  <a16:creationId xmlns:a16="http://schemas.microsoft.com/office/drawing/2014/main" id="{23A5F3DF-E088-3772-A839-BE4A12BAC490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8">
              <a:extLst>
                <a:ext uri="{FF2B5EF4-FFF2-40B4-BE49-F238E27FC236}">
                  <a16:creationId xmlns:a16="http://schemas.microsoft.com/office/drawing/2014/main" id="{6F8D3C20-6301-06E7-0816-B6ED7C5C3937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8">
              <a:extLst>
                <a:ext uri="{FF2B5EF4-FFF2-40B4-BE49-F238E27FC236}">
                  <a16:creationId xmlns:a16="http://schemas.microsoft.com/office/drawing/2014/main" id="{EC3D6238-A1A4-5CD4-4857-FA1AF9304D15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8">
              <a:extLst>
                <a:ext uri="{FF2B5EF4-FFF2-40B4-BE49-F238E27FC236}">
                  <a16:creationId xmlns:a16="http://schemas.microsoft.com/office/drawing/2014/main" id="{C04454CA-1595-0B6F-0164-6853C086EA70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78">
              <a:extLst>
                <a:ext uri="{FF2B5EF4-FFF2-40B4-BE49-F238E27FC236}">
                  <a16:creationId xmlns:a16="http://schemas.microsoft.com/office/drawing/2014/main" id="{17A82295-6DCB-5A55-5EFF-DA173A764C0F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78">
              <a:extLst>
                <a:ext uri="{FF2B5EF4-FFF2-40B4-BE49-F238E27FC236}">
                  <a16:creationId xmlns:a16="http://schemas.microsoft.com/office/drawing/2014/main" id="{19A73737-C844-3364-93FB-B89A3690F99A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8">
              <a:extLst>
                <a:ext uri="{FF2B5EF4-FFF2-40B4-BE49-F238E27FC236}">
                  <a16:creationId xmlns:a16="http://schemas.microsoft.com/office/drawing/2014/main" id="{B5E3268D-98FC-B486-5749-86C9A692DAA3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5" name="Google Shape;3145;p78">
            <a:extLst>
              <a:ext uri="{FF2B5EF4-FFF2-40B4-BE49-F238E27FC236}">
                <a16:creationId xmlns:a16="http://schemas.microsoft.com/office/drawing/2014/main" id="{336FF273-6BEA-0BF3-C7D6-1F627C6742FD}"/>
              </a:ext>
            </a:extLst>
          </p:cNvPr>
          <p:cNvGrpSpPr/>
          <p:nvPr/>
        </p:nvGrpSpPr>
        <p:grpSpPr>
          <a:xfrm>
            <a:off x="7570838" y="651001"/>
            <a:ext cx="1249313" cy="1171613"/>
            <a:chOff x="6351976" y="66530"/>
            <a:chExt cx="281282" cy="263776"/>
          </a:xfrm>
        </p:grpSpPr>
        <p:sp>
          <p:nvSpPr>
            <p:cNvPr id="3146" name="Google Shape;3146;p78">
              <a:extLst>
                <a:ext uri="{FF2B5EF4-FFF2-40B4-BE49-F238E27FC236}">
                  <a16:creationId xmlns:a16="http://schemas.microsoft.com/office/drawing/2014/main" id="{2F26CC60-F10A-CEBF-BEA1-47AFE5FBF227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78">
              <a:extLst>
                <a:ext uri="{FF2B5EF4-FFF2-40B4-BE49-F238E27FC236}">
                  <a16:creationId xmlns:a16="http://schemas.microsoft.com/office/drawing/2014/main" id="{C5AC54D0-B6A0-96E5-843C-0ED446601F5E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78">
              <a:extLst>
                <a:ext uri="{FF2B5EF4-FFF2-40B4-BE49-F238E27FC236}">
                  <a16:creationId xmlns:a16="http://schemas.microsoft.com/office/drawing/2014/main" id="{A2D33C05-85A5-1627-AA60-5AAF1C10BF17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78">
              <a:extLst>
                <a:ext uri="{FF2B5EF4-FFF2-40B4-BE49-F238E27FC236}">
                  <a16:creationId xmlns:a16="http://schemas.microsoft.com/office/drawing/2014/main" id="{644515B7-8A0A-B68B-040F-9548F12F10B8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78">
              <a:extLst>
                <a:ext uri="{FF2B5EF4-FFF2-40B4-BE49-F238E27FC236}">
                  <a16:creationId xmlns:a16="http://schemas.microsoft.com/office/drawing/2014/main" id="{F83CF8D6-35E6-E556-DFD1-253B4D1C30F5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78">
              <a:extLst>
                <a:ext uri="{FF2B5EF4-FFF2-40B4-BE49-F238E27FC236}">
                  <a16:creationId xmlns:a16="http://schemas.microsoft.com/office/drawing/2014/main" id="{694DF3B0-E53F-338E-5837-B0833EABD86C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78">
              <a:extLst>
                <a:ext uri="{FF2B5EF4-FFF2-40B4-BE49-F238E27FC236}">
                  <a16:creationId xmlns:a16="http://schemas.microsoft.com/office/drawing/2014/main" id="{C75F222F-77B6-EB52-0C56-DAA1B3AC1D2F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78">
              <a:extLst>
                <a:ext uri="{FF2B5EF4-FFF2-40B4-BE49-F238E27FC236}">
                  <a16:creationId xmlns:a16="http://schemas.microsoft.com/office/drawing/2014/main" id="{B82A02B7-9A8A-74FA-E557-9FD777A5DC0A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78">
              <a:extLst>
                <a:ext uri="{FF2B5EF4-FFF2-40B4-BE49-F238E27FC236}">
                  <a16:creationId xmlns:a16="http://schemas.microsoft.com/office/drawing/2014/main" id="{FA4D1822-A32E-9CD6-3763-1009E1BFA41A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78">
              <a:extLst>
                <a:ext uri="{FF2B5EF4-FFF2-40B4-BE49-F238E27FC236}">
                  <a16:creationId xmlns:a16="http://schemas.microsoft.com/office/drawing/2014/main" id="{0690276F-AE00-749C-0761-0DC077165248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78">
              <a:extLst>
                <a:ext uri="{FF2B5EF4-FFF2-40B4-BE49-F238E27FC236}">
                  <a16:creationId xmlns:a16="http://schemas.microsoft.com/office/drawing/2014/main" id="{3BDE5D84-4A94-E7CA-AED1-7B96103F884A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78">
              <a:extLst>
                <a:ext uri="{FF2B5EF4-FFF2-40B4-BE49-F238E27FC236}">
                  <a16:creationId xmlns:a16="http://schemas.microsoft.com/office/drawing/2014/main" id="{D1537AFB-6452-E200-71BF-CA9A3422ACF8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78">
              <a:extLst>
                <a:ext uri="{FF2B5EF4-FFF2-40B4-BE49-F238E27FC236}">
                  <a16:creationId xmlns:a16="http://schemas.microsoft.com/office/drawing/2014/main" id="{2B131C94-3348-4856-5C87-284A1A3D37F2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78">
              <a:extLst>
                <a:ext uri="{FF2B5EF4-FFF2-40B4-BE49-F238E27FC236}">
                  <a16:creationId xmlns:a16="http://schemas.microsoft.com/office/drawing/2014/main" id="{5653169E-876C-ABE6-8EE6-64A14998F4E4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78">
              <a:extLst>
                <a:ext uri="{FF2B5EF4-FFF2-40B4-BE49-F238E27FC236}">
                  <a16:creationId xmlns:a16="http://schemas.microsoft.com/office/drawing/2014/main" id="{888A06C8-C31D-74EF-4361-7448F48438BF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78">
              <a:extLst>
                <a:ext uri="{FF2B5EF4-FFF2-40B4-BE49-F238E27FC236}">
                  <a16:creationId xmlns:a16="http://schemas.microsoft.com/office/drawing/2014/main" id="{809AC5EC-DBE0-7A57-15B7-26A672365143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78">
              <a:extLst>
                <a:ext uri="{FF2B5EF4-FFF2-40B4-BE49-F238E27FC236}">
                  <a16:creationId xmlns:a16="http://schemas.microsoft.com/office/drawing/2014/main" id="{BE9A267E-585A-E862-7305-561D0989B1BA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78">
              <a:extLst>
                <a:ext uri="{FF2B5EF4-FFF2-40B4-BE49-F238E27FC236}">
                  <a16:creationId xmlns:a16="http://schemas.microsoft.com/office/drawing/2014/main" id="{C4D6A3D3-EBF9-CE5A-D26D-A87BA7A95128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78">
              <a:extLst>
                <a:ext uri="{FF2B5EF4-FFF2-40B4-BE49-F238E27FC236}">
                  <a16:creationId xmlns:a16="http://schemas.microsoft.com/office/drawing/2014/main" id="{046D6579-7783-19FD-7944-E3410F6340C7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78">
              <a:extLst>
                <a:ext uri="{FF2B5EF4-FFF2-40B4-BE49-F238E27FC236}">
                  <a16:creationId xmlns:a16="http://schemas.microsoft.com/office/drawing/2014/main" id="{EFE23746-1568-BC45-0BCA-A390E00F9354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78">
              <a:extLst>
                <a:ext uri="{FF2B5EF4-FFF2-40B4-BE49-F238E27FC236}">
                  <a16:creationId xmlns:a16="http://schemas.microsoft.com/office/drawing/2014/main" id="{72D07937-46C6-1157-C5BE-F85C020D50F1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78">
              <a:extLst>
                <a:ext uri="{FF2B5EF4-FFF2-40B4-BE49-F238E27FC236}">
                  <a16:creationId xmlns:a16="http://schemas.microsoft.com/office/drawing/2014/main" id="{0EF72A50-F7EA-3600-7896-081FF21C8998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78">
              <a:extLst>
                <a:ext uri="{FF2B5EF4-FFF2-40B4-BE49-F238E27FC236}">
                  <a16:creationId xmlns:a16="http://schemas.microsoft.com/office/drawing/2014/main" id="{AB1095E7-CD66-AE5B-5E4B-2EA19471EC63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78">
              <a:extLst>
                <a:ext uri="{FF2B5EF4-FFF2-40B4-BE49-F238E27FC236}">
                  <a16:creationId xmlns:a16="http://schemas.microsoft.com/office/drawing/2014/main" id="{716E9996-0C36-8CFC-3C55-37201F7D1A11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0" name="Google Shape;3170;p78">
            <a:extLst>
              <a:ext uri="{FF2B5EF4-FFF2-40B4-BE49-F238E27FC236}">
                <a16:creationId xmlns:a16="http://schemas.microsoft.com/office/drawing/2014/main" id="{73FAF62F-241E-4220-EF1E-1263E5DFACF4}"/>
              </a:ext>
            </a:extLst>
          </p:cNvPr>
          <p:cNvGrpSpPr/>
          <p:nvPr/>
        </p:nvGrpSpPr>
        <p:grpSpPr>
          <a:xfrm rot="3953491">
            <a:off x="4977421" y="371322"/>
            <a:ext cx="815393" cy="671251"/>
            <a:chOff x="1681288" y="1393055"/>
            <a:chExt cx="116536" cy="95937"/>
          </a:xfrm>
        </p:grpSpPr>
        <p:sp>
          <p:nvSpPr>
            <p:cNvPr id="3171" name="Google Shape;3171;p78">
              <a:extLst>
                <a:ext uri="{FF2B5EF4-FFF2-40B4-BE49-F238E27FC236}">
                  <a16:creationId xmlns:a16="http://schemas.microsoft.com/office/drawing/2014/main" id="{3D7111B8-B448-B4FF-4F21-1758D0129F43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78">
              <a:extLst>
                <a:ext uri="{FF2B5EF4-FFF2-40B4-BE49-F238E27FC236}">
                  <a16:creationId xmlns:a16="http://schemas.microsoft.com/office/drawing/2014/main" id="{93060C1D-D287-4203-AE9D-D12C02B0DD87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78">
              <a:extLst>
                <a:ext uri="{FF2B5EF4-FFF2-40B4-BE49-F238E27FC236}">
                  <a16:creationId xmlns:a16="http://schemas.microsoft.com/office/drawing/2014/main" id="{0D0D79D9-DCB7-448F-D598-C997B2783DDD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3271;p79">
            <a:extLst>
              <a:ext uri="{FF2B5EF4-FFF2-40B4-BE49-F238E27FC236}">
                <a16:creationId xmlns:a16="http://schemas.microsoft.com/office/drawing/2014/main" id="{9EFC1D77-B164-36E3-B9E4-EABC3687292E}"/>
              </a:ext>
            </a:extLst>
          </p:cNvPr>
          <p:cNvGrpSpPr/>
          <p:nvPr/>
        </p:nvGrpSpPr>
        <p:grpSpPr>
          <a:xfrm>
            <a:off x="2969627" y="1330033"/>
            <a:ext cx="423011" cy="423011"/>
            <a:chOff x="4821470" y="2820300"/>
            <a:chExt cx="423011" cy="423011"/>
          </a:xfrm>
        </p:grpSpPr>
        <p:sp>
          <p:nvSpPr>
            <p:cNvPr id="15" name="Google Shape;3272;p79">
              <a:extLst>
                <a:ext uri="{FF2B5EF4-FFF2-40B4-BE49-F238E27FC236}">
                  <a16:creationId xmlns:a16="http://schemas.microsoft.com/office/drawing/2014/main" id="{DF6F50F4-F1C8-24C4-350A-81FC257EB67E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3;p79">
              <a:extLst>
                <a:ext uri="{FF2B5EF4-FFF2-40B4-BE49-F238E27FC236}">
                  <a16:creationId xmlns:a16="http://schemas.microsoft.com/office/drawing/2014/main" id="{65F739D7-C575-AEFE-58FE-64648784B598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4;p79">
              <a:extLst>
                <a:ext uri="{FF2B5EF4-FFF2-40B4-BE49-F238E27FC236}">
                  <a16:creationId xmlns:a16="http://schemas.microsoft.com/office/drawing/2014/main" id="{2519BF5C-F169-32C3-B335-8414589AF045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5;p79">
              <a:extLst>
                <a:ext uri="{FF2B5EF4-FFF2-40B4-BE49-F238E27FC236}">
                  <a16:creationId xmlns:a16="http://schemas.microsoft.com/office/drawing/2014/main" id="{25D35AC4-21E1-B016-E93A-CA311996ED54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6;p79">
              <a:extLst>
                <a:ext uri="{FF2B5EF4-FFF2-40B4-BE49-F238E27FC236}">
                  <a16:creationId xmlns:a16="http://schemas.microsoft.com/office/drawing/2014/main" id="{7541DDAA-0839-C0AB-4FF6-1312733C30CC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7;p79">
              <a:extLst>
                <a:ext uri="{FF2B5EF4-FFF2-40B4-BE49-F238E27FC236}">
                  <a16:creationId xmlns:a16="http://schemas.microsoft.com/office/drawing/2014/main" id="{D13E941F-910F-6D6F-7D3A-B55668B26D37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8;p79">
              <a:extLst>
                <a:ext uri="{FF2B5EF4-FFF2-40B4-BE49-F238E27FC236}">
                  <a16:creationId xmlns:a16="http://schemas.microsoft.com/office/drawing/2014/main" id="{19BEAF0E-E31A-BBF1-AD71-F8E40438601C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79;p79">
              <a:extLst>
                <a:ext uri="{FF2B5EF4-FFF2-40B4-BE49-F238E27FC236}">
                  <a16:creationId xmlns:a16="http://schemas.microsoft.com/office/drawing/2014/main" id="{14D65E21-A0B0-4DFC-BBAA-A9A7C51A1340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0;p79">
              <a:extLst>
                <a:ext uri="{FF2B5EF4-FFF2-40B4-BE49-F238E27FC236}">
                  <a16:creationId xmlns:a16="http://schemas.microsoft.com/office/drawing/2014/main" id="{A16663B0-3048-2750-E0E3-C5A014A8711C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1;p79">
              <a:extLst>
                <a:ext uri="{FF2B5EF4-FFF2-40B4-BE49-F238E27FC236}">
                  <a16:creationId xmlns:a16="http://schemas.microsoft.com/office/drawing/2014/main" id="{2BB405CE-617D-1254-4BC7-F452E48A3C59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2;p79">
              <a:extLst>
                <a:ext uri="{FF2B5EF4-FFF2-40B4-BE49-F238E27FC236}">
                  <a16:creationId xmlns:a16="http://schemas.microsoft.com/office/drawing/2014/main" id="{9AA3FFF3-6C36-414F-0CC0-43EC92C36028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3;p79">
              <a:extLst>
                <a:ext uri="{FF2B5EF4-FFF2-40B4-BE49-F238E27FC236}">
                  <a16:creationId xmlns:a16="http://schemas.microsoft.com/office/drawing/2014/main" id="{C4A2EFCF-B91D-03C5-BF00-DE047840CA96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4;p79">
              <a:extLst>
                <a:ext uri="{FF2B5EF4-FFF2-40B4-BE49-F238E27FC236}">
                  <a16:creationId xmlns:a16="http://schemas.microsoft.com/office/drawing/2014/main" id="{4C3DD92F-A6D0-F71A-58A1-0D33A1DED4D5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5;p79">
              <a:extLst>
                <a:ext uri="{FF2B5EF4-FFF2-40B4-BE49-F238E27FC236}">
                  <a16:creationId xmlns:a16="http://schemas.microsoft.com/office/drawing/2014/main" id="{B0A306A6-74D0-09FE-B0A7-BF7D8BC8689E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6;p79">
              <a:extLst>
                <a:ext uri="{FF2B5EF4-FFF2-40B4-BE49-F238E27FC236}">
                  <a16:creationId xmlns:a16="http://schemas.microsoft.com/office/drawing/2014/main" id="{A5E62C4B-2137-26A3-A786-2BD5D3F67F0E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271;p79">
            <a:extLst>
              <a:ext uri="{FF2B5EF4-FFF2-40B4-BE49-F238E27FC236}">
                <a16:creationId xmlns:a16="http://schemas.microsoft.com/office/drawing/2014/main" id="{D4915D54-0469-7528-7330-A8FD0CC25BF8}"/>
              </a:ext>
            </a:extLst>
          </p:cNvPr>
          <p:cNvGrpSpPr/>
          <p:nvPr/>
        </p:nvGrpSpPr>
        <p:grpSpPr>
          <a:xfrm>
            <a:off x="804743" y="731318"/>
            <a:ext cx="423011" cy="423011"/>
            <a:chOff x="4821470" y="2820300"/>
            <a:chExt cx="423011" cy="423011"/>
          </a:xfrm>
        </p:grpSpPr>
        <p:sp>
          <p:nvSpPr>
            <p:cNvPr id="31" name="Google Shape;3272;p79">
              <a:extLst>
                <a:ext uri="{FF2B5EF4-FFF2-40B4-BE49-F238E27FC236}">
                  <a16:creationId xmlns:a16="http://schemas.microsoft.com/office/drawing/2014/main" id="{B1FB154D-90CB-073B-19BD-CA1F4C8DC963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73;p79">
              <a:extLst>
                <a:ext uri="{FF2B5EF4-FFF2-40B4-BE49-F238E27FC236}">
                  <a16:creationId xmlns:a16="http://schemas.microsoft.com/office/drawing/2014/main" id="{3D747A3B-E028-7497-DF7C-720CB9524C0B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74;p79">
              <a:extLst>
                <a:ext uri="{FF2B5EF4-FFF2-40B4-BE49-F238E27FC236}">
                  <a16:creationId xmlns:a16="http://schemas.microsoft.com/office/drawing/2014/main" id="{32BCC5E5-F4B2-A334-30FC-378CE2DA7814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75;p79">
              <a:extLst>
                <a:ext uri="{FF2B5EF4-FFF2-40B4-BE49-F238E27FC236}">
                  <a16:creationId xmlns:a16="http://schemas.microsoft.com/office/drawing/2014/main" id="{56E7B13E-8239-A054-F419-61A198D839F5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76;p79">
              <a:extLst>
                <a:ext uri="{FF2B5EF4-FFF2-40B4-BE49-F238E27FC236}">
                  <a16:creationId xmlns:a16="http://schemas.microsoft.com/office/drawing/2014/main" id="{1DE8BC0E-6012-F897-B171-FFEFC2C4A776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77;p79">
              <a:extLst>
                <a:ext uri="{FF2B5EF4-FFF2-40B4-BE49-F238E27FC236}">
                  <a16:creationId xmlns:a16="http://schemas.microsoft.com/office/drawing/2014/main" id="{4BA406BF-49B2-1B7F-72A7-090E27E90492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78;p79">
              <a:extLst>
                <a:ext uri="{FF2B5EF4-FFF2-40B4-BE49-F238E27FC236}">
                  <a16:creationId xmlns:a16="http://schemas.microsoft.com/office/drawing/2014/main" id="{CBFB9854-E691-E4B9-0AA7-87FC99E57AFD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79;p79">
              <a:extLst>
                <a:ext uri="{FF2B5EF4-FFF2-40B4-BE49-F238E27FC236}">
                  <a16:creationId xmlns:a16="http://schemas.microsoft.com/office/drawing/2014/main" id="{9091EC5B-B40B-49AC-A34B-35703DDB3D93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80;p79">
              <a:extLst>
                <a:ext uri="{FF2B5EF4-FFF2-40B4-BE49-F238E27FC236}">
                  <a16:creationId xmlns:a16="http://schemas.microsoft.com/office/drawing/2014/main" id="{23634DCC-5F44-3B7D-7C5A-63B6C8FAB93A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81;p79">
              <a:extLst>
                <a:ext uri="{FF2B5EF4-FFF2-40B4-BE49-F238E27FC236}">
                  <a16:creationId xmlns:a16="http://schemas.microsoft.com/office/drawing/2014/main" id="{B334D69E-7C8B-89F4-6029-4652233E371B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82;p79">
              <a:extLst>
                <a:ext uri="{FF2B5EF4-FFF2-40B4-BE49-F238E27FC236}">
                  <a16:creationId xmlns:a16="http://schemas.microsoft.com/office/drawing/2014/main" id="{414B6E07-5C43-0730-3828-162CF9D000C5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83;p79">
              <a:extLst>
                <a:ext uri="{FF2B5EF4-FFF2-40B4-BE49-F238E27FC236}">
                  <a16:creationId xmlns:a16="http://schemas.microsoft.com/office/drawing/2014/main" id="{BA8EC592-6135-B610-7F9A-503DC6348B2D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284;p79">
              <a:extLst>
                <a:ext uri="{FF2B5EF4-FFF2-40B4-BE49-F238E27FC236}">
                  <a16:creationId xmlns:a16="http://schemas.microsoft.com/office/drawing/2014/main" id="{E56029A7-A4AA-FE64-0B6E-4B3C71A1AA84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85;p79">
              <a:extLst>
                <a:ext uri="{FF2B5EF4-FFF2-40B4-BE49-F238E27FC236}">
                  <a16:creationId xmlns:a16="http://schemas.microsoft.com/office/drawing/2014/main" id="{8390E32D-B8C4-2841-9D95-764B4BC0F953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86;p79">
              <a:extLst>
                <a:ext uri="{FF2B5EF4-FFF2-40B4-BE49-F238E27FC236}">
                  <a16:creationId xmlns:a16="http://schemas.microsoft.com/office/drawing/2014/main" id="{D0CEB1DD-C56E-1A4A-87C5-5A45F324E022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3271;p79">
            <a:extLst>
              <a:ext uri="{FF2B5EF4-FFF2-40B4-BE49-F238E27FC236}">
                <a16:creationId xmlns:a16="http://schemas.microsoft.com/office/drawing/2014/main" id="{4ED78995-56CA-0D2A-C02C-BD46CFE7932B}"/>
              </a:ext>
            </a:extLst>
          </p:cNvPr>
          <p:cNvGrpSpPr/>
          <p:nvPr/>
        </p:nvGrpSpPr>
        <p:grpSpPr>
          <a:xfrm>
            <a:off x="1462950" y="1148070"/>
            <a:ext cx="275912" cy="275912"/>
            <a:chOff x="4821470" y="2820300"/>
            <a:chExt cx="423011" cy="423011"/>
          </a:xfrm>
        </p:grpSpPr>
        <p:sp>
          <p:nvSpPr>
            <p:cNvPr id="63" name="Google Shape;3272;p79">
              <a:extLst>
                <a:ext uri="{FF2B5EF4-FFF2-40B4-BE49-F238E27FC236}">
                  <a16:creationId xmlns:a16="http://schemas.microsoft.com/office/drawing/2014/main" id="{2B19CE14-FD52-B233-A7BC-0DF24E7A3BB9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273;p79">
              <a:extLst>
                <a:ext uri="{FF2B5EF4-FFF2-40B4-BE49-F238E27FC236}">
                  <a16:creationId xmlns:a16="http://schemas.microsoft.com/office/drawing/2014/main" id="{CD32DE5F-B888-F643-599A-2E40523BAC80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274;p79">
              <a:extLst>
                <a:ext uri="{FF2B5EF4-FFF2-40B4-BE49-F238E27FC236}">
                  <a16:creationId xmlns:a16="http://schemas.microsoft.com/office/drawing/2014/main" id="{5C11DE2F-5822-0FDA-B9D5-824FE6258C77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275;p79">
              <a:extLst>
                <a:ext uri="{FF2B5EF4-FFF2-40B4-BE49-F238E27FC236}">
                  <a16:creationId xmlns:a16="http://schemas.microsoft.com/office/drawing/2014/main" id="{4EEB6A56-A67F-6D08-71B1-C63503B1C96D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276;p79">
              <a:extLst>
                <a:ext uri="{FF2B5EF4-FFF2-40B4-BE49-F238E27FC236}">
                  <a16:creationId xmlns:a16="http://schemas.microsoft.com/office/drawing/2014/main" id="{6EF4240A-8873-EDCB-6EF9-CDAFBA55D1FC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277;p79">
              <a:extLst>
                <a:ext uri="{FF2B5EF4-FFF2-40B4-BE49-F238E27FC236}">
                  <a16:creationId xmlns:a16="http://schemas.microsoft.com/office/drawing/2014/main" id="{A5E2CA85-471B-4210-9AB8-3A03EC9B42A2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278;p79">
              <a:extLst>
                <a:ext uri="{FF2B5EF4-FFF2-40B4-BE49-F238E27FC236}">
                  <a16:creationId xmlns:a16="http://schemas.microsoft.com/office/drawing/2014/main" id="{1AB78E1A-D000-5C10-DB03-65C3718ED725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279;p79">
              <a:extLst>
                <a:ext uri="{FF2B5EF4-FFF2-40B4-BE49-F238E27FC236}">
                  <a16:creationId xmlns:a16="http://schemas.microsoft.com/office/drawing/2014/main" id="{23522DC2-7BD9-CC3E-9175-64295DFD2252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280;p79">
              <a:extLst>
                <a:ext uri="{FF2B5EF4-FFF2-40B4-BE49-F238E27FC236}">
                  <a16:creationId xmlns:a16="http://schemas.microsoft.com/office/drawing/2014/main" id="{9B14E59A-9C37-1B41-EE4F-6D805E6D4F74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281;p79">
              <a:extLst>
                <a:ext uri="{FF2B5EF4-FFF2-40B4-BE49-F238E27FC236}">
                  <a16:creationId xmlns:a16="http://schemas.microsoft.com/office/drawing/2014/main" id="{8EECCE91-8CCE-9004-4B4B-545CFC8CA4F9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282;p79">
              <a:extLst>
                <a:ext uri="{FF2B5EF4-FFF2-40B4-BE49-F238E27FC236}">
                  <a16:creationId xmlns:a16="http://schemas.microsoft.com/office/drawing/2014/main" id="{B65B5330-FCFF-C870-23A8-6C4ED4168D2B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283;p79">
              <a:extLst>
                <a:ext uri="{FF2B5EF4-FFF2-40B4-BE49-F238E27FC236}">
                  <a16:creationId xmlns:a16="http://schemas.microsoft.com/office/drawing/2014/main" id="{972F9BEB-37F6-29C5-836F-789DEDD62E10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284;p79">
              <a:extLst>
                <a:ext uri="{FF2B5EF4-FFF2-40B4-BE49-F238E27FC236}">
                  <a16:creationId xmlns:a16="http://schemas.microsoft.com/office/drawing/2014/main" id="{E6D424AD-CABE-8F41-72C5-FBAC1920B84D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285;p79">
              <a:extLst>
                <a:ext uri="{FF2B5EF4-FFF2-40B4-BE49-F238E27FC236}">
                  <a16:creationId xmlns:a16="http://schemas.microsoft.com/office/drawing/2014/main" id="{24C2AECF-879F-31A6-C965-381455095309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286;p79">
              <a:extLst>
                <a:ext uri="{FF2B5EF4-FFF2-40B4-BE49-F238E27FC236}">
                  <a16:creationId xmlns:a16="http://schemas.microsoft.com/office/drawing/2014/main" id="{3A1FFD3F-8351-F7B1-6298-7F5B9DA889E8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8" name="Google Shape;3053;p76">
            <a:extLst>
              <a:ext uri="{FF2B5EF4-FFF2-40B4-BE49-F238E27FC236}">
                <a16:creationId xmlns:a16="http://schemas.microsoft.com/office/drawing/2014/main" id="{42743F62-F813-3B8C-9E73-A9DB21C82972}"/>
              </a:ext>
            </a:extLst>
          </p:cNvPr>
          <p:cNvSpPr txBox="1">
            <a:spLocks/>
          </p:cNvSpPr>
          <p:nvPr/>
        </p:nvSpPr>
        <p:spPr>
          <a:xfrm>
            <a:off x="1456023" y="2008582"/>
            <a:ext cx="5214941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65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r>
              <a:rPr lang="pt-BR" sz="1200" dirty="0"/>
              <a:t>https://rsdjournal.org/rsd/article/view/21850/19237</a:t>
            </a:r>
            <a:endParaRPr lang="pt-BR" sz="400" dirty="0"/>
          </a:p>
        </p:txBody>
      </p:sp>
      <p:sp>
        <p:nvSpPr>
          <p:cNvPr id="3189" name="Google Shape;3053;p76">
            <a:extLst>
              <a:ext uri="{FF2B5EF4-FFF2-40B4-BE49-F238E27FC236}">
                <a16:creationId xmlns:a16="http://schemas.microsoft.com/office/drawing/2014/main" id="{D8A8712B-F085-7714-9CE0-B4755FD4DB08}"/>
              </a:ext>
            </a:extLst>
          </p:cNvPr>
          <p:cNvSpPr txBox="1">
            <a:spLocks/>
          </p:cNvSpPr>
          <p:nvPr/>
        </p:nvSpPr>
        <p:spPr>
          <a:xfrm>
            <a:off x="1456022" y="2867564"/>
            <a:ext cx="6925978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65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r>
              <a:rPr lang="pt-BR" sz="1200" dirty="0"/>
              <a:t>https://seer.ufrgs.br/index.php/ProdutoProducao/article/view/30647/24545</a:t>
            </a:r>
            <a:endParaRPr lang="pt-BR" sz="400" dirty="0"/>
          </a:p>
        </p:txBody>
      </p:sp>
      <p:grpSp>
        <p:nvGrpSpPr>
          <p:cNvPr id="4" name="Google Shape;3271;p79">
            <a:extLst>
              <a:ext uri="{FF2B5EF4-FFF2-40B4-BE49-F238E27FC236}">
                <a16:creationId xmlns:a16="http://schemas.microsoft.com/office/drawing/2014/main" id="{274697B0-5D71-2303-D9A5-CB3AFB5181BD}"/>
              </a:ext>
            </a:extLst>
          </p:cNvPr>
          <p:cNvGrpSpPr/>
          <p:nvPr/>
        </p:nvGrpSpPr>
        <p:grpSpPr>
          <a:xfrm>
            <a:off x="912227" y="2006953"/>
            <a:ext cx="423011" cy="423011"/>
            <a:chOff x="4821470" y="2820300"/>
            <a:chExt cx="423011" cy="423011"/>
          </a:xfrm>
        </p:grpSpPr>
        <p:sp>
          <p:nvSpPr>
            <p:cNvPr id="5" name="Google Shape;3272;p79">
              <a:extLst>
                <a:ext uri="{FF2B5EF4-FFF2-40B4-BE49-F238E27FC236}">
                  <a16:creationId xmlns:a16="http://schemas.microsoft.com/office/drawing/2014/main" id="{CCE77134-9B36-B637-A7EA-373EB5D4E96D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273;p79">
              <a:extLst>
                <a:ext uri="{FF2B5EF4-FFF2-40B4-BE49-F238E27FC236}">
                  <a16:creationId xmlns:a16="http://schemas.microsoft.com/office/drawing/2014/main" id="{D1A4E8A5-DF9B-C93E-E1CE-FD7B4749C1AC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274;p79">
              <a:extLst>
                <a:ext uri="{FF2B5EF4-FFF2-40B4-BE49-F238E27FC236}">
                  <a16:creationId xmlns:a16="http://schemas.microsoft.com/office/drawing/2014/main" id="{2AD2F801-0712-6076-1291-36E23C48C57E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275;p79">
              <a:extLst>
                <a:ext uri="{FF2B5EF4-FFF2-40B4-BE49-F238E27FC236}">
                  <a16:creationId xmlns:a16="http://schemas.microsoft.com/office/drawing/2014/main" id="{6C830F29-B305-A1BD-5355-74B9D8DC3AEC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276;p79">
              <a:extLst>
                <a:ext uri="{FF2B5EF4-FFF2-40B4-BE49-F238E27FC236}">
                  <a16:creationId xmlns:a16="http://schemas.microsoft.com/office/drawing/2014/main" id="{84DC69D3-CC58-D254-13BB-78D730B34EE7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277;p79">
              <a:extLst>
                <a:ext uri="{FF2B5EF4-FFF2-40B4-BE49-F238E27FC236}">
                  <a16:creationId xmlns:a16="http://schemas.microsoft.com/office/drawing/2014/main" id="{4706D87C-20E5-D3DE-C8C2-97C750C8BA1B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278;p79">
              <a:extLst>
                <a:ext uri="{FF2B5EF4-FFF2-40B4-BE49-F238E27FC236}">
                  <a16:creationId xmlns:a16="http://schemas.microsoft.com/office/drawing/2014/main" id="{4BE6B35D-68F4-BAE1-5B01-4199EDAD9363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279;p79">
              <a:extLst>
                <a:ext uri="{FF2B5EF4-FFF2-40B4-BE49-F238E27FC236}">
                  <a16:creationId xmlns:a16="http://schemas.microsoft.com/office/drawing/2014/main" id="{08AA5343-73AA-2593-039A-20DB936F4C58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280;p79">
              <a:extLst>
                <a:ext uri="{FF2B5EF4-FFF2-40B4-BE49-F238E27FC236}">
                  <a16:creationId xmlns:a16="http://schemas.microsoft.com/office/drawing/2014/main" id="{0E56AE7C-6DAE-9093-329E-659A11DB1B6F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281;p79">
              <a:extLst>
                <a:ext uri="{FF2B5EF4-FFF2-40B4-BE49-F238E27FC236}">
                  <a16:creationId xmlns:a16="http://schemas.microsoft.com/office/drawing/2014/main" id="{604BD30A-9AE4-F1B1-63CD-C24150587DDE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282;p79">
              <a:extLst>
                <a:ext uri="{FF2B5EF4-FFF2-40B4-BE49-F238E27FC236}">
                  <a16:creationId xmlns:a16="http://schemas.microsoft.com/office/drawing/2014/main" id="{F8BE82F9-07C0-9FB6-2691-62AE911C8320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283;p79">
              <a:extLst>
                <a:ext uri="{FF2B5EF4-FFF2-40B4-BE49-F238E27FC236}">
                  <a16:creationId xmlns:a16="http://schemas.microsoft.com/office/drawing/2014/main" id="{9C7746AF-AB2C-FC0B-E64B-0DA2FA231085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284;p79">
              <a:extLst>
                <a:ext uri="{FF2B5EF4-FFF2-40B4-BE49-F238E27FC236}">
                  <a16:creationId xmlns:a16="http://schemas.microsoft.com/office/drawing/2014/main" id="{A7AFCDA5-808E-E3AB-496B-279A892F569D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285;p79">
              <a:extLst>
                <a:ext uri="{FF2B5EF4-FFF2-40B4-BE49-F238E27FC236}">
                  <a16:creationId xmlns:a16="http://schemas.microsoft.com/office/drawing/2014/main" id="{EA45BDD9-4271-783E-6C71-998A0EC061DB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286;p79">
              <a:extLst>
                <a:ext uri="{FF2B5EF4-FFF2-40B4-BE49-F238E27FC236}">
                  <a16:creationId xmlns:a16="http://schemas.microsoft.com/office/drawing/2014/main" id="{C4C8F944-5FF7-0DA5-1182-163A26513A5F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3271;p79">
            <a:extLst>
              <a:ext uri="{FF2B5EF4-FFF2-40B4-BE49-F238E27FC236}">
                <a16:creationId xmlns:a16="http://schemas.microsoft.com/office/drawing/2014/main" id="{40883669-A136-D9F1-B862-20C35C459462}"/>
              </a:ext>
            </a:extLst>
          </p:cNvPr>
          <p:cNvGrpSpPr/>
          <p:nvPr/>
        </p:nvGrpSpPr>
        <p:grpSpPr>
          <a:xfrm>
            <a:off x="863736" y="2938208"/>
            <a:ext cx="423011" cy="423011"/>
            <a:chOff x="4821470" y="2820300"/>
            <a:chExt cx="423011" cy="423011"/>
          </a:xfrm>
        </p:grpSpPr>
        <p:sp>
          <p:nvSpPr>
            <p:cNvPr id="61" name="Google Shape;3272;p79">
              <a:extLst>
                <a:ext uri="{FF2B5EF4-FFF2-40B4-BE49-F238E27FC236}">
                  <a16:creationId xmlns:a16="http://schemas.microsoft.com/office/drawing/2014/main" id="{46C16ADA-DDC6-A36D-C11C-24268B320709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273;p79">
              <a:extLst>
                <a:ext uri="{FF2B5EF4-FFF2-40B4-BE49-F238E27FC236}">
                  <a16:creationId xmlns:a16="http://schemas.microsoft.com/office/drawing/2014/main" id="{D221CDB1-C9D9-D832-5263-35B4C09BA045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274;p79">
              <a:extLst>
                <a:ext uri="{FF2B5EF4-FFF2-40B4-BE49-F238E27FC236}">
                  <a16:creationId xmlns:a16="http://schemas.microsoft.com/office/drawing/2014/main" id="{A0363CC7-5B9F-FD9F-E690-ADC9799C1AEE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275;p79">
              <a:extLst>
                <a:ext uri="{FF2B5EF4-FFF2-40B4-BE49-F238E27FC236}">
                  <a16:creationId xmlns:a16="http://schemas.microsoft.com/office/drawing/2014/main" id="{1B1AD3AD-3292-5736-03D6-E4FDBBD068AD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276;p79">
              <a:extLst>
                <a:ext uri="{FF2B5EF4-FFF2-40B4-BE49-F238E27FC236}">
                  <a16:creationId xmlns:a16="http://schemas.microsoft.com/office/drawing/2014/main" id="{3CD4E055-731A-CDFB-2A84-F6CDAC18FA00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277;p79">
              <a:extLst>
                <a:ext uri="{FF2B5EF4-FFF2-40B4-BE49-F238E27FC236}">
                  <a16:creationId xmlns:a16="http://schemas.microsoft.com/office/drawing/2014/main" id="{217D2B36-07A8-52ED-6111-59E468204A9A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278;p79">
              <a:extLst>
                <a:ext uri="{FF2B5EF4-FFF2-40B4-BE49-F238E27FC236}">
                  <a16:creationId xmlns:a16="http://schemas.microsoft.com/office/drawing/2014/main" id="{CAAABF9C-2D46-1DFA-1714-ACD15B0699C6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279;p79">
              <a:extLst>
                <a:ext uri="{FF2B5EF4-FFF2-40B4-BE49-F238E27FC236}">
                  <a16:creationId xmlns:a16="http://schemas.microsoft.com/office/drawing/2014/main" id="{F444DC38-A7AE-54EE-956E-743555F057DD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280;p79">
              <a:extLst>
                <a:ext uri="{FF2B5EF4-FFF2-40B4-BE49-F238E27FC236}">
                  <a16:creationId xmlns:a16="http://schemas.microsoft.com/office/drawing/2014/main" id="{C0847FE4-BA02-C479-C5FC-F6C5FFAD71B6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281;p79">
              <a:extLst>
                <a:ext uri="{FF2B5EF4-FFF2-40B4-BE49-F238E27FC236}">
                  <a16:creationId xmlns:a16="http://schemas.microsoft.com/office/drawing/2014/main" id="{D44D8533-9C40-F06D-291A-BC07E6262B59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282;p79">
              <a:extLst>
                <a:ext uri="{FF2B5EF4-FFF2-40B4-BE49-F238E27FC236}">
                  <a16:creationId xmlns:a16="http://schemas.microsoft.com/office/drawing/2014/main" id="{30234D9F-B970-3B0E-A389-B588B0E90419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283;p79">
              <a:extLst>
                <a:ext uri="{FF2B5EF4-FFF2-40B4-BE49-F238E27FC236}">
                  <a16:creationId xmlns:a16="http://schemas.microsoft.com/office/drawing/2014/main" id="{95BEF01F-92C5-F701-90C9-2DA8489305AF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284;p79">
              <a:extLst>
                <a:ext uri="{FF2B5EF4-FFF2-40B4-BE49-F238E27FC236}">
                  <a16:creationId xmlns:a16="http://schemas.microsoft.com/office/drawing/2014/main" id="{C9D6EFD7-0F74-3A5C-A914-56FF5DB2204D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285;p79">
              <a:extLst>
                <a:ext uri="{FF2B5EF4-FFF2-40B4-BE49-F238E27FC236}">
                  <a16:creationId xmlns:a16="http://schemas.microsoft.com/office/drawing/2014/main" id="{4FBC3A49-6363-0709-DB23-AC568F100450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286;p79">
              <a:extLst>
                <a:ext uri="{FF2B5EF4-FFF2-40B4-BE49-F238E27FC236}">
                  <a16:creationId xmlns:a16="http://schemas.microsoft.com/office/drawing/2014/main" id="{A7956197-06B2-B4E6-D7C8-5532568E0293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29262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78"/>
          <p:cNvSpPr/>
          <p:nvPr/>
        </p:nvSpPr>
        <p:spPr>
          <a:xfrm rot="10800000" flipH="1">
            <a:off x="5165675" y="540000"/>
            <a:ext cx="3111600" cy="4063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5" name="Google Shape;3095;p78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7274" t="-16192" r="17267" b="-16205"/>
          <a:stretch/>
        </p:blipFill>
        <p:spPr>
          <a:xfrm>
            <a:off x="5314951" y="675900"/>
            <a:ext cx="2812800" cy="3791700"/>
          </a:xfrm>
          <a:prstGeom prst="roundRect">
            <a:avLst>
              <a:gd name="adj" fmla="val 50000"/>
            </a:avLst>
          </a:prstGeom>
        </p:spPr>
      </p:pic>
      <p:sp>
        <p:nvSpPr>
          <p:cNvPr id="3096" name="Google Shape;3096;p78"/>
          <p:cNvSpPr txBox="1">
            <a:spLocks noGrp="1"/>
          </p:cNvSpPr>
          <p:nvPr>
            <p:ph type="ctrTitle"/>
          </p:nvPr>
        </p:nvSpPr>
        <p:spPr>
          <a:xfrm>
            <a:off x="711439" y="596740"/>
            <a:ext cx="2681199" cy="1612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Fim</a:t>
            </a:r>
            <a:endParaRPr dirty="0"/>
          </a:p>
        </p:txBody>
      </p:sp>
      <p:grpSp>
        <p:nvGrpSpPr>
          <p:cNvPr id="3100" name="Google Shape;3100;p78"/>
          <p:cNvGrpSpPr/>
          <p:nvPr/>
        </p:nvGrpSpPr>
        <p:grpSpPr>
          <a:xfrm>
            <a:off x="719999" y="2639265"/>
            <a:ext cx="674993" cy="674989"/>
            <a:chOff x="2079475" y="4843225"/>
            <a:chExt cx="294725" cy="294700"/>
          </a:xfrm>
        </p:grpSpPr>
        <p:sp>
          <p:nvSpPr>
            <p:cNvPr id="3101" name="Google Shape;3101;p78"/>
            <p:cNvSpPr/>
            <p:nvPr/>
          </p:nvSpPr>
          <p:spPr>
            <a:xfrm>
              <a:off x="2079475" y="4843225"/>
              <a:ext cx="294725" cy="294700"/>
            </a:xfrm>
            <a:custGeom>
              <a:avLst/>
              <a:gdLst/>
              <a:ahLst/>
              <a:cxnLst/>
              <a:rect l="l" t="t" r="r" b="b"/>
              <a:pathLst>
                <a:path w="11789" h="11788" extrusionOk="0">
                  <a:moveTo>
                    <a:pt x="10268" y="461"/>
                  </a:moveTo>
                  <a:cubicBezTo>
                    <a:pt x="10853" y="461"/>
                    <a:pt x="11327" y="935"/>
                    <a:pt x="11327" y="1520"/>
                  </a:cubicBezTo>
                  <a:lnTo>
                    <a:pt x="11327" y="10268"/>
                  </a:lnTo>
                  <a:cubicBezTo>
                    <a:pt x="11327" y="10852"/>
                    <a:pt x="10853" y="11328"/>
                    <a:pt x="10268" y="11328"/>
                  </a:cubicBezTo>
                  <a:lnTo>
                    <a:pt x="1520" y="11328"/>
                  </a:lnTo>
                  <a:cubicBezTo>
                    <a:pt x="936" y="11328"/>
                    <a:pt x="461" y="10852"/>
                    <a:pt x="461" y="10268"/>
                  </a:cubicBezTo>
                  <a:lnTo>
                    <a:pt x="461" y="1520"/>
                  </a:lnTo>
                  <a:cubicBezTo>
                    <a:pt x="461" y="935"/>
                    <a:pt x="936" y="461"/>
                    <a:pt x="1520" y="461"/>
                  </a:cubicBezTo>
                  <a:close/>
                  <a:moveTo>
                    <a:pt x="1520" y="0"/>
                  </a:moveTo>
                  <a:cubicBezTo>
                    <a:pt x="681" y="0"/>
                    <a:pt x="1" y="681"/>
                    <a:pt x="1" y="1520"/>
                  </a:cubicBezTo>
                  <a:lnTo>
                    <a:pt x="1" y="10268"/>
                  </a:lnTo>
                  <a:cubicBezTo>
                    <a:pt x="1" y="11108"/>
                    <a:pt x="681" y="11788"/>
                    <a:pt x="1520" y="11788"/>
                  </a:cubicBezTo>
                  <a:lnTo>
                    <a:pt x="10268" y="11788"/>
                  </a:lnTo>
                  <a:cubicBezTo>
                    <a:pt x="11107" y="11788"/>
                    <a:pt x="11788" y="11108"/>
                    <a:pt x="11788" y="10268"/>
                  </a:cubicBezTo>
                  <a:lnTo>
                    <a:pt x="11788" y="1520"/>
                  </a:lnTo>
                  <a:cubicBezTo>
                    <a:pt x="11788" y="681"/>
                    <a:pt x="11107" y="0"/>
                    <a:pt x="10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78"/>
            <p:cNvSpPr/>
            <p:nvPr/>
          </p:nvSpPr>
          <p:spPr>
            <a:xfrm>
              <a:off x="2192925" y="4949975"/>
              <a:ext cx="135775" cy="143075"/>
            </a:xfrm>
            <a:custGeom>
              <a:avLst/>
              <a:gdLst/>
              <a:ahLst/>
              <a:cxnLst/>
              <a:rect l="l" t="t" r="r" b="b"/>
              <a:pathLst>
                <a:path w="5431" h="5723" extrusionOk="0">
                  <a:moveTo>
                    <a:pt x="3604" y="471"/>
                  </a:moveTo>
                  <a:cubicBezTo>
                    <a:pt x="4038" y="471"/>
                    <a:pt x="4364" y="606"/>
                    <a:pt x="4601" y="879"/>
                  </a:cubicBezTo>
                  <a:cubicBezTo>
                    <a:pt x="4844" y="1158"/>
                    <a:pt x="4967" y="1612"/>
                    <a:pt x="4967" y="2229"/>
                  </a:cubicBezTo>
                  <a:lnTo>
                    <a:pt x="4970" y="5261"/>
                  </a:lnTo>
                  <a:lnTo>
                    <a:pt x="3864" y="5261"/>
                  </a:lnTo>
                  <a:lnTo>
                    <a:pt x="3864" y="2435"/>
                  </a:lnTo>
                  <a:cubicBezTo>
                    <a:pt x="3864" y="2144"/>
                    <a:pt x="3746" y="1865"/>
                    <a:pt x="3538" y="1668"/>
                  </a:cubicBezTo>
                  <a:cubicBezTo>
                    <a:pt x="3353" y="1493"/>
                    <a:pt x="3117" y="1397"/>
                    <a:pt x="2869" y="1397"/>
                  </a:cubicBezTo>
                  <a:cubicBezTo>
                    <a:pt x="2851" y="1397"/>
                    <a:pt x="2832" y="1398"/>
                    <a:pt x="2814" y="1399"/>
                  </a:cubicBezTo>
                  <a:lnTo>
                    <a:pt x="2754" y="1401"/>
                  </a:lnTo>
                  <a:cubicBezTo>
                    <a:pt x="2149" y="1434"/>
                    <a:pt x="1676" y="1956"/>
                    <a:pt x="1676" y="2587"/>
                  </a:cubicBezTo>
                  <a:lnTo>
                    <a:pt x="1676" y="5261"/>
                  </a:lnTo>
                  <a:lnTo>
                    <a:pt x="457" y="5261"/>
                  </a:lnTo>
                  <a:lnTo>
                    <a:pt x="457" y="589"/>
                  </a:lnTo>
                  <a:lnTo>
                    <a:pt x="1676" y="589"/>
                  </a:lnTo>
                  <a:lnTo>
                    <a:pt x="1676" y="1189"/>
                  </a:lnTo>
                  <a:cubicBezTo>
                    <a:pt x="1676" y="1269"/>
                    <a:pt x="1715" y="1346"/>
                    <a:pt x="1784" y="1389"/>
                  </a:cubicBezTo>
                  <a:cubicBezTo>
                    <a:pt x="1823" y="1413"/>
                    <a:pt x="1865" y="1424"/>
                    <a:pt x="1906" y="1424"/>
                  </a:cubicBezTo>
                  <a:cubicBezTo>
                    <a:pt x="1978" y="1424"/>
                    <a:pt x="2047" y="1390"/>
                    <a:pt x="2092" y="1330"/>
                  </a:cubicBezTo>
                  <a:cubicBezTo>
                    <a:pt x="2322" y="1016"/>
                    <a:pt x="2554" y="791"/>
                    <a:pt x="2781" y="662"/>
                  </a:cubicBezTo>
                  <a:cubicBezTo>
                    <a:pt x="3001" y="535"/>
                    <a:pt x="3279" y="471"/>
                    <a:pt x="3604" y="471"/>
                  </a:cubicBezTo>
                  <a:close/>
                  <a:moveTo>
                    <a:pt x="3609" y="1"/>
                  </a:moveTo>
                  <a:cubicBezTo>
                    <a:pt x="3202" y="1"/>
                    <a:pt x="2847" y="84"/>
                    <a:pt x="2556" y="250"/>
                  </a:cubicBezTo>
                  <a:cubicBezTo>
                    <a:pt x="2416" y="331"/>
                    <a:pt x="2278" y="436"/>
                    <a:pt x="2140" y="567"/>
                  </a:cubicBezTo>
                  <a:lnTo>
                    <a:pt x="2140" y="359"/>
                  </a:lnTo>
                  <a:cubicBezTo>
                    <a:pt x="2140" y="233"/>
                    <a:pt x="2037" y="129"/>
                    <a:pt x="1910" y="129"/>
                  </a:cubicBezTo>
                  <a:lnTo>
                    <a:pt x="229" y="129"/>
                  </a:lnTo>
                  <a:cubicBezTo>
                    <a:pt x="103" y="129"/>
                    <a:pt x="1" y="233"/>
                    <a:pt x="1" y="359"/>
                  </a:cubicBezTo>
                  <a:lnTo>
                    <a:pt x="1" y="5492"/>
                  </a:lnTo>
                  <a:cubicBezTo>
                    <a:pt x="1" y="5619"/>
                    <a:pt x="103" y="5722"/>
                    <a:pt x="229" y="5722"/>
                  </a:cubicBezTo>
                  <a:lnTo>
                    <a:pt x="1895" y="5722"/>
                  </a:lnTo>
                  <a:cubicBezTo>
                    <a:pt x="1895" y="5722"/>
                    <a:pt x="2125" y="5603"/>
                    <a:pt x="2140" y="5477"/>
                  </a:cubicBezTo>
                  <a:lnTo>
                    <a:pt x="2140" y="2572"/>
                  </a:lnTo>
                  <a:cubicBezTo>
                    <a:pt x="2125" y="2185"/>
                    <a:pt x="2410" y="1866"/>
                    <a:pt x="2771" y="1847"/>
                  </a:cubicBezTo>
                  <a:lnTo>
                    <a:pt x="2830" y="1844"/>
                  </a:lnTo>
                  <a:cubicBezTo>
                    <a:pt x="2840" y="1844"/>
                    <a:pt x="2850" y="1843"/>
                    <a:pt x="2861" y="1843"/>
                  </a:cubicBezTo>
                  <a:cubicBezTo>
                    <a:pt x="2992" y="1843"/>
                    <a:pt x="3117" y="1896"/>
                    <a:pt x="3216" y="1989"/>
                  </a:cubicBezTo>
                  <a:cubicBezTo>
                    <a:pt x="3332" y="2099"/>
                    <a:pt x="3400" y="2257"/>
                    <a:pt x="3406" y="2422"/>
                  </a:cubicBezTo>
                  <a:lnTo>
                    <a:pt x="3406" y="5477"/>
                  </a:lnTo>
                  <a:cubicBezTo>
                    <a:pt x="3400" y="5603"/>
                    <a:pt x="3629" y="5700"/>
                    <a:pt x="3629" y="5700"/>
                  </a:cubicBezTo>
                  <a:lnTo>
                    <a:pt x="5201" y="5700"/>
                  </a:lnTo>
                  <a:cubicBezTo>
                    <a:pt x="5327" y="5700"/>
                    <a:pt x="5431" y="5597"/>
                    <a:pt x="5431" y="5470"/>
                  </a:cubicBezTo>
                  <a:lnTo>
                    <a:pt x="5431" y="2214"/>
                  </a:lnTo>
                  <a:cubicBezTo>
                    <a:pt x="5431" y="1482"/>
                    <a:pt x="5270" y="928"/>
                    <a:pt x="4952" y="564"/>
                  </a:cubicBezTo>
                  <a:cubicBezTo>
                    <a:pt x="4626" y="190"/>
                    <a:pt x="4173" y="1"/>
                    <a:pt x="3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78"/>
            <p:cNvSpPr/>
            <p:nvPr/>
          </p:nvSpPr>
          <p:spPr>
            <a:xfrm>
              <a:off x="2127250" y="4953150"/>
              <a:ext cx="53550" cy="139775"/>
            </a:xfrm>
            <a:custGeom>
              <a:avLst/>
              <a:gdLst/>
              <a:ahLst/>
              <a:cxnLst/>
              <a:rect l="l" t="t" r="r" b="b"/>
              <a:pathLst>
                <a:path w="2142" h="5591" extrusionOk="0">
                  <a:moveTo>
                    <a:pt x="231" y="0"/>
                  </a:moveTo>
                  <a:cubicBezTo>
                    <a:pt x="104" y="0"/>
                    <a:pt x="1" y="102"/>
                    <a:pt x="1" y="229"/>
                  </a:cubicBezTo>
                  <a:lnTo>
                    <a:pt x="1" y="2140"/>
                  </a:lnTo>
                  <a:cubicBezTo>
                    <a:pt x="1" y="2255"/>
                    <a:pt x="82" y="2358"/>
                    <a:pt x="198" y="2374"/>
                  </a:cubicBezTo>
                  <a:cubicBezTo>
                    <a:pt x="209" y="2376"/>
                    <a:pt x="221" y="2377"/>
                    <a:pt x="232" y="2377"/>
                  </a:cubicBezTo>
                  <a:cubicBezTo>
                    <a:pt x="359" y="2377"/>
                    <a:pt x="462" y="2274"/>
                    <a:pt x="462" y="2146"/>
                  </a:cubicBezTo>
                  <a:lnTo>
                    <a:pt x="462" y="459"/>
                  </a:lnTo>
                  <a:lnTo>
                    <a:pt x="1682" y="459"/>
                  </a:lnTo>
                  <a:lnTo>
                    <a:pt x="1682" y="5131"/>
                  </a:lnTo>
                  <a:lnTo>
                    <a:pt x="462" y="5131"/>
                  </a:lnTo>
                  <a:lnTo>
                    <a:pt x="462" y="4119"/>
                  </a:lnTo>
                  <a:cubicBezTo>
                    <a:pt x="462" y="4003"/>
                    <a:pt x="380" y="3901"/>
                    <a:pt x="265" y="3885"/>
                  </a:cubicBezTo>
                  <a:cubicBezTo>
                    <a:pt x="253" y="3883"/>
                    <a:pt x="241" y="3882"/>
                    <a:pt x="230" y="3882"/>
                  </a:cubicBezTo>
                  <a:cubicBezTo>
                    <a:pt x="103" y="3882"/>
                    <a:pt x="1" y="3985"/>
                    <a:pt x="1" y="4112"/>
                  </a:cubicBezTo>
                  <a:lnTo>
                    <a:pt x="1" y="5361"/>
                  </a:lnTo>
                  <a:cubicBezTo>
                    <a:pt x="1" y="5487"/>
                    <a:pt x="104" y="5591"/>
                    <a:pt x="231" y="5591"/>
                  </a:cubicBezTo>
                  <a:lnTo>
                    <a:pt x="1910" y="5591"/>
                  </a:lnTo>
                  <a:cubicBezTo>
                    <a:pt x="2037" y="5591"/>
                    <a:pt x="2140" y="5487"/>
                    <a:pt x="2140" y="5361"/>
                  </a:cubicBezTo>
                  <a:lnTo>
                    <a:pt x="2140" y="228"/>
                  </a:lnTo>
                  <a:cubicBezTo>
                    <a:pt x="2141" y="102"/>
                    <a:pt x="2039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78"/>
            <p:cNvSpPr/>
            <p:nvPr/>
          </p:nvSpPr>
          <p:spPr>
            <a:xfrm>
              <a:off x="2127000" y="5026875"/>
              <a:ext cx="11550" cy="11500"/>
            </a:xfrm>
            <a:custGeom>
              <a:avLst/>
              <a:gdLst/>
              <a:ahLst/>
              <a:cxnLst/>
              <a:rect l="l" t="t" r="r" b="b"/>
              <a:pathLst>
                <a:path w="462" h="460" extrusionOk="0">
                  <a:moveTo>
                    <a:pt x="231" y="0"/>
                  </a:moveTo>
                  <a:cubicBezTo>
                    <a:pt x="170" y="0"/>
                    <a:pt x="111" y="25"/>
                    <a:pt x="68" y="68"/>
                  </a:cubicBezTo>
                  <a:cubicBezTo>
                    <a:pt x="26" y="110"/>
                    <a:pt x="1" y="170"/>
                    <a:pt x="1" y="229"/>
                  </a:cubicBezTo>
                  <a:cubicBezTo>
                    <a:pt x="1" y="290"/>
                    <a:pt x="26" y="349"/>
                    <a:pt x="68" y="392"/>
                  </a:cubicBezTo>
                  <a:cubicBezTo>
                    <a:pt x="111" y="435"/>
                    <a:pt x="170" y="459"/>
                    <a:pt x="231" y="459"/>
                  </a:cubicBezTo>
                  <a:cubicBezTo>
                    <a:pt x="291" y="459"/>
                    <a:pt x="351" y="435"/>
                    <a:pt x="395" y="392"/>
                  </a:cubicBezTo>
                  <a:cubicBezTo>
                    <a:pt x="437" y="349"/>
                    <a:pt x="462" y="290"/>
                    <a:pt x="462" y="229"/>
                  </a:cubicBezTo>
                  <a:cubicBezTo>
                    <a:pt x="462" y="170"/>
                    <a:pt x="439" y="110"/>
                    <a:pt x="395" y="68"/>
                  </a:cubicBezTo>
                  <a:cubicBezTo>
                    <a:pt x="352" y="25"/>
                    <a:pt x="29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78"/>
            <p:cNvSpPr/>
            <p:nvPr/>
          </p:nvSpPr>
          <p:spPr>
            <a:xfrm>
              <a:off x="2124525" y="4888600"/>
              <a:ext cx="58450" cy="58400"/>
            </a:xfrm>
            <a:custGeom>
              <a:avLst/>
              <a:gdLst/>
              <a:ahLst/>
              <a:cxnLst/>
              <a:rect l="l" t="t" r="r" b="b"/>
              <a:pathLst>
                <a:path w="2338" h="2336" extrusionOk="0">
                  <a:moveTo>
                    <a:pt x="1169" y="462"/>
                  </a:moveTo>
                  <a:cubicBezTo>
                    <a:pt x="1560" y="462"/>
                    <a:pt x="1875" y="780"/>
                    <a:pt x="1875" y="1170"/>
                  </a:cubicBezTo>
                  <a:cubicBezTo>
                    <a:pt x="1876" y="1559"/>
                    <a:pt x="1560" y="1876"/>
                    <a:pt x="1169" y="1876"/>
                  </a:cubicBezTo>
                  <a:cubicBezTo>
                    <a:pt x="778" y="1876"/>
                    <a:pt x="462" y="1559"/>
                    <a:pt x="462" y="1170"/>
                  </a:cubicBezTo>
                  <a:cubicBezTo>
                    <a:pt x="462" y="779"/>
                    <a:pt x="780" y="462"/>
                    <a:pt x="1169" y="462"/>
                  </a:cubicBezTo>
                  <a:close/>
                  <a:moveTo>
                    <a:pt x="1169" y="0"/>
                  </a:moveTo>
                  <a:cubicBezTo>
                    <a:pt x="525" y="0"/>
                    <a:pt x="1" y="525"/>
                    <a:pt x="1" y="1169"/>
                  </a:cubicBezTo>
                  <a:cubicBezTo>
                    <a:pt x="1" y="1812"/>
                    <a:pt x="525" y="2336"/>
                    <a:pt x="1169" y="2336"/>
                  </a:cubicBezTo>
                  <a:cubicBezTo>
                    <a:pt x="1813" y="2336"/>
                    <a:pt x="2336" y="1812"/>
                    <a:pt x="2336" y="1169"/>
                  </a:cubicBezTo>
                  <a:cubicBezTo>
                    <a:pt x="2337" y="525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78"/>
            <p:cNvSpPr/>
            <p:nvPr/>
          </p:nvSpPr>
          <p:spPr>
            <a:xfrm>
              <a:off x="2249775" y="4870825"/>
              <a:ext cx="59375" cy="11550"/>
            </a:xfrm>
            <a:custGeom>
              <a:avLst/>
              <a:gdLst/>
              <a:ahLst/>
              <a:cxnLst/>
              <a:rect l="l" t="t" r="r" b="b"/>
              <a:pathLst>
                <a:path w="2375" h="462" extrusionOk="0">
                  <a:moveTo>
                    <a:pt x="257" y="1"/>
                  </a:moveTo>
                  <a:cubicBezTo>
                    <a:pt x="140" y="1"/>
                    <a:pt x="38" y="83"/>
                    <a:pt x="21" y="198"/>
                  </a:cubicBezTo>
                  <a:cubicBezTo>
                    <a:pt x="0" y="338"/>
                    <a:pt x="111" y="462"/>
                    <a:pt x="249" y="462"/>
                  </a:cubicBezTo>
                  <a:lnTo>
                    <a:pt x="2118" y="462"/>
                  </a:lnTo>
                  <a:cubicBezTo>
                    <a:pt x="2234" y="462"/>
                    <a:pt x="2337" y="379"/>
                    <a:pt x="2354" y="265"/>
                  </a:cubicBezTo>
                  <a:cubicBezTo>
                    <a:pt x="2374" y="123"/>
                    <a:pt x="2264" y="1"/>
                    <a:pt x="2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78"/>
            <p:cNvSpPr/>
            <p:nvPr/>
          </p:nvSpPr>
          <p:spPr>
            <a:xfrm>
              <a:off x="2223100" y="4870825"/>
              <a:ext cx="13500" cy="11550"/>
            </a:xfrm>
            <a:custGeom>
              <a:avLst/>
              <a:gdLst/>
              <a:ahLst/>
              <a:cxnLst/>
              <a:rect l="l" t="t" r="r" b="b"/>
              <a:pathLst>
                <a:path w="540" h="462" extrusionOk="0">
                  <a:moveTo>
                    <a:pt x="270" y="1"/>
                  </a:moveTo>
                  <a:cubicBezTo>
                    <a:pt x="171" y="1"/>
                    <a:pt x="79" y="62"/>
                    <a:pt x="50" y="158"/>
                  </a:cubicBezTo>
                  <a:cubicBezTo>
                    <a:pt x="0" y="315"/>
                    <a:pt x="119" y="462"/>
                    <a:pt x="269" y="462"/>
                  </a:cubicBezTo>
                  <a:lnTo>
                    <a:pt x="270" y="462"/>
                  </a:lnTo>
                  <a:cubicBezTo>
                    <a:pt x="369" y="462"/>
                    <a:pt x="461" y="400"/>
                    <a:pt x="490" y="304"/>
                  </a:cubicBezTo>
                  <a:cubicBezTo>
                    <a:pt x="539" y="147"/>
                    <a:pt x="423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1" name="Google Shape;3121;p78"/>
          <p:cNvGrpSpPr/>
          <p:nvPr/>
        </p:nvGrpSpPr>
        <p:grpSpPr>
          <a:xfrm rot="7046616" flipH="1">
            <a:off x="5424709" y="3631257"/>
            <a:ext cx="1299698" cy="1944490"/>
            <a:chOff x="2915088" y="1067493"/>
            <a:chExt cx="250763" cy="375147"/>
          </a:xfrm>
        </p:grpSpPr>
        <p:sp>
          <p:nvSpPr>
            <p:cNvPr id="3122" name="Google Shape;3122;p78"/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78"/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78"/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78"/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78"/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78"/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78"/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78"/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78"/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78"/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78"/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78"/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78"/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78"/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8"/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78"/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78"/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8"/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8"/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8"/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78"/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78"/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8"/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5" name="Google Shape;3145;p78"/>
          <p:cNvGrpSpPr/>
          <p:nvPr/>
        </p:nvGrpSpPr>
        <p:grpSpPr>
          <a:xfrm>
            <a:off x="7570838" y="651001"/>
            <a:ext cx="1249313" cy="1171613"/>
            <a:chOff x="6351976" y="66530"/>
            <a:chExt cx="281282" cy="263776"/>
          </a:xfrm>
        </p:grpSpPr>
        <p:sp>
          <p:nvSpPr>
            <p:cNvPr id="3146" name="Google Shape;3146;p78"/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78"/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78"/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78"/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78"/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78"/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78"/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78"/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78"/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78"/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78"/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78"/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78"/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78"/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78"/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78"/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78"/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78"/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78"/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78"/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78"/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78"/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78"/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78"/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0" name="Google Shape;3170;p78"/>
          <p:cNvGrpSpPr/>
          <p:nvPr/>
        </p:nvGrpSpPr>
        <p:grpSpPr>
          <a:xfrm rot="3953491">
            <a:off x="4977421" y="371322"/>
            <a:ext cx="815393" cy="671251"/>
            <a:chOff x="1681288" y="1393055"/>
            <a:chExt cx="116536" cy="95937"/>
          </a:xfrm>
        </p:grpSpPr>
        <p:sp>
          <p:nvSpPr>
            <p:cNvPr id="3171" name="Google Shape;3171;p78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78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78"/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3100;p78">
            <a:extLst>
              <a:ext uri="{FF2B5EF4-FFF2-40B4-BE49-F238E27FC236}">
                <a16:creationId xmlns:a16="http://schemas.microsoft.com/office/drawing/2014/main" id="{92BE38AB-E44E-D3EE-AF68-DB0EC9B57E87}"/>
              </a:ext>
            </a:extLst>
          </p:cNvPr>
          <p:cNvGrpSpPr/>
          <p:nvPr/>
        </p:nvGrpSpPr>
        <p:grpSpPr>
          <a:xfrm>
            <a:off x="711439" y="3491676"/>
            <a:ext cx="674993" cy="674989"/>
            <a:chOff x="2079475" y="4843225"/>
            <a:chExt cx="294725" cy="294700"/>
          </a:xfrm>
        </p:grpSpPr>
        <p:sp>
          <p:nvSpPr>
            <p:cNvPr id="7" name="Google Shape;3101;p78">
              <a:extLst>
                <a:ext uri="{FF2B5EF4-FFF2-40B4-BE49-F238E27FC236}">
                  <a16:creationId xmlns:a16="http://schemas.microsoft.com/office/drawing/2014/main" id="{4E5CF890-A2E6-69D3-C459-C3FD9609727E}"/>
                </a:ext>
              </a:extLst>
            </p:cNvPr>
            <p:cNvSpPr/>
            <p:nvPr/>
          </p:nvSpPr>
          <p:spPr>
            <a:xfrm>
              <a:off x="2079475" y="4843225"/>
              <a:ext cx="294725" cy="294700"/>
            </a:xfrm>
            <a:custGeom>
              <a:avLst/>
              <a:gdLst/>
              <a:ahLst/>
              <a:cxnLst/>
              <a:rect l="l" t="t" r="r" b="b"/>
              <a:pathLst>
                <a:path w="11789" h="11788" extrusionOk="0">
                  <a:moveTo>
                    <a:pt x="10268" y="461"/>
                  </a:moveTo>
                  <a:cubicBezTo>
                    <a:pt x="10853" y="461"/>
                    <a:pt x="11327" y="935"/>
                    <a:pt x="11327" y="1520"/>
                  </a:cubicBezTo>
                  <a:lnTo>
                    <a:pt x="11327" y="10268"/>
                  </a:lnTo>
                  <a:cubicBezTo>
                    <a:pt x="11327" y="10852"/>
                    <a:pt x="10853" y="11328"/>
                    <a:pt x="10268" y="11328"/>
                  </a:cubicBezTo>
                  <a:lnTo>
                    <a:pt x="1520" y="11328"/>
                  </a:lnTo>
                  <a:cubicBezTo>
                    <a:pt x="936" y="11328"/>
                    <a:pt x="461" y="10852"/>
                    <a:pt x="461" y="10268"/>
                  </a:cubicBezTo>
                  <a:lnTo>
                    <a:pt x="461" y="1520"/>
                  </a:lnTo>
                  <a:cubicBezTo>
                    <a:pt x="461" y="935"/>
                    <a:pt x="936" y="461"/>
                    <a:pt x="1520" y="461"/>
                  </a:cubicBezTo>
                  <a:close/>
                  <a:moveTo>
                    <a:pt x="1520" y="0"/>
                  </a:moveTo>
                  <a:cubicBezTo>
                    <a:pt x="681" y="0"/>
                    <a:pt x="1" y="681"/>
                    <a:pt x="1" y="1520"/>
                  </a:cubicBezTo>
                  <a:lnTo>
                    <a:pt x="1" y="10268"/>
                  </a:lnTo>
                  <a:cubicBezTo>
                    <a:pt x="1" y="11108"/>
                    <a:pt x="681" y="11788"/>
                    <a:pt x="1520" y="11788"/>
                  </a:cubicBezTo>
                  <a:lnTo>
                    <a:pt x="10268" y="11788"/>
                  </a:lnTo>
                  <a:cubicBezTo>
                    <a:pt x="11107" y="11788"/>
                    <a:pt x="11788" y="11108"/>
                    <a:pt x="11788" y="10268"/>
                  </a:cubicBezTo>
                  <a:lnTo>
                    <a:pt x="11788" y="1520"/>
                  </a:lnTo>
                  <a:cubicBezTo>
                    <a:pt x="11788" y="681"/>
                    <a:pt x="11107" y="0"/>
                    <a:pt x="10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02;p78">
              <a:extLst>
                <a:ext uri="{FF2B5EF4-FFF2-40B4-BE49-F238E27FC236}">
                  <a16:creationId xmlns:a16="http://schemas.microsoft.com/office/drawing/2014/main" id="{C8AD64DA-8BA5-2494-7024-786C28356C79}"/>
                </a:ext>
              </a:extLst>
            </p:cNvPr>
            <p:cNvSpPr/>
            <p:nvPr/>
          </p:nvSpPr>
          <p:spPr>
            <a:xfrm>
              <a:off x="2192925" y="4949975"/>
              <a:ext cx="135775" cy="143075"/>
            </a:xfrm>
            <a:custGeom>
              <a:avLst/>
              <a:gdLst/>
              <a:ahLst/>
              <a:cxnLst/>
              <a:rect l="l" t="t" r="r" b="b"/>
              <a:pathLst>
                <a:path w="5431" h="5723" extrusionOk="0">
                  <a:moveTo>
                    <a:pt x="3604" y="471"/>
                  </a:moveTo>
                  <a:cubicBezTo>
                    <a:pt x="4038" y="471"/>
                    <a:pt x="4364" y="606"/>
                    <a:pt x="4601" y="879"/>
                  </a:cubicBezTo>
                  <a:cubicBezTo>
                    <a:pt x="4844" y="1158"/>
                    <a:pt x="4967" y="1612"/>
                    <a:pt x="4967" y="2229"/>
                  </a:cubicBezTo>
                  <a:lnTo>
                    <a:pt x="4970" y="5261"/>
                  </a:lnTo>
                  <a:lnTo>
                    <a:pt x="3864" y="5261"/>
                  </a:lnTo>
                  <a:lnTo>
                    <a:pt x="3864" y="2435"/>
                  </a:lnTo>
                  <a:cubicBezTo>
                    <a:pt x="3864" y="2144"/>
                    <a:pt x="3746" y="1865"/>
                    <a:pt x="3538" y="1668"/>
                  </a:cubicBezTo>
                  <a:cubicBezTo>
                    <a:pt x="3353" y="1493"/>
                    <a:pt x="3117" y="1397"/>
                    <a:pt x="2869" y="1397"/>
                  </a:cubicBezTo>
                  <a:cubicBezTo>
                    <a:pt x="2851" y="1397"/>
                    <a:pt x="2832" y="1398"/>
                    <a:pt x="2814" y="1399"/>
                  </a:cubicBezTo>
                  <a:lnTo>
                    <a:pt x="2754" y="1401"/>
                  </a:lnTo>
                  <a:cubicBezTo>
                    <a:pt x="2149" y="1434"/>
                    <a:pt x="1676" y="1956"/>
                    <a:pt x="1676" y="2587"/>
                  </a:cubicBezTo>
                  <a:lnTo>
                    <a:pt x="1676" y="5261"/>
                  </a:lnTo>
                  <a:lnTo>
                    <a:pt x="457" y="5261"/>
                  </a:lnTo>
                  <a:lnTo>
                    <a:pt x="457" y="589"/>
                  </a:lnTo>
                  <a:lnTo>
                    <a:pt x="1676" y="589"/>
                  </a:lnTo>
                  <a:lnTo>
                    <a:pt x="1676" y="1189"/>
                  </a:lnTo>
                  <a:cubicBezTo>
                    <a:pt x="1676" y="1269"/>
                    <a:pt x="1715" y="1346"/>
                    <a:pt x="1784" y="1389"/>
                  </a:cubicBezTo>
                  <a:cubicBezTo>
                    <a:pt x="1823" y="1413"/>
                    <a:pt x="1865" y="1424"/>
                    <a:pt x="1906" y="1424"/>
                  </a:cubicBezTo>
                  <a:cubicBezTo>
                    <a:pt x="1978" y="1424"/>
                    <a:pt x="2047" y="1390"/>
                    <a:pt x="2092" y="1330"/>
                  </a:cubicBezTo>
                  <a:cubicBezTo>
                    <a:pt x="2322" y="1016"/>
                    <a:pt x="2554" y="791"/>
                    <a:pt x="2781" y="662"/>
                  </a:cubicBezTo>
                  <a:cubicBezTo>
                    <a:pt x="3001" y="535"/>
                    <a:pt x="3279" y="471"/>
                    <a:pt x="3604" y="471"/>
                  </a:cubicBezTo>
                  <a:close/>
                  <a:moveTo>
                    <a:pt x="3609" y="1"/>
                  </a:moveTo>
                  <a:cubicBezTo>
                    <a:pt x="3202" y="1"/>
                    <a:pt x="2847" y="84"/>
                    <a:pt x="2556" y="250"/>
                  </a:cubicBezTo>
                  <a:cubicBezTo>
                    <a:pt x="2416" y="331"/>
                    <a:pt x="2278" y="436"/>
                    <a:pt x="2140" y="567"/>
                  </a:cubicBezTo>
                  <a:lnTo>
                    <a:pt x="2140" y="359"/>
                  </a:lnTo>
                  <a:cubicBezTo>
                    <a:pt x="2140" y="233"/>
                    <a:pt x="2037" y="129"/>
                    <a:pt x="1910" y="129"/>
                  </a:cubicBezTo>
                  <a:lnTo>
                    <a:pt x="229" y="129"/>
                  </a:lnTo>
                  <a:cubicBezTo>
                    <a:pt x="103" y="129"/>
                    <a:pt x="1" y="233"/>
                    <a:pt x="1" y="359"/>
                  </a:cubicBezTo>
                  <a:lnTo>
                    <a:pt x="1" y="5492"/>
                  </a:lnTo>
                  <a:cubicBezTo>
                    <a:pt x="1" y="5619"/>
                    <a:pt x="103" y="5722"/>
                    <a:pt x="229" y="5722"/>
                  </a:cubicBezTo>
                  <a:lnTo>
                    <a:pt x="1895" y="5722"/>
                  </a:lnTo>
                  <a:cubicBezTo>
                    <a:pt x="1895" y="5722"/>
                    <a:pt x="2125" y="5603"/>
                    <a:pt x="2140" y="5477"/>
                  </a:cubicBezTo>
                  <a:lnTo>
                    <a:pt x="2140" y="2572"/>
                  </a:lnTo>
                  <a:cubicBezTo>
                    <a:pt x="2125" y="2185"/>
                    <a:pt x="2410" y="1866"/>
                    <a:pt x="2771" y="1847"/>
                  </a:cubicBezTo>
                  <a:lnTo>
                    <a:pt x="2830" y="1844"/>
                  </a:lnTo>
                  <a:cubicBezTo>
                    <a:pt x="2840" y="1844"/>
                    <a:pt x="2850" y="1843"/>
                    <a:pt x="2861" y="1843"/>
                  </a:cubicBezTo>
                  <a:cubicBezTo>
                    <a:pt x="2992" y="1843"/>
                    <a:pt x="3117" y="1896"/>
                    <a:pt x="3216" y="1989"/>
                  </a:cubicBezTo>
                  <a:cubicBezTo>
                    <a:pt x="3332" y="2099"/>
                    <a:pt x="3400" y="2257"/>
                    <a:pt x="3406" y="2422"/>
                  </a:cubicBezTo>
                  <a:lnTo>
                    <a:pt x="3406" y="5477"/>
                  </a:lnTo>
                  <a:cubicBezTo>
                    <a:pt x="3400" y="5603"/>
                    <a:pt x="3629" y="5700"/>
                    <a:pt x="3629" y="5700"/>
                  </a:cubicBezTo>
                  <a:lnTo>
                    <a:pt x="5201" y="5700"/>
                  </a:lnTo>
                  <a:cubicBezTo>
                    <a:pt x="5327" y="5700"/>
                    <a:pt x="5431" y="5597"/>
                    <a:pt x="5431" y="5470"/>
                  </a:cubicBezTo>
                  <a:lnTo>
                    <a:pt x="5431" y="2214"/>
                  </a:lnTo>
                  <a:cubicBezTo>
                    <a:pt x="5431" y="1482"/>
                    <a:pt x="5270" y="928"/>
                    <a:pt x="4952" y="564"/>
                  </a:cubicBezTo>
                  <a:cubicBezTo>
                    <a:pt x="4626" y="190"/>
                    <a:pt x="4173" y="1"/>
                    <a:pt x="3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03;p78">
              <a:extLst>
                <a:ext uri="{FF2B5EF4-FFF2-40B4-BE49-F238E27FC236}">
                  <a16:creationId xmlns:a16="http://schemas.microsoft.com/office/drawing/2014/main" id="{461562F3-B43B-4B79-18D3-415F2F28082D}"/>
                </a:ext>
              </a:extLst>
            </p:cNvPr>
            <p:cNvSpPr/>
            <p:nvPr/>
          </p:nvSpPr>
          <p:spPr>
            <a:xfrm>
              <a:off x="2127250" y="4953150"/>
              <a:ext cx="53550" cy="139775"/>
            </a:xfrm>
            <a:custGeom>
              <a:avLst/>
              <a:gdLst/>
              <a:ahLst/>
              <a:cxnLst/>
              <a:rect l="l" t="t" r="r" b="b"/>
              <a:pathLst>
                <a:path w="2142" h="5591" extrusionOk="0">
                  <a:moveTo>
                    <a:pt x="231" y="0"/>
                  </a:moveTo>
                  <a:cubicBezTo>
                    <a:pt x="104" y="0"/>
                    <a:pt x="1" y="102"/>
                    <a:pt x="1" y="229"/>
                  </a:cubicBezTo>
                  <a:lnTo>
                    <a:pt x="1" y="2140"/>
                  </a:lnTo>
                  <a:cubicBezTo>
                    <a:pt x="1" y="2255"/>
                    <a:pt x="82" y="2358"/>
                    <a:pt x="198" y="2374"/>
                  </a:cubicBezTo>
                  <a:cubicBezTo>
                    <a:pt x="209" y="2376"/>
                    <a:pt x="221" y="2377"/>
                    <a:pt x="232" y="2377"/>
                  </a:cubicBezTo>
                  <a:cubicBezTo>
                    <a:pt x="359" y="2377"/>
                    <a:pt x="462" y="2274"/>
                    <a:pt x="462" y="2146"/>
                  </a:cubicBezTo>
                  <a:lnTo>
                    <a:pt x="462" y="459"/>
                  </a:lnTo>
                  <a:lnTo>
                    <a:pt x="1682" y="459"/>
                  </a:lnTo>
                  <a:lnTo>
                    <a:pt x="1682" y="5131"/>
                  </a:lnTo>
                  <a:lnTo>
                    <a:pt x="462" y="5131"/>
                  </a:lnTo>
                  <a:lnTo>
                    <a:pt x="462" y="4119"/>
                  </a:lnTo>
                  <a:cubicBezTo>
                    <a:pt x="462" y="4003"/>
                    <a:pt x="380" y="3901"/>
                    <a:pt x="265" y="3885"/>
                  </a:cubicBezTo>
                  <a:cubicBezTo>
                    <a:pt x="253" y="3883"/>
                    <a:pt x="241" y="3882"/>
                    <a:pt x="230" y="3882"/>
                  </a:cubicBezTo>
                  <a:cubicBezTo>
                    <a:pt x="103" y="3882"/>
                    <a:pt x="1" y="3985"/>
                    <a:pt x="1" y="4112"/>
                  </a:cubicBezTo>
                  <a:lnTo>
                    <a:pt x="1" y="5361"/>
                  </a:lnTo>
                  <a:cubicBezTo>
                    <a:pt x="1" y="5487"/>
                    <a:pt x="104" y="5591"/>
                    <a:pt x="231" y="5591"/>
                  </a:cubicBezTo>
                  <a:lnTo>
                    <a:pt x="1910" y="5591"/>
                  </a:lnTo>
                  <a:cubicBezTo>
                    <a:pt x="2037" y="5591"/>
                    <a:pt x="2140" y="5487"/>
                    <a:pt x="2140" y="5361"/>
                  </a:cubicBezTo>
                  <a:lnTo>
                    <a:pt x="2140" y="228"/>
                  </a:lnTo>
                  <a:cubicBezTo>
                    <a:pt x="2141" y="102"/>
                    <a:pt x="2039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04;p78">
              <a:extLst>
                <a:ext uri="{FF2B5EF4-FFF2-40B4-BE49-F238E27FC236}">
                  <a16:creationId xmlns:a16="http://schemas.microsoft.com/office/drawing/2014/main" id="{FD0FE74F-4200-51A6-3123-A8BC39F52C92}"/>
                </a:ext>
              </a:extLst>
            </p:cNvPr>
            <p:cNvSpPr/>
            <p:nvPr/>
          </p:nvSpPr>
          <p:spPr>
            <a:xfrm>
              <a:off x="2127000" y="5026875"/>
              <a:ext cx="11550" cy="11500"/>
            </a:xfrm>
            <a:custGeom>
              <a:avLst/>
              <a:gdLst/>
              <a:ahLst/>
              <a:cxnLst/>
              <a:rect l="l" t="t" r="r" b="b"/>
              <a:pathLst>
                <a:path w="462" h="460" extrusionOk="0">
                  <a:moveTo>
                    <a:pt x="231" y="0"/>
                  </a:moveTo>
                  <a:cubicBezTo>
                    <a:pt x="170" y="0"/>
                    <a:pt x="111" y="25"/>
                    <a:pt x="68" y="68"/>
                  </a:cubicBezTo>
                  <a:cubicBezTo>
                    <a:pt x="26" y="110"/>
                    <a:pt x="1" y="170"/>
                    <a:pt x="1" y="229"/>
                  </a:cubicBezTo>
                  <a:cubicBezTo>
                    <a:pt x="1" y="290"/>
                    <a:pt x="26" y="349"/>
                    <a:pt x="68" y="392"/>
                  </a:cubicBezTo>
                  <a:cubicBezTo>
                    <a:pt x="111" y="435"/>
                    <a:pt x="170" y="459"/>
                    <a:pt x="231" y="459"/>
                  </a:cubicBezTo>
                  <a:cubicBezTo>
                    <a:pt x="291" y="459"/>
                    <a:pt x="351" y="435"/>
                    <a:pt x="395" y="392"/>
                  </a:cubicBezTo>
                  <a:cubicBezTo>
                    <a:pt x="437" y="349"/>
                    <a:pt x="462" y="290"/>
                    <a:pt x="462" y="229"/>
                  </a:cubicBezTo>
                  <a:cubicBezTo>
                    <a:pt x="462" y="170"/>
                    <a:pt x="439" y="110"/>
                    <a:pt x="395" y="68"/>
                  </a:cubicBezTo>
                  <a:cubicBezTo>
                    <a:pt x="352" y="25"/>
                    <a:pt x="29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05;p78">
              <a:extLst>
                <a:ext uri="{FF2B5EF4-FFF2-40B4-BE49-F238E27FC236}">
                  <a16:creationId xmlns:a16="http://schemas.microsoft.com/office/drawing/2014/main" id="{FE42F636-A3FD-6710-AEE3-CAA32F88D68C}"/>
                </a:ext>
              </a:extLst>
            </p:cNvPr>
            <p:cNvSpPr/>
            <p:nvPr/>
          </p:nvSpPr>
          <p:spPr>
            <a:xfrm>
              <a:off x="2124525" y="4888600"/>
              <a:ext cx="58450" cy="58400"/>
            </a:xfrm>
            <a:custGeom>
              <a:avLst/>
              <a:gdLst/>
              <a:ahLst/>
              <a:cxnLst/>
              <a:rect l="l" t="t" r="r" b="b"/>
              <a:pathLst>
                <a:path w="2338" h="2336" extrusionOk="0">
                  <a:moveTo>
                    <a:pt x="1169" y="462"/>
                  </a:moveTo>
                  <a:cubicBezTo>
                    <a:pt x="1560" y="462"/>
                    <a:pt x="1875" y="780"/>
                    <a:pt x="1875" y="1170"/>
                  </a:cubicBezTo>
                  <a:cubicBezTo>
                    <a:pt x="1876" y="1559"/>
                    <a:pt x="1560" y="1876"/>
                    <a:pt x="1169" y="1876"/>
                  </a:cubicBezTo>
                  <a:cubicBezTo>
                    <a:pt x="778" y="1876"/>
                    <a:pt x="462" y="1559"/>
                    <a:pt x="462" y="1170"/>
                  </a:cubicBezTo>
                  <a:cubicBezTo>
                    <a:pt x="462" y="779"/>
                    <a:pt x="780" y="462"/>
                    <a:pt x="1169" y="462"/>
                  </a:cubicBezTo>
                  <a:close/>
                  <a:moveTo>
                    <a:pt x="1169" y="0"/>
                  </a:moveTo>
                  <a:cubicBezTo>
                    <a:pt x="525" y="0"/>
                    <a:pt x="1" y="525"/>
                    <a:pt x="1" y="1169"/>
                  </a:cubicBezTo>
                  <a:cubicBezTo>
                    <a:pt x="1" y="1812"/>
                    <a:pt x="525" y="2336"/>
                    <a:pt x="1169" y="2336"/>
                  </a:cubicBezTo>
                  <a:cubicBezTo>
                    <a:pt x="1813" y="2336"/>
                    <a:pt x="2336" y="1812"/>
                    <a:pt x="2336" y="1169"/>
                  </a:cubicBezTo>
                  <a:cubicBezTo>
                    <a:pt x="2337" y="525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06;p78">
              <a:extLst>
                <a:ext uri="{FF2B5EF4-FFF2-40B4-BE49-F238E27FC236}">
                  <a16:creationId xmlns:a16="http://schemas.microsoft.com/office/drawing/2014/main" id="{0249ADDD-49D9-6542-EFEC-75777060D856}"/>
                </a:ext>
              </a:extLst>
            </p:cNvPr>
            <p:cNvSpPr/>
            <p:nvPr/>
          </p:nvSpPr>
          <p:spPr>
            <a:xfrm>
              <a:off x="2249775" y="4870825"/>
              <a:ext cx="59375" cy="11550"/>
            </a:xfrm>
            <a:custGeom>
              <a:avLst/>
              <a:gdLst/>
              <a:ahLst/>
              <a:cxnLst/>
              <a:rect l="l" t="t" r="r" b="b"/>
              <a:pathLst>
                <a:path w="2375" h="462" extrusionOk="0">
                  <a:moveTo>
                    <a:pt x="257" y="1"/>
                  </a:moveTo>
                  <a:cubicBezTo>
                    <a:pt x="140" y="1"/>
                    <a:pt x="38" y="83"/>
                    <a:pt x="21" y="198"/>
                  </a:cubicBezTo>
                  <a:cubicBezTo>
                    <a:pt x="0" y="338"/>
                    <a:pt x="111" y="462"/>
                    <a:pt x="249" y="462"/>
                  </a:cubicBezTo>
                  <a:lnTo>
                    <a:pt x="2118" y="462"/>
                  </a:lnTo>
                  <a:cubicBezTo>
                    <a:pt x="2234" y="462"/>
                    <a:pt x="2337" y="379"/>
                    <a:pt x="2354" y="265"/>
                  </a:cubicBezTo>
                  <a:cubicBezTo>
                    <a:pt x="2374" y="123"/>
                    <a:pt x="2264" y="1"/>
                    <a:pt x="2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07;p78">
              <a:extLst>
                <a:ext uri="{FF2B5EF4-FFF2-40B4-BE49-F238E27FC236}">
                  <a16:creationId xmlns:a16="http://schemas.microsoft.com/office/drawing/2014/main" id="{201B16BF-2CF0-7F0A-FBCC-764BC3B2B677}"/>
                </a:ext>
              </a:extLst>
            </p:cNvPr>
            <p:cNvSpPr/>
            <p:nvPr/>
          </p:nvSpPr>
          <p:spPr>
            <a:xfrm>
              <a:off x="2223100" y="4870825"/>
              <a:ext cx="13500" cy="11550"/>
            </a:xfrm>
            <a:custGeom>
              <a:avLst/>
              <a:gdLst/>
              <a:ahLst/>
              <a:cxnLst/>
              <a:rect l="l" t="t" r="r" b="b"/>
              <a:pathLst>
                <a:path w="540" h="462" extrusionOk="0">
                  <a:moveTo>
                    <a:pt x="270" y="1"/>
                  </a:moveTo>
                  <a:cubicBezTo>
                    <a:pt x="171" y="1"/>
                    <a:pt x="79" y="62"/>
                    <a:pt x="50" y="158"/>
                  </a:cubicBezTo>
                  <a:cubicBezTo>
                    <a:pt x="0" y="315"/>
                    <a:pt x="119" y="462"/>
                    <a:pt x="269" y="462"/>
                  </a:cubicBezTo>
                  <a:lnTo>
                    <a:pt x="270" y="462"/>
                  </a:lnTo>
                  <a:cubicBezTo>
                    <a:pt x="369" y="462"/>
                    <a:pt x="461" y="400"/>
                    <a:pt x="490" y="304"/>
                  </a:cubicBezTo>
                  <a:cubicBezTo>
                    <a:pt x="539" y="147"/>
                    <a:pt x="423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3271;p79">
            <a:extLst>
              <a:ext uri="{FF2B5EF4-FFF2-40B4-BE49-F238E27FC236}">
                <a16:creationId xmlns:a16="http://schemas.microsoft.com/office/drawing/2014/main" id="{4FC1EDCF-18F3-8FC2-6A71-66299AED178E}"/>
              </a:ext>
            </a:extLst>
          </p:cNvPr>
          <p:cNvGrpSpPr/>
          <p:nvPr/>
        </p:nvGrpSpPr>
        <p:grpSpPr>
          <a:xfrm>
            <a:off x="2969627" y="1330033"/>
            <a:ext cx="423011" cy="423011"/>
            <a:chOff x="4821470" y="2820300"/>
            <a:chExt cx="423011" cy="423011"/>
          </a:xfrm>
        </p:grpSpPr>
        <p:sp>
          <p:nvSpPr>
            <p:cNvPr id="15" name="Google Shape;3272;p79">
              <a:extLst>
                <a:ext uri="{FF2B5EF4-FFF2-40B4-BE49-F238E27FC236}">
                  <a16:creationId xmlns:a16="http://schemas.microsoft.com/office/drawing/2014/main" id="{CAA9C8B2-CA7B-457C-AA0D-A13B72D4C60C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3;p79">
              <a:extLst>
                <a:ext uri="{FF2B5EF4-FFF2-40B4-BE49-F238E27FC236}">
                  <a16:creationId xmlns:a16="http://schemas.microsoft.com/office/drawing/2014/main" id="{5B5D2793-908E-AE3B-7B7F-4B8AB44E42AB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4;p79">
              <a:extLst>
                <a:ext uri="{FF2B5EF4-FFF2-40B4-BE49-F238E27FC236}">
                  <a16:creationId xmlns:a16="http://schemas.microsoft.com/office/drawing/2014/main" id="{35028129-F650-1DF1-8B34-49F30DDB6F4A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5;p79">
              <a:extLst>
                <a:ext uri="{FF2B5EF4-FFF2-40B4-BE49-F238E27FC236}">
                  <a16:creationId xmlns:a16="http://schemas.microsoft.com/office/drawing/2014/main" id="{8EDC0AB3-FFCB-FE64-52FF-7736D3CB9B4C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6;p79">
              <a:extLst>
                <a:ext uri="{FF2B5EF4-FFF2-40B4-BE49-F238E27FC236}">
                  <a16:creationId xmlns:a16="http://schemas.microsoft.com/office/drawing/2014/main" id="{3FCA2F84-1B42-1E63-B4B2-2B8997918FCB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7;p79">
              <a:extLst>
                <a:ext uri="{FF2B5EF4-FFF2-40B4-BE49-F238E27FC236}">
                  <a16:creationId xmlns:a16="http://schemas.microsoft.com/office/drawing/2014/main" id="{837B55F5-A9FE-F730-8465-92E24F14C8CD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8;p79">
              <a:extLst>
                <a:ext uri="{FF2B5EF4-FFF2-40B4-BE49-F238E27FC236}">
                  <a16:creationId xmlns:a16="http://schemas.microsoft.com/office/drawing/2014/main" id="{08F039EC-37B9-E579-10DE-25CC2D06D61E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79;p79">
              <a:extLst>
                <a:ext uri="{FF2B5EF4-FFF2-40B4-BE49-F238E27FC236}">
                  <a16:creationId xmlns:a16="http://schemas.microsoft.com/office/drawing/2014/main" id="{5EAAEEF9-3244-2190-EDD7-93EB021F4AC8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0;p79">
              <a:extLst>
                <a:ext uri="{FF2B5EF4-FFF2-40B4-BE49-F238E27FC236}">
                  <a16:creationId xmlns:a16="http://schemas.microsoft.com/office/drawing/2014/main" id="{F2AA6624-E6CC-20AC-7C3D-E377E556BD85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1;p79">
              <a:extLst>
                <a:ext uri="{FF2B5EF4-FFF2-40B4-BE49-F238E27FC236}">
                  <a16:creationId xmlns:a16="http://schemas.microsoft.com/office/drawing/2014/main" id="{9BD42393-6C42-0B40-A842-C5340C0012D8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2;p79">
              <a:extLst>
                <a:ext uri="{FF2B5EF4-FFF2-40B4-BE49-F238E27FC236}">
                  <a16:creationId xmlns:a16="http://schemas.microsoft.com/office/drawing/2014/main" id="{E5207AAA-5C24-F1DB-519D-DD24A37BAEEF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3;p79">
              <a:extLst>
                <a:ext uri="{FF2B5EF4-FFF2-40B4-BE49-F238E27FC236}">
                  <a16:creationId xmlns:a16="http://schemas.microsoft.com/office/drawing/2014/main" id="{FA176C01-617B-AA46-0447-9B15E7F60E17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4;p79">
              <a:extLst>
                <a:ext uri="{FF2B5EF4-FFF2-40B4-BE49-F238E27FC236}">
                  <a16:creationId xmlns:a16="http://schemas.microsoft.com/office/drawing/2014/main" id="{CC88F94E-9D06-E3A0-4C3F-1552C6D88B50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5;p79">
              <a:extLst>
                <a:ext uri="{FF2B5EF4-FFF2-40B4-BE49-F238E27FC236}">
                  <a16:creationId xmlns:a16="http://schemas.microsoft.com/office/drawing/2014/main" id="{78C44C7F-FFEB-CF8D-CDB3-D604CDF359AC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6;p79">
              <a:extLst>
                <a:ext uri="{FF2B5EF4-FFF2-40B4-BE49-F238E27FC236}">
                  <a16:creationId xmlns:a16="http://schemas.microsoft.com/office/drawing/2014/main" id="{282DDB04-0A98-4A53-6F7B-241659830D97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271;p79">
            <a:extLst>
              <a:ext uri="{FF2B5EF4-FFF2-40B4-BE49-F238E27FC236}">
                <a16:creationId xmlns:a16="http://schemas.microsoft.com/office/drawing/2014/main" id="{E5CF7ABD-EA54-2E0F-126E-B6729BFBAC46}"/>
              </a:ext>
            </a:extLst>
          </p:cNvPr>
          <p:cNvGrpSpPr/>
          <p:nvPr/>
        </p:nvGrpSpPr>
        <p:grpSpPr>
          <a:xfrm>
            <a:off x="804743" y="731318"/>
            <a:ext cx="423011" cy="423011"/>
            <a:chOff x="4821470" y="2820300"/>
            <a:chExt cx="423011" cy="423011"/>
          </a:xfrm>
        </p:grpSpPr>
        <p:sp>
          <p:nvSpPr>
            <p:cNvPr id="31" name="Google Shape;3272;p79">
              <a:extLst>
                <a:ext uri="{FF2B5EF4-FFF2-40B4-BE49-F238E27FC236}">
                  <a16:creationId xmlns:a16="http://schemas.microsoft.com/office/drawing/2014/main" id="{A4D72FE9-777B-937D-1227-6866C4B47676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73;p79">
              <a:extLst>
                <a:ext uri="{FF2B5EF4-FFF2-40B4-BE49-F238E27FC236}">
                  <a16:creationId xmlns:a16="http://schemas.microsoft.com/office/drawing/2014/main" id="{3C46DCA5-5CCC-6E92-5C04-BDD4A1FC3871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74;p79">
              <a:extLst>
                <a:ext uri="{FF2B5EF4-FFF2-40B4-BE49-F238E27FC236}">
                  <a16:creationId xmlns:a16="http://schemas.microsoft.com/office/drawing/2014/main" id="{70CE8B41-2AEE-D8A8-0501-39D3A94EA0E9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75;p79">
              <a:extLst>
                <a:ext uri="{FF2B5EF4-FFF2-40B4-BE49-F238E27FC236}">
                  <a16:creationId xmlns:a16="http://schemas.microsoft.com/office/drawing/2014/main" id="{8A16572C-4F1F-7897-09B4-39D67F8C91F5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76;p79">
              <a:extLst>
                <a:ext uri="{FF2B5EF4-FFF2-40B4-BE49-F238E27FC236}">
                  <a16:creationId xmlns:a16="http://schemas.microsoft.com/office/drawing/2014/main" id="{630E5169-A2FB-F7A7-5C52-9D09C8526448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77;p79">
              <a:extLst>
                <a:ext uri="{FF2B5EF4-FFF2-40B4-BE49-F238E27FC236}">
                  <a16:creationId xmlns:a16="http://schemas.microsoft.com/office/drawing/2014/main" id="{9773D61C-AF18-18B9-8305-7BA251CB2FA8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78;p79">
              <a:extLst>
                <a:ext uri="{FF2B5EF4-FFF2-40B4-BE49-F238E27FC236}">
                  <a16:creationId xmlns:a16="http://schemas.microsoft.com/office/drawing/2014/main" id="{D712E0B8-376B-5FBB-ABD9-89BF25FCCA9C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79;p79">
              <a:extLst>
                <a:ext uri="{FF2B5EF4-FFF2-40B4-BE49-F238E27FC236}">
                  <a16:creationId xmlns:a16="http://schemas.microsoft.com/office/drawing/2014/main" id="{77143055-4433-7479-3853-53AD792227E8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80;p79">
              <a:extLst>
                <a:ext uri="{FF2B5EF4-FFF2-40B4-BE49-F238E27FC236}">
                  <a16:creationId xmlns:a16="http://schemas.microsoft.com/office/drawing/2014/main" id="{FD41E143-59BB-1C41-0E53-16D38C19E666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81;p79">
              <a:extLst>
                <a:ext uri="{FF2B5EF4-FFF2-40B4-BE49-F238E27FC236}">
                  <a16:creationId xmlns:a16="http://schemas.microsoft.com/office/drawing/2014/main" id="{12A51889-2FDD-A84D-A853-E254ED474BD0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82;p79">
              <a:extLst>
                <a:ext uri="{FF2B5EF4-FFF2-40B4-BE49-F238E27FC236}">
                  <a16:creationId xmlns:a16="http://schemas.microsoft.com/office/drawing/2014/main" id="{09A472A3-E903-6628-9064-274C2CBBF714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83;p79">
              <a:extLst>
                <a:ext uri="{FF2B5EF4-FFF2-40B4-BE49-F238E27FC236}">
                  <a16:creationId xmlns:a16="http://schemas.microsoft.com/office/drawing/2014/main" id="{836D5ADB-3262-21A9-D311-26FBACF48368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284;p79">
              <a:extLst>
                <a:ext uri="{FF2B5EF4-FFF2-40B4-BE49-F238E27FC236}">
                  <a16:creationId xmlns:a16="http://schemas.microsoft.com/office/drawing/2014/main" id="{508F9C87-9A1A-14F8-9BE7-8263AF62D570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85;p79">
              <a:extLst>
                <a:ext uri="{FF2B5EF4-FFF2-40B4-BE49-F238E27FC236}">
                  <a16:creationId xmlns:a16="http://schemas.microsoft.com/office/drawing/2014/main" id="{B1F9C054-A992-F48C-3B44-2AE498947DAE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86;p79">
              <a:extLst>
                <a:ext uri="{FF2B5EF4-FFF2-40B4-BE49-F238E27FC236}">
                  <a16:creationId xmlns:a16="http://schemas.microsoft.com/office/drawing/2014/main" id="{B7FBB02A-FEA5-8FAD-C7BB-5075E3CCFD5B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3271;p79">
            <a:extLst>
              <a:ext uri="{FF2B5EF4-FFF2-40B4-BE49-F238E27FC236}">
                <a16:creationId xmlns:a16="http://schemas.microsoft.com/office/drawing/2014/main" id="{C20A97C4-6FB1-AD13-5395-9BBC0F027E5A}"/>
              </a:ext>
            </a:extLst>
          </p:cNvPr>
          <p:cNvGrpSpPr/>
          <p:nvPr/>
        </p:nvGrpSpPr>
        <p:grpSpPr>
          <a:xfrm>
            <a:off x="1067981" y="1314324"/>
            <a:ext cx="275912" cy="275912"/>
            <a:chOff x="4821470" y="2820300"/>
            <a:chExt cx="423011" cy="423011"/>
          </a:xfrm>
        </p:grpSpPr>
        <p:sp>
          <p:nvSpPr>
            <p:cNvPr id="63" name="Google Shape;3272;p79">
              <a:extLst>
                <a:ext uri="{FF2B5EF4-FFF2-40B4-BE49-F238E27FC236}">
                  <a16:creationId xmlns:a16="http://schemas.microsoft.com/office/drawing/2014/main" id="{7E8F6BCE-61D4-3BD9-EE4B-C8CE743CAAFD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273;p79">
              <a:extLst>
                <a:ext uri="{FF2B5EF4-FFF2-40B4-BE49-F238E27FC236}">
                  <a16:creationId xmlns:a16="http://schemas.microsoft.com/office/drawing/2014/main" id="{61D72D98-688B-B3DF-5C3D-47790E587512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274;p79">
              <a:extLst>
                <a:ext uri="{FF2B5EF4-FFF2-40B4-BE49-F238E27FC236}">
                  <a16:creationId xmlns:a16="http://schemas.microsoft.com/office/drawing/2014/main" id="{6611ACAC-29CB-9737-B06B-0C6E52727AAF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275;p79">
              <a:extLst>
                <a:ext uri="{FF2B5EF4-FFF2-40B4-BE49-F238E27FC236}">
                  <a16:creationId xmlns:a16="http://schemas.microsoft.com/office/drawing/2014/main" id="{6F2D2AB9-B17B-A325-13D0-7A21871460D1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276;p79">
              <a:extLst>
                <a:ext uri="{FF2B5EF4-FFF2-40B4-BE49-F238E27FC236}">
                  <a16:creationId xmlns:a16="http://schemas.microsoft.com/office/drawing/2014/main" id="{656C571E-1B18-A9C3-DE33-31311F4D74D3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277;p79">
              <a:extLst>
                <a:ext uri="{FF2B5EF4-FFF2-40B4-BE49-F238E27FC236}">
                  <a16:creationId xmlns:a16="http://schemas.microsoft.com/office/drawing/2014/main" id="{6B4270A1-A204-D15E-9DC8-025BECDBD419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278;p79">
              <a:extLst>
                <a:ext uri="{FF2B5EF4-FFF2-40B4-BE49-F238E27FC236}">
                  <a16:creationId xmlns:a16="http://schemas.microsoft.com/office/drawing/2014/main" id="{E758658F-21BE-A354-3C13-B2DD81BE6CCA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279;p79">
              <a:extLst>
                <a:ext uri="{FF2B5EF4-FFF2-40B4-BE49-F238E27FC236}">
                  <a16:creationId xmlns:a16="http://schemas.microsoft.com/office/drawing/2014/main" id="{F3C0390D-C95B-9EEC-887B-BCCB0964A7D0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280;p79">
              <a:extLst>
                <a:ext uri="{FF2B5EF4-FFF2-40B4-BE49-F238E27FC236}">
                  <a16:creationId xmlns:a16="http://schemas.microsoft.com/office/drawing/2014/main" id="{4AE1B310-14A5-5C8E-5093-B80B4E3E4F0A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281;p79">
              <a:extLst>
                <a:ext uri="{FF2B5EF4-FFF2-40B4-BE49-F238E27FC236}">
                  <a16:creationId xmlns:a16="http://schemas.microsoft.com/office/drawing/2014/main" id="{52E83780-DEBE-E94B-DE29-2359322DFF2E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282;p79">
              <a:extLst>
                <a:ext uri="{FF2B5EF4-FFF2-40B4-BE49-F238E27FC236}">
                  <a16:creationId xmlns:a16="http://schemas.microsoft.com/office/drawing/2014/main" id="{D28AA567-0BD9-9FB4-F839-659FE9C41E9F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283;p79">
              <a:extLst>
                <a:ext uri="{FF2B5EF4-FFF2-40B4-BE49-F238E27FC236}">
                  <a16:creationId xmlns:a16="http://schemas.microsoft.com/office/drawing/2014/main" id="{29EF2E44-A178-0389-4066-2461E6375EF3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284;p79">
              <a:extLst>
                <a:ext uri="{FF2B5EF4-FFF2-40B4-BE49-F238E27FC236}">
                  <a16:creationId xmlns:a16="http://schemas.microsoft.com/office/drawing/2014/main" id="{BAD444D9-3675-67F8-F18F-00428701D10E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285;p79">
              <a:extLst>
                <a:ext uri="{FF2B5EF4-FFF2-40B4-BE49-F238E27FC236}">
                  <a16:creationId xmlns:a16="http://schemas.microsoft.com/office/drawing/2014/main" id="{96E9F28A-D882-079B-717C-0D4568E04111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286;p79">
              <a:extLst>
                <a:ext uri="{FF2B5EF4-FFF2-40B4-BE49-F238E27FC236}">
                  <a16:creationId xmlns:a16="http://schemas.microsoft.com/office/drawing/2014/main" id="{B0DD8782-689B-8DFC-8BBE-2F5A8341465E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8" name="Google Shape;3053;p76">
            <a:extLst>
              <a:ext uri="{FF2B5EF4-FFF2-40B4-BE49-F238E27FC236}">
                <a16:creationId xmlns:a16="http://schemas.microsoft.com/office/drawing/2014/main" id="{094E9A51-BD30-18D2-E915-AC334C9B4194}"/>
              </a:ext>
            </a:extLst>
          </p:cNvPr>
          <p:cNvSpPr txBox="1">
            <a:spLocks/>
          </p:cNvSpPr>
          <p:nvPr/>
        </p:nvSpPr>
        <p:spPr>
          <a:xfrm>
            <a:off x="1462951" y="2715164"/>
            <a:ext cx="3455413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65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r>
              <a:rPr lang="pt-BR" sz="1200" dirty="0"/>
              <a:t>www.linkedin.com/in/paulamorin</a:t>
            </a:r>
            <a:endParaRPr lang="pt-BR" sz="400" dirty="0"/>
          </a:p>
        </p:txBody>
      </p:sp>
      <p:sp>
        <p:nvSpPr>
          <p:cNvPr id="3189" name="Google Shape;3053;p76">
            <a:extLst>
              <a:ext uri="{FF2B5EF4-FFF2-40B4-BE49-F238E27FC236}">
                <a16:creationId xmlns:a16="http://schemas.microsoft.com/office/drawing/2014/main" id="{FA2532DC-C05F-5E83-E3C5-4E36D166B11B}"/>
              </a:ext>
            </a:extLst>
          </p:cNvPr>
          <p:cNvSpPr txBox="1">
            <a:spLocks/>
          </p:cNvSpPr>
          <p:nvPr/>
        </p:nvSpPr>
        <p:spPr>
          <a:xfrm>
            <a:off x="1462950" y="3574146"/>
            <a:ext cx="35532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65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r>
              <a:rPr lang="pt-BR" sz="1200" dirty="0"/>
              <a:t>https://www.linkedin.com/in/ericdonato</a:t>
            </a:r>
            <a:endParaRPr lang="pt-BR" sz="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Cookies by Slidesgo">
  <a:themeElements>
    <a:clrScheme name="Simple Light">
      <a:dk1>
        <a:srgbClr val="4F3945"/>
      </a:dk1>
      <a:lt1>
        <a:srgbClr val="FBEAC6"/>
      </a:lt1>
      <a:dk2>
        <a:srgbClr val="FECA7A"/>
      </a:dk2>
      <a:lt2>
        <a:srgbClr val="FFB253"/>
      </a:lt2>
      <a:accent1>
        <a:srgbClr val="F78838"/>
      </a:accent1>
      <a:accent2>
        <a:srgbClr val="BC6748"/>
      </a:accent2>
      <a:accent3>
        <a:srgbClr val="A55548"/>
      </a:accent3>
      <a:accent4>
        <a:srgbClr val="944E44"/>
      </a:accent4>
      <a:accent5>
        <a:srgbClr val="824741"/>
      </a:accent5>
      <a:accent6>
        <a:srgbClr val="FFFFFF"/>
      </a:accent6>
      <a:hlink>
        <a:srgbClr val="BC67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706</Words>
  <Application>Microsoft Office PowerPoint</Application>
  <PresentationFormat>Apresentação na tela (16:9)</PresentationFormat>
  <Paragraphs>72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Montserrat Medium</vt:lpstr>
      <vt:lpstr>Montserrat</vt:lpstr>
      <vt:lpstr>Arial</vt:lpstr>
      <vt:lpstr>Shrikhand</vt:lpstr>
      <vt:lpstr>Food Cookies by Slidesgo</vt:lpstr>
      <vt:lpstr>Fabrica de Cookies</vt:lpstr>
      <vt:lpstr>Explicação do tema</vt:lpstr>
      <vt:lpstr>Tema</vt:lpstr>
      <vt:lpstr>Tema part 1: Simulação Computacional</vt:lpstr>
      <vt:lpstr>Tema part 2: Fabrica de alimentos</vt:lpstr>
      <vt:lpstr>Tema part 2: Fabrica de alimentos</vt:lpstr>
      <vt:lpstr>Modelagem</vt:lpstr>
      <vt:lpstr>Fila Única + Múltiplos Fornos</vt:lpstr>
      <vt:lpstr>Fila Única + Múltiplos Fornos</vt:lpstr>
      <vt:lpstr>Fila Única + Múltiplos Fornos</vt:lpstr>
      <vt:lpstr>Múltiplas Filas + Múltiplos Fornos</vt:lpstr>
      <vt:lpstr>Múltiplas Filas + Múltiplos Fornos</vt:lpstr>
      <vt:lpstr>Múltiplas Filas + Um Forno</vt:lpstr>
      <vt:lpstr>Múltiplas Filas + Um Forno</vt:lpstr>
      <vt:lpstr>Referências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Paula Martins</dc:creator>
  <cp:lastModifiedBy>Paula Martins</cp:lastModifiedBy>
  <cp:revision>3</cp:revision>
  <dcterms:modified xsi:type="dcterms:W3CDTF">2025-12-01T03:24:46Z</dcterms:modified>
</cp:coreProperties>
</file>